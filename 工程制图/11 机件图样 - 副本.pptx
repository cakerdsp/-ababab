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av" ContentType="audio/x-wav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5"/>
  </p:notesMasterIdLst>
  <p:sldIdLst>
    <p:sldId id="519" r:id="rId2"/>
    <p:sldId id="256" r:id="rId3"/>
    <p:sldId id="257" r:id="rId4"/>
    <p:sldId id="595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6" r:id="rId13"/>
    <p:sldId id="267" r:id="rId14"/>
    <p:sldId id="268" r:id="rId15"/>
    <p:sldId id="578" r:id="rId16"/>
    <p:sldId id="579" r:id="rId17"/>
    <p:sldId id="580" r:id="rId18"/>
    <p:sldId id="581" r:id="rId19"/>
    <p:sldId id="582" r:id="rId20"/>
    <p:sldId id="583" r:id="rId21"/>
    <p:sldId id="584" r:id="rId22"/>
    <p:sldId id="585" r:id="rId23"/>
    <p:sldId id="277" r:id="rId24"/>
    <p:sldId id="586" r:id="rId25"/>
    <p:sldId id="587" r:id="rId26"/>
    <p:sldId id="588" r:id="rId27"/>
    <p:sldId id="589" r:id="rId28"/>
    <p:sldId id="590" r:id="rId29"/>
    <p:sldId id="591" r:id="rId30"/>
    <p:sldId id="318" r:id="rId31"/>
    <p:sldId id="319" r:id="rId32"/>
    <p:sldId id="592" r:id="rId33"/>
    <p:sldId id="593" r:id="rId34"/>
    <p:sldId id="594" r:id="rId35"/>
    <p:sldId id="287" r:id="rId36"/>
    <p:sldId id="288" r:id="rId37"/>
    <p:sldId id="289" r:id="rId38"/>
    <p:sldId id="320" r:id="rId39"/>
    <p:sldId id="290" r:id="rId40"/>
    <p:sldId id="291" r:id="rId41"/>
    <p:sldId id="292" r:id="rId42"/>
    <p:sldId id="321" r:id="rId43"/>
    <p:sldId id="293" r:id="rId44"/>
    <p:sldId id="295" r:id="rId45"/>
    <p:sldId id="296" r:id="rId46"/>
    <p:sldId id="297" r:id="rId47"/>
    <p:sldId id="298" r:id="rId48"/>
    <p:sldId id="299" r:id="rId49"/>
    <p:sldId id="300" r:id="rId50"/>
    <p:sldId id="302" r:id="rId51"/>
    <p:sldId id="303" r:id="rId52"/>
    <p:sldId id="304" r:id="rId53"/>
    <p:sldId id="305" r:id="rId54"/>
    <p:sldId id="306" r:id="rId55"/>
    <p:sldId id="308" r:id="rId56"/>
    <p:sldId id="322" r:id="rId57"/>
    <p:sldId id="307" r:id="rId58"/>
    <p:sldId id="310" r:id="rId59"/>
    <p:sldId id="311" r:id="rId60"/>
    <p:sldId id="312" r:id="rId61"/>
    <p:sldId id="313" r:id="rId62"/>
    <p:sldId id="314" r:id="rId63"/>
    <p:sldId id="316" r:id="rId64"/>
  </p:sldIdLst>
  <p:sldSz cx="9144000" cy="6858000" type="screen4x3"/>
  <p:notesSz cx="6858000" cy="9144000"/>
  <p:custDataLst>
    <p:tags r:id="rId66"/>
  </p:custDataLst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FF"/>
    <a:srgbClr val="CCEEDF"/>
    <a:srgbClr val="C7FFF0"/>
    <a:srgbClr val="006600"/>
    <a:srgbClr val="FF3300"/>
    <a:srgbClr val="996633"/>
    <a:srgbClr val="0000CC"/>
    <a:srgbClr val="660066"/>
    <a:srgbClr val="FF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878" autoAdjust="0"/>
    <p:restoredTop sz="95256" autoAdjust="0"/>
  </p:normalViewPr>
  <p:slideViewPr>
    <p:cSldViewPr>
      <p:cViewPr varScale="1">
        <p:scale>
          <a:sx n="114" d="100"/>
          <a:sy n="114" d="100"/>
        </p:scale>
        <p:origin x="1398" y="11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36004" cy="36004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ags" Target="tags/tag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09649596-3726-4FD2-9481-1422EB872FEE}" type="datetimeFigureOut">
              <a:rPr lang="zh-CN" altLang="en-US"/>
              <a:t>2022/11/23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二级</a:t>
            </a:r>
          </a:p>
          <a:p>
            <a:pPr lvl="2"/>
            <a:r>
              <a:rPr lang="zh-CN" altLang="en-US" noProof="0"/>
              <a:t>三级</a:t>
            </a:r>
          </a:p>
          <a:p>
            <a:pPr lvl="3"/>
            <a:r>
              <a:rPr lang="zh-CN" altLang="en-US" noProof="0"/>
              <a:t>四级</a:t>
            </a:r>
          </a:p>
          <a:p>
            <a:pPr lvl="4"/>
            <a:r>
              <a:rPr lang="zh-CN" altLang="en-US" noProof="0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/>
            </a:lvl1pPr>
          </a:lstStyle>
          <a:p>
            <a:fld id="{DA437BDA-18B6-4800-9AD2-B1F8A8F6F356}" type="slidenum">
              <a:rPr lang="zh-CN" altLang="en-US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备注占位符 2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6148" name="灯片编号占位符 3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1B371BD7-5CCE-4FC5-82FD-30ED6D402CA5}" type="slidenum">
              <a:rPr lang="zh-CN" altLang="en-US" sz="1200">
                <a:latin typeface="Times New Roman" panose="02020603050405020304" pitchFamily="18" charset="0"/>
              </a:rPr>
              <a:t>1</a:t>
            </a:fld>
            <a:endParaRPr lang="en-US" altLang="zh-CN" sz="12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6477D0EE-5A9D-4DF7-9B12-E5E28EF91C5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7977D7F-9EA9-4977-BD4B-042DE2D3EF55}" type="slidenum">
              <a:rPr lang="en-US" altLang="zh-CN"/>
              <a:pPr/>
              <a:t>43</a:t>
            </a:fld>
            <a:endParaRPr lang="en-US" altLang="zh-CN"/>
          </a:p>
        </p:txBody>
      </p:sp>
      <p:sp>
        <p:nvSpPr>
          <p:cNvPr id="132098" name="Rectangle 2">
            <a:extLst>
              <a:ext uri="{FF2B5EF4-FFF2-40B4-BE49-F238E27FC236}">
                <a16:creationId xmlns:a16="http://schemas.microsoft.com/office/drawing/2014/main" id="{EE700C4E-3F32-4CEE-BC91-A9F8096E1E0E}"/>
              </a:ext>
            </a:extLst>
          </p:cNvPr>
          <p:cNvSpPr>
            <a:spLocks noChangeArrowheads="1"/>
          </p:cNvSpPr>
          <p:nvPr>
            <p:ph type="sldImg"/>
          </p:nvPr>
        </p:nvSpPr>
        <p:spPr>
          <a:ln/>
        </p:spPr>
      </p:sp>
      <p:sp>
        <p:nvSpPr>
          <p:cNvPr id="132099" name="Rectangle 3">
            <a:extLst>
              <a:ext uri="{FF2B5EF4-FFF2-40B4-BE49-F238E27FC236}">
                <a16:creationId xmlns:a16="http://schemas.microsoft.com/office/drawing/2014/main" id="{3C4938A8-D003-493A-B51A-60E4AEA67DB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0811E060-F4A9-4B46-AC23-47D79CB5A27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681D734-217F-4293-B53B-5B8D5BE679CF}" type="slidenum">
              <a:rPr lang="en-US" altLang="zh-CN"/>
              <a:pPr/>
              <a:t>51</a:t>
            </a:fld>
            <a:endParaRPr lang="en-US" altLang="zh-CN"/>
          </a:p>
        </p:txBody>
      </p:sp>
      <p:sp>
        <p:nvSpPr>
          <p:cNvPr id="143362" name="Rectangle 2">
            <a:extLst>
              <a:ext uri="{FF2B5EF4-FFF2-40B4-BE49-F238E27FC236}">
                <a16:creationId xmlns:a16="http://schemas.microsoft.com/office/drawing/2014/main" id="{6BE495E3-9AAA-4F7B-98DE-458E468A1FF7}"/>
              </a:ext>
            </a:extLst>
          </p:cNvPr>
          <p:cNvSpPr>
            <a:spLocks noChangeArrowheads="1"/>
          </p:cNvSpPr>
          <p:nvPr>
            <p:ph type="sldImg"/>
          </p:nvPr>
        </p:nvSpPr>
        <p:spPr>
          <a:ln/>
        </p:spPr>
      </p:sp>
      <p:sp>
        <p:nvSpPr>
          <p:cNvPr id="143363" name="Rectangle 3">
            <a:extLst>
              <a:ext uri="{FF2B5EF4-FFF2-40B4-BE49-F238E27FC236}">
                <a16:creationId xmlns:a16="http://schemas.microsoft.com/office/drawing/2014/main" id="{CCE60040-97B3-4FB4-9ED5-9E6E96AFAB6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/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5" name="Group 3"/>
            <p:cNvGrpSpPr/>
            <p:nvPr/>
          </p:nvGrpSpPr>
          <p:grpSpPr bwMode="auto">
            <a:xfrm>
              <a:off x="185" y="1604"/>
              <a:ext cx="449" cy="299"/>
              <a:chOff x="720" y="336"/>
              <a:chExt cx="624" cy="432"/>
            </a:xfrm>
          </p:grpSpPr>
          <p:sp>
            <p:nvSpPr>
              <p:cNvPr id="12" name="Rectangle 4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 wrap="none" anchor="ctr"/>
              <a:lstStyle>
                <a:lvl1pPr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3" name="Rectangle 5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</p:spPr>
            <p:txBody>
              <a:bodyPr wrap="none" anchor="ctr"/>
              <a:lstStyle>
                <a:lvl1pPr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buFontTx/>
                  <a:buNone/>
                  <a:defRPr/>
                </a:pPr>
                <a:endParaRPr kumimoji="1" lang="zh-CN" altLang="en-US"/>
              </a:p>
            </p:txBody>
          </p:sp>
        </p:grpSp>
        <p:grpSp>
          <p:nvGrpSpPr>
            <p:cNvPr id="6" name="Group 6"/>
            <p:cNvGrpSpPr/>
            <p:nvPr/>
          </p:nvGrpSpPr>
          <p:grpSpPr bwMode="auto">
            <a:xfrm>
              <a:off x="263" y="1870"/>
              <a:ext cx="466" cy="299"/>
              <a:chOff x="912" y="2640"/>
              <a:chExt cx="672" cy="432"/>
            </a:xfrm>
          </p:grpSpPr>
          <p:sp>
            <p:nvSpPr>
              <p:cNvPr id="10" name="Rectangle 7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wrap="none" anchor="ctr"/>
              <a:lstStyle>
                <a:lvl1pPr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1" name="Rectangle 8"/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</p:spPr>
            <p:txBody>
              <a:bodyPr wrap="none" anchor="ctr"/>
              <a:lstStyle>
                <a:lvl1pPr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buFontTx/>
                  <a:buNone/>
                  <a:defRPr/>
                </a:pPr>
                <a:endParaRPr kumimoji="1" lang="zh-CN" altLang="en-US"/>
              </a:p>
            </p:txBody>
          </p:sp>
        </p:grpSp>
        <p:sp>
          <p:nvSpPr>
            <p:cNvPr id="7" name="Rectangle 9"/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</p:spPr>
          <p:txBody>
            <a:bodyPr wrap="none" anchor="ctr"/>
            <a:lstStyle>
              <a:lvl1pPr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Tx/>
                <a:buNone/>
                <a:defRPr/>
              </a:pPr>
              <a:endParaRPr kumimoji="1" lang="zh-CN" altLang="en-US"/>
            </a:p>
          </p:txBody>
        </p:sp>
        <p:sp>
          <p:nvSpPr>
            <p:cNvPr id="8" name="Rectangle 10"/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txBody>
            <a:bodyPr wrap="none" anchor="ctr"/>
            <a:lstStyle>
              <a:lvl1pPr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Tx/>
                <a:buNone/>
                <a:defRPr/>
              </a:pPr>
              <a:endParaRPr kumimoji="1" lang="zh-CN" altLang="en-US"/>
            </a:p>
          </p:txBody>
        </p:sp>
        <p:sp>
          <p:nvSpPr>
            <p:cNvPr id="9" name="Rectangle 11"/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 wrap="none" anchor="ctr"/>
            <a:lstStyle>
              <a:lvl1pPr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Tx/>
                <a:buNone/>
                <a:defRPr/>
              </a:pPr>
              <a:endParaRPr kumimoji="1" lang="zh-CN" altLang="en-US"/>
            </a:p>
          </p:txBody>
        </p:sp>
      </p:grpSp>
      <p:sp>
        <p:nvSpPr>
          <p:cNvPr id="28684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828800"/>
            <a:ext cx="7772400" cy="1143000"/>
          </a:xfrm>
        </p:spPr>
        <p:txBody>
          <a:bodyPr anchor="b"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28685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r>
              <a:rPr lang="zh-CN" altLang="en-US" noProof="1"/>
              <a:t>单击此处编辑母版副标题样式</a:t>
            </a:r>
          </a:p>
        </p:txBody>
      </p:sp>
      <p:sp>
        <p:nvSpPr>
          <p:cNvPr id="14" name="Rectangle 16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6858000" y="6248400"/>
            <a:ext cx="1905000" cy="457200"/>
          </a:xfrm>
        </p:spPr>
        <p:txBody>
          <a:bodyPr anchor="b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316926D8-0944-483C-8B82-E3B7978A7401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22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01F94EDF-8DED-4345-B662-22013E651B76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Rectangle 22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82231FA2-BADA-44EA-BFCA-40A50926D3DA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Rectangle 22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E64AB2F0-443E-4693-89DA-BF6FFD317A2D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7" name="Rectangle 22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18011F1F-6D85-433C-9D83-DD4E733FE574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Rectangle 22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BF94235E-2EE6-4CA8-8B2B-2DEC468B34E3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2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AADF0F48-16A0-4253-8D0A-58B802DDE7C4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Rectangle 22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97D8BBB4-77A1-42E4-ACFF-6C56CA156C4D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Rectangle 22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3CB77EA2-7F69-4F40-B1F8-45F6EB9043AE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22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2D124CAB-2FE9-4776-A7C7-C1A5645DB448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22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F39B35E2-5991-4272-95A5-4570C433D70A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首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 userDrawn="1"/>
        </p:nvSpPr>
        <p:spPr>
          <a:xfrm>
            <a:off x="0" y="-1588"/>
            <a:ext cx="9144000" cy="585788"/>
          </a:xfrm>
          <a:prstGeom prst="rect">
            <a:avLst/>
          </a:prstGeom>
          <a:gradFill>
            <a:gsLst>
              <a:gs pos="43000">
                <a:srgbClr val="003300"/>
              </a:gs>
              <a:gs pos="90000">
                <a:srgbClr val="3F7C49"/>
              </a:gs>
              <a:gs pos="100000">
                <a:schemeClr val="accent5">
                  <a:lumMod val="20000"/>
                  <a:lumOff val="80000"/>
                </a:schemeClr>
              </a:gs>
            </a:gsLst>
            <a:lin ang="0" scaled="1"/>
          </a:gradFill>
        </p:spPr>
        <p:txBody>
          <a:bodyPr>
            <a:spAutoFit/>
          </a:bodyPr>
          <a:lstStyle>
            <a:lvl1pPr marL="365125" indent="-365125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spcAft>
                <a:spcPts val="1800"/>
              </a:spcAft>
              <a:buClr>
                <a:schemeClr val="accent1"/>
              </a:buClr>
              <a:buFont typeface="Wingdings" panose="05000000000000000000" pitchFamily="2" charset="2"/>
              <a:buChar char="q"/>
              <a:defRPr/>
            </a:pPr>
            <a:endParaRPr lang="zh-CN" altLang="en-US" sz="3200" b="1">
              <a:solidFill>
                <a:srgbClr val="006600"/>
              </a:solidFill>
              <a:latin typeface="Verdana" panose="020B0604030504040204" pitchFamily="34" charset="0"/>
            </a:endParaRPr>
          </a:p>
        </p:txBody>
      </p:sp>
      <p:sp>
        <p:nvSpPr>
          <p:cNvPr id="7" name="文本框 13"/>
          <p:cNvSpPr txBox="1">
            <a:spLocks noChangeArrowheads="1"/>
          </p:cNvSpPr>
          <p:nvPr userDrawn="1"/>
        </p:nvSpPr>
        <p:spPr bwMode="auto">
          <a:xfrm>
            <a:off x="-3175" y="6303963"/>
            <a:ext cx="9144000" cy="585787"/>
          </a:xfrm>
          <a:prstGeom prst="rect">
            <a:avLst/>
          </a:prstGeom>
          <a:gradFill rotWithShape="0">
            <a:gsLst>
              <a:gs pos="0">
                <a:srgbClr val="003300"/>
              </a:gs>
              <a:gs pos="100000">
                <a:srgbClr val="003300"/>
              </a:gs>
            </a:gsLst>
            <a:lin ang="0" scaled="1"/>
          </a:gradFill>
          <a:ln>
            <a:noFill/>
          </a:ln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spcAft>
                <a:spcPts val="1800"/>
              </a:spcAft>
              <a:buClr>
                <a:schemeClr val="accent1"/>
              </a:buClr>
              <a:buFont typeface="Wingdings" panose="05000000000000000000" pitchFamily="2" charset="2"/>
              <a:buNone/>
              <a:defRPr/>
            </a:pPr>
            <a:endParaRPr lang="zh-CN" altLang="en-US" sz="3200" b="1">
              <a:solidFill>
                <a:srgbClr val="006600"/>
              </a:solidFill>
              <a:latin typeface="Verdana" panose="020B0604030504040204" pitchFamily="34" charset="0"/>
            </a:endParaRPr>
          </a:p>
        </p:txBody>
      </p:sp>
      <p:pic>
        <p:nvPicPr>
          <p:cNvPr id="8" name="图片 14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" r="45248" b="-2402"/>
          <a:stretch>
            <a:fillRect/>
          </a:stretch>
        </p:blipFill>
        <p:spPr bwMode="auto">
          <a:xfrm>
            <a:off x="79375" y="87313"/>
            <a:ext cx="1568450" cy="441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1317795" y="2839830"/>
            <a:ext cx="6477000" cy="1362075"/>
          </a:xfrm>
          <a:prstGeom prst="rect">
            <a:avLst/>
          </a:prstGeom>
          <a:noFill/>
        </p:spPr>
        <p:txBody>
          <a:bodyPr anchor="t"/>
          <a:lstStyle>
            <a:lvl1pPr algn="ctr">
              <a:defRPr sz="3200" b="0" cap="none">
                <a:solidFill>
                  <a:srgbClr val="0066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defRPr>
            </a:lvl1pPr>
          </a:lstStyle>
          <a:p>
            <a:endParaRPr lang="en-US" dirty="0"/>
          </a:p>
        </p:txBody>
      </p:sp>
      <p:sp>
        <p:nvSpPr>
          <p:cNvPr id="5" name="Text Placeholder 2"/>
          <p:cNvSpPr>
            <a:spLocks noGrp="1"/>
          </p:cNvSpPr>
          <p:nvPr>
            <p:ph type="body" idx="1"/>
          </p:nvPr>
        </p:nvSpPr>
        <p:spPr>
          <a:xfrm>
            <a:off x="1330858" y="1333223"/>
            <a:ext cx="6477000" cy="1500187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 algn="ctr">
              <a:buNone/>
              <a:defRPr lang="en-US" sz="2400" b="0" cap="none" dirty="0" smtClean="0">
                <a:solidFill>
                  <a:srgbClr val="0066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endParaRPr lang="en-US" dirty="0"/>
          </a:p>
        </p:txBody>
      </p:sp>
    </p:spTree>
  </p:cSld>
  <p:clrMapOvr>
    <a:masterClrMapping/>
  </p:clrMapOvr>
  <p:transition spd="med">
    <p:pull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19"/>
          <p:cNvSpPr>
            <a:spLocks noChangeArrowheads="1"/>
          </p:cNvSpPr>
          <p:nvPr/>
        </p:nvSpPr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Tx/>
              <a:buNone/>
              <a:defRPr/>
            </a:pPr>
            <a:endParaRPr kumimoji="1" lang="zh-CN" altLang="en-US"/>
          </a:p>
        </p:txBody>
      </p:sp>
      <p:sp>
        <p:nvSpPr>
          <p:cNvPr id="27670" name="Rectangle 22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008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buFont typeface="Arial" panose="020B0604020202020204" pitchFamily="34" charset="0"/>
              <a:buNone/>
              <a:defRPr sz="1400">
                <a:latin typeface="Times New Roman" panose="02020603050405020304" pitchFamily="18" charset="0"/>
              </a:defRPr>
            </a:lvl1pPr>
          </a:lstStyle>
          <a:p>
            <a:fld id="{CFA0C3B6-206E-4BAD-A757-CE26AEF9AD2A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1028" name="Rectangle 25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9" name="Rectangle 26"/>
          <p:cNvSpPr>
            <a:spLocks noGrp="1" noChangeArrowheads="1"/>
          </p:cNvSpPr>
          <p:nvPr>
            <p:ph type="body" idx="9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" name="文本框 14"/>
          <p:cNvSpPr txBox="1"/>
          <p:nvPr userDrawn="1"/>
        </p:nvSpPr>
        <p:spPr>
          <a:xfrm>
            <a:off x="1588" y="-15875"/>
            <a:ext cx="9144000" cy="585788"/>
          </a:xfrm>
          <a:prstGeom prst="rect">
            <a:avLst/>
          </a:prstGeom>
          <a:gradFill>
            <a:gsLst>
              <a:gs pos="43000">
                <a:srgbClr val="003300"/>
              </a:gs>
              <a:gs pos="90000">
                <a:srgbClr val="3F7C49"/>
              </a:gs>
              <a:gs pos="100000">
                <a:schemeClr val="accent5">
                  <a:lumMod val="20000"/>
                  <a:lumOff val="80000"/>
                </a:schemeClr>
              </a:gs>
            </a:gsLst>
            <a:lin ang="0" scaled="1"/>
          </a:gradFill>
        </p:spPr>
        <p:txBody>
          <a:bodyPr>
            <a:spAutoFit/>
          </a:bodyPr>
          <a:lstStyle>
            <a:lvl1pPr marL="365125" indent="-365125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Aft>
                <a:spcPts val="1800"/>
              </a:spcAft>
              <a:buClr>
                <a:schemeClr val="accent1"/>
              </a:buClr>
              <a:buFont typeface="Wingdings" panose="05000000000000000000" pitchFamily="2" charset="2"/>
              <a:buChar char="q"/>
              <a:defRPr/>
            </a:pPr>
            <a:endParaRPr lang="zh-CN" altLang="en-US" sz="3200" b="1">
              <a:solidFill>
                <a:srgbClr val="006600"/>
              </a:solidFill>
              <a:latin typeface="Verdana" panose="020B0604030504040204" pitchFamily="34" charset="0"/>
            </a:endParaRPr>
          </a:p>
        </p:txBody>
      </p:sp>
      <p:pic>
        <p:nvPicPr>
          <p:cNvPr id="1031" name="图片 10"/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" r="45248" b="-2402"/>
          <a:stretch>
            <a:fillRect/>
          </a:stretch>
        </p:blipFill>
        <p:spPr bwMode="auto">
          <a:xfrm>
            <a:off x="80963" y="73025"/>
            <a:ext cx="1568450" cy="441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ahoma" panose="020B060403050404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ahoma" panose="020B060403050404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ahoma" panose="020B060403050404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ahoma" panose="020B060403050404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3200" b="1">
          <a:solidFill>
            <a:srgbClr val="FF3300"/>
          </a:solidFill>
          <a:latin typeface="Tahoma" panose="020B060403050404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3200" b="1">
          <a:solidFill>
            <a:srgbClr val="FF3300"/>
          </a:solidFill>
          <a:latin typeface="Tahoma" panose="020B060403050404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3200" b="1">
          <a:solidFill>
            <a:srgbClr val="FF3300"/>
          </a:solidFill>
          <a:latin typeface="Tahoma" panose="020B060403050404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3200" b="1">
          <a:solidFill>
            <a:srgbClr val="FF3300"/>
          </a:solidFill>
          <a:latin typeface="Tahoma" panose="020B060403050404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Blip>
          <a:blip r:embed="rId15"/>
        </a:buBlip>
        <a:defRPr sz="2800" b="1">
          <a:solidFill>
            <a:srgbClr val="008000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•"/>
        <a:defRPr sz="2800" b="1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800" b="1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800" b="1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800" b="1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lnSpc>
          <a:spcPct val="120000"/>
        </a:lnSpc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800" b="1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lnSpc>
          <a:spcPct val="120000"/>
        </a:lnSpc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800" b="1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lnSpc>
          <a:spcPct val="120000"/>
        </a:lnSpc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800" b="1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lnSpc>
          <a:spcPct val="120000"/>
        </a:lnSpc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800" b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44.xml"/><Relationship Id="rId2" Type="http://schemas.openxmlformats.org/officeDocument/2006/relationships/slide" Target="slide12.xml"/><Relationship Id="rId1" Type="http://schemas.openxmlformats.org/officeDocument/2006/relationships/slideLayout" Target="../slideLayouts/slideLayout7.xml"/><Relationship Id="rId6" Type="http://schemas.openxmlformats.org/officeDocument/2006/relationships/slide" Target="slide58.xml"/><Relationship Id="rId5" Type="http://schemas.openxmlformats.org/officeDocument/2006/relationships/slide" Target="slide63.xml"/><Relationship Id="rId4" Type="http://schemas.openxmlformats.org/officeDocument/2006/relationships/slide" Target="slide5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标题 2"/>
          <p:cNvSpPr>
            <a:spLocks noGrp="1" noChangeArrowheads="1"/>
          </p:cNvSpPr>
          <p:nvPr>
            <p:ph type="title"/>
          </p:nvPr>
        </p:nvSpPr>
        <p:spPr>
          <a:xfrm>
            <a:off x="1277938" y="2214563"/>
            <a:ext cx="7038478" cy="3956050"/>
          </a:xfrm>
        </p:spPr>
        <p:txBody>
          <a:bodyPr/>
          <a:lstStyle/>
          <a:p>
            <a:pPr eaLnBrk="1" hangingPunct="1"/>
            <a:r>
              <a:rPr lang="zh-CN" altLang="en-US" sz="4000" dirty="0">
                <a:latin typeface="黑体" panose="02010609060101010101" pitchFamily="49" charset="-122"/>
                <a:ea typeface="黑体" panose="02010609060101010101" pitchFamily="49" charset="-122"/>
              </a:rPr>
              <a:t>机件图样的画法</a:t>
            </a:r>
            <a:br>
              <a:rPr lang="en-US" altLang="zh-CN" dirty="0">
                <a:latin typeface="华文隶书" panose="02010800040101010101" pitchFamily="2" charset="-122"/>
                <a:ea typeface="华文隶书" panose="02010800040101010101" pitchFamily="2" charset="-122"/>
              </a:rPr>
            </a:br>
            <a:br>
              <a:rPr lang="en-US" altLang="zh-CN" dirty="0">
                <a:latin typeface="华文隶书" panose="02010800040101010101" pitchFamily="2" charset="-122"/>
                <a:ea typeface="华文隶书" panose="02010800040101010101" pitchFamily="2" charset="-122"/>
              </a:rPr>
            </a:br>
            <a:br>
              <a:rPr lang="en-US" altLang="zh-CN" dirty="0">
                <a:latin typeface="华文隶书" panose="02010800040101010101" pitchFamily="2" charset="-122"/>
                <a:ea typeface="华文隶书" panose="02010800040101010101" pitchFamily="2" charset="-122"/>
              </a:rPr>
            </a:br>
            <a:br>
              <a:rPr lang="en-US" altLang="zh-CN" dirty="0">
                <a:latin typeface="华文隶书" panose="02010800040101010101" pitchFamily="2" charset="-122"/>
                <a:ea typeface="华文隶书" panose="02010800040101010101" pitchFamily="2" charset="-122"/>
              </a:rPr>
            </a:br>
            <a:endParaRPr lang="zh-CN" altLang="en-US" dirty="0"/>
          </a:p>
        </p:txBody>
      </p:sp>
      <p:sp>
        <p:nvSpPr>
          <p:cNvPr id="5123" name="文本占位符 3"/>
          <p:cNvSpPr>
            <a:spLocks noGrp="1" noChangeArrowheads="1"/>
          </p:cNvSpPr>
          <p:nvPr>
            <p:ph type="body" idx="1"/>
          </p:nvPr>
        </p:nvSpPr>
        <p:spPr>
          <a:xfrm>
            <a:off x="1277938" y="687388"/>
            <a:ext cx="6477000" cy="1190625"/>
          </a:xfrm>
        </p:spPr>
        <p:txBody>
          <a:bodyPr/>
          <a:lstStyle/>
          <a:p>
            <a:pPr eaLnBrk="1" hangingPunct="1"/>
            <a:r>
              <a:rPr lang="zh-CN" altLang="en-US" sz="3600"/>
              <a:t>工程制图</a:t>
            </a:r>
            <a:r>
              <a:rPr altLang="zh-CN" sz="3600"/>
              <a:t>CAD</a:t>
            </a:r>
            <a:endParaRPr lang="zh-CN" altLang="en-US" sz="3600"/>
          </a:p>
        </p:txBody>
      </p:sp>
    </p:spTree>
  </p:cSld>
  <p:clrMapOvr>
    <a:masterClrMapping/>
  </p:clrMapOvr>
  <p:transition spd="med">
    <p:pull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7" name="Text Box 3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FA62E3D7-6DD6-4634-B512-99D4D55487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3725" y="1565275"/>
            <a:ext cx="7845425" cy="695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l">
              <a:lnSpc>
                <a:spcPct val="90000"/>
              </a:lnSpc>
            </a:pPr>
            <a:r>
              <a:rPr lang="en-US" altLang="zh-CN" sz="3600" dirty="0">
                <a:solidFill>
                  <a:srgbClr val="FF3300"/>
                </a:solidFill>
                <a:latin typeface="宋体" panose="02010600030101010101" pitchFamily="2" charset="-122"/>
                <a:sym typeface="Monotype Sorts" pitchFamily="2" charset="2"/>
              </a:rPr>
              <a:t></a:t>
            </a:r>
            <a:r>
              <a:rPr lang="en-US" altLang="zh-CN" sz="4400" dirty="0">
                <a:latin typeface="宋体" panose="02010600030101010101" pitchFamily="2" charset="-122"/>
              </a:rPr>
              <a:t> 11.1 </a:t>
            </a:r>
            <a:r>
              <a:rPr lang="zh-CN" altLang="en-US" sz="4400" dirty="0">
                <a:latin typeface="宋体" panose="02010600030101010101" pitchFamily="2" charset="-122"/>
              </a:rPr>
              <a:t>视图</a:t>
            </a:r>
          </a:p>
        </p:txBody>
      </p:sp>
      <p:sp>
        <p:nvSpPr>
          <p:cNvPr id="93188" name="Text Box 4">
            <a:hlinkClick r:id="rId2" action="ppaction://hlinksldjump"/>
            <a:extLst>
              <a:ext uri="{FF2B5EF4-FFF2-40B4-BE49-F238E27FC236}">
                <a16:creationId xmlns:a16="http://schemas.microsoft.com/office/drawing/2014/main" id="{1AEADDD9-435D-406A-ABBA-AC58FA2731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3725" y="2173288"/>
            <a:ext cx="7500938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l" eaLnBrk="1" hangingPunct="1"/>
            <a:r>
              <a:rPr lang="en-US" altLang="zh-CN" sz="3600" dirty="0">
                <a:solidFill>
                  <a:srgbClr val="FF3300"/>
                </a:solidFill>
                <a:latin typeface="宋体" panose="02010600030101010101" pitchFamily="2" charset="-122"/>
                <a:sym typeface="Monotype Sorts" pitchFamily="2" charset="2"/>
              </a:rPr>
              <a:t></a:t>
            </a:r>
            <a:r>
              <a:rPr lang="en-US" altLang="zh-CN" sz="4400" dirty="0">
                <a:latin typeface="宋体" panose="02010600030101010101" pitchFamily="2" charset="-122"/>
              </a:rPr>
              <a:t> 11.2 </a:t>
            </a:r>
            <a:r>
              <a:rPr lang="zh-CN" altLang="en-US" sz="4400" dirty="0">
                <a:latin typeface="宋体" panose="02010600030101010101" pitchFamily="2" charset="-122"/>
              </a:rPr>
              <a:t>剖视图</a:t>
            </a:r>
          </a:p>
        </p:txBody>
      </p:sp>
      <p:sp>
        <p:nvSpPr>
          <p:cNvPr id="93189" name="Text Box 5">
            <a:hlinkClick r:id="rId3" action="ppaction://hlinksldjump"/>
            <a:extLst>
              <a:ext uri="{FF2B5EF4-FFF2-40B4-BE49-F238E27FC236}">
                <a16:creationId xmlns:a16="http://schemas.microsoft.com/office/drawing/2014/main" id="{5FDFCA5B-D24B-4C89-B42C-48FB8F3934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3725" y="2884488"/>
            <a:ext cx="7772400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l" eaLnBrk="1" hangingPunct="1"/>
            <a:r>
              <a:rPr lang="en-US" altLang="zh-CN" sz="3600" dirty="0">
                <a:solidFill>
                  <a:srgbClr val="FF3300"/>
                </a:solidFill>
                <a:latin typeface="宋体" panose="02010600030101010101" pitchFamily="2" charset="-122"/>
                <a:sym typeface="Monotype Sorts" pitchFamily="2" charset="2"/>
              </a:rPr>
              <a:t></a:t>
            </a:r>
            <a:r>
              <a:rPr lang="en-US" altLang="zh-CN" sz="4400" dirty="0">
                <a:latin typeface="宋体" panose="02010600030101010101" pitchFamily="2" charset="-122"/>
              </a:rPr>
              <a:t> 11.3 </a:t>
            </a:r>
            <a:r>
              <a:rPr lang="zh-CN" altLang="en-US" sz="4400" dirty="0">
                <a:latin typeface="宋体" panose="02010600030101010101" pitchFamily="2" charset="-122"/>
              </a:rPr>
              <a:t>断面图</a:t>
            </a:r>
          </a:p>
        </p:txBody>
      </p:sp>
      <p:sp>
        <p:nvSpPr>
          <p:cNvPr id="93190" name="Text Box 6">
            <a:hlinkClick r:id="rId4" action="ppaction://hlinksldjump"/>
            <a:extLst>
              <a:ext uri="{FF2B5EF4-FFF2-40B4-BE49-F238E27FC236}">
                <a16:creationId xmlns:a16="http://schemas.microsoft.com/office/drawing/2014/main" id="{A4958A92-03DA-4E74-B67C-E2844A8947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3725" y="3624263"/>
            <a:ext cx="8191500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l" eaLnBrk="1" hangingPunct="1"/>
            <a:r>
              <a:rPr lang="en-US" altLang="zh-CN" sz="3600" dirty="0">
                <a:solidFill>
                  <a:srgbClr val="FF3300"/>
                </a:solidFill>
                <a:latin typeface="宋体" panose="02010600030101010101" pitchFamily="2" charset="-122"/>
                <a:sym typeface="Monotype Sorts" pitchFamily="2" charset="2"/>
              </a:rPr>
              <a:t></a:t>
            </a:r>
            <a:r>
              <a:rPr lang="en-US" altLang="zh-CN" sz="4400" dirty="0">
                <a:latin typeface="宋体" panose="02010600030101010101" pitchFamily="2" charset="-122"/>
              </a:rPr>
              <a:t> 11.4 </a:t>
            </a:r>
            <a:r>
              <a:rPr lang="zh-CN" altLang="en-US" sz="4400" dirty="0">
                <a:latin typeface="宋体" panose="02010600030101010101" pitchFamily="2" charset="-122"/>
              </a:rPr>
              <a:t>规定画法和简化画法</a:t>
            </a:r>
          </a:p>
        </p:txBody>
      </p:sp>
      <p:sp>
        <p:nvSpPr>
          <p:cNvPr id="93191" name="Text Box 7">
            <a:hlinkClick r:id="rId5" action="ppaction://hlinksldjump"/>
            <a:extLst>
              <a:ext uri="{FF2B5EF4-FFF2-40B4-BE49-F238E27FC236}">
                <a16:creationId xmlns:a16="http://schemas.microsoft.com/office/drawing/2014/main" id="{9D359549-8FB0-434E-9E40-84D3D8768C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3725" y="5106988"/>
            <a:ext cx="3216275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l" eaLnBrk="1" hangingPunct="1"/>
            <a:r>
              <a:rPr lang="en-US" altLang="zh-CN" sz="3600">
                <a:solidFill>
                  <a:srgbClr val="FF3300"/>
                </a:solidFill>
                <a:latin typeface="宋体" panose="02010600030101010101" pitchFamily="2" charset="-122"/>
                <a:sym typeface="Monotype Sorts" pitchFamily="2" charset="2"/>
              </a:rPr>
              <a:t> </a:t>
            </a:r>
            <a:r>
              <a:rPr lang="zh-CN" altLang="zh-CN" sz="4400">
                <a:latin typeface="宋体" panose="02010600030101010101" pitchFamily="2" charset="-122"/>
              </a:rPr>
              <a:t>本章小结</a:t>
            </a:r>
            <a:endParaRPr lang="zh-CN" altLang="en-US" sz="4400">
              <a:latin typeface="宋体" panose="02010600030101010101" pitchFamily="2" charset="-122"/>
            </a:endParaRPr>
          </a:p>
        </p:txBody>
      </p:sp>
      <p:sp>
        <p:nvSpPr>
          <p:cNvPr id="93193" name="Text Box 9">
            <a:hlinkClick r:id="rId6" action="ppaction://hlinksldjump"/>
            <a:extLst>
              <a:ext uri="{FF2B5EF4-FFF2-40B4-BE49-F238E27FC236}">
                <a16:creationId xmlns:a16="http://schemas.microsoft.com/office/drawing/2014/main" id="{4DA04F76-F031-4342-9461-0AA82D3DC4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3725" y="4387850"/>
            <a:ext cx="7500938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l" eaLnBrk="1" hangingPunct="1"/>
            <a:r>
              <a:rPr lang="en-US" altLang="zh-CN" sz="3600" dirty="0">
                <a:solidFill>
                  <a:srgbClr val="FF3300"/>
                </a:solidFill>
                <a:latin typeface="宋体" panose="02010600030101010101" pitchFamily="2" charset="-122"/>
                <a:sym typeface="Monotype Sorts" pitchFamily="2" charset="2"/>
              </a:rPr>
              <a:t></a:t>
            </a:r>
            <a:r>
              <a:rPr lang="en-US" altLang="zh-CN" sz="4400" dirty="0">
                <a:latin typeface="宋体" panose="02010600030101010101" pitchFamily="2" charset="-122"/>
              </a:rPr>
              <a:t> 11.5 </a:t>
            </a:r>
            <a:r>
              <a:rPr lang="zh-CN" altLang="en-US" sz="4400" dirty="0">
                <a:latin typeface="宋体" panose="02010600030101010101" pitchFamily="2" charset="-122"/>
              </a:rPr>
              <a:t>第三角投影法简介</a:t>
            </a:r>
            <a:endParaRPr lang="zh-CN" altLang="en-US" dirty="0">
              <a:latin typeface="宋体" panose="02010600030101010101" pitchFamily="2" charset="-122"/>
            </a:endParaRPr>
          </a:p>
        </p:txBody>
      </p:sp>
    </p:spTree>
  </p:cSld>
  <p:clrMapOvr>
    <a:masterClrMapping/>
  </p:clrMapOvr>
  <p:transition spd="med">
    <p:wipe dir="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2">
            <a:extLst>
              <a:ext uri="{FF2B5EF4-FFF2-40B4-BE49-F238E27FC236}">
                <a16:creationId xmlns:a16="http://schemas.microsoft.com/office/drawing/2014/main" id="{A3337475-1A89-4419-B557-898071EE24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0" y="381000"/>
            <a:ext cx="6172200" cy="911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FFCCFF"/>
                    </a:gs>
                    <a:gs pos="50000">
                      <a:srgbClr val="FFFF00"/>
                    </a:gs>
                    <a:gs pos="100000">
                      <a:srgbClr val="FFCCFF"/>
                    </a:gs>
                  </a:gsLst>
                  <a:lin ang="5400000" scaled="1"/>
                </a:gradFill>
              </a14:hiddenFill>
            </a:ext>
            <a:ext uri="{91240B29-F687-4F45-9708-019B960494DF}">
              <a14:hiddenLine xmlns:a14="http://schemas.microsoft.com/office/drawing/2010/main" w="76200">
                <a:pattFill prst="trellis">
                  <a:fgClr>
                    <a:srgbClr val="FF3300"/>
                  </a:fgClr>
                  <a:bgClr>
                    <a:srgbClr val="FFCCFF"/>
                  </a:bgClr>
                </a:patt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zh-CN" sz="2400">
              <a:solidFill>
                <a:srgbClr val="FF3300"/>
              </a:solidFill>
              <a:latin typeface="宋体" panose="02010600030101010101" pitchFamily="2" charset="-122"/>
            </a:endParaRPr>
          </a:p>
        </p:txBody>
      </p:sp>
      <p:sp>
        <p:nvSpPr>
          <p:cNvPr id="94211" name="Text Box 3">
            <a:extLst>
              <a:ext uri="{FF2B5EF4-FFF2-40B4-BE49-F238E27FC236}">
                <a16:creationId xmlns:a16="http://schemas.microsoft.com/office/drawing/2014/main" id="{61771E51-C0E6-458E-8B0D-CC46327D39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613" y="687388"/>
            <a:ext cx="2744787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en-US" altLang="zh-CN" sz="3600">
                <a:latin typeface="黑体" panose="02010609060101010101" pitchFamily="49" charset="-122"/>
                <a:ea typeface="黑体" panose="02010609060101010101" pitchFamily="49" charset="-122"/>
              </a:rPr>
              <a:t>1.</a:t>
            </a:r>
            <a:r>
              <a:rPr lang="zh-CN" altLang="en-US" sz="3600">
                <a:latin typeface="黑体" panose="02010609060101010101" pitchFamily="49" charset="-122"/>
                <a:ea typeface="黑体" panose="02010609060101010101" pitchFamily="49" charset="-122"/>
              </a:rPr>
              <a:t>基本视图</a:t>
            </a:r>
            <a:endParaRPr lang="zh-CN" altLang="en-US" sz="3600" b="0">
              <a:ea typeface="黑体" panose="02010609060101010101" pitchFamily="49" charset="-122"/>
            </a:endParaRPr>
          </a:p>
        </p:txBody>
      </p:sp>
      <p:sp>
        <p:nvSpPr>
          <p:cNvPr id="94212" name="Text Box 4">
            <a:extLst>
              <a:ext uri="{FF2B5EF4-FFF2-40B4-BE49-F238E27FC236}">
                <a16:creationId xmlns:a16="http://schemas.microsoft.com/office/drawing/2014/main" id="{AC48D955-5525-4361-B23B-55FA0BC11C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16600" y="3001963"/>
            <a:ext cx="2573338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en-US" altLang="zh-CN" sz="3200">
                <a:latin typeface="宋体" panose="02010600030101010101" pitchFamily="2" charset="-122"/>
                <a:sym typeface="Symbol" panose="05050102010706020507" pitchFamily="18" charset="2"/>
              </a:rPr>
              <a:t> </a:t>
            </a:r>
            <a:r>
              <a:rPr lang="zh-CN" altLang="en-US" sz="3200">
                <a:latin typeface="宋体" panose="02010600030101010101" pitchFamily="2" charset="-122"/>
                <a:sym typeface="Symbol" panose="05050102010706020507" pitchFamily="18" charset="2"/>
              </a:rPr>
              <a:t>右视图 </a:t>
            </a:r>
          </a:p>
        </p:txBody>
      </p:sp>
      <p:sp>
        <p:nvSpPr>
          <p:cNvPr id="94213" name="Text Box 5">
            <a:extLst>
              <a:ext uri="{FF2B5EF4-FFF2-40B4-BE49-F238E27FC236}">
                <a16:creationId xmlns:a16="http://schemas.microsoft.com/office/drawing/2014/main" id="{15CC33AD-BCBA-40C5-956D-6974E4330D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16600" y="1570038"/>
            <a:ext cx="2159000" cy="15541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l"/>
            <a:r>
              <a:rPr lang="en-US" altLang="zh-CN" sz="3200">
                <a:latin typeface="宋体" panose="02010600030101010101" pitchFamily="2" charset="-122"/>
                <a:sym typeface="Symbol" panose="05050102010706020507" pitchFamily="18" charset="2"/>
              </a:rPr>
              <a:t> </a:t>
            </a:r>
            <a:r>
              <a:rPr lang="zh-CN" altLang="en-US" sz="3200">
                <a:latin typeface="宋体" panose="02010600030101010101" pitchFamily="2" charset="-122"/>
                <a:sym typeface="Symbol" panose="05050102010706020507" pitchFamily="18" charset="2"/>
              </a:rPr>
              <a:t>主视图</a:t>
            </a:r>
          </a:p>
          <a:p>
            <a:pPr algn="l"/>
            <a:r>
              <a:rPr lang="zh-CN" altLang="en-US" sz="3200">
                <a:latin typeface="宋体" panose="02010600030101010101" pitchFamily="2" charset="-122"/>
                <a:sym typeface="Symbol" panose="05050102010706020507" pitchFamily="18" charset="2"/>
              </a:rPr>
              <a:t> 俯视图 </a:t>
            </a:r>
          </a:p>
          <a:p>
            <a:pPr algn="l"/>
            <a:r>
              <a:rPr lang="zh-CN" altLang="en-US" sz="3200">
                <a:latin typeface="宋体" panose="02010600030101010101" pitchFamily="2" charset="-122"/>
                <a:sym typeface="Symbol" panose="05050102010706020507" pitchFamily="18" charset="2"/>
              </a:rPr>
              <a:t> 左视图</a:t>
            </a:r>
          </a:p>
        </p:txBody>
      </p:sp>
      <p:sp>
        <p:nvSpPr>
          <p:cNvPr id="94214" name="Text Box 6">
            <a:extLst>
              <a:ext uri="{FF2B5EF4-FFF2-40B4-BE49-F238E27FC236}">
                <a16:creationId xmlns:a16="http://schemas.microsoft.com/office/drawing/2014/main" id="{74B8DF08-82C1-40CA-B5EB-642D440CAD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16600" y="4838409"/>
            <a:ext cx="20066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l" eaLnBrk="1" hangingPunct="1"/>
            <a:r>
              <a:rPr lang="en-US" altLang="zh-CN" sz="3200">
                <a:latin typeface="宋体" panose="02010600030101010101" pitchFamily="2" charset="-122"/>
                <a:sym typeface="Symbol" panose="05050102010706020507" pitchFamily="18" charset="2"/>
              </a:rPr>
              <a:t> </a:t>
            </a:r>
            <a:r>
              <a:rPr lang="zh-CN" altLang="en-US" sz="3200">
                <a:latin typeface="宋体" panose="02010600030101010101" pitchFamily="2" charset="-122"/>
                <a:sym typeface="Symbol" panose="05050102010706020507" pitchFamily="18" charset="2"/>
              </a:rPr>
              <a:t>后视图</a:t>
            </a:r>
          </a:p>
        </p:txBody>
      </p:sp>
      <p:sp>
        <p:nvSpPr>
          <p:cNvPr id="94215" name="Text Box 7">
            <a:extLst>
              <a:ext uri="{FF2B5EF4-FFF2-40B4-BE49-F238E27FC236}">
                <a16:creationId xmlns:a16="http://schemas.microsoft.com/office/drawing/2014/main" id="{15C68BC7-A65C-4C7B-878C-2C7944ABA4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16600" y="3920834"/>
            <a:ext cx="20066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l" eaLnBrk="1" hangingPunct="1"/>
            <a:r>
              <a:rPr lang="en-US" altLang="zh-CN" sz="3200">
                <a:latin typeface="宋体" panose="02010600030101010101" pitchFamily="2" charset="-122"/>
                <a:sym typeface="Symbol" panose="05050102010706020507" pitchFamily="18" charset="2"/>
              </a:rPr>
              <a:t> </a:t>
            </a:r>
            <a:r>
              <a:rPr lang="zh-CN" altLang="en-US" sz="3200">
                <a:latin typeface="宋体" panose="02010600030101010101" pitchFamily="2" charset="-122"/>
                <a:sym typeface="Symbol" panose="05050102010706020507" pitchFamily="18" charset="2"/>
              </a:rPr>
              <a:t>仰视图</a:t>
            </a:r>
          </a:p>
        </p:txBody>
      </p:sp>
      <p:sp>
        <p:nvSpPr>
          <p:cNvPr id="94217" name="Text Box 9">
            <a:extLst>
              <a:ext uri="{FF2B5EF4-FFF2-40B4-BE49-F238E27FC236}">
                <a16:creationId xmlns:a16="http://schemas.microsoft.com/office/drawing/2014/main" id="{79FB9150-3206-448A-A2F0-DBB4D9D0CE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08713" y="3433472"/>
            <a:ext cx="2935287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l" eaLnBrk="1" hangingPunct="1"/>
            <a:r>
              <a:rPr lang="zh-CN" altLang="en-US" sz="3200" dirty="0">
                <a:latin typeface="宋体" panose="02010600030101010101" pitchFamily="2" charset="-122"/>
                <a:sym typeface="Symbol" panose="05050102010706020507" pitchFamily="18" charset="2"/>
              </a:rPr>
              <a:t>从右向左投射</a:t>
            </a:r>
          </a:p>
        </p:txBody>
      </p:sp>
      <p:sp>
        <p:nvSpPr>
          <p:cNvPr id="94218" name="Text Box 10">
            <a:extLst>
              <a:ext uri="{FF2B5EF4-FFF2-40B4-BE49-F238E27FC236}">
                <a16:creationId xmlns:a16="http://schemas.microsoft.com/office/drawing/2014/main" id="{DF3804E1-A933-46D5-87DA-27D1BA9076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08713" y="4339934"/>
            <a:ext cx="2935287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l" eaLnBrk="1" hangingPunct="1"/>
            <a:r>
              <a:rPr lang="zh-CN" altLang="en-US" sz="3200">
                <a:latin typeface="宋体" panose="02010600030101010101" pitchFamily="2" charset="-122"/>
                <a:sym typeface="Symbol" panose="05050102010706020507" pitchFamily="18" charset="2"/>
              </a:rPr>
              <a:t>从下向上投射</a:t>
            </a:r>
          </a:p>
        </p:txBody>
      </p:sp>
      <p:sp>
        <p:nvSpPr>
          <p:cNvPr id="94219" name="Text Box 11">
            <a:extLst>
              <a:ext uri="{FF2B5EF4-FFF2-40B4-BE49-F238E27FC236}">
                <a16:creationId xmlns:a16="http://schemas.microsoft.com/office/drawing/2014/main" id="{9763F075-A28C-4BFA-9058-6F165BFD38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08713" y="5267034"/>
            <a:ext cx="2935287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l" eaLnBrk="1" hangingPunct="1"/>
            <a:r>
              <a:rPr lang="zh-CN" altLang="en-US" sz="3200">
                <a:latin typeface="宋体" panose="02010600030101010101" pitchFamily="2" charset="-122"/>
                <a:sym typeface="Symbol" panose="05050102010706020507" pitchFamily="18" charset="2"/>
              </a:rPr>
              <a:t>从后向前投射</a:t>
            </a:r>
          </a:p>
        </p:txBody>
      </p:sp>
      <p:grpSp>
        <p:nvGrpSpPr>
          <p:cNvPr id="94253" name="Group 45">
            <a:extLst>
              <a:ext uri="{FF2B5EF4-FFF2-40B4-BE49-F238E27FC236}">
                <a16:creationId xmlns:a16="http://schemas.microsoft.com/office/drawing/2014/main" id="{8EF44754-EF83-495D-95BE-099B052FC5A6}"/>
              </a:ext>
            </a:extLst>
          </p:cNvPr>
          <p:cNvGrpSpPr>
            <a:grpSpLocks/>
          </p:cNvGrpSpPr>
          <p:nvPr/>
        </p:nvGrpSpPr>
        <p:grpSpPr bwMode="auto">
          <a:xfrm>
            <a:off x="1547664" y="3144044"/>
            <a:ext cx="1990725" cy="1066800"/>
            <a:chOff x="996" y="2364"/>
            <a:chExt cx="1254" cy="672"/>
          </a:xfrm>
        </p:grpSpPr>
        <p:sp>
          <p:nvSpPr>
            <p:cNvPr id="94254" name="Freeform 46">
              <a:extLst>
                <a:ext uri="{FF2B5EF4-FFF2-40B4-BE49-F238E27FC236}">
                  <a16:creationId xmlns:a16="http://schemas.microsoft.com/office/drawing/2014/main" id="{D49D3249-6039-40FF-9B4E-1F6AD9B3BA28}"/>
                </a:ext>
              </a:extLst>
            </p:cNvPr>
            <p:cNvSpPr>
              <a:spLocks/>
            </p:cNvSpPr>
            <p:nvPr/>
          </p:nvSpPr>
          <p:spPr bwMode="auto">
            <a:xfrm>
              <a:off x="1320" y="2916"/>
              <a:ext cx="930" cy="120"/>
            </a:xfrm>
            <a:custGeom>
              <a:avLst/>
              <a:gdLst>
                <a:gd name="T0" fmla="*/ 0 w 930"/>
                <a:gd name="T1" fmla="*/ 6 h 120"/>
                <a:gd name="T2" fmla="*/ 930 w 930"/>
                <a:gd name="T3" fmla="*/ 0 h 120"/>
                <a:gd name="T4" fmla="*/ 930 w 930"/>
                <a:gd name="T5" fmla="*/ 114 h 120"/>
                <a:gd name="T6" fmla="*/ 0 w 930"/>
                <a:gd name="T7" fmla="*/ 120 h 120"/>
                <a:gd name="T8" fmla="*/ 0 w 930"/>
                <a:gd name="T9" fmla="*/ 6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30" h="120">
                  <a:moveTo>
                    <a:pt x="0" y="6"/>
                  </a:moveTo>
                  <a:lnTo>
                    <a:pt x="930" y="0"/>
                  </a:lnTo>
                  <a:lnTo>
                    <a:pt x="930" y="114"/>
                  </a:lnTo>
                  <a:lnTo>
                    <a:pt x="0" y="120"/>
                  </a:lnTo>
                  <a:lnTo>
                    <a:pt x="0" y="6"/>
                  </a:lnTo>
                  <a:close/>
                </a:path>
              </a:pathLst>
            </a:custGeom>
            <a:gradFill rotWithShape="0">
              <a:gsLst>
                <a:gs pos="0">
                  <a:srgbClr val="FF0000">
                    <a:gamma/>
                    <a:shade val="80000"/>
                    <a:invGamma/>
                  </a:srgbClr>
                </a:gs>
                <a:gs pos="50000">
                  <a:srgbClr val="FF0000"/>
                </a:gs>
                <a:gs pos="100000">
                  <a:srgbClr val="FF0000">
                    <a:gamma/>
                    <a:shade val="80000"/>
                    <a:invGamma/>
                  </a:srgbClr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4255" name="Freeform 47">
              <a:extLst>
                <a:ext uri="{FF2B5EF4-FFF2-40B4-BE49-F238E27FC236}">
                  <a16:creationId xmlns:a16="http://schemas.microsoft.com/office/drawing/2014/main" id="{83AC839E-941E-45CF-8572-0E81AA9F70D6}"/>
                </a:ext>
              </a:extLst>
            </p:cNvPr>
            <p:cNvSpPr>
              <a:spLocks/>
            </p:cNvSpPr>
            <p:nvPr/>
          </p:nvSpPr>
          <p:spPr bwMode="auto">
            <a:xfrm>
              <a:off x="996" y="2586"/>
              <a:ext cx="330" cy="450"/>
            </a:xfrm>
            <a:custGeom>
              <a:avLst/>
              <a:gdLst>
                <a:gd name="T0" fmla="*/ 0 w 330"/>
                <a:gd name="T1" fmla="*/ 0 h 450"/>
                <a:gd name="T2" fmla="*/ 0 w 330"/>
                <a:gd name="T3" fmla="*/ 126 h 450"/>
                <a:gd name="T4" fmla="*/ 324 w 330"/>
                <a:gd name="T5" fmla="*/ 450 h 450"/>
                <a:gd name="T6" fmla="*/ 330 w 330"/>
                <a:gd name="T7" fmla="*/ 336 h 450"/>
                <a:gd name="T8" fmla="*/ 0 w 330"/>
                <a:gd name="T9" fmla="*/ 0 h 4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30" h="450">
                  <a:moveTo>
                    <a:pt x="0" y="0"/>
                  </a:moveTo>
                  <a:lnTo>
                    <a:pt x="0" y="126"/>
                  </a:lnTo>
                  <a:lnTo>
                    <a:pt x="324" y="450"/>
                  </a:lnTo>
                  <a:lnTo>
                    <a:pt x="330" y="336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FF0000">
                    <a:gamma/>
                    <a:shade val="60784"/>
                    <a:invGamma/>
                  </a:srgbClr>
                </a:gs>
                <a:gs pos="100000">
                  <a:srgbClr val="FF000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4256" name="Freeform 48">
              <a:extLst>
                <a:ext uri="{FF2B5EF4-FFF2-40B4-BE49-F238E27FC236}">
                  <a16:creationId xmlns:a16="http://schemas.microsoft.com/office/drawing/2014/main" id="{244541CA-11FF-49A8-857C-0A7CF5ABF195}"/>
                </a:ext>
              </a:extLst>
            </p:cNvPr>
            <p:cNvSpPr>
              <a:spLocks/>
            </p:cNvSpPr>
            <p:nvPr/>
          </p:nvSpPr>
          <p:spPr bwMode="auto">
            <a:xfrm>
              <a:off x="1368" y="2442"/>
              <a:ext cx="80" cy="234"/>
            </a:xfrm>
            <a:custGeom>
              <a:avLst/>
              <a:gdLst>
                <a:gd name="T0" fmla="*/ 0 w 80"/>
                <a:gd name="T1" fmla="*/ 0 h 234"/>
                <a:gd name="T2" fmla="*/ 0 w 80"/>
                <a:gd name="T3" fmla="*/ 162 h 234"/>
                <a:gd name="T4" fmla="*/ 78 w 80"/>
                <a:gd name="T5" fmla="*/ 234 h 234"/>
                <a:gd name="T6" fmla="*/ 80 w 80"/>
                <a:gd name="T7" fmla="*/ 78 h 234"/>
                <a:gd name="T8" fmla="*/ 0 w 80"/>
                <a:gd name="T9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0" h="234">
                  <a:moveTo>
                    <a:pt x="0" y="0"/>
                  </a:moveTo>
                  <a:lnTo>
                    <a:pt x="0" y="162"/>
                  </a:lnTo>
                  <a:lnTo>
                    <a:pt x="78" y="234"/>
                  </a:lnTo>
                  <a:lnTo>
                    <a:pt x="80" y="78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FF0000">
                    <a:gamma/>
                    <a:shade val="56471"/>
                    <a:invGamma/>
                  </a:srgbClr>
                </a:gs>
                <a:gs pos="100000">
                  <a:srgbClr val="FF000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4257" name="Freeform 49">
              <a:extLst>
                <a:ext uri="{FF2B5EF4-FFF2-40B4-BE49-F238E27FC236}">
                  <a16:creationId xmlns:a16="http://schemas.microsoft.com/office/drawing/2014/main" id="{EBC22FA8-5D00-4A5F-B695-77D1DEBA6A3D}"/>
                </a:ext>
              </a:extLst>
            </p:cNvPr>
            <p:cNvSpPr>
              <a:spLocks/>
            </p:cNvSpPr>
            <p:nvPr/>
          </p:nvSpPr>
          <p:spPr bwMode="auto">
            <a:xfrm>
              <a:off x="1374" y="2364"/>
              <a:ext cx="232" cy="156"/>
            </a:xfrm>
            <a:custGeom>
              <a:avLst/>
              <a:gdLst>
                <a:gd name="T0" fmla="*/ 0 w 232"/>
                <a:gd name="T1" fmla="*/ 90 h 156"/>
                <a:gd name="T2" fmla="*/ 162 w 232"/>
                <a:gd name="T3" fmla="*/ 0 h 156"/>
                <a:gd name="T4" fmla="*/ 232 w 232"/>
                <a:gd name="T5" fmla="*/ 77 h 156"/>
                <a:gd name="T6" fmla="*/ 74 w 232"/>
                <a:gd name="T7" fmla="*/ 156 h 156"/>
                <a:gd name="T8" fmla="*/ 0 w 232"/>
                <a:gd name="T9" fmla="*/ 9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2" h="156">
                  <a:moveTo>
                    <a:pt x="0" y="90"/>
                  </a:moveTo>
                  <a:lnTo>
                    <a:pt x="162" y="0"/>
                  </a:lnTo>
                  <a:lnTo>
                    <a:pt x="232" y="77"/>
                  </a:lnTo>
                  <a:lnTo>
                    <a:pt x="74" y="156"/>
                  </a:lnTo>
                  <a:lnTo>
                    <a:pt x="0" y="90"/>
                  </a:lnTo>
                  <a:close/>
                </a:path>
              </a:pathLst>
            </a:custGeom>
            <a:gradFill rotWithShape="0">
              <a:gsLst>
                <a:gs pos="0">
                  <a:srgbClr val="FF0000">
                    <a:gamma/>
                    <a:shade val="46275"/>
                    <a:invGamma/>
                  </a:srgbClr>
                </a:gs>
                <a:gs pos="100000">
                  <a:srgbClr val="FF0000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4258" name="Freeform 50">
              <a:extLst>
                <a:ext uri="{FF2B5EF4-FFF2-40B4-BE49-F238E27FC236}">
                  <a16:creationId xmlns:a16="http://schemas.microsoft.com/office/drawing/2014/main" id="{9E829326-0319-43C1-86E9-66C6F46E1760}"/>
                </a:ext>
              </a:extLst>
            </p:cNvPr>
            <p:cNvSpPr>
              <a:spLocks/>
            </p:cNvSpPr>
            <p:nvPr/>
          </p:nvSpPr>
          <p:spPr bwMode="auto">
            <a:xfrm>
              <a:off x="1539" y="2366"/>
              <a:ext cx="482" cy="85"/>
            </a:xfrm>
            <a:custGeom>
              <a:avLst/>
              <a:gdLst>
                <a:gd name="T0" fmla="*/ 0 w 408"/>
                <a:gd name="T1" fmla="*/ 0 h 72"/>
                <a:gd name="T2" fmla="*/ 336 w 408"/>
                <a:gd name="T3" fmla="*/ 0 h 72"/>
                <a:gd name="T4" fmla="*/ 408 w 408"/>
                <a:gd name="T5" fmla="*/ 72 h 72"/>
                <a:gd name="T6" fmla="*/ 53 w 408"/>
                <a:gd name="T7" fmla="*/ 72 h 72"/>
                <a:gd name="T8" fmla="*/ 0 w 408"/>
                <a:gd name="T9" fmla="*/ 0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8" h="72">
                  <a:moveTo>
                    <a:pt x="0" y="0"/>
                  </a:moveTo>
                  <a:lnTo>
                    <a:pt x="336" y="0"/>
                  </a:lnTo>
                  <a:lnTo>
                    <a:pt x="408" y="72"/>
                  </a:lnTo>
                  <a:lnTo>
                    <a:pt x="53" y="72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FF0000"/>
                </a:gs>
                <a:gs pos="100000">
                  <a:srgbClr val="FF0000">
                    <a:gamma/>
                    <a:shade val="56471"/>
                    <a:invGamma/>
                  </a:srgbClr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4259" name="Freeform 51">
              <a:extLst>
                <a:ext uri="{FF2B5EF4-FFF2-40B4-BE49-F238E27FC236}">
                  <a16:creationId xmlns:a16="http://schemas.microsoft.com/office/drawing/2014/main" id="{6AA8B46F-54D2-4561-8467-EC77C26CA37B}"/>
                </a:ext>
              </a:extLst>
            </p:cNvPr>
            <p:cNvSpPr>
              <a:spLocks/>
            </p:cNvSpPr>
            <p:nvPr/>
          </p:nvSpPr>
          <p:spPr bwMode="auto">
            <a:xfrm>
              <a:off x="1446" y="2435"/>
              <a:ext cx="563" cy="249"/>
            </a:xfrm>
            <a:custGeom>
              <a:avLst/>
              <a:gdLst>
                <a:gd name="T0" fmla="*/ 0 w 563"/>
                <a:gd name="T1" fmla="*/ 85 h 249"/>
                <a:gd name="T2" fmla="*/ 0 w 563"/>
                <a:gd name="T3" fmla="*/ 241 h 249"/>
                <a:gd name="T4" fmla="*/ 563 w 563"/>
                <a:gd name="T5" fmla="*/ 249 h 249"/>
                <a:gd name="T6" fmla="*/ 563 w 563"/>
                <a:gd name="T7" fmla="*/ 0 h 249"/>
                <a:gd name="T8" fmla="*/ 156 w 563"/>
                <a:gd name="T9" fmla="*/ 0 h 249"/>
                <a:gd name="T10" fmla="*/ 0 w 563"/>
                <a:gd name="T11" fmla="*/ 85 h 2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63" h="249">
                  <a:moveTo>
                    <a:pt x="0" y="85"/>
                  </a:moveTo>
                  <a:lnTo>
                    <a:pt x="0" y="241"/>
                  </a:lnTo>
                  <a:lnTo>
                    <a:pt x="563" y="249"/>
                  </a:lnTo>
                  <a:lnTo>
                    <a:pt x="563" y="0"/>
                  </a:lnTo>
                  <a:lnTo>
                    <a:pt x="156" y="0"/>
                  </a:lnTo>
                  <a:lnTo>
                    <a:pt x="0" y="85"/>
                  </a:lnTo>
                  <a:close/>
                </a:path>
              </a:pathLst>
            </a:custGeom>
            <a:gradFill rotWithShape="0">
              <a:gsLst>
                <a:gs pos="0">
                  <a:srgbClr val="FF0000"/>
                </a:gs>
                <a:gs pos="100000">
                  <a:srgbClr val="FF0000">
                    <a:gamma/>
                    <a:shade val="58824"/>
                    <a:invGamma/>
                  </a:srgbClr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4260" name="Freeform 52">
              <a:extLst>
                <a:ext uri="{FF2B5EF4-FFF2-40B4-BE49-F238E27FC236}">
                  <a16:creationId xmlns:a16="http://schemas.microsoft.com/office/drawing/2014/main" id="{FFCEE861-B4F4-4B95-94AA-C61C886F47FE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0" y="2598"/>
              <a:ext cx="1247" cy="330"/>
            </a:xfrm>
            <a:custGeom>
              <a:avLst/>
              <a:gdLst>
                <a:gd name="T0" fmla="*/ 374 w 1247"/>
                <a:gd name="T1" fmla="*/ 0 h 330"/>
                <a:gd name="T2" fmla="*/ 452 w 1247"/>
                <a:gd name="T3" fmla="*/ 78 h 330"/>
                <a:gd name="T4" fmla="*/ 1004 w 1247"/>
                <a:gd name="T5" fmla="*/ 78 h 330"/>
                <a:gd name="T6" fmla="*/ 1247 w 1247"/>
                <a:gd name="T7" fmla="*/ 323 h 330"/>
                <a:gd name="T8" fmla="*/ 326 w 1247"/>
                <a:gd name="T9" fmla="*/ 330 h 330"/>
                <a:gd name="T10" fmla="*/ 0 w 1247"/>
                <a:gd name="T11" fmla="*/ 1 h 330"/>
                <a:gd name="T12" fmla="*/ 374 w 1247"/>
                <a:gd name="T13" fmla="*/ 0 h 3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47" h="330">
                  <a:moveTo>
                    <a:pt x="374" y="0"/>
                  </a:moveTo>
                  <a:lnTo>
                    <a:pt x="452" y="78"/>
                  </a:lnTo>
                  <a:lnTo>
                    <a:pt x="1004" y="78"/>
                  </a:lnTo>
                  <a:lnTo>
                    <a:pt x="1247" y="323"/>
                  </a:lnTo>
                  <a:lnTo>
                    <a:pt x="326" y="330"/>
                  </a:lnTo>
                  <a:lnTo>
                    <a:pt x="0" y="1"/>
                  </a:lnTo>
                  <a:lnTo>
                    <a:pt x="374" y="0"/>
                  </a:lnTo>
                  <a:close/>
                </a:path>
              </a:pathLst>
            </a:custGeom>
            <a:gradFill rotWithShape="0">
              <a:gsLst>
                <a:gs pos="0">
                  <a:srgbClr val="FF0000">
                    <a:gamma/>
                    <a:shade val="62745"/>
                    <a:invGamma/>
                  </a:srgbClr>
                </a:gs>
                <a:gs pos="100000">
                  <a:srgbClr val="FF0000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</p:grpSp>
      <p:grpSp>
        <p:nvGrpSpPr>
          <p:cNvPr id="99" name="Group 14">
            <a:extLst>
              <a:ext uri="{FF2B5EF4-FFF2-40B4-BE49-F238E27FC236}">
                <a16:creationId xmlns:a16="http://schemas.microsoft.com/office/drawing/2014/main" id="{83C592E8-C713-4F61-A467-23D3CFF7784A}"/>
              </a:ext>
            </a:extLst>
          </p:cNvPr>
          <p:cNvGrpSpPr>
            <a:grpSpLocks/>
          </p:cNvGrpSpPr>
          <p:nvPr/>
        </p:nvGrpSpPr>
        <p:grpSpPr bwMode="auto">
          <a:xfrm>
            <a:off x="864394" y="2138865"/>
            <a:ext cx="4756150" cy="3563937"/>
            <a:chOff x="385" y="1823"/>
            <a:chExt cx="2996" cy="2245"/>
          </a:xfrm>
        </p:grpSpPr>
        <p:sp>
          <p:nvSpPr>
            <p:cNvPr id="100" name="Freeform 15">
              <a:extLst>
                <a:ext uri="{FF2B5EF4-FFF2-40B4-BE49-F238E27FC236}">
                  <a16:creationId xmlns:a16="http://schemas.microsoft.com/office/drawing/2014/main" id="{C45A125A-D07C-471F-8808-ABF41FDAB65E}"/>
                </a:ext>
              </a:extLst>
            </p:cNvPr>
            <p:cNvSpPr>
              <a:spLocks/>
            </p:cNvSpPr>
            <p:nvPr/>
          </p:nvSpPr>
          <p:spPr bwMode="auto">
            <a:xfrm>
              <a:off x="385" y="3071"/>
              <a:ext cx="2996" cy="973"/>
            </a:xfrm>
            <a:custGeom>
              <a:avLst/>
              <a:gdLst>
                <a:gd name="T0" fmla="*/ 0 w 2522"/>
                <a:gd name="T1" fmla="*/ 0 h 816"/>
                <a:gd name="T2" fmla="*/ 1700 w 2522"/>
                <a:gd name="T3" fmla="*/ 0 h 816"/>
                <a:gd name="T4" fmla="*/ 2522 w 2522"/>
                <a:gd name="T5" fmla="*/ 816 h 816"/>
                <a:gd name="T6" fmla="*/ 818 w 2522"/>
                <a:gd name="T7" fmla="*/ 813 h 816"/>
                <a:gd name="T8" fmla="*/ 0 w 2522"/>
                <a:gd name="T9" fmla="*/ 0 h 8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22" h="816">
                  <a:moveTo>
                    <a:pt x="0" y="0"/>
                  </a:moveTo>
                  <a:lnTo>
                    <a:pt x="1700" y="0"/>
                  </a:lnTo>
                  <a:lnTo>
                    <a:pt x="2522" y="816"/>
                  </a:lnTo>
                  <a:lnTo>
                    <a:pt x="818" y="81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FF00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1" name="Freeform 16">
              <a:extLst>
                <a:ext uri="{FF2B5EF4-FFF2-40B4-BE49-F238E27FC236}">
                  <a16:creationId xmlns:a16="http://schemas.microsoft.com/office/drawing/2014/main" id="{C43E3A83-DC29-4D30-9340-06457600AD0D}"/>
                </a:ext>
              </a:extLst>
            </p:cNvPr>
            <p:cNvSpPr>
              <a:spLocks/>
            </p:cNvSpPr>
            <p:nvPr/>
          </p:nvSpPr>
          <p:spPr bwMode="auto">
            <a:xfrm>
              <a:off x="2403" y="1823"/>
              <a:ext cx="978" cy="2221"/>
            </a:xfrm>
            <a:custGeom>
              <a:avLst/>
              <a:gdLst>
                <a:gd name="T0" fmla="*/ 0 w 813"/>
                <a:gd name="T1" fmla="*/ 1052 h 1868"/>
                <a:gd name="T2" fmla="*/ 813 w 813"/>
                <a:gd name="T3" fmla="*/ 1868 h 1868"/>
                <a:gd name="T4" fmla="*/ 813 w 813"/>
                <a:gd name="T5" fmla="*/ 813 h 1868"/>
                <a:gd name="T6" fmla="*/ 0 w 813"/>
                <a:gd name="T7" fmla="*/ 0 h 1868"/>
                <a:gd name="T8" fmla="*/ 0 w 813"/>
                <a:gd name="T9" fmla="*/ 1052 h 18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13" h="1868">
                  <a:moveTo>
                    <a:pt x="0" y="1052"/>
                  </a:moveTo>
                  <a:lnTo>
                    <a:pt x="813" y="1868"/>
                  </a:lnTo>
                  <a:lnTo>
                    <a:pt x="813" y="813"/>
                  </a:lnTo>
                  <a:lnTo>
                    <a:pt x="0" y="0"/>
                  </a:lnTo>
                  <a:lnTo>
                    <a:pt x="0" y="1052"/>
                  </a:lnTo>
                  <a:close/>
                </a:path>
              </a:pathLst>
            </a:custGeom>
            <a:solidFill>
              <a:srgbClr val="FFFF00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2" name="Rectangle 17">
              <a:extLst>
                <a:ext uri="{FF2B5EF4-FFF2-40B4-BE49-F238E27FC236}">
                  <a16:creationId xmlns:a16="http://schemas.microsoft.com/office/drawing/2014/main" id="{1EEE3CF3-8384-4D06-9988-211B2583C6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5" y="1830"/>
              <a:ext cx="2019" cy="1241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3" name="Text Box 18">
              <a:extLst>
                <a:ext uri="{FF2B5EF4-FFF2-40B4-BE49-F238E27FC236}">
                  <a16:creationId xmlns:a16="http://schemas.microsoft.com/office/drawing/2014/main" id="{65F01D25-D048-4E52-9E1F-DA0DA2C3A68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6" y="1825"/>
              <a:ext cx="22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sz="2800" i="1">
                  <a:latin typeface="宋体" panose="02010600030101010101" pitchFamily="2" charset="-122"/>
                </a:rPr>
                <a:t>V</a:t>
              </a:r>
              <a:endParaRPr lang="en-US" altLang="zh-CN" sz="2800" i="1"/>
            </a:p>
          </p:txBody>
        </p:sp>
        <p:sp>
          <p:nvSpPr>
            <p:cNvPr id="104" name="Text Box 19">
              <a:extLst>
                <a:ext uri="{FF2B5EF4-FFF2-40B4-BE49-F238E27FC236}">
                  <a16:creationId xmlns:a16="http://schemas.microsoft.com/office/drawing/2014/main" id="{E40036B0-5E83-47BA-9CEF-F6C068DD6EE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-32410">
              <a:off x="3014" y="2671"/>
              <a:ext cx="32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eaLnBrk="1" hangingPunct="1"/>
              <a:r>
                <a:rPr lang="en-US" altLang="zh-CN" sz="2800" i="1">
                  <a:latin typeface="宋体" panose="02010600030101010101" pitchFamily="2" charset="-122"/>
                </a:rPr>
                <a:t>W</a:t>
              </a:r>
              <a:endParaRPr lang="en-US" altLang="zh-CN" sz="2800" i="1"/>
            </a:p>
          </p:txBody>
        </p:sp>
        <p:sp>
          <p:nvSpPr>
            <p:cNvPr id="105" name="Text Box 20">
              <a:extLst>
                <a:ext uri="{FF2B5EF4-FFF2-40B4-BE49-F238E27FC236}">
                  <a16:creationId xmlns:a16="http://schemas.microsoft.com/office/drawing/2014/main" id="{BC51362A-6297-4F11-8D29-21FD6DEF652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-20334">
              <a:off x="1333" y="3741"/>
              <a:ext cx="24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eaLnBrk="1" hangingPunct="1"/>
              <a:r>
                <a:rPr lang="en-US" altLang="zh-CN" sz="2800" i="1">
                  <a:latin typeface="宋体" panose="02010600030101010101" pitchFamily="2" charset="-122"/>
                </a:rPr>
                <a:t>H</a:t>
              </a:r>
              <a:endParaRPr lang="en-US" altLang="zh-CN" sz="2800" i="1"/>
            </a:p>
          </p:txBody>
        </p:sp>
        <p:grpSp>
          <p:nvGrpSpPr>
            <p:cNvPr id="106" name="Group 21">
              <a:extLst>
                <a:ext uri="{FF2B5EF4-FFF2-40B4-BE49-F238E27FC236}">
                  <a16:creationId xmlns:a16="http://schemas.microsoft.com/office/drawing/2014/main" id="{3F1D2AFF-F278-4100-AE90-B65791E09D1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91" y="3325"/>
              <a:ext cx="1271" cy="332"/>
              <a:chOff x="1366" y="2518"/>
              <a:chExt cx="1075" cy="281"/>
            </a:xfrm>
          </p:grpSpPr>
          <p:sp>
            <p:nvSpPr>
              <p:cNvPr id="131" name="Line 22">
                <a:extLst>
                  <a:ext uri="{FF2B5EF4-FFF2-40B4-BE49-F238E27FC236}">
                    <a16:creationId xmlns:a16="http://schemas.microsoft.com/office/drawing/2014/main" id="{CA7E63E6-2637-4856-BB5E-CD4865ED269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66" y="2518"/>
                <a:ext cx="798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2" name="Line 23">
                <a:extLst>
                  <a:ext uri="{FF2B5EF4-FFF2-40B4-BE49-F238E27FC236}">
                    <a16:creationId xmlns:a16="http://schemas.microsoft.com/office/drawing/2014/main" id="{9D4DFDD5-0C84-4784-B645-8D6839EF779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48" y="2792"/>
                <a:ext cx="793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3" name="Freeform 24">
                <a:extLst>
                  <a:ext uri="{FF2B5EF4-FFF2-40B4-BE49-F238E27FC236}">
                    <a16:creationId xmlns:a16="http://schemas.microsoft.com/office/drawing/2014/main" id="{CF838769-F090-4613-8DF0-7761831C2E8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65" y="2519"/>
                <a:ext cx="272" cy="273"/>
              </a:xfrm>
              <a:custGeom>
                <a:avLst/>
                <a:gdLst>
                  <a:gd name="T0" fmla="*/ 0 w 272"/>
                  <a:gd name="T1" fmla="*/ 0 h 273"/>
                  <a:gd name="T2" fmla="*/ 272 w 272"/>
                  <a:gd name="T3" fmla="*/ 273 h 2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272" h="273">
                    <a:moveTo>
                      <a:pt x="0" y="0"/>
                    </a:moveTo>
                    <a:lnTo>
                      <a:pt x="272" y="273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4" name="Line 25">
                <a:extLst>
                  <a:ext uri="{FF2B5EF4-FFF2-40B4-BE49-F238E27FC236}">
                    <a16:creationId xmlns:a16="http://schemas.microsoft.com/office/drawing/2014/main" id="{5DD335A1-FEE5-450A-8B19-3BC2A7892A1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42" y="2576"/>
                <a:ext cx="480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5" name="Freeform 26">
                <a:extLst>
                  <a:ext uri="{FF2B5EF4-FFF2-40B4-BE49-F238E27FC236}">
                    <a16:creationId xmlns:a16="http://schemas.microsoft.com/office/drawing/2014/main" id="{08ACC94D-A80A-405E-8953-0C55269EA49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37" y="2520"/>
                <a:ext cx="59" cy="58"/>
              </a:xfrm>
              <a:custGeom>
                <a:avLst/>
                <a:gdLst>
                  <a:gd name="T0" fmla="*/ 0 w 75"/>
                  <a:gd name="T1" fmla="*/ 0 h 74"/>
                  <a:gd name="T2" fmla="*/ 75 w 75"/>
                  <a:gd name="T3" fmla="*/ 7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75" h="74">
                    <a:moveTo>
                      <a:pt x="0" y="0"/>
                    </a:moveTo>
                    <a:lnTo>
                      <a:pt x="75" y="74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6" name="Freeform 27">
                <a:extLst>
                  <a:ext uri="{FF2B5EF4-FFF2-40B4-BE49-F238E27FC236}">
                    <a16:creationId xmlns:a16="http://schemas.microsoft.com/office/drawing/2014/main" id="{8112752E-204E-4046-9263-4D8C143F00A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93" y="2520"/>
                <a:ext cx="59" cy="58"/>
              </a:xfrm>
              <a:custGeom>
                <a:avLst/>
                <a:gdLst>
                  <a:gd name="T0" fmla="*/ 0 w 75"/>
                  <a:gd name="T1" fmla="*/ 0 h 74"/>
                  <a:gd name="T2" fmla="*/ 75 w 75"/>
                  <a:gd name="T3" fmla="*/ 7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75" h="74">
                    <a:moveTo>
                      <a:pt x="0" y="0"/>
                    </a:moveTo>
                    <a:lnTo>
                      <a:pt x="75" y="74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7" name="Freeform 28">
                <a:extLst>
                  <a:ext uri="{FF2B5EF4-FFF2-40B4-BE49-F238E27FC236}">
                    <a16:creationId xmlns:a16="http://schemas.microsoft.com/office/drawing/2014/main" id="{EF4BE65F-BA63-45E9-9476-052E108234E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77" y="2526"/>
                <a:ext cx="274" cy="273"/>
              </a:xfrm>
              <a:custGeom>
                <a:avLst/>
                <a:gdLst>
                  <a:gd name="T0" fmla="*/ 0 w 272"/>
                  <a:gd name="T1" fmla="*/ 0 h 273"/>
                  <a:gd name="T2" fmla="*/ 272 w 272"/>
                  <a:gd name="T3" fmla="*/ 273 h 2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272" h="273">
                    <a:moveTo>
                      <a:pt x="0" y="0"/>
                    </a:moveTo>
                    <a:lnTo>
                      <a:pt x="272" y="273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07" name="Group 29">
              <a:extLst>
                <a:ext uri="{FF2B5EF4-FFF2-40B4-BE49-F238E27FC236}">
                  <a16:creationId xmlns:a16="http://schemas.microsoft.com/office/drawing/2014/main" id="{DF50A342-F367-49AA-B924-572724F11EE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58" y="2383"/>
              <a:ext cx="324" cy="667"/>
              <a:chOff x="2776" y="1721"/>
              <a:chExt cx="274" cy="565"/>
            </a:xfrm>
          </p:grpSpPr>
          <p:sp>
            <p:nvSpPr>
              <p:cNvPr id="124" name="Freeform 30">
                <a:extLst>
                  <a:ext uri="{FF2B5EF4-FFF2-40B4-BE49-F238E27FC236}">
                    <a16:creationId xmlns:a16="http://schemas.microsoft.com/office/drawing/2014/main" id="{0CC870E8-12C2-4450-8010-70FEEE11030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76" y="1912"/>
                <a:ext cx="272" cy="272"/>
              </a:xfrm>
              <a:custGeom>
                <a:avLst/>
                <a:gdLst>
                  <a:gd name="T0" fmla="*/ 0 w 272"/>
                  <a:gd name="T1" fmla="*/ 0 h 272"/>
                  <a:gd name="T2" fmla="*/ 272 w 272"/>
                  <a:gd name="T3" fmla="*/ 272 h 2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272" h="272">
                    <a:moveTo>
                      <a:pt x="0" y="0"/>
                    </a:moveTo>
                    <a:lnTo>
                      <a:pt x="272" y="272"/>
                    </a:lnTo>
                  </a:path>
                </a:pathLst>
              </a:cu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25" name="Line 31">
                <a:extLst>
                  <a:ext uri="{FF2B5EF4-FFF2-40B4-BE49-F238E27FC236}">
                    <a16:creationId xmlns:a16="http://schemas.microsoft.com/office/drawing/2014/main" id="{A55FD53D-63B5-452C-A082-6ADDA6AA712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78" y="1721"/>
                <a:ext cx="0" cy="299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6" name="Line 32">
                <a:extLst>
                  <a:ext uri="{FF2B5EF4-FFF2-40B4-BE49-F238E27FC236}">
                    <a16:creationId xmlns:a16="http://schemas.microsoft.com/office/drawing/2014/main" id="{78D04EF8-0EC8-46C8-8B12-DFA45DF9C72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51" y="1788"/>
                <a:ext cx="0" cy="193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7" name="Line 33">
                <a:extLst>
                  <a:ext uri="{FF2B5EF4-FFF2-40B4-BE49-F238E27FC236}">
                    <a16:creationId xmlns:a16="http://schemas.microsoft.com/office/drawing/2014/main" id="{AB6D4FB0-66CF-489F-8E06-055896CC7A3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87" y="1728"/>
                <a:ext cx="64" cy="64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8" name="Line 34">
                <a:extLst>
                  <a:ext uri="{FF2B5EF4-FFF2-40B4-BE49-F238E27FC236}">
                    <a16:creationId xmlns:a16="http://schemas.microsoft.com/office/drawing/2014/main" id="{1ABFC4BE-18D8-4202-B268-569D8651EEF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050" y="2184"/>
                <a:ext cx="0" cy="102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9" name="Freeform 35">
                <a:extLst>
                  <a:ext uri="{FF2B5EF4-FFF2-40B4-BE49-F238E27FC236}">
                    <a16:creationId xmlns:a16="http://schemas.microsoft.com/office/drawing/2014/main" id="{2974A6F3-B36D-4DCB-B410-4C816762A8D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76" y="1776"/>
                <a:ext cx="75" cy="71"/>
              </a:xfrm>
              <a:custGeom>
                <a:avLst/>
                <a:gdLst>
                  <a:gd name="T0" fmla="*/ 0 w 75"/>
                  <a:gd name="T1" fmla="*/ 0 h 71"/>
                  <a:gd name="T2" fmla="*/ 75 w 75"/>
                  <a:gd name="T3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75" h="71">
                    <a:moveTo>
                      <a:pt x="0" y="0"/>
                    </a:moveTo>
                    <a:lnTo>
                      <a:pt x="75" y="71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0" name="Line 36">
                <a:extLst>
                  <a:ext uri="{FF2B5EF4-FFF2-40B4-BE49-F238E27FC236}">
                    <a16:creationId xmlns:a16="http://schemas.microsoft.com/office/drawing/2014/main" id="{AED633BC-2E5D-4809-ADC0-428D1D3F839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76" y="2008"/>
                <a:ext cx="272" cy="272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108" name="Group 37">
              <a:extLst>
                <a:ext uri="{FF2B5EF4-FFF2-40B4-BE49-F238E27FC236}">
                  <a16:creationId xmlns:a16="http://schemas.microsoft.com/office/drawing/2014/main" id="{793ECDC3-AE21-453C-885A-66164FCD759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44" y="2103"/>
              <a:ext cx="935" cy="355"/>
              <a:chOff x="744" y="1828"/>
              <a:chExt cx="935" cy="355"/>
            </a:xfrm>
          </p:grpSpPr>
          <p:sp>
            <p:nvSpPr>
              <p:cNvPr id="117" name="Line 38">
                <a:extLst>
                  <a:ext uri="{FF2B5EF4-FFF2-40B4-BE49-F238E27FC236}">
                    <a16:creationId xmlns:a16="http://schemas.microsoft.com/office/drawing/2014/main" id="{9756B83B-8E5C-4DDD-B75D-767366D41E9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113" y="1933"/>
                <a:ext cx="0" cy="14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8" name="Freeform 39">
                <a:extLst>
                  <a:ext uri="{FF2B5EF4-FFF2-40B4-BE49-F238E27FC236}">
                    <a16:creationId xmlns:a16="http://schemas.microsoft.com/office/drawing/2014/main" id="{C0F64607-1E44-4E14-88C1-D28051AC291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23" y="1828"/>
                <a:ext cx="169" cy="106"/>
              </a:xfrm>
              <a:custGeom>
                <a:avLst/>
                <a:gdLst>
                  <a:gd name="T0" fmla="*/ 0 w 144"/>
                  <a:gd name="T1" fmla="*/ 67 h 67"/>
                  <a:gd name="T2" fmla="*/ 144 w 144"/>
                  <a:gd name="T3" fmla="*/ 0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44" h="67">
                    <a:moveTo>
                      <a:pt x="0" y="67"/>
                    </a:moveTo>
                    <a:lnTo>
                      <a:pt x="144" y="0"/>
                    </a:lnTo>
                  </a:path>
                </a:pathLst>
              </a:cu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9" name="Line 40">
                <a:extLst>
                  <a:ext uri="{FF2B5EF4-FFF2-40B4-BE49-F238E27FC236}">
                    <a16:creationId xmlns:a16="http://schemas.microsoft.com/office/drawing/2014/main" id="{BC57934F-A0AD-4996-AF82-1D236340DC7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744" y="2182"/>
                <a:ext cx="935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0" name="Line 41">
                <a:extLst>
                  <a:ext uri="{FF2B5EF4-FFF2-40B4-BE49-F238E27FC236}">
                    <a16:creationId xmlns:a16="http://schemas.microsoft.com/office/drawing/2014/main" id="{C03E218D-D350-4E4C-AC4D-357DCA74B3D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666" y="1832"/>
                <a:ext cx="0" cy="351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1" name="Line 42">
                <a:extLst>
                  <a:ext uri="{FF2B5EF4-FFF2-40B4-BE49-F238E27FC236}">
                    <a16:creationId xmlns:a16="http://schemas.microsoft.com/office/drawing/2014/main" id="{A87C8840-1B5B-4F28-BD56-DAC4418DC08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292" y="1832"/>
                <a:ext cx="369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2" name="Freeform 43">
                <a:extLst>
                  <a:ext uri="{FF2B5EF4-FFF2-40B4-BE49-F238E27FC236}">
                    <a16:creationId xmlns:a16="http://schemas.microsoft.com/office/drawing/2014/main" id="{2EEF185F-F6C7-4A1F-9711-64121223A38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45" y="2076"/>
                <a:ext cx="929" cy="1"/>
              </a:xfrm>
              <a:custGeom>
                <a:avLst/>
                <a:gdLst>
                  <a:gd name="T0" fmla="*/ 0 w 786"/>
                  <a:gd name="T1" fmla="*/ 0 h 1"/>
                  <a:gd name="T2" fmla="*/ 786 w 786"/>
                  <a:gd name="T3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786" h="1">
                    <a:moveTo>
                      <a:pt x="0" y="0"/>
                    </a:moveTo>
                    <a:lnTo>
                      <a:pt x="786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3" name="Line 44">
                <a:extLst>
                  <a:ext uri="{FF2B5EF4-FFF2-40B4-BE49-F238E27FC236}">
                    <a16:creationId xmlns:a16="http://schemas.microsoft.com/office/drawing/2014/main" id="{27B0BDA7-BA70-4F66-A5AA-C93E2F22062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48" y="2069"/>
                <a:ext cx="0" cy="113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109" name="Group 45">
              <a:extLst>
                <a:ext uri="{FF2B5EF4-FFF2-40B4-BE49-F238E27FC236}">
                  <a16:creationId xmlns:a16="http://schemas.microsoft.com/office/drawing/2014/main" id="{D93909F0-CA01-48BD-991D-418018E9E25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96" y="2364"/>
              <a:ext cx="1254" cy="672"/>
              <a:chOff x="996" y="2364"/>
              <a:chExt cx="1254" cy="672"/>
            </a:xfrm>
          </p:grpSpPr>
          <p:sp>
            <p:nvSpPr>
              <p:cNvPr id="110" name="Freeform 46">
                <a:extLst>
                  <a:ext uri="{FF2B5EF4-FFF2-40B4-BE49-F238E27FC236}">
                    <a16:creationId xmlns:a16="http://schemas.microsoft.com/office/drawing/2014/main" id="{FAB65E36-A495-4EF4-AD67-BF579F04773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20" y="2916"/>
                <a:ext cx="930" cy="120"/>
              </a:xfrm>
              <a:custGeom>
                <a:avLst/>
                <a:gdLst>
                  <a:gd name="T0" fmla="*/ 0 w 930"/>
                  <a:gd name="T1" fmla="*/ 6 h 120"/>
                  <a:gd name="T2" fmla="*/ 930 w 930"/>
                  <a:gd name="T3" fmla="*/ 0 h 120"/>
                  <a:gd name="T4" fmla="*/ 930 w 930"/>
                  <a:gd name="T5" fmla="*/ 114 h 120"/>
                  <a:gd name="T6" fmla="*/ 0 w 930"/>
                  <a:gd name="T7" fmla="*/ 120 h 120"/>
                  <a:gd name="T8" fmla="*/ 0 w 930"/>
                  <a:gd name="T9" fmla="*/ 6 h 1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30" h="120">
                    <a:moveTo>
                      <a:pt x="0" y="6"/>
                    </a:moveTo>
                    <a:lnTo>
                      <a:pt x="930" y="0"/>
                    </a:lnTo>
                    <a:lnTo>
                      <a:pt x="930" y="114"/>
                    </a:lnTo>
                    <a:lnTo>
                      <a:pt x="0" y="120"/>
                    </a:lnTo>
                    <a:lnTo>
                      <a:pt x="0" y="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F0000">
                      <a:gamma/>
                      <a:shade val="80000"/>
                      <a:invGamma/>
                    </a:srgbClr>
                  </a:gs>
                  <a:gs pos="50000">
                    <a:srgbClr val="FF0000"/>
                  </a:gs>
                  <a:gs pos="100000">
                    <a:srgbClr val="FF0000">
                      <a:gamma/>
                      <a:shade val="80000"/>
                      <a:invGamma/>
                    </a:srgbClr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38100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1" name="Freeform 47">
                <a:extLst>
                  <a:ext uri="{FF2B5EF4-FFF2-40B4-BE49-F238E27FC236}">
                    <a16:creationId xmlns:a16="http://schemas.microsoft.com/office/drawing/2014/main" id="{09088681-4DC8-4473-B550-D8CCB3A07CF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96" y="2586"/>
                <a:ext cx="330" cy="450"/>
              </a:xfrm>
              <a:custGeom>
                <a:avLst/>
                <a:gdLst>
                  <a:gd name="T0" fmla="*/ 0 w 330"/>
                  <a:gd name="T1" fmla="*/ 0 h 450"/>
                  <a:gd name="T2" fmla="*/ 0 w 330"/>
                  <a:gd name="T3" fmla="*/ 126 h 450"/>
                  <a:gd name="T4" fmla="*/ 324 w 330"/>
                  <a:gd name="T5" fmla="*/ 450 h 450"/>
                  <a:gd name="T6" fmla="*/ 330 w 330"/>
                  <a:gd name="T7" fmla="*/ 336 h 450"/>
                  <a:gd name="T8" fmla="*/ 0 w 330"/>
                  <a:gd name="T9" fmla="*/ 0 h 4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30" h="450">
                    <a:moveTo>
                      <a:pt x="0" y="0"/>
                    </a:moveTo>
                    <a:lnTo>
                      <a:pt x="0" y="126"/>
                    </a:lnTo>
                    <a:lnTo>
                      <a:pt x="324" y="450"/>
                    </a:lnTo>
                    <a:lnTo>
                      <a:pt x="330" y="336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F0000">
                      <a:gamma/>
                      <a:shade val="60784"/>
                      <a:invGamma/>
                    </a:srgbClr>
                  </a:gs>
                  <a:gs pos="100000">
                    <a:srgbClr val="FF000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38100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2" name="Freeform 48">
                <a:extLst>
                  <a:ext uri="{FF2B5EF4-FFF2-40B4-BE49-F238E27FC236}">
                    <a16:creationId xmlns:a16="http://schemas.microsoft.com/office/drawing/2014/main" id="{8775DF29-71AD-4058-AFCE-C6E59530999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68" y="2442"/>
                <a:ext cx="80" cy="234"/>
              </a:xfrm>
              <a:custGeom>
                <a:avLst/>
                <a:gdLst>
                  <a:gd name="T0" fmla="*/ 0 w 80"/>
                  <a:gd name="T1" fmla="*/ 0 h 234"/>
                  <a:gd name="T2" fmla="*/ 0 w 80"/>
                  <a:gd name="T3" fmla="*/ 162 h 234"/>
                  <a:gd name="T4" fmla="*/ 78 w 80"/>
                  <a:gd name="T5" fmla="*/ 234 h 234"/>
                  <a:gd name="T6" fmla="*/ 80 w 80"/>
                  <a:gd name="T7" fmla="*/ 78 h 234"/>
                  <a:gd name="T8" fmla="*/ 0 w 80"/>
                  <a:gd name="T9" fmla="*/ 0 h 2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0" h="234">
                    <a:moveTo>
                      <a:pt x="0" y="0"/>
                    </a:moveTo>
                    <a:lnTo>
                      <a:pt x="0" y="162"/>
                    </a:lnTo>
                    <a:lnTo>
                      <a:pt x="78" y="234"/>
                    </a:lnTo>
                    <a:lnTo>
                      <a:pt x="80" y="7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F0000">
                      <a:gamma/>
                      <a:shade val="56471"/>
                      <a:invGamma/>
                    </a:srgbClr>
                  </a:gs>
                  <a:gs pos="100000">
                    <a:srgbClr val="FF000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38100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3" name="Freeform 49">
                <a:extLst>
                  <a:ext uri="{FF2B5EF4-FFF2-40B4-BE49-F238E27FC236}">
                    <a16:creationId xmlns:a16="http://schemas.microsoft.com/office/drawing/2014/main" id="{D62902BC-D571-49AD-9D31-BDCC80F4728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74" y="2364"/>
                <a:ext cx="232" cy="156"/>
              </a:xfrm>
              <a:custGeom>
                <a:avLst/>
                <a:gdLst>
                  <a:gd name="T0" fmla="*/ 0 w 232"/>
                  <a:gd name="T1" fmla="*/ 90 h 156"/>
                  <a:gd name="T2" fmla="*/ 162 w 232"/>
                  <a:gd name="T3" fmla="*/ 0 h 156"/>
                  <a:gd name="T4" fmla="*/ 232 w 232"/>
                  <a:gd name="T5" fmla="*/ 77 h 156"/>
                  <a:gd name="T6" fmla="*/ 74 w 232"/>
                  <a:gd name="T7" fmla="*/ 156 h 156"/>
                  <a:gd name="T8" fmla="*/ 0 w 232"/>
                  <a:gd name="T9" fmla="*/ 90 h 1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32" h="156">
                    <a:moveTo>
                      <a:pt x="0" y="90"/>
                    </a:moveTo>
                    <a:lnTo>
                      <a:pt x="162" y="0"/>
                    </a:lnTo>
                    <a:lnTo>
                      <a:pt x="232" y="77"/>
                    </a:lnTo>
                    <a:lnTo>
                      <a:pt x="74" y="156"/>
                    </a:lnTo>
                    <a:lnTo>
                      <a:pt x="0" y="9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F0000">
                      <a:gamma/>
                      <a:shade val="46275"/>
                      <a:invGamma/>
                    </a:srgbClr>
                  </a:gs>
                  <a:gs pos="100000">
                    <a:srgbClr val="FF0000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38100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4" name="Freeform 50">
                <a:extLst>
                  <a:ext uri="{FF2B5EF4-FFF2-40B4-BE49-F238E27FC236}">
                    <a16:creationId xmlns:a16="http://schemas.microsoft.com/office/drawing/2014/main" id="{8752B84D-3DC0-4006-A069-293A179910C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39" y="2366"/>
                <a:ext cx="482" cy="85"/>
              </a:xfrm>
              <a:custGeom>
                <a:avLst/>
                <a:gdLst>
                  <a:gd name="T0" fmla="*/ 0 w 408"/>
                  <a:gd name="T1" fmla="*/ 0 h 72"/>
                  <a:gd name="T2" fmla="*/ 336 w 408"/>
                  <a:gd name="T3" fmla="*/ 0 h 72"/>
                  <a:gd name="T4" fmla="*/ 408 w 408"/>
                  <a:gd name="T5" fmla="*/ 72 h 72"/>
                  <a:gd name="T6" fmla="*/ 53 w 408"/>
                  <a:gd name="T7" fmla="*/ 72 h 72"/>
                  <a:gd name="T8" fmla="*/ 0 w 408"/>
                  <a:gd name="T9" fmla="*/ 0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8" h="72">
                    <a:moveTo>
                      <a:pt x="0" y="0"/>
                    </a:moveTo>
                    <a:lnTo>
                      <a:pt x="336" y="0"/>
                    </a:lnTo>
                    <a:lnTo>
                      <a:pt x="408" y="72"/>
                    </a:lnTo>
                    <a:lnTo>
                      <a:pt x="53" y="72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F0000"/>
                  </a:gs>
                  <a:gs pos="100000">
                    <a:srgbClr val="FF0000">
                      <a:gamma/>
                      <a:shade val="56471"/>
                      <a:invGamma/>
                    </a:srgbClr>
                  </a:gs>
                </a:gsLst>
                <a:lin ang="189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38100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5" name="Freeform 51">
                <a:extLst>
                  <a:ext uri="{FF2B5EF4-FFF2-40B4-BE49-F238E27FC236}">
                    <a16:creationId xmlns:a16="http://schemas.microsoft.com/office/drawing/2014/main" id="{9B701A32-77FC-4E37-AAE8-3D2D4B14A6A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46" y="2435"/>
                <a:ext cx="563" cy="249"/>
              </a:xfrm>
              <a:custGeom>
                <a:avLst/>
                <a:gdLst>
                  <a:gd name="T0" fmla="*/ 0 w 563"/>
                  <a:gd name="T1" fmla="*/ 85 h 249"/>
                  <a:gd name="T2" fmla="*/ 0 w 563"/>
                  <a:gd name="T3" fmla="*/ 241 h 249"/>
                  <a:gd name="T4" fmla="*/ 563 w 563"/>
                  <a:gd name="T5" fmla="*/ 249 h 249"/>
                  <a:gd name="T6" fmla="*/ 563 w 563"/>
                  <a:gd name="T7" fmla="*/ 0 h 249"/>
                  <a:gd name="T8" fmla="*/ 156 w 563"/>
                  <a:gd name="T9" fmla="*/ 0 h 249"/>
                  <a:gd name="T10" fmla="*/ 0 w 563"/>
                  <a:gd name="T11" fmla="*/ 85 h 2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63" h="249">
                    <a:moveTo>
                      <a:pt x="0" y="85"/>
                    </a:moveTo>
                    <a:lnTo>
                      <a:pt x="0" y="241"/>
                    </a:lnTo>
                    <a:lnTo>
                      <a:pt x="563" y="249"/>
                    </a:lnTo>
                    <a:lnTo>
                      <a:pt x="563" y="0"/>
                    </a:lnTo>
                    <a:lnTo>
                      <a:pt x="156" y="0"/>
                    </a:lnTo>
                    <a:lnTo>
                      <a:pt x="0" y="8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F0000"/>
                  </a:gs>
                  <a:gs pos="100000">
                    <a:srgbClr val="FF0000">
                      <a:gamma/>
                      <a:shade val="58824"/>
                      <a:invGamma/>
                    </a:srgbClr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6" name="Freeform 52">
                <a:extLst>
                  <a:ext uri="{FF2B5EF4-FFF2-40B4-BE49-F238E27FC236}">
                    <a16:creationId xmlns:a16="http://schemas.microsoft.com/office/drawing/2014/main" id="{4989552A-BC8A-4E66-814A-BC1755840F5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00" y="2598"/>
                <a:ext cx="1247" cy="330"/>
              </a:xfrm>
              <a:custGeom>
                <a:avLst/>
                <a:gdLst>
                  <a:gd name="T0" fmla="*/ 374 w 1247"/>
                  <a:gd name="T1" fmla="*/ 0 h 330"/>
                  <a:gd name="T2" fmla="*/ 452 w 1247"/>
                  <a:gd name="T3" fmla="*/ 78 h 330"/>
                  <a:gd name="T4" fmla="*/ 1004 w 1247"/>
                  <a:gd name="T5" fmla="*/ 78 h 330"/>
                  <a:gd name="T6" fmla="*/ 1247 w 1247"/>
                  <a:gd name="T7" fmla="*/ 323 h 330"/>
                  <a:gd name="T8" fmla="*/ 326 w 1247"/>
                  <a:gd name="T9" fmla="*/ 330 h 330"/>
                  <a:gd name="T10" fmla="*/ 0 w 1247"/>
                  <a:gd name="T11" fmla="*/ 1 h 330"/>
                  <a:gd name="T12" fmla="*/ 374 w 1247"/>
                  <a:gd name="T13" fmla="*/ 0 h 3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47" h="330">
                    <a:moveTo>
                      <a:pt x="374" y="0"/>
                    </a:moveTo>
                    <a:lnTo>
                      <a:pt x="452" y="78"/>
                    </a:lnTo>
                    <a:lnTo>
                      <a:pt x="1004" y="78"/>
                    </a:lnTo>
                    <a:lnTo>
                      <a:pt x="1247" y="323"/>
                    </a:lnTo>
                    <a:lnTo>
                      <a:pt x="326" y="330"/>
                    </a:lnTo>
                    <a:lnTo>
                      <a:pt x="0" y="1"/>
                    </a:lnTo>
                    <a:lnTo>
                      <a:pt x="37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F0000">
                      <a:gamma/>
                      <a:shade val="62745"/>
                      <a:invGamma/>
                    </a:srgbClr>
                  </a:gs>
                  <a:gs pos="100000">
                    <a:srgbClr val="FF0000"/>
                  </a:gs>
                </a:gsLst>
                <a:lin ang="54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38100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</p:spTree>
  </p:cSld>
  <p:clrMapOvr>
    <a:masterClrMapping/>
  </p:clrMapOvr>
  <p:transition spd="slow">
    <p:cover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42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42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7" dur="500"/>
                                        <p:tgtEl>
                                          <p:spTgt spid="94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4211" grpId="0" autoUpdateAnimBg="0"/>
      <p:bldP spid="94212" grpId="0"/>
      <p:bldP spid="94213" grpId="0" autoUpdateAnimBg="0"/>
      <p:bldP spid="94214" grpId="0"/>
      <p:bldP spid="94215" grpId="0"/>
      <p:bldP spid="94217" grpId="0"/>
      <p:bldP spid="94218" grpId="0"/>
      <p:bldP spid="9421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2">
            <a:extLst>
              <a:ext uri="{FF2B5EF4-FFF2-40B4-BE49-F238E27FC236}">
                <a16:creationId xmlns:a16="http://schemas.microsoft.com/office/drawing/2014/main" id="{A3337475-1A89-4419-B557-898071EE24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0" y="381000"/>
            <a:ext cx="6172200" cy="911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FFCCFF"/>
                    </a:gs>
                    <a:gs pos="50000">
                      <a:srgbClr val="FFFF00"/>
                    </a:gs>
                    <a:gs pos="100000">
                      <a:srgbClr val="FFCCFF"/>
                    </a:gs>
                  </a:gsLst>
                  <a:lin ang="5400000" scaled="1"/>
                </a:gradFill>
              </a14:hiddenFill>
            </a:ext>
            <a:ext uri="{91240B29-F687-4F45-9708-019B960494DF}">
              <a14:hiddenLine xmlns:a14="http://schemas.microsoft.com/office/drawing/2010/main" w="76200">
                <a:pattFill prst="trellis">
                  <a:fgClr>
                    <a:srgbClr val="FF3300"/>
                  </a:fgClr>
                  <a:bgClr>
                    <a:srgbClr val="FFCCFF"/>
                  </a:bgClr>
                </a:patt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zh-CN" sz="2400">
              <a:solidFill>
                <a:srgbClr val="FF3300"/>
              </a:solidFill>
              <a:latin typeface="宋体" panose="02010600030101010101" pitchFamily="2" charset="-122"/>
            </a:endParaRPr>
          </a:p>
        </p:txBody>
      </p:sp>
      <p:sp>
        <p:nvSpPr>
          <p:cNvPr id="94211" name="Text Box 3">
            <a:extLst>
              <a:ext uri="{FF2B5EF4-FFF2-40B4-BE49-F238E27FC236}">
                <a16:creationId xmlns:a16="http://schemas.microsoft.com/office/drawing/2014/main" id="{61771E51-C0E6-458E-8B0D-CC46327D39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613" y="687388"/>
            <a:ext cx="2744787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en-US" altLang="zh-CN" sz="3600">
                <a:latin typeface="黑体" panose="02010609060101010101" pitchFamily="49" charset="-122"/>
                <a:ea typeface="黑体" panose="02010609060101010101" pitchFamily="49" charset="-122"/>
              </a:rPr>
              <a:t>1.</a:t>
            </a:r>
            <a:r>
              <a:rPr lang="zh-CN" altLang="en-US" sz="3600">
                <a:latin typeface="黑体" panose="02010609060101010101" pitchFamily="49" charset="-122"/>
                <a:ea typeface="黑体" panose="02010609060101010101" pitchFamily="49" charset="-122"/>
              </a:rPr>
              <a:t>基本视图</a:t>
            </a:r>
            <a:endParaRPr lang="zh-CN" altLang="en-US" sz="3600" b="0">
              <a:ea typeface="黑体" panose="02010609060101010101" pitchFamily="49" charset="-122"/>
            </a:endParaRPr>
          </a:p>
        </p:txBody>
      </p:sp>
      <p:sp>
        <p:nvSpPr>
          <p:cNvPr id="94212" name="Text Box 4">
            <a:extLst>
              <a:ext uri="{FF2B5EF4-FFF2-40B4-BE49-F238E27FC236}">
                <a16:creationId xmlns:a16="http://schemas.microsoft.com/office/drawing/2014/main" id="{AC48D955-5525-4361-B23B-55FA0BC11C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16600" y="3001963"/>
            <a:ext cx="2573338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en-US" altLang="zh-CN" sz="3200">
                <a:latin typeface="宋体" panose="02010600030101010101" pitchFamily="2" charset="-122"/>
                <a:sym typeface="Symbol" panose="05050102010706020507" pitchFamily="18" charset="2"/>
              </a:rPr>
              <a:t> </a:t>
            </a:r>
            <a:r>
              <a:rPr lang="zh-CN" altLang="en-US" sz="3200">
                <a:latin typeface="宋体" panose="02010600030101010101" pitchFamily="2" charset="-122"/>
                <a:sym typeface="Symbol" panose="05050102010706020507" pitchFamily="18" charset="2"/>
              </a:rPr>
              <a:t>右视图 </a:t>
            </a:r>
          </a:p>
        </p:txBody>
      </p:sp>
      <p:sp>
        <p:nvSpPr>
          <p:cNvPr id="94213" name="Text Box 5">
            <a:extLst>
              <a:ext uri="{FF2B5EF4-FFF2-40B4-BE49-F238E27FC236}">
                <a16:creationId xmlns:a16="http://schemas.microsoft.com/office/drawing/2014/main" id="{15CC33AD-BCBA-40C5-956D-6974E4330D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16600" y="1570038"/>
            <a:ext cx="2159000" cy="15541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l"/>
            <a:r>
              <a:rPr lang="en-US" altLang="zh-CN" sz="3200">
                <a:latin typeface="宋体" panose="02010600030101010101" pitchFamily="2" charset="-122"/>
                <a:sym typeface="Symbol" panose="05050102010706020507" pitchFamily="18" charset="2"/>
              </a:rPr>
              <a:t> </a:t>
            </a:r>
            <a:r>
              <a:rPr lang="zh-CN" altLang="en-US" sz="3200">
                <a:latin typeface="宋体" panose="02010600030101010101" pitchFamily="2" charset="-122"/>
                <a:sym typeface="Symbol" panose="05050102010706020507" pitchFamily="18" charset="2"/>
              </a:rPr>
              <a:t>主视图</a:t>
            </a:r>
          </a:p>
          <a:p>
            <a:pPr algn="l"/>
            <a:r>
              <a:rPr lang="zh-CN" altLang="en-US" sz="3200">
                <a:latin typeface="宋体" panose="02010600030101010101" pitchFamily="2" charset="-122"/>
                <a:sym typeface="Symbol" panose="05050102010706020507" pitchFamily="18" charset="2"/>
              </a:rPr>
              <a:t> 俯视图 </a:t>
            </a:r>
          </a:p>
          <a:p>
            <a:pPr algn="l"/>
            <a:r>
              <a:rPr lang="zh-CN" altLang="en-US" sz="3200">
                <a:latin typeface="宋体" panose="02010600030101010101" pitchFamily="2" charset="-122"/>
                <a:sym typeface="Symbol" panose="05050102010706020507" pitchFamily="18" charset="2"/>
              </a:rPr>
              <a:t> 左视图</a:t>
            </a:r>
          </a:p>
        </p:txBody>
      </p:sp>
      <p:sp>
        <p:nvSpPr>
          <p:cNvPr id="94214" name="Text Box 6">
            <a:extLst>
              <a:ext uri="{FF2B5EF4-FFF2-40B4-BE49-F238E27FC236}">
                <a16:creationId xmlns:a16="http://schemas.microsoft.com/office/drawing/2014/main" id="{74B8DF08-82C1-40CA-B5EB-642D440CAD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16600" y="4838700"/>
            <a:ext cx="20066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l" eaLnBrk="1" hangingPunct="1"/>
            <a:r>
              <a:rPr lang="en-US" altLang="zh-CN" sz="3200">
                <a:latin typeface="宋体" panose="02010600030101010101" pitchFamily="2" charset="-122"/>
                <a:sym typeface="Symbol" panose="05050102010706020507" pitchFamily="18" charset="2"/>
              </a:rPr>
              <a:t> </a:t>
            </a:r>
            <a:r>
              <a:rPr lang="zh-CN" altLang="en-US" sz="3200">
                <a:latin typeface="宋体" panose="02010600030101010101" pitchFamily="2" charset="-122"/>
                <a:sym typeface="Symbol" panose="05050102010706020507" pitchFamily="18" charset="2"/>
              </a:rPr>
              <a:t>后视图</a:t>
            </a:r>
          </a:p>
        </p:txBody>
      </p:sp>
      <p:sp>
        <p:nvSpPr>
          <p:cNvPr id="94215" name="Text Box 7">
            <a:extLst>
              <a:ext uri="{FF2B5EF4-FFF2-40B4-BE49-F238E27FC236}">
                <a16:creationId xmlns:a16="http://schemas.microsoft.com/office/drawing/2014/main" id="{15C68BC7-A65C-4C7B-878C-2C7944ABA4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16600" y="3921125"/>
            <a:ext cx="20066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l" eaLnBrk="1" hangingPunct="1"/>
            <a:r>
              <a:rPr lang="en-US" altLang="zh-CN" sz="3200">
                <a:latin typeface="宋体" panose="02010600030101010101" pitchFamily="2" charset="-122"/>
                <a:sym typeface="Symbol" panose="05050102010706020507" pitchFamily="18" charset="2"/>
              </a:rPr>
              <a:t> </a:t>
            </a:r>
            <a:r>
              <a:rPr lang="zh-CN" altLang="en-US" sz="3200">
                <a:latin typeface="宋体" panose="02010600030101010101" pitchFamily="2" charset="-122"/>
                <a:sym typeface="Symbol" panose="05050102010706020507" pitchFamily="18" charset="2"/>
              </a:rPr>
              <a:t>仰视图</a:t>
            </a:r>
          </a:p>
        </p:txBody>
      </p:sp>
      <p:sp>
        <p:nvSpPr>
          <p:cNvPr id="94216" name="Text Box 8">
            <a:extLst>
              <a:ext uri="{FF2B5EF4-FFF2-40B4-BE49-F238E27FC236}">
                <a16:creationId xmlns:a16="http://schemas.microsoft.com/office/drawing/2014/main" id="{41FE7E14-733B-40C1-956B-DD6F6CAE8D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3713" y="2300288"/>
            <a:ext cx="177165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1" hangingPunct="1"/>
            <a:r>
              <a:rPr lang="en-US" altLang="zh-CN" sz="3200">
                <a:latin typeface="宋体" panose="02010600030101010101" pitchFamily="2" charset="-122"/>
              </a:rPr>
              <a:t>1) </a:t>
            </a:r>
            <a:r>
              <a:rPr lang="zh-CN" altLang="en-US" sz="3200">
                <a:latin typeface="宋体" panose="02010600030101010101" pitchFamily="2" charset="-122"/>
              </a:rPr>
              <a:t>形成</a:t>
            </a:r>
          </a:p>
        </p:txBody>
      </p:sp>
      <p:sp>
        <p:nvSpPr>
          <p:cNvPr id="94217" name="Text Box 9">
            <a:extLst>
              <a:ext uri="{FF2B5EF4-FFF2-40B4-BE49-F238E27FC236}">
                <a16:creationId xmlns:a16="http://schemas.microsoft.com/office/drawing/2014/main" id="{79FB9150-3206-448A-A2F0-DBB4D9D0CE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08713" y="3433763"/>
            <a:ext cx="2935287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l" eaLnBrk="1" hangingPunct="1"/>
            <a:r>
              <a:rPr lang="zh-CN" altLang="en-US" sz="3200">
                <a:latin typeface="宋体" panose="02010600030101010101" pitchFamily="2" charset="-122"/>
                <a:sym typeface="Symbol" panose="05050102010706020507" pitchFamily="18" charset="2"/>
              </a:rPr>
              <a:t>从右向左投射</a:t>
            </a:r>
          </a:p>
        </p:txBody>
      </p:sp>
      <p:sp>
        <p:nvSpPr>
          <p:cNvPr id="94218" name="Text Box 10">
            <a:extLst>
              <a:ext uri="{FF2B5EF4-FFF2-40B4-BE49-F238E27FC236}">
                <a16:creationId xmlns:a16="http://schemas.microsoft.com/office/drawing/2014/main" id="{DF3804E1-A933-46D5-87DA-27D1BA9076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08713" y="4340225"/>
            <a:ext cx="2935287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l" eaLnBrk="1" hangingPunct="1"/>
            <a:r>
              <a:rPr lang="zh-CN" altLang="en-US" sz="3200">
                <a:latin typeface="宋体" panose="02010600030101010101" pitchFamily="2" charset="-122"/>
                <a:sym typeface="Symbol" panose="05050102010706020507" pitchFamily="18" charset="2"/>
              </a:rPr>
              <a:t>从下向上投射</a:t>
            </a:r>
          </a:p>
        </p:txBody>
      </p:sp>
      <p:sp>
        <p:nvSpPr>
          <p:cNvPr id="94219" name="Text Box 11">
            <a:extLst>
              <a:ext uri="{FF2B5EF4-FFF2-40B4-BE49-F238E27FC236}">
                <a16:creationId xmlns:a16="http://schemas.microsoft.com/office/drawing/2014/main" id="{9763F075-A28C-4BFA-9058-6F165BFD38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08713" y="5267325"/>
            <a:ext cx="2935287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l" eaLnBrk="1" hangingPunct="1"/>
            <a:r>
              <a:rPr lang="zh-CN" altLang="en-US" sz="3200">
                <a:latin typeface="宋体" panose="02010600030101010101" pitchFamily="2" charset="-122"/>
                <a:sym typeface="Symbol" panose="05050102010706020507" pitchFamily="18" charset="2"/>
              </a:rPr>
              <a:t>从后向前投射</a:t>
            </a:r>
          </a:p>
        </p:txBody>
      </p:sp>
      <p:sp>
        <p:nvSpPr>
          <p:cNvPr id="94221" name="Text Box 13">
            <a:extLst>
              <a:ext uri="{FF2B5EF4-FFF2-40B4-BE49-F238E27FC236}">
                <a16:creationId xmlns:a16="http://schemas.microsoft.com/office/drawing/2014/main" id="{2B8E61AF-8C21-4B94-9526-D2894E1D3A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2813" y="1385888"/>
            <a:ext cx="4678362" cy="968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 eaLnBrk="1" hangingPunct="1">
              <a:lnSpc>
                <a:spcPct val="90000"/>
              </a:lnSpc>
            </a:pPr>
            <a:r>
              <a:rPr lang="en-US" altLang="zh-CN" sz="3200">
                <a:solidFill>
                  <a:srgbClr val="0000CC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3200">
                <a:solidFill>
                  <a:srgbClr val="0000CC"/>
                </a:solidFill>
                <a:latin typeface="宋体" panose="02010600030101010101" pitchFamily="2" charset="-122"/>
              </a:rPr>
              <a:t>机件向基本投影面投射所得的视图。</a:t>
            </a:r>
          </a:p>
        </p:txBody>
      </p:sp>
      <p:grpSp>
        <p:nvGrpSpPr>
          <p:cNvPr id="94222" name="Group 14">
            <a:extLst>
              <a:ext uri="{FF2B5EF4-FFF2-40B4-BE49-F238E27FC236}">
                <a16:creationId xmlns:a16="http://schemas.microsoft.com/office/drawing/2014/main" id="{9371D874-B3DB-4E90-82FF-83B39107DF0D}"/>
              </a:ext>
            </a:extLst>
          </p:cNvPr>
          <p:cNvGrpSpPr>
            <a:grpSpLocks/>
          </p:cNvGrpSpPr>
          <p:nvPr/>
        </p:nvGrpSpPr>
        <p:grpSpPr bwMode="auto">
          <a:xfrm>
            <a:off x="611188" y="2894013"/>
            <a:ext cx="4756150" cy="3563937"/>
            <a:chOff x="385" y="1823"/>
            <a:chExt cx="2996" cy="2245"/>
          </a:xfrm>
        </p:grpSpPr>
        <p:sp>
          <p:nvSpPr>
            <p:cNvPr id="94223" name="Freeform 15">
              <a:extLst>
                <a:ext uri="{FF2B5EF4-FFF2-40B4-BE49-F238E27FC236}">
                  <a16:creationId xmlns:a16="http://schemas.microsoft.com/office/drawing/2014/main" id="{7B3B5AAE-C1CA-400E-A31E-B708152E0A12}"/>
                </a:ext>
              </a:extLst>
            </p:cNvPr>
            <p:cNvSpPr>
              <a:spLocks/>
            </p:cNvSpPr>
            <p:nvPr/>
          </p:nvSpPr>
          <p:spPr bwMode="auto">
            <a:xfrm>
              <a:off x="385" y="3071"/>
              <a:ext cx="2996" cy="973"/>
            </a:xfrm>
            <a:custGeom>
              <a:avLst/>
              <a:gdLst>
                <a:gd name="T0" fmla="*/ 0 w 2522"/>
                <a:gd name="T1" fmla="*/ 0 h 816"/>
                <a:gd name="T2" fmla="*/ 1700 w 2522"/>
                <a:gd name="T3" fmla="*/ 0 h 816"/>
                <a:gd name="T4" fmla="*/ 2522 w 2522"/>
                <a:gd name="T5" fmla="*/ 816 h 816"/>
                <a:gd name="T6" fmla="*/ 818 w 2522"/>
                <a:gd name="T7" fmla="*/ 813 h 816"/>
                <a:gd name="T8" fmla="*/ 0 w 2522"/>
                <a:gd name="T9" fmla="*/ 0 h 8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22" h="816">
                  <a:moveTo>
                    <a:pt x="0" y="0"/>
                  </a:moveTo>
                  <a:lnTo>
                    <a:pt x="1700" y="0"/>
                  </a:lnTo>
                  <a:lnTo>
                    <a:pt x="2522" y="816"/>
                  </a:lnTo>
                  <a:lnTo>
                    <a:pt x="818" y="81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FF00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4224" name="Freeform 16">
              <a:extLst>
                <a:ext uri="{FF2B5EF4-FFF2-40B4-BE49-F238E27FC236}">
                  <a16:creationId xmlns:a16="http://schemas.microsoft.com/office/drawing/2014/main" id="{4E39321B-4BDE-41FE-A9F4-623392EC997F}"/>
                </a:ext>
              </a:extLst>
            </p:cNvPr>
            <p:cNvSpPr>
              <a:spLocks/>
            </p:cNvSpPr>
            <p:nvPr/>
          </p:nvSpPr>
          <p:spPr bwMode="auto">
            <a:xfrm>
              <a:off x="2403" y="1823"/>
              <a:ext cx="978" cy="2221"/>
            </a:xfrm>
            <a:custGeom>
              <a:avLst/>
              <a:gdLst>
                <a:gd name="T0" fmla="*/ 0 w 813"/>
                <a:gd name="T1" fmla="*/ 1052 h 1868"/>
                <a:gd name="T2" fmla="*/ 813 w 813"/>
                <a:gd name="T3" fmla="*/ 1868 h 1868"/>
                <a:gd name="T4" fmla="*/ 813 w 813"/>
                <a:gd name="T5" fmla="*/ 813 h 1868"/>
                <a:gd name="T6" fmla="*/ 0 w 813"/>
                <a:gd name="T7" fmla="*/ 0 h 1868"/>
                <a:gd name="T8" fmla="*/ 0 w 813"/>
                <a:gd name="T9" fmla="*/ 1052 h 18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13" h="1868">
                  <a:moveTo>
                    <a:pt x="0" y="1052"/>
                  </a:moveTo>
                  <a:lnTo>
                    <a:pt x="813" y="1868"/>
                  </a:lnTo>
                  <a:lnTo>
                    <a:pt x="813" y="813"/>
                  </a:lnTo>
                  <a:lnTo>
                    <a:pt x="0" y="0"/>
                  </a:lnTo>
                  <a:lnTo>
                    <a:pt x="0" y="1052"/>
                  </a:lnTo>
                  <a:close/>
                </a:path>
              </a:pathLst>
            </a:custGeom>
            <a:solidFill>
              <a:srgbClr val="FFFF00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4225" name="Rectangle 17">
              <a:extLst>
                <a:ext uri="{FF2B5EF4-FFF2-40B4-BE49-F238E27FC236}">
                  <a16:creationId xmlns:a16="http://schemas.microsoft.com/office/drawing/2014/main" id="{15E0AE9B-9894-4352-9C31-518CE6BFF9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5" y="1830"/>
              <a:ext cx="2019" cy="1241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4226" name="Text Box 18">
              <a:extLst>
                <a:ext uri="{FF2B5EF4-FFF2-40B4-BE49-F238E27FC236}">
                  <a16:creationId xmlns:a16="http://schemas.microsoft.com/office/drawing/2014/main" id="{B6FEDF42-CF99-4EC8-ADD9-82C1BD90C2C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6" y="1825"/>
              <a:ext cx="22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sz="2800" i="1">
                  <a:latin typeface="宋体" panose="02010600030101010101" pitchFamily="2" charset="-122"/>
                </a:rPr>
                <a:t>V</a:t>
              </a:r>
              <a:endParaRPr lang="en-US" altLang="zh-CN" sz="2800" i="1"/>
            </a:p>
          </p:txBody>
        </p:sp>
        <p:sp>
          <p:nvSpPr>
            <p:cNvPr id="94227" name="Text Box 19">
              <a:extLst>
                <a:ext uri="{FF2B5EF4-FFF2-40B4-BE49-F238E27FC236}">
                  <a16:creationId xmlns:a16="http://schemas.microsoft.com/office/drawing/2014/main" id="{91BD8D37-A31B-44E4-829F-289C2031B21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-32410">
              <a:off x="3014" y="2671"/>
              <a:ext cx="32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eaLnBrk="1" hangingPunct="1"/>
              <a:r>
                <a:rPr lang="en-US" altLang="zh-CN" sz="2800" i="1">
                  <a:latin typeface="宋体" panose="02010600030101010101" pitchFamily="2" charset="-122"/>
                </a:rPr>
                <a:t>W</a:t>
              </a:r>
              <a:endParaRPr lang="en-US" altLang="zh-CN" sz="2800" i="1"/>
            </a:p>
          </p:txBody>
        </p:sp>
        <p:sp>
          <p:nvSpPr>
            <p:cNvPr id="94228" name="Text Box 20">
              <a:extLst>
                <a:ext uri="{FF2B5EF4-FFF2-40B4-BE49-F238E27FC236}">
                  <a16:creationId xmlns:a16="http://schemas.microsoft.com/office/drawing/2014/main" id="{67CC6743-79EA-4022-A58E-E74684BF7CC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-20334">
              <a:off x="1333" y="3741"/>
              <a:ext cx="24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eaLnBrk="1" hangingPunct="1"/>
              <a:r>
                <a:rPr lang="en-US" altLang="zh-CN" sz="2800" i="1">
                  <a:latin typeface="宋体" panose="02010600030101010101" pitchFamily="2" charset="-122"/>
                </a:rPr>
                <a:t>H</a:t>
              </a:r>
              <a:endParaRPr lang="en-US" altLang="zh-CN" sz="2800" i="1"/>
            </a:p>
          </p:txBody>
        </p:sp>
        <p:grpSp>
          <p:nvGrpSpPr>
            <p:cNvPr id="94229" name="Group 21">
              <a:extLst>
                <a:ext uri="{FF2B5EF4-FFF2-40B4-BE49-F238E27FC236}">
                  <a16:creationId xmlns:a16="http://schemas.microsoft.com/office/drawing/2014/main" id="{02025B82-319F-4116-82D2-2CD1E6D89C1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91" y="3325"/>
              <a:ext cx="1271" cy="332"/>
              <a:chOff x="1366" y="2518"/>
              <a:chExt cx="1075" cy="281"/>
            </a:xfrm>
          </p:grpSpPr>
          <p:sp>
            <p:nvSpPr>
              <p:cNvPr id="94230" name="Line 22">
                <a:extLst>
                  <a:ext uri="{FF2B5EF4-FFF2-40B4-BE49-F238E27FC236}">
                    <a16:creationId xmlns:a16="http://schemas.microsoft.com/office/drawing/2014/main" id="{481E849A-8186-44F1-AF1D-7C658B30371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66" y="2518"/>
                <a:ext cx="798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4231" name="Line 23">
                <a:extLst>
                  <a:ext uri="{FF2B5EF4-FFF2-40B4-BE49-F238E27FC236}">
                    <a16:creationId xmlns:a16="http://schemas.microsoft.com/office/drawing/2014/main" id="{EC22460C-FE18-4374-961A-66B54F070EF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48" y="2792"/>
                <a:ext cx="793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4232" name="Freeform 24">
                <a:extLst>
                  <a:ext uri="{FF2B5EF4-FFF2-40B4-BE49-F238E27FC236}">
                    <a16:creationId xmlns:a16="http://schemas.microsoft.com/office/drawing/2014/main" id="{1513AA91-19BF-46F3-96BF-50E7458C53A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65" y="2519"/>
                <a:ext cx="272" cy="273"/>
              </a:xfrm>
              <a:custGeom>
                <a:avLst/>
                <a:gdLst>
                  <a:gd name="T0" fmla="*/ 0 w 272"/>
                  <a:gd name="T1" fmla="*/ 0 h 273"/>
                  <a:gd name="T2" fmla="*/ 272 w 272"/>
                  <a:gd name="T3" fmla="*/ 273 h 2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272" h="273">
                    <a:moveTo>
                      <a:pt x="0" y="0"/>
                    </a:moveTo>
                    <a:lnTo>
                      <a:pt x="272" y="273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4233" name="Line 25">
                <a:extLst>
                  <a:ext uri="{FF2B5EF4-FFF2-40B4-BE49-F238E27FC236}">
                    <a16:creationId xmlns:a16="http://schemas.microsoft.com/office/drawing/2014/main" id="{7462C68D-24AC-4792-BDE1-147457F36A7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42" y="2576"/>
                <a:ext cx="480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4234" name="Freeform 26">
                <a:extLst>
                  <a:ext uri="{FF2B5EF4-FFF2-40B4-BE49-F238E27FC236}">
                    <a16:creationId xmlns:a16="http://schemas.microsoft.com/office/drawing/2014/main" id="{834BB1EA-4563-4F6E-AC26-0DDD3E1701D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37" y="2520"/>
                <a:ext cx="59" cy="58"/>
              </a:xfrm>
              <a:custGeom>
                <a:avLst/>
                <a:gdLst>
                  <a:gd name="T0" fmla="*/ 0 w 75"/>
                  <a:gd name="T1" fmla="*/ 0 h 74"/>
                  <a:gd name="T2" fmla="*/ 75 w 75"/>
                  <a:gd name="T3" fmla="*/ 7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75" h="74">
                    <a:moveTo>
                      <a:pt x="0" y="0"/>
                    </a:moveTo>
                    <a:lnTo>
                      <a:pt x="75" y="74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4235" name="Freeform 27">
                <a:extLst>
                  <a:ext uri="{FF2B5EF4-FFF2-40B4-BE49-F238E27FC236}">
                    <a16:creationId xmlns:a16="http://schemas.microsoft.com/office/drawing/2014/main" id="{E0EB297D-7391-48F0-A8FF-42B5E8524E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93" y="2520"/>
                <a:ext cx="59" cy="58"/>
              </a:xfrm>
              <a:custGeom>
                <a:avLst/>
                <a:gdLst>
                  <a:gd name="T0" fmla="*/ 0 w 75"/>
                  <a:gd name="T1" fmla="*/ 0 h 74"/>
                  <a:gd name="T2" fmla="*/ 75 w 75"/>
                  <a:gd name="T3" fmla="*/ 7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75" h="74">
                    <a:moveTo>
                      <a:pt x="0" y="0"/>
                    </a:moveTo>
                    <a:lnTo>
                      <a:pt x="75" y="74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4236" name="Freeform 28">
                <a:extLst>
                  <a:ext uri="{FF2B5EF4-FFF2-40B4-BE49-F238E27FC236}">
                    <a16:creationId xmlns:a16="http://schemas.microsoft.com/office/drawing/2014/main" id="{16A0F3DC-B6B3-42C7-951E-C63B9B2A316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77" y="2526"/>
                <a:ext cx="274" cy="273"/>
              </a:xfrm>
              <a:custGeom>
                <a:avLst/>
                <a:gdLst>
                  <a:gd name="T0" fmla="*/ 0 w 272"/>
                  <a:gd name="T1" fmla="*/ 0 h 273"/>
                  <a:gd name="T2" fmla="*/ 272 w 272"/>
                  <a:gd name="T3" fmla="*/ 273 h 2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272" h="273">
                    <a:moveTo>
                      <a:pt x="0" y="0"/>
                    </a:moveTo>
                    <a:lnTo>
                      <a:pt x="272" y="273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94237" name="Group 29">
              <a:extLst>
                <a:ext uri="{FF2B5EF4-FFF2-40B4-BE49-F238E27FC236}">
                  <a16:creationId xmlns:a16="http://schemas.microsoft.com/office/drawing/2014/main" id="{92763A1F-8C3C-41AF-A203-30989809DAE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58" y="2383"/>
              <a:ext cx="324" cy="667"/>
              <a:chOff x="2776" y="1721"/>
              <a:chExt cx="274" cy="565"/>
            </a:xfrm>
          </p:grpSpPr>
          <p:sp>
            <p:nvSpPr>
              <p:cNvPr id="94238" name="Freeform 30">
                <a:extLst>
                  <a:ext uri="{FF2B5EF4-FFF2-40B4-BE49-F238E27FC236}">
                    <a16:creationId xmlns:a16="http://schemas.microsoft.com/office/drawing/2014/main" id="{A3FE9FFE-D7E2-4361-99D2-1FF9ADF2012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76" y="1912"/>
                <a:ext cx="272" cy="272"/>
              </a:xfrm>
              <a:custGeom>
                <a:avLst/>
                <a:gdLst>
                  <a:gd name="T0" fmla="*/ 0 w 272"/>
                  <a:gd name="T1" fmla="*/ 0 h 272"/>
                  <a:gd name="T2" fmla="*/ 272 w 272"/>
                  <a:gd name="T3" fmla="*/ 272 h 2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272" h="272">
                    <a:moveTo>
                      <a:pt x="0" y="0"/>
                    </a:moveTo>
                    <a:lnTo>
                      <a:pt x="272" y="272"/>
                    </a:lnTo>
                  </a:path>
                </a:pathLst>
              </a:cu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94239" name="Line 31">
                <a:extLst>
                  <a:ext uri="{FF2B5EF4-FFF2-40B4-BE49-F238E27FC236}">
                    <a16:creationId xmlns:a16="http://schemas.microsoft.com/office/drawing/2014/main" id="{3FA5BF7F-41CF-4DC2-93BA-28F3C5B2AAB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78" y="1721"/>
                <a:ext cx="0" cy="299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4240" name="Line 32">
                <a:extLst>
                  <a:ext uri="{FF2B5EF4-FFF2-40B4-BE49-F238E27FC236}">
                    <a16:creationId xmlns:a16="http://schemas.microsoft.com/office/drawing/2014/main" id="{49A8599C-37CB-410E-8C57-0705EE85924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51" y="1788"/>
                <a:ext cx="0" cy="193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4241" name="Line 33">
                <a:extLst>
                  <a:ext uri="{FF2B5EF4-FFF2-40B4-BE49-F238E27FC236}">
                    <a16:creationId xmlns:a16="http://schemas.microsoft.com/office/drawing/2014/main" id="{345878F2-763A-4823-BDDE-367FBBF1E3C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87" y="1728"/>
                <a:ext cx="64" cy="64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4242" name="Line 34">
                <a:extLst>
                  <a:ext uri="{FF2B5EF4-FFF2-40B4-BE49-F238E27FC236}">
                    <a16:creationId xmlns:a16="http://schemas.microsoft.com/office/drawing/2014/main" id="{3CE367D3-0A8B-42F1-BD5F-42F079AC67E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050" y="2184"/>
                <a:ext cx="0" cy="102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4243" name="Freeform 35">
                <a:extLst>
                  <a:ext uri="{FF2B5EF4-FFF2-40B4-BE49-F238E27FC236}">
                    <a16:creationId xmlns:a16="http://schemas.microsoft.com/office/drawing/2014/main" id="{3EA68BF1-BE11-4472-8FDB-DB40FEF2881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76" y="1776"/>
                <a:ext cx="75" cy="71"/>
              </a:xfrm>
              <a:custGeom>
                <a:avLst/>
                <a:gdLst>
                  <a:gd name="T0" fmla="*/ 0 w 75"/>
                  <a:gd name="T1" fmla="*/ 0 h 71"/>
                  <a:gd name="T2" fmla="*/ 75 w 75"/>
                  <a:gd name="T3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75" h="71">
                    <a:moveTo>
                      <a:pt x="0" y="0"/>
                    </a:moveTo>
                    <a:lnTo>
                      <a:pt x="75" y="71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4244" name="Line 36">
                <a:extLst>
                  <a:ext uri="{FF2B5EF4-FFF2-40B4-BE49-F238E27FC236}">
                    <a16:creationId xmlns:a16="http://schemas.microsoft.com/office/drawing/2014/main" id="{38310BBB-38A3-45B9-A0C4-1AFA5636CCE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76" y="2008"/>
                <a:ext cx="272" cy="272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94245" name="Group 37">
              <a:extLst>
                <a:ext uri="{FF2B5EF4-FFF2-40B4-BE49-F238E27FC236}">
                  <a16:creationId xmlns:a16="http://schemas.microsoft.com/office/drawing/2014/main" id="{42934183-01EB-41BE-89E5-205B58346E4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44" y="2103"/>
              <a:ext cx="935" cy="355"/>
              <a:chOff x="744" y="1828"/>
              <a:chExt cx="935" cy="355"/>
            </a:xfrm>
          </p:grpSpPr>
          <p:sp>
            <p:nvSpPr>
              <p:cNvPr id="94246" name="Line 38">
                <a:extLst>
                  <a:ext uri="{FF2B5EF4-FFF2-40B4-BE49-F238E27FC236}">
                    <a16:creationId xmlns:a16="http://schemas.microsoft.com/office/drawing/2014/main" id="{8A0E9C2D-587D-45DC-AB9E-3923D4727CB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113" y="1933"/>
                <a:ext cx="0" cy="14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4247" name="Freeform 39">
                <a:extLst>
                  <a:ext uri="{FF2B5EF4-FFF2-40B4-BE49-F238E27FC236}">
                    <a16:creationId xmlns:a16="http://schemas.microsoft.com/office/drawing/2014/main" id="{3D15CF81-C404-4CA7-9464-BFAEA8AA7B9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23" y="1828"/>
                <a:ext cx="169" cy="106"/>
              </a:xfrm>
              <a:custGeom>
                <a:avLst/>
                <a:gdLst>
                  <a:gd name="T0" fmla="*/ 0 w 144"/>
                  <a:gd name="T1" fmla="*/ 67 h 67"/>
                  <a:gd name="T2" fmla="*/ 144 w 144"/>
                  <a:gd name="T3" fmla="*/ 0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44" h="67">
                    <a:moveTo>
                      <a:pt x="0" y="67"/>
                    </a:moveTo>
                    <a:lnTo>
                      <a:pt x="144" y="0"/>
                    </a:lnTo>
                  </a:path>
                </a:pathLst>
              </a:cu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4248" name="Line 40">
                <a:extLst>
                  <a:ext uri="{FF2B5EF4-FFF2-40B4-BE49-F238E27FC236}">
                    <a16:creationId xmlns:a16="http://schemas.microsoft.com/office/drawing/2014/main" id="{373A8634-5D46-431D-9082-2E808CF3BF4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744" y="2182"/>
                <a:ext cx="935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4249" name="Line 41">
                <a:extLst>
                  <a:ext uri="{FF2B5EF4-FFF2-40B4-BE49-F238E27FC236}">
                    <a16:creationId xmlns:a16="http://schemas.microsoft.com/office/drawing/2014/main" id="{9D7EA85F-2EA1-449B-8059-348E8C3EA74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666" y="1832"/>
                <a:ext cx="0" cy="351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4250" name="Line 42">
                <a:extLst>
                  <a:ext uri="{FF2B5EF4-FFF2-40B4-BE49-F238E27FC236}">
                    <a16:creationId xmlns:a16="http://schemas.microsoft.com/office/drawing/2014/main" id="{345B6123-517D-4B64-A722-EFA6D15B0CE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292" y="1832"/>
                <a:ext cx="369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4251" name="Freeform 43">
                <a:extLst>
                  <a:ext uri="{FF2B5EF4-FFF2-40B4-BE49-F238E27FC236}">
                    <a16:creationId xmlns:a16="http://schemas.microsoft.com/office/drawing/2014/main" id="{A6297311-9636-4DDB-A8F3-AE05A41CE7C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45" y="2076"/>
                <a:ext cx="929" cy="1"/>
              </a:xfrm>
              <a:custGeom>
                <a:avLst/>
                <a:gdLst>
                  <a:gd name="T0" fmla="*/ 0 w 786"/>
                  <a:gd name="T1" fmla="*/ 0 h 1"/>
                  <a:gd name="T2" fmla="*/ 786 w 786"/>
                  <a:gd name="T3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786" h="1">
                    <a:moveTo>
                      <a:pt x="0" y="0"/>
                    </a:moveTo>
                    <a:lnTo>
                      <a:pt x="786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4252" name="Line 44">
                <a:extLst>
                  <a:ext uri="{FF2B5EF4-FFF2-40B4-BE49-F238E27FC236}">
                    <a16:creationId xmlns:a16="http://schemas.microsoft.com/office/drawing/2014/main" id="{F0056567-5F21-4406-87FD-228F44B273E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48" y="2069"/>
                <a:ext cx="0" cy="113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94253" name="Group 45">
              <a:extLst>
                <a:ext uri="{FF2B5EF4-FFF2-40B4-BE49-F238E27FC236}">
                  <a16:creationId xmlns:a16="http://schemas.microsoft.com/office/drawing/2014/main" id="{8EF44754-EF83-495D-95BE-099B052FC5A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96" y="2364"/>
              <a:ext cx="1254" cy="672"/>
              <a:chOff x="996" y="2364"/>
              <a:chExt cx="1254" cy="672"/>
            </a:xfrm>
          </p:grpSpPr>
          <p:sp>
            <p:nvSpPr>
              <p:cNvPr id="94254" name="Freeform 46">
                <a:extLst>
                  <a:ext uri="{FF2B5EF4-FFF2-40B4-BE49-F238E27FC236}">
                    <a16:creationId xmlns:a16="http://schemas.microsoft.com/office/drawing/2014/main" id="{D49D3249-6039-40FF-9B4E-1F6AD9B3BA2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20" y="2916"/>
                <a:ext cx="930" cy="120"/>
              </a:xfrm>
              <a:custGeom>
                <a:avLst/>
                <a:gdLst>
                  <a:gd name="T0" fmla="*/ 0 w 930"/>
                  <a:gd name="T1" fmla="*/ 6 h 120"/>
                  <a:gd name="T2" fmla="*/ 930 w 930"/>
                  <a:gd name="T3" fmla="*/ 0 h 120"/>
                  <a:gd name="T4" fmla="*/ 930 w 930"/>
                  <a:gd name="T5" fmla="*/ 114 h 120"/>
                  <a:gd name="T6" fmla="*/ 0 w 930"/>
                  <a:gd name="T7" fmla="*/ 120 h 120"/>
                  <a:gd name="T8" fmla="*/ 0 w 930"/>
                  <a:gd name="T9" fmla="*/ 6 h 1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30" h="120">
                    <a:moveTo>
                      <a:pt x="0" y="6"/>
                    </a:moveTo>
                    <a:lnTo>
                      <a:pt x="930" y="0"/>
                    </a:lnTo>
                    <a:lnTo>
                      <a:pt x="930" y="114"/>
                    </a:lnTo>
                    <a:lnTo>
                      <a:pt x="0" y="120"/>
                    </a:lnTo>
                    <a:lnTo>
                      <a:pt x="0" y="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F0000">
                      <a:gamma/>
                      <a:shade val="80000"/>
                      <a:invGamma/>
                    </a:srgbClr>
                  </a:gs>
                  <a:gs pos="50000">
                    <a:srgbClr val="FF0000"/>
                  </a:gs>
                  <a:gs pos="100000">
                    <a:srgbClr val="FF0000">
                      <a:gamma/>
                      <a:shade val="80000"/>
                      <a:invGamma/>
                    </a:srgbClr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38100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4255" name="Freeform 47">
                <a:extLst>
                  <a:ext uri="{FF2B5EF4-FFF2-40B4-BE49-F238E27FC236}">
                    <a16:creationId xmlns:a16="http://schemas.microsoft.com/office/drawing/2014/main" id="{83AC839E-941E-45CF-8572-0E81AA9F70D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96" y="2586"/>
                <a:ext cx="330" cy="450"/>
              </a:xfrm>
              <a:custGeom>
                <a:avLst/>
                <a:gdLst>
                  <a:gd name="T0" fmla="*/ 0 w 330"/>
                  <a:gd name="T1" fmla="*/ 0 h 450"/>
                  <a:gd name="T2" fmla="*/ 0 w 330"/>
                  <a:gd name="T3" fmla="*/ 126 h 450"/>
                  <a:gd name="T4" fmla="*/ 324 w 330"/>
                  <a:gd name="T5" fmla="*/ 450 h 450"/>
                  <a:gd name="T6" fmla="*/ 330 w 330"/>
                  <a:gd name="T7" fmla="*/ 336 h 450"/>
                  <a:gd name="T8" fmla="*/ 0 w 330"/>
                  <a:gd name="T9" fmla="*/ 0 h 4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30" h="450">
                    <a:moveTo>
                      <a:pt x="0" y="0"/>
                    </a:moveTo>
                    <a:lnTo>
                      <a:pt x="0" y="126"/>
                    </a:lnTo>
                    <a:lnTo>
                      <a:pt x="324" y="450"/>
                    </a:lnTo>
                    <a:lnTo>
                      <a:pt x="330" y="336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F0000">
                      <a:gamma/>
                      <a:shade val="60784"/>
                      <a:invGamma/>
                    </a:srgbClr>
                  </a:gs>
                  <a:gs pos="100000">
                    <a:srgbClr val="FF000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38100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4256" name="Freeform 48">
                <a:extLst>
                  <a:ext uri="{FF2B5EF4-FFF2-40B4-BE49-F238E27FC236}">
                    <a16:creationId xmlns:a16="http://schemas.microsoft.com/office/drawing/2014/main" id="{244541CA-11FF-49A8-857C-0A7CF5ABF19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68" y="2442"/>
                <a:ext cx="80" cy="234"/>
              </a:xfrm>
              <a:custGeom>
                <a:avLst/>
                <a:gdLst>
                  <a:gd name="T0" fmla="*/ 0 w 80"/>
                  <a:gd name="T1" fmla="*/ 0 h 234"/>
                  <a:gd name="T2" fmla="*/ 0 w 80"/>
                  <a:gd name="T3" fmla="*/ 162 h 234"/>
                  <a:gd name="T4" fmla="*/ 78 w 80"/>
                  <a:gd name="T5" fmla="*/ 234 h 234"/>
                  <a:gd name="T6" fmla="*/ 80 w 80"/>
                  <a:gd name="T7" fmla="*/ 78 h 234"/>
                  <a:gd name="T8" fmla="*/ 0 w 80"/>
                  <a:gd name="T9" fmla="*/ 0 h 2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0" h="234">
                    <a:moveTo>
                      <a:pt x="0" y="0"/>
                    </a:moveTo>
                    <a:lnTo>
                      <a:pt x="0" y="162"/>
                    </a:lnTo>
                    <a:lnTo>
                      <a:pt x="78" y="234"/>
                    </a:lnTo>
                    <a:lnTo>
                      <a:pt x="80" y="7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F0000">
                      <a:gamma/>
                      <a:shade val="56471"/>
                      <a:invGamma/>
                    </a:srgbClr>
                  </a:gs>
                  <a:gs pos="100000">
                    <a:srgbClr val="FF000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38100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4257" name="Freeform 49">
                <a:extLst>
                  <a:ext uri="{FF2B5EF4-FFF2-40B4-BE49-F238E27FC236}">
                    <a16:creationId xmlns:a16="http://schemas.microsoft.com/office/drawing/2014/main" id="{EBC22FA8-5D00-4A5F-B695-77D1DEBA6A3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74" y="2364"/>
                <a:ext cx="232" cy="156"/>
              </a:xfrm>
              <a:custGeom>
                <a:avLst/>
                <a:gdLst>
                  <a:gd name="T0" fmla="*/ 0 w 232"/>
                  <a:gd name="T1" fmla="*/ 90 h 156"/>
                  <a:gd name="T2" fmla="*/ 162 w 232"/>
                  <a:gd name="T3" fmla="*/ 0 h 156"/>
                  <a:gd name="T4" fmla="*/ 232 w 232"/>
                  <a:gd name="T5" fmla="*/ 77 h 156"/>
                  <a:gd name="T6" fmla="*/ 74 w 232"/>
                  <a:gd name="T7" fmla="*/ 156 h 156"/>
                  <a:gd name="T8" fmla="*/ 0 w 232"/>
                  <a:gd name="T9" fmla="*/ 90 h 1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32" h="156">
                    <a:moveTo>
                      <a:pt x="0" y="90"/>
                    </a:moveTo>
                    <a:lnTo>
                      <a:pt x="162" y="0"/>
                    </a:lnTo>
                    <a:lnTo>
                      <a:pt x="232" y="77"/>
                    </a:lnTo>
                    <a:lnTo>
                      <a:pt x="74" y="156"/>
                    </a:lnTo>
                    <a:lnTo>
                      <a:pt x="0" y="9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F0000">
                      <a:gamma/>
                      <a:shade val="46275"/>
                      <a:invGamma/>
                    </a:srgbClr>
                  </a:gs>
                  <a:gs pos="100000">
                    <a:srgbClr val="FF0000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38100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4258" name="Freeform 50">
                <a:extLst>
                  <a:ext uri="{FF2B5EF4-FFF2-40B4-BE49-F238E27FC236}">
                    <a16:creationId xmlns:a16="http://schemas.microsoft.com/office/drawing/2014/main" id="{9E829326-0319-43C1-86E9-66C6F46E176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39" y="2366"/>
                <a:ext cx="482" cy="85"/>
              </a:xfrm>
              <a:custGeom>
                <a:avLst/>
                <a:gdLst>
                  <a:gd name="T0" fmla="*/ 0 w 408"/>
                  <a:gd name="T1" fmla="*/ 0 h 72"/>
                  <a:gd name="T2" fmla="*/ 336 w 408"/>
                  <a:gd name="T3" fmla="*/ 0 h 72"/>
                  <a:gd name="T4" fmla="*/ 408 w 408"/>
                  <a:gd name="T5" fmla="*/ 72 h 72"/>
                  <a:gd name="T6" fmla="*/ 53 w 408"/>
                  <a:gd name="T7" fmla="*/ 72 h 72"/>
                  <a:gd name="T8" fmla="*/ 0 w 408"/>
                  <a:gd name="T9" fmla="*/ 0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8" h="72">
                    <a:moveTo>
                      <a:pt x="0" y="0"/>
                    </a:moveTo>
                    <a:lnTo>
                      <a:pt x="336" y="0"/>
                    </a:lnTo>
                    <a:lnTo>
                      <a:pt x="408" y="72"/>
                    </a:lnTo>
                    <a:lnTo>
                      <a:pt x="53" y="72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F0000"/>
                  </a:gs>
                  <a:gs pos="100000">
                    <a:srgbClr val="FF0000">
                      <a:gamma/>
                      <a:shade val="56471"/>
                      <a:invGamma/>
                    </a:srgbClr>
                  </a:gs>
                </a:gsLst>
                <a:lin ang="189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38100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4259" name="Freeform 51">
                <a:extLst>
                  <a:ext uri="{FF2B5EF4-FFF2-40B4-BE49-F238E27FC236}">
                    <a16:creationId xmlns:a16="http://schemas.microsoft.com/office/drawing/2014/main" id="{6AA8B46F-54D2-4561-8467-EC77C26CA37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46" y="2435"/>
                <a:ext cx="563" cy="249"/>
              </a:xfrm>
              <a:custGeom>
                <a:avLst/>
                <a:gdLst>
                  <a:gd name="T0" fmla="*/ 0 w 563"/>
                  <a:gd name="T1" fmla="*/ 85 h 249"/>
                  <a:gd name="T2" fmla="*/ 0 w 563"/>
                  <a:gd name="T3" fmla="*/ 241 h 249"/>
                  <a:gd name="T4" fmla="*/ 563 w 563"/>
                  <a:gd name="T5" fmla="*/ 249 h 249"/>
                  <a:gd name="T6" fmla="*/ 563 w 563"/>
                  <a:gd name="T7" fmla="*/ 0 h 249"/>
                  <a:gd name="T8" fmla="*/ 156 w 563"/>
                  <a:gd name="T9" fmla="*/ 0 h 249"/>
                  <a:gd name="T10" fmla="*/ 0 w 563"/>
                  <a:gd name="T11" fmla="*/ 85 h 2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63" h="249">
                    <a:moveTo>
                      <a:pt x="0" y="85"/>
                    </a:moveTo>
                    <a:lnTo>
                      <a:pt x="0" y="241"/>
                    </a:lnTo>
                    <a:lnTo>
                      <a:pt x="563" y="249"/>
                    </a:lnTo>
                    <a:lnTo>
                      <a:pt x="563" y="0"/>
                    </a:lnTo>
                    <a:lnTo>
                      <a:pt x="156" y="0"/>
                    </a:lnTo>
                    <a:lnTo>
                      <a:pt x="0" y="8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F0000"/>
                  </a:gs>
                  <a:gs pos="100000">
                    <a:srgbClr val="FF0000">
                      <a:gamma/>
                      <a:shade val="58824"/>
                      <a:invGamma/>
                    </a:srgbClr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4260" name="Freeform 52">
                <a:extLst>
                  <a:ext uri="{FF2B5EF4-FFF2-40B4-BE49-F238E27FC236}">
                    <a16:creationId xmlns:a16="http://schemas.microsoft.com/office/drawing/2014/main" id="{FFCEE861-B4F4-4B95-94AA-C61C886F47F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00" y="2598"/>
                <a:ext cx="1247" cy="330"/>
              </a:xfrm>
              <a:custGeom>
                <a:avLst/>
                <a:gdLst>
                  <a:gd name="T0" fmla="*/ 374 w 1247"/>
                  <a:gd name="T1" fmla="*/ 0 h 330"/>
                  <a:gd name="T2" fmla="*/ 452 w 1247"/>
                  <a:gd name="T3" fmla="*/ 78 h 330"/>
                  <a:gd name="T4" fmla="*/ 1004 w 1247"/>
                  <a:gd name="T5" fmla="*/ 78 h 330"/>
                  <a:gd name="T6" fmla="*/ 1247 w 1247"/>
                  <a:gd name="T7" fmla="*/ 323 h 330"/>
                  <a:gd name="T8" fmla="*/ 326 w 1247"/>
                  <a:gd name="T9" fmla="*/ 330 h 330"/>
                  <a:gd name="T10" fmla="*/ 0 w 1247"/>
                  <a:gd name="T11" fmla="*/ 1 h 330"/>
                  <a:gd name="T12" fmla="*/ 374 w 1247"/>
                  <a:gd name="T13" fmla="*/ 0 h 3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47" h="330">
                    <a:moveTo>
                      <a:pt x="374" y="0"/>
                    </a:moveTo>
                    <a:lnTo>
                      <a:pt x="452" y="78"/>
                    </a:lnTo>
                    <a:lnTo>
                      <a:pt x="1004" y="78"/>
                    </a:lnTo>
                    <a:lnTo>
                      <a:pt x="1247" y="323"/>
                    </a:lnTo>
                    <a:lnTo>
                      <a:pt x="326" y="330"/>
                    </a:lnTo>
                    <a:lnTo>
                      <a:pt x="0" y="1"/>
                    </a:lnTo>
                    <a:lnTo>
                      <a:pt x="37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F0000">
                      <a:gamma/>
                      <a:shade val="62745"/>
                      <a:invGamma/>
                    </a:srgbClr>
                  </a:gs>
                  <a:gs pos="100000">
                    <a:srgbClr val="FF0000"/>
                  </a:gs>
                </a:gsLst>
                <a:lin ang="54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38100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grpSp>
        <p:nvGrpSpPr>
          <p:cNvPr id="94262" name="Group 54">
            <a:extLst>
              <a:ext uri="{FF2B5EF4-FFF2-40B4-BE49-F238E27FC236}">
                <a16:creationId xmlns:a16="http://schemas.microsoft.com/office/drawing/2014/main" id="{994E662A-72D5-402B-AFEF-FAFD7961AD42}"/>
              </a:ext>
            </a:extLst>
          </p:cNvPr>
          <p:cNvGrpSpPr>
            <a:grpSpLocks/>
          </p:cNvGrpSpPr>
          <p:nvPr/>
        </p:nvGrpSpPr>
        <p:grpSpPr bwMode="auto">
          <a:xfrm>
            <a:off x="1577975" y="3300413"/>
            <a:ext cx="2011363" cy="1336675"/>
            <a:chOff x="1368" y="1464"/>
            <a:chExt cx="1072" cy="712"/>
          </a:xfrm>
        </p:grpSpPr>
        <p:sp>
          <p:nvSpPr>
            <p:cNvPr id="94263" name="Line 55">
              <a:extLst>
                <a:ext uri="{FF2B5EF4-FFF2-40B4-BE49-F238E27FC236}">
                  <a16:creationId xmlns:a16="http://schemas.microsoft.com/office/drawing/2014/main" id="{E849FF54-8E96-468B-91AC-3AF907DB38B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368" y="1480"/>
              <a:ext cx="0" cy="424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94264" name="Line 56">
              <a:extLst>
                <a:ext uri="{FF2B5EF4-FFF2-40B4-BE49-F238E27FC236}">
                  <a16:creationId xmlns:a16="http://schemas.microsoft.com/office/drawing/2014/main" id="{6B7E846E-6B22-43A6-92C8-DCF3DC0B621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648" y="1744"/>
              <a:ext cx="0" cy="424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94265" name="Line 57">
              <a:extLst>
                <a:ext uri="{FF2B5EF4-FFF2-40B4-BE49-F238E27FC236}">
                  <a16:creationId xmlns:a16="http://schemas.microsoft.com/office/drawing/2014/main" id="{C05EB508-5F82-4F12-9A35-C196949CDB9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440" y="1744"/>
              <a:ext cx="0" cy="432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94266" name="Line 58">
              <a:extLst>
                <a:ext uri="{FF2B5EF4-FFF2-40B4-BE49-F238E27FC236}">
                  <a16:creationId xmlns:a16="http://schemas.microsoft.com/office/drawing/2014/main" id="{C1555AAE-10F0-4DC8-B03B-B5BAA34AA63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160" y="1464"/>
              <a:ext cx="0" cy="240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94267" name="Freeform 59">
            <a:extLst>
              <a:ext uri="{FF2B5EF4-FFF2-40B4-BE49-F238E27FC236}">
                <a16:creationId xmlns:a16="http://schemas.microsoft.com/office/drawing/2014/main" id="{6CFCC832-E9B8-4632-9110-67991C018B9C}"/>
              </a:ext>
            </a:extLst>
          </p:cNvPr>
          <p:cNvSpPr>
            <a:spLocks/>
          </p:cNvSpPr>
          <p:nvPr/>
        </p:nvSpPr>
        <p:spPr bwMode="auto">
          <a:xfrm>
            <a:off x="619125" y="2905125"/>
            <a:ext cx="4756150" cy="1527175"/>
          </a:xfrm>
          <a:custGeom>
            <a:avLst/>
            <a:gdLst>
              <a:gd name="T0" fmla="*/ 0 w 2522"/>
              <a:gd name="T1" fmla="*/ 0 h 816"/>
              <a:gd name="T2" fmla="*/ 1700 w 2522"/>
              <a:gd name="T3" fmla="*/ 0 h 816"/>
              <a:gd name="T4" fmla="*/ 2522 w 2522"/>
              <a:gd name="T5" fmla="*/ 816 h 816"/>
              <a:gd name="T6" fmla="*/ 818 w 2522"/>
              <a:gd name="T7" fmla="*/ 813 h 816"/>
              <a:gd name="T8" fmla="*/ 0 w 2522"/>
              <a:gd name="T9" fmla="*/ 0 h 8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522" h="816">
                <a:moveTo>
                  <a:pt x="0" y="0"/>
                </a:moveTo>
                <a:lnTo>
                  <a:pt x="1700" y="0"/>
                </a:lnTo>
                <a:lnTo>
                  <a:pt x="2522" y="816"/>
                </a:lnTo>
                <a:lnTo>
                  <a:pt x="818" y="813"/>
                </a:lnTo>
                <a:lnTo>
                  <a:pt x="0" y="0"/>
                </a:lnTo>
                <a:close/>
              </a:path>
            </a:pathLst>
          </a:custGeom>
          <a:solidFill>
            <a:srgbClr val="66FFCC">
              <a:alpha val="50000"/>
            </a:srgbClr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94268" name="Group 60">
            <a:extLst>
              <a:ext uri="{FF2B5EF4-FFF2-40B4-BE49-F238E27FC236}">
                <a16:creationId xmlns:a16="http://schemas.microsoft.com/office/drawing/2014/main" id="{B2D05955-4D3F-4D64-9D27-B1E01FB6F5B1}"/>
              </a:ext>
            </a:extLst>
          </p:cNvPr>
          <p:cNvGrpSpPr>
            <a:grpSpLocks/>
          </p:cNvGrpSpPr>
          <p:nvPr/>
        </p:nvGrpSpPr>
        <p:grpSpPr bwMode="auto">
          <a:xfrm>
            <a:off x="1560513" y="3338513"/>
            <a:ext cx="2016125" cy="527050"/>
            <a:chOff x="1366" y="1478"/>
            <a:chExt cx="1075" cy="281"/>
          </a:xfrm>
        </p:grpSpPr>
        <p:sp>
          <p:nvSpPr>
            <p:cNvPr id="94269" name="Line 61">
              <a:extLst>
                <a:ext uri="{FF2B5EF4-FFF2-40B4-BE49-F238E27FC236}">
                  <a16:creationId xmlns:a16="http://schemas.microsoft.com/office/drawing/2014/main" id="{47A56710-F6DF-4BF9-A4B3-7D7F99EA0BB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66" y="1478"/>
              <a:ext cx="79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4270" name="Line 62">
              <a:extLst>
                <a:ext uri="{FF2B5EF4-FFF2-40B4-BE49-F238E27FC236}">
                  <a16:creationId xmlns:a16="http://schemas.microsoft.com/office/drawing/2014/main" id="{CB95D90D-B133-47E7-AAC9-01A666EE5B2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48" y="1752"/>
              <a:ext cx="793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4271" name="Freeform 63">
              <a:extLst>
                <a:ext uri="{FF2B5EF4-FFF2-40B4-BE49-F238E27FC236}">
                  <a16:creationId xmlns:a16="http://schemas.microsoft.com/office/drawing/2014/main" id="{EC4B3681-526A-4E09-885A-676A69770A5A}"/>
                </a:ext>
              </a:extLst>
            </p:cNvPr>
            <p:cNvSpPr>
              <a:spLocks/>
            </p:cNvSpPr>
            <p:nvPr/>
          </p:nvSpPr>
          <p:spPr bwMode="auto">
            <a:xfrm>
              <a:off x="2165" y="1479"/>
              <a:ext cx="272" cy="273"/>
            </a:xfrm>
            <a:custGeom>
              <a:avLst/>
              <a:gdLst>
                <a:gd name="T0" fmla="*/ 0 w 272"/>
                <a:gd name="T1" fmla="*/ 0 h 273"/>
                <a:gd name="T2" fmla="*/ 272 w 272"/>
                <a:gd name="T3" fmla="*/ 273 h 2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72" h="273">
                  <a:moveTo>
                    <a:pt x="0" y="0"/>
                  </a:moveTo>
                  <a:lnTo>
                    <a:pt x="272" y="273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4272" name="Line 64">
              <a:extLst>
                <a:ext uri="{FF2B5EF4-FFF2-40B4-BE49-F238E27FC236}">
                  <a16:creationId xmlns:a16="http://schemas.microsoft.com/office/drawing/2014/main" id="{334B228E-B559-4EDA-82AC-1B34D0DA4ED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42" y="1536"/>
              <a:ext cx="48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lg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4273" name="Freeform 65">
              <a:extLst>
                <a:ext uri="{FF2B5EF4-FFF2-40B4-BE49-F238E27FC236}">
                  <a16:creationId xmlns:a16="http://schemas.microsoft.com/office/drawing/2014/main" id="{9B6D4447-9658-4432-81F9-3FA5B51D43F2}"/>
                </a:ext>
              </a:extLst>
            </p:cNvPr>
            <p:cNvSpPr>
              <a:spLocks/>
            </p:cNvSpPr>
            <p:nvPr/>
          </p:nvSpPr>
          <p:spPr bwMode="auto">
            <a:xfrm>
              <a:off x="1837" y="1480"/>
              <a:ext cx="59" cy="58"/>
            </a:xfrm>
            <a:custGeom>
              <a:avLst/>
              <a:gdLst>
                <a:gd name="T0" fmla="*/ 0 w 75"/>
                <a:gd name="T1" fmla="*/ 0 h 74"/>
                <a:gd name="T2" fmla="*/ 75 w 75"/>
                <a:gd name="T3" fmla="*/ 74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5" h="74">
                  <a:moveTo>
                    <a:pt x="0" y="0"/>
                  </a:moveTo>
                  <a:lnTo>
                    <a:pt x="75" y="74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lgDash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4274" name="Freeform 66">
              <a:extLst>
                <a:ext uri="{FF2B5EF4-FFF2-40B4-BE49-F238E27FC236}">
                  <a16:creationId xmlns:a16="http://schemas.microsoft.com/office/drawing/2014/main" id="{F059A375-33EB-4867-87CE-860F3A295EE4}"/>
                </a:ext>
              </a:extLst>
            </p:cNvPr>
            <p:cNvSpPr>
              <a:spLocks/>
            </p:cNvSpPr>
            <p:nvPr/>
          </p:nvSpPr>
          <p:spPr bwMode="auto">
            <a:xfrm>
              <a:off x="1693" y="1480"/>
              <a:ext cx="59" cy="58"/>
            </a:xfrm>
            <a:custGeom>
              <a:avLst/>
              <a:gdLst>
                <a:gd name="T0" fmla="*/ 0 w 75"/>
                <a:gd name="T1" fmla="*/ 0 h 74"/>
                <a:gd name="T2" fmla="*/ 75 w 75"/>
                <a:gd name="T3" fmla="*/ 74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5" h="74">
                  <a:moveTo>
                    <a:pt x="0" y="0"/>
                  </a:moveTo>
                  <a:lnTo>
                    <a:pt x="75" y="74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lgDash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4275" name="Freeform 67">
              <a:extLst>
                <a:ext uri="{FF2B5EF4-FFF2-40B4-BE49-F238E27FC236}">
                  <a16:creationId xmlns:a16="http://schemas.microsoft.com/office/drawing/2014/main" id="{89A981B4-7EFC-4556-97DB-313B93A40AC0}"/>
                </a:ext>
              </a:extLst>
            </p:cNvPr>
            <p:cNvSpPr>
              <a:spLocks/>
            </p:cNvSpPr>
            <p:nvPr/>
          </p:nvSpPr>
          <p:spPr bwMode="auto">
            <a:xfrm>
              <a:off x="1377" y="1486"/>
              <a:ext cx="274" cy="273"/>
            </a:xfrm>
            <a:custGeom>
              <a:avLst/>
              <a:gdLst>
                <a:gd name="T0" fmla="*/ 0 w 272"/>
                <a:gd name="T1" fmla="*/ 0 h 273"/>
                <a:gd name="T2" fmla="*/ 272 w 272"/>
                <a:gd name="T3" fmla="*/ 273 h 2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72" h="273">
                  <a:moveTo>
                    <a:pt x="0" y="0"/>
                  </a:moveTo>
                  <a:lnTo>
                    <a:pt x="272" y="273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94276" name="Group 68">
            <a:extLst>
              <a:ext uri="{FF2B5EF4-FFF2-40B4-BE49-F238E27FC236}">
                <a16:creationId xmlns:a16="http://schemas.microsoft.com/office/drawing/2014/main" id="{FA6DED3D-537C-483D-9E13-A961D00BA8FB}"/>
              </a:ext>
            </a:extLst>
          </p:cNvPr>
          <p:cNvGrpSpPr>
            <a:grpSpLocks/>
          </p:cNvGrpSpPr>
          <p:nvPr/>
        </p:nvGrpSpPr>
        <p:grpSpPr bwMode="auto">
          <a:xfrm>
            <a:off x="1008063" y="3781425"/>
            <a:ext cx="1560512" cy="1035050"/>
            <a:chOff x="1064" y="1720"/>
            <a:chExt cx="832" cy="552"/>
          </a:xfrm>
        </p:grpSpPr>
        <p:sp>
          <p:nvSpPr>
            <p:cNvPr id="94277" name="Line 69">
              <a:extLst>
                <a:ext uri="{FF2B5EF4-FFF2-40B4-BE49-F238E27FC236}">
                  <a16:creationId xmlns:a16="http://schemas.microsoft.com/office/drawing/2014/main" id="{FED0B0E5-F0E9-4071-95EB-4214B7F24D9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328" y="2272"/>
              <a:ext cx="328" cy="0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94278" name="Line 70">
              <a:extLst>
                <a:ext uri="{FF2B5EF4-FFF2-40B4-BE49-F238E27FC236}">
                  <a16:creationId xmlns:a16="http://schemas.microsoft.com/office/drawing/2014/main" id="{DE171BA8-281F-4945-8967-DB65DE36F19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336" y="2184"/>
              <a:ext cx="320" cy="0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94279" name="Line 71">
              <a:extLst>
                <a:ext uri="{FF2B5EF4-FFF2-40B4-BE49-F238E27FC236}">
                  <a16:creationId xmlns:a16="http://schemas.microsoft.com/office/drawing/2014/main" id="{D5674522-0D5F-4EEF-84FD-2976335D193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64" y="1720"/>
              <a:ext cx="768" cy="0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94280" name="Line 72">
              <a:extLst>
                <a:ext uri="{FF2B5EF4-FFF2-40B4-BE49-F238E27FC236}">
                  <a16:creationId xmlns:a16="http://schemas.microsoft.com/office/drawing/2014/main" id="{FB6AC533-EA3C-45ED-8A73-956C4932707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28" y="1776"/>
              <a:ext cx="768" cy="0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94281" name="Line 73">
              <a:extLst>
                <a:ext uri="{FF2B5EF4-FFF2-40B4-BE49-F238E27FC236}">
                  <a16:creationId xmlns:a16="http://schemas.microsoft.com/office/drawing/2014/main" id="{EE5A29AE-853C-4ACC-8173-014D9659244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28" y="1968"/>
              <a:ext cx="632" cy="0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94282" name="Freeform 74">
            <a:extLst>
              <a:ext uri="{FF2B5EF4-FFF2-40B4-BE49-F238E27FC236}">
                <a16:creationId xmlns:a16="http://schemas.microsoft.com/office/drawing/2014/main" id="{90A3D93D-B541-40C1-B070-439EEB1AEC30}"/>
              </a:ext>
            </a:extLst>
          </p:cNvPr>
          <p:cNvSpPr>
            <a:spLocks/>
          </p:cNvSpPr>
          <p:nvPr/>
        </p:nvSpPr>
        <p:spPr bwMode="auto">
          <a:xfrm>
            <a:off x="609600" y="2905125"/>
            <a:ext cx="1552575" cy="3519488"/>
          </a:xfrm>
          <a:custGeom>
            <a:avLst/>
            <a:gdLst>
              <a:gd name="T0" fmla="*/ 0 w 813"/>
              <a:gd name="T1" fmla="*/ 1052 h 1868"/>
              <a:gd name="T2" fmla="*/ 813 w 813"/>
              <a:gd name="T3" fmla="*/ 1868 h 1868"/>
              <a:gd name="T4" fmla="*/ 813 w 813"/>
              <a:gd name="T5" fmla="*/ 813 h 1868"/>
              <a:gd name="T6" fmla="*/ 0 w 813"/>
              <a:gd name="T7" fmla="*/ 0 h 1868"/>
              <a:gd name="T8" fmla="*/ 0 w 813"/>
              <a:gd name="T9" fmla="*/ 1052 h 18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13" h="1868">
                <a:moveTo>
                  <a:pt x="0" y="1052"/>
                </a:moveTo>
                <a:lnTo>
                  <a:pt x="813" y="1868"/>
                </a:lnTo>
                <a:lnTo>
                  <a:pt x="813" y="813"/>
                </a:lnTo>
                <a:lnTo>
                  <a:pt x="0" y="0"/>
                </a:lnTo>
                <a:lnTo>
                  <a:pt x="0" y="1052"/>
                </a:lnTo>
                <a:close/>
              </a:path>
            </a:pathLst>
          </a:custGeom>
          <a:solidFill>
            <a:srgbClr val="FFFF99">
              <a:alpha val="50000"/>
            </a:srgbClr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94283" name="Group 75">
            <a:extLst>
              <a:ext uri="{FF2B5EF4-FFF2-40B4-BE49-F238E27FC236}">
                <a16:creationId xmlns:a16="http://schemas.microsoft.com/office/drawing/2014/main" id="{2505D2DF-EFB6-4E16-A32D-BFFB91CAFB35}"/>
              </a:ext>
            </a:extLst>
          </p:cNvPr>
          <p:cNvGrpSpPr>
            <a:grpSpLocks/>
          </p:cNvGrpSpPr>
          <p:nvPr/>
        </p:nvGrpSpPr>
        <p:grpSpPr bwMode="auto">
          <a:xfrm>
            <a:off x="1004888" y="3765550"/>
            <a:ext cx="512762" cy="1077913"/>
            <a:chOff x="634" y="2097"/>
            <a:chExt cx="323" cy="679"/>
          </a:xfrm>
        </p:grpSpPr>
        <p:sp>
          <p:nvSpPr>
            <p:cNvPr id="94284" name="Freeform 76">
              <a:extLst>
                <a:ext uri="{FF2B5EF4-FFF2-40B4-BE49-F238E27FC236}">
                  <a16:creationId xmlns:a16="http://schemas.microsoft.com/office/drawing/2014/main" id="{AA4E774A-7A66-43F1-8B90-169AECC67B6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0" y="2419"/>
              <a:ext cx="237" cy="236"/>
            </a:xfrm>
            <a:custGeom>
              <a:avLst/>
              <a:gdLst>
                <a:gd name="T0" fmla="*/ 0 w 200"/>
                <a:gd name="T1" fmla="*/ 0 h 200"/>
                <a:gd name="T2" fmla="*/ 200 w 200"/>
                <a:gd name="T3" fmla="*/ 200 h 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00" h="200">
                  <a:moveTo>
                    <a:pt x="0" y="0"/>
                  </a:moveTo>
                  <a:lnTo>
                    <a:pt x="200" y="200"/>
                  </a:lnTo>
                </a:path>
              </a:pathLst>
            </a:cu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94285" name="Line 77">
              <a:extLst>
                <a:ext uri="{FF2B5EF4-FFF2-40B4-BE49-F238E27FC236}">
                  <a16:creationId xmlns:a16="http://schemas.microsoft.com/office/drawing/2014/main" id="{BFB91378-D21F-4477-BCCA-6D104DC6FDD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37" y="2108"/>
              <a:ext cx="0" cy="35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4286" name="Line 78">
              <a:extLst>
                <a:ext uri="{FF2B5EF4-FFF2-40B4-BE49-F238E27FC236}">
                  <a16:creationId xmlns:a16="http://schemas.microsoft.com/office/drawing/2014/main" id="{7D7A73EB-F0C5-4122-B703-24DDD1B648E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23" y="2198"/>
              <a:ext cx="0" cy="22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4287" name="Line 79">
              <a:extLst>
                <a:ext uri="{FF2B5EF4-FFF2-40B4-BE49-F238E27FC236}">
                  <a16:creationId xmlns:a16="http://schemas.microsoft.com/office/drawing/2014/main" id="{CA14EBCE-5BA2-418F-97A8-B52793960BE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48" y="2655"/>
              <a:ext cx="0" cy="121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4288" name="Line 80">
              <a:extLst>
                <a:ext uri="{FF2B5EF4-FFF2-40B4-BE49-F238E27FC236}">
                  <a16:creationId xmlns:a16="http://schemas.microsoft.com/office/drawing/2014/main" id="{92A7D6C2-4CF8-4C7D-8E4C-4B269D19845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34" y="2447"/>
              <a:ext cx="323" cy="322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94289" name="Line 81">
              <a:extLst>
                <a:ext uri="{FF2B5EF4-FFF2-40B4-BE49-F238E27FC236}">
                  <a16:creationId xmlns:a16="http://schemas.microsoft.com/office/drawing/2014/main" id="{0D18A29D-9035-4040-83DD-3BEC079307F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634" y="2334"/>
              <a:ext cx="95" cy="94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94290" name="Line 82">
              <a:extLst>
                <a:ext uri="{FF2B5EF4-FFF2-40B4-BE49-F238E27FC236}">
                  <a16:creationId xmlns:a16="http://schemas.microsoft.com/office/drawing/2014/main" id="{B5532BBE-E278-4AE3-B7F4-1528653272C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636" y="2173"/>
              <a:ext cx="95" cy="94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94291" name="Line 83">
              <a:extLst>
                <a:ext uri="{FF2B5EF4-FFF2-40B4-BE49-F238E27FC236}">
                  <a16:creationId xmlns:a16="http://schemas.microsoft.com/office/drawing/2014/main" id="{4B3C672C-1B4E-47F4-A580-F94192F9E36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636" y="2097"/>
              <a:ext cx="95" cy="95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94292" name="Group 84">
            <a:extLst>
              <a:ext uri="{FF2B5EF4-FFF2-40B4-BE49-F238E27FC236}">
                <a16:creationId xmlns:a16="http://schemas.microsoft.com/office/drawing/2014/main" id="{786D97E0-BB58-47C2-85AB-6C95EBE8A2EA}"/>
              </a:ext>
            </a:extLst>
          </p:cNvPr>
          <p:cNvGrpSpPr>
            <a:grpSpLocks/>
          </p:cNvGrpSpPr>
          <p:nvPr/>
        </p:nvGrpSpPr>
        <p:grpSpPr bwMode="auto">
          <a:xfrm>
            <a:off x="2032000" y="3902075"/>
            <a:ext cx="2162175" cy="1574800"/>
            <a:chOff x="1616" y="1784"/>
            <a:chExt cx="1152" cy="840"/>
          </a:xfrm>
        </p:grpSpPr>
        <p:sp>
          <p:nvSpPr>
            <p:cNvPr id="94293" name="Line 85">
              <a:extLst>
                <a:ext uri="{FF2B5EF4-FFF2-40B4-BE49-F238E27FC236}">
                  <a16:creationId xmlns:a16="http://schemas.microsoft.com/office/drawing/2014/main" id="{5D0230B7-25C3-47BF-85AE-BDD634F7F66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32" y="2280"/>
              <a:ext cx="320" cy="320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94294" name="Line 86">
              <a:extLst>
                <a:ext uri="{FF2B5EF4-FFF2-40B4-BE49-F238E27FC236}">
                  <a16:creationId xmlns:a16="http://schemas.microsoft.com/office/drawing/2014/main" id="{F454F9EF-5D16-4801-A0A0-C618005C0ED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16" y="2240"/>
              <a:ext cx="384" cy="384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94295" name="Line 87">
              <a:extLst>
                <a:ext uri="{FF2B5EF4-FFF2-40B4-BE49-F238E27FC236}">
                  <a16:creationId xmlns:a16="http://schemas.microsoft.com/office/drawing/2014/main" id="{AECD1A4F-15CA-4080-90D9-8BC54DB19F1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48" y="2184"/>
              <a:ext cx="352" cy="352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94296" name="Line 88">
              <a:extLst>
                <a:ext uri="{FF2B5EF4-FFF2-40B4-BE49-F238E27FC236}">
                  <a16:creationId xmlns:a16="http://schemas.microsoft.com/office/drawing/2014/main" id="{79F89B95-FC58-47A7-9F01-6E08CA48E1D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32" y="1784"/>
              <a:ext cx="536" cy="536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94297" name="Line 89">
              <a:extLst>
                <a:ext uri="{FF2B5EF4-FFF2-40B4-BE49-F238E27FC236}">
                  <a16:creationId xmlns:a16="http://schemas.microsoft.com/office/drawing/2014/main" id="{0A308A7D-0D72-46EE-93B6-661079D7B8D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52" y="1840"/>
              <a:ext cx="568" cy="568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94298" name="Rectangle 90">
            <a:extLst>
              <a:ext uri="{FF2B5EF4-FFF2-40B4-BE49-F238E27FC236}">
                <a16:creationId xmlns:a16="http://schemas.microsoft.com/office/drawing/2014/main" id="{2D472EA5-735B-477B-AB51-6937C01DEC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288" y="4425950"/>
            <a:ext cx="3194050" cy="1982788"/>
          </a:xfrm>
          <a:prstGeom prst="rect">
            <a:avLst/>
          </a:prstGeom>
          <a:solidFill>
            <a:srgbClr val="FFCCFF">
              <a:alpha val="50000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94299" name="Group 91">
            <a:extLst>
              <a:ext uri="{FF2B5EF4-FFF2-40B4-BE49-F238E27FC236}">
                <a16:creationId xmlns:a16="http://schemas.microsoft.com/office/drawing/2014/main" id="{0BD3765C-8A21-4B61-A631-4588F7FFB314}"/>
              </a:ext>
            </a:extLst>
          </p:cNvPr>
          <p:cNvGrpSpPr>
            <a:grpSpLocks/>
          </p:cNvGrpSpPr>
          <p:nvPr/>
        </p:nvGrpSpPr>
        <p:grpSpPr bwMode="auto">
          <a:xfrm>
            <a:off x="2743200" y="4892675"/>
            <a:ext cx="1484313" cy="563563"/>
            <a:chOff x="1728" y="2811"/>
            <a:chExt cx="935" cy="355"/>
          </a:xfrm>
        </p:grpSpPr>
        <p:sp>
          <p:nvSpPr>
            <p:cNvPr id="94300" name="Line 92">
              <a:extLst>
                <a:ext uri="{FF2B5EF4-FFF2-40B4-BE49-F238E27FC236}">
                  <a16:creationId xmlns:a16="http://schemas.microsoft.com/office/drawing/2014/main" id="{86BAB46C-DAB3-4D19-99BD-904B4742D72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106" y="2916"/>
              <a:ext cx="0" cy="14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4301" name="Freeform 93">
              <a:extLst>
                <a:ext uri="{FF2B5EF4-FFF2-40B4-BE49-F238E27FC236}">
                  <a16:creationId xmlns:a16="http://schemas.microsoft.com/office/drawing/2014/main" id="{B0F2F746-2561-42C6-9E65-288C922CAFD6}"/>
                </a:ext>
              </a:extLst>
            </p:cNvPr>
            <p:cNvSpPr>
              <a:spLocks/>
            </p:cNvSpPr>
            <p:nvPr/>
          </p:nvSpPr>
          <p:spPr bwMode="auto">
            <a:xfrm>
              <a:off x="2107" y="2811"/>
              <a:ext cx="169" cy="106"/>
            </a:xfrm>
            <a:custGeom>
              <a:avLst/>
              <a:gdLst>
                <a:gd name="T0" fmla="*/ 0 w 144"/>
                <a:gd name="T1" fmla="*/ 67 h 67"/>
                <a:gd name="T2" fmla="*/ 144 w 144"/>
                <a:gd name="T3" fmla="*/ 0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44" h="67">
                  <a:moveTo>
                    <a:pt x="0" y="67"/>
                  </a:moveTo>
                  <a:lnTo>
                    <a:pt x="144" y="0"/>
                  </a:ln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4302" name="Line 94">
              <a:extLst>
                <a:ext uri="{FF2B5EF4-FFF2-40B4-BE49-F238E27FC236}">
                  <a16:creationId xmlns:a16="http://schemas.microsoft.com/office/drawing/2014/main" id="{97AC9530-E9ED-47E8-ABF8-0011C15F22B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728" y="3166"/>
              <a:ext cx="935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4303" name="Line 95">
              <a:extLst>
                <a:ext uri="{FF2B5EF4-FFF2-40B4-BE49-F238E27FC236}">
                  <a16:creationId xmlns:a16="http://schemas.microsoft.com/office/drawing/2014/main" id="{4BB7B9F1-B55C-4C66-8A3C-64EAAA39AA3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650" y="2811"/>
              <a:ext cx="0" cy="35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4304" name="Line 96">
              <a:extLst>
                <a:ext uri="{FF2B5EF4-FFF2-40B4-BE49-F238E27FC236}">
                  <a16:creationId xmlns:a16="http://schemas.microsoft.com/office/drawing/2014/main" id="{E8B350C3-F0B8-498A-B323-0F334ED2974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276" y="2815"/>
              <a:ext cx="369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4305" name="Line 97">
              <a:extLst>
                <a:ext uri="{FF2B5EF4-FFF2-40B4-BE49-F238E27FC236}">
                  <a16:creationId xmlns:a16="http://schemas.microsoft.com/office/drawing/2014/main" id="{D38BA26F-2D81-471E-AE54-9594EAFC73F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32" y="3052"/>
              <a:ext cx="0" cy="114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94306" name="Line 98">
              <a:extLst>
                <a:ext uri="{FF2B5EF4-FFF2-40B4-BE49-F238E27FC236}">
                  <a16:creationId xmlns:a16="http://schemas.microsoft.com/office/drawing/2014/main" id="{61537E3C-E617-4123-AB75-C661E321D66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32" y="3052"/>
              <a:ext cx="378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94307" name="Line 99">
              <a:extLst>
                <a:ext uri="{FF2B5EF4-FFF2-40B4-BE49-F238E27FC236}">
                  <a16:creationId xmlns:a16="http://schemas.microsoft.com/office/drawing/2014/main" id="{748AE91D-27C2-4B4B-B43B-0EDC98B4B44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00" y="3043"/>
              <a:ext cx="549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lg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420680418"/>
      </p:ext>
    </p:extLst>
  </p:cSld>
  <p:clrMapOvr>
    <a:masterClrMapping/>
  </p:clrMapOvr>
  <p:transition spd="slow">
    <p:cover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42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42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94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942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42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4" dur="500"/>
                                        <p:tgtEl>
                                          <p:spTgt spid="94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29" dur="500"/>
                                        <p:tgtEl>
                                          <p:spTgt spid="94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942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942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942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942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942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942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942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942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1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942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942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942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942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8" dur="500"/>
                                        <p:tgtEl>
                                          <p:spTgt spid="942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3" dur="500"/>
                                        <p:tgtEl>
                                          <p:spTgt spid="94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8" dur="500"/>
                                        <p:tgtEl>
                                          <p:spTgt spid="9427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4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3" dur="500"/>
                                        <p:tgtEl>
                                          <p:spTgt spid="94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8" dur="500"/>
                                        <p:tgtEl>
                                          <p:spTgt spid="94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3" dur="500"/>
                                        <p:tgtEl>
                                          <p:spTgt spid="94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8" dur="500"/>
                                        <p:tgtEl>
                                          <p:spTgt spid="9426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4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3" dur="500"/>
                                        <p:tgtEl>
                                          <p:spTgt spid="94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 nodeType="clickPar">
                      <p:stCondLst>
                        <p:cond delay="indefinite"/>
                      </p:stCondLst>
                      <p:childTnLst>
                        <p:par>
                          <p:cTn id="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6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98" dur="500"/>
                                        <p:tgtEl>
                                          <p:spTgt spid="94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 nodeType="clickPar">
                      <p:stCondLst>
                        <p:cond delay="indefinite"/>
                      </p:stCondLst>
                      <p:childTnLst>
                        <p:par>
                          <p:cTn id="1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3" dur="500"/>
                                        <p:tgtEl>
                                          <p:spTgt spid="94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 nodeType="clickPar">
                      <p:stCondLst>
                        <p:cond delay="indefinite"/>
                      </p:stCondLst>
                      <p:childTnLst>
                        <p:par>
                          <p:cTn id="10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8" dur="500"/>
                                        <p:tgtEl>
                                          <p:spTgt spid="9429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4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 nodeType="clickPar">
                      <p:stCondLst>
                        <p:cond delay="indefinite"/>
                      </p:stCondLst>
                      <p:childTnLst>
                        <p:par>
                          <p:cTn id="1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3" dur="500"/>
                                        <p:tgtEl>
                                          <p:spTgt spid="94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4211" grpId="0" autoUpdateAnimBg="0"/>
      <p:bldP spid="94212" grpId="0" build="p" autoUpdateAnimBg="0"/>
      <p:bldP spid="94213" grpId="0" autoUpdateAnimBg="0"/>
      <p:bldP spid="94214" grpId="0" autoUpdateAnimBg="0"/>
      <p:bldP spid="94215" grpId="0" autoUpdateAnimBg="0"/>
      <p:bldP spid="94216" grpId="0" autoUpdateAnimBg="0"/>
      <p:bldP spid="94217" grpId="0" autoUpdateAnimBg="0"/>
      <p:bldP spid="94218" grpId="0" autoUpdateAnimBg="0"/>
      <p:bldP spid="94219" grpId="0" autoUpdateAnimBg="0"/>
      <p:bldP spid="94221" grpId="0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Text Box 1026">
            <a:extLst>
              <a:ext uri="{FF2B5EF4-FFF2-40B4-BE49-F238E27FC236}">
                <a16:creationId xmlns:a16="http://schemas.microsoft.com/office/drawing/2014/main" id="{8B9BC319-39C0-4E52-9543-8D327A5461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40012" y="11113"/>
            <a:ext cx="508317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l" eaLnBrk="1" hangingPunct="1"/>
            <a:r>
              <a:rPr lang="en-US" altLang="zh-CN" sz="3200" dirty="0">
                <a:solidFill>
                  <a:schemeClr val="bg1"/>
                </a:solidFill>
              </a:rPr>
              <a:t>2</a:t>
            </a:r>
            <a:r>
              <a:rPr lang="zh-CN" altLang="en-US" sz="3200" dirty="0">
                <a:solidFill>
                  <a:schemeClr val="bg1"/>
                </a:solidFill>
              </a:rPr>
              <a:t>）六个投影面的展开</a:t>
            </a:r>
          </a:p>
        </p:txBody>
      </p:sp>
      <p:grpSp>
        <p:nvGrpSpPr>
          <p:cNvPr id="95311" name="Group 1103">
            <a:extLst>
              <a:ext uri="{FF2B5EF4-FFF2-40B4-BE49-F238E27FC236}">
                <a16:creationId xmlns:a16="http://schemas.microsoft.com/office/drawing/2014/main" id="{257EBAB9-BADD-47A5-B360-B62C777D4FEF}"/>
              </a:ext>
            </a:extLst>
          </p:cNvPr>
          <p:cNvGrpSpPr>
            <a:grpSpLocks/>
          </p:cNvGrpSpPr>
          <p:nvPr/>
        </p:nvGrpSpPr>
        <p:grpSpPr bwMode="auto">
          <a:xfrm>
            <a:off x="660400" y="952500"/>
            <a:ext cx="7620000" cy="4849813"/>
            <a:chOff x="416" y="600"/>
            <a:chExt cx="4800" cy="3055"/>
          </a:xfrm>
        </p:grpSpPr>
        <p:sp>
          <p:nvSpPr>
            <p:cNvPr id="95240" name="Freeform 1032">
              <a:extLst>
                <a:ext uri="{FF2B5EF4-FFF2-40B4-BE49-F238E27FC236}">
                  <a16:creationId xmlns:a16="http://schemas.microsoft.com/office/drawing/2014/main" id="{422000B9-78A6-4671-A2FD-042193EEFDA5}"/>
                </a:ext>
              </a:extLst>
            </p:cNvPr>
            <p:cNvSpPr>
              <a:spLocks/>
            </p:cNvSpPr>
            <p:nvPr/>
          </p:nvSpPr>
          <p:spPr bwMode="auto">
            <a:xfrm>
              <a:off x="1525" y="2503"/>
              <a:ext cx="2304" cy="871"/>
            </a:xfrm>
            <a:custGeom>
              <a:avLst/>
              <a:gdLst>
                <a:gd name="T0" fmla="*/ 0 w 2304"/>
                <a:gd name="T1" fmla="*/ 0 h 871"/>
                <a:gd name="T2" fmla="*/ 864 w 2304"/>
                <a:gd name="T3" fmla="*/ 871 h 871"/>
                <a:gd name="T4" fmla="*/ 2304 w 2304"/>
                <a:gd name="T5" fmla="*/ 871 h 871"/>
                <a:gd name="T6" fmla="*/ 1434 w 2304"/>
                <a:gd name="T7" fmla="*/ 1 h 871"/>
                <a:gd name="T8" fmla="*/ 0 w 2304"/>
                <a:gd name="T9" fmla="*/ 0 h 8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04" h="871">
                  <a:moveTo>
                    <a:pt x="0" y="0"/>
                  </a:moveTo>
                  <a:lnTo>
                    <a:pt x="864" y="871"/>
                  </a:lnTo>
                  <a:lnTo>
                    <a:pt x="2304" y="871"/>
                  </a:lnTo>
                  <a:lnTo>
                    <a:pt x="1434" y="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9FF99"/>
            </a:solidFill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5296" name="Freeform 1088">
              <a:extLst>
                <a:ext uri="{FF2B5EF4-FFF2-40B4-BE49-F238E27FC236}">
                  <a16:creationId xmlns:a16="http://schemas.microsoft.com/office/drawing/2014/main" id="{D27429EC-0B15-4584-8DCD-AE033EACCE61}"/>
                </a:ext>
              </a:extLst>
            </p:cNvPr>
            <p:cNvSpPr>
              <a:spLocks/>
            </p:cNvSpPr>
            <p:nvPr/>
          </p:nvSpPr>
          <p:spPr bwMode="auto">
            <a:xfrm>
              <a:off x="1904" y="2656"/>
              <a:ext cx="1360" cy="424"/>
            </a:xfrm>
            <a:custGeom>
              <a:avLst/>
              <a:gdLst>
                <a:gd name="T0" fmla="*/ 936 w 1360"/>
                <a:gd name="T1" fmla="*/ 0 h 424"/>
                <a:gd name="T2" fmla="*/ 0 w 1360"/>
                <a:gd name="T3" fmla="*/ 0 h 424"/>
                <a:gd name="T4" fmla="*/ 424 w 1360"/>
                <a:gd name="T5" fmla="*/ 424 h 424"/>
                <a:gd name="T6" fmla="*/ 1360 w 1360"/>
                <a:gd name="T7" fmla="*/ 424 h 424"/>
                <a:gd name="T8" fmla="*/ 936 w 1360"/>
                <a:gd name="T9" fmla="*/ 0 h 4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60" h="424">
                  <a:moveTo>
                    <a:pt x="936" y="0"/>
                  </a:moveTo>
                  <a:lnTo>
                    <a:pt x="0" y="0"/>
                  </a:lnTo>
                  <a:lnTo>
                    <a:pt x="424" y="424"/>
                  </a:lnTo>
                  <a:lnTo>
                    <a:pt x="1360" y="424"/>
                  </a:lnTo>
                  <a:lnTo>
                    <a:pt x="936" y="0"/>
                  </a:lnTo>
                  <a:close/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236" name="Freeform 1028">
              <a:extLst>
                <a:ext uri="{FF2B5EF4-FFF2-40B4-BE49-F238E27FC236}">
                  <a16:creationId xmlns:a16="http://schemas.microsoft.com/office/drawing/2014/main" id="{613101B0-8E45-465B-A599-868142FD75E6}"/>
                </a:ext>
              </a:extLst>
            </p:cNvPr>
            <p:cNvSpPr>
              <a:spLocks/>
            </p:cNvSpPr>
            <p:nvPr/>
          </p:nvSpPr>
          <p:spPr bwMode="auto">
            <a:xfrm>
              <a:off x="4165" y="1783"/>
              <a:ext cx="864" cy="1872"/>
            </a:xfrm>
            <a:custGeom>
              <a:avLst/>
              <a:gdLst>
                <a:gd name="T0" fmla="*/ 0 w 864"/>
                <a:gd name="T1" fmla="*/ 0 h 1872"/>
                <a:gd name="T2" fmla="*/ 864 w 864"/>
                <a:gd name="T3" fmla="*/ 864 h 1872"/>
                <a:gd name="T4" fmla="*/ 864 w 864"/>
                <a:gd name="T5" fmla="*/ 1872 h 1872"/>
                <a:gd name="T6" fmla="*/ 0 w 864"/>
                <a:gd name="T7" fmla="*/ 1008 h 1872"/>
                <a:gd name="T8" fmla="*/ 0 w 864"/>
                <a:gd name="T9" fmla="*/ 0 h 18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64" h="1872">
                  <a:moveTo>
                    <a:pt x="0" y="0"/>
                  </a:moveTo>
                  <a:lnTo>
                    <a:pt x="864" y="864"/>
                  </a:lnTo>
                  <a:lnTo>
                    <a:pt x="864" y="1872"/>
                  </a:lnTo>
                  <a:lnTo>
                    <a:pt x="0" y="100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CFF"/>
            </a:solidFill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5238" name="Rectangle 1030">
              <a:extLst>
                <a:ext uri="{FF2B5EF4-FFF2-40B4-BE49-F238E27FC236}">
                  <a16:creationId xmlns:a16="http://schemas.microsoft.com/office/drawing/2014/main" id="{B1F55FBB-ACC1-41D2-A9AF-0352F96A86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26" y="1495"/>
              <a:ext cx="1439" cy="1006"/>
            </a:xfrm>
            <a:prstGeom prst="rect">
              <a:avLst/>
            </a:prstGeom>
            <a:solidFill>
              <a:srgbClr val="FF00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5239" name="Freeform 1031">
              <a:extLst>
                <a:ext uri="{FF2B5EF4-FFF2-40B4-BE49-F238E27FC236}">
                  <a16:creationId xmlns:a16="http://schemas.microsoft.com/office/drawing/2014/main" id="{D5C20187-6716-409D-B279-E40B39FFF2D6}"/>
                </a:ext>
              </a:extLst>
            </p:cNvPr>
            <p:cNvSpPr>
              <a:spLocks/>
            </p:cNvSpPr>
            <p:nvPr/>
          </p:nvSpPr>
          <p:spPr bwMode="auto">
            <a:xfrm>
              <a:off x="1525" y="808"/>
              <a:ext cx="2514" cy="690"/>
            </a:xfrm>
            <a:custGeom>
              <a:avLst/>
              <a:gdLst>
                <a:gd name="T0" fmla="*/ 0 w 2514"/>
                <a:gd name="T1" fmla="*/ 690 h 690"/>
                <a:gd name="T2" fmla="*/ 1134 w 2514"/>
                <a:gd name="T3" fmla="*/ 0 h 690"/>
                <a:gd name="T4" fmla="*/ 2514 w 2514"/>
                <a:gd name="T5" fmla="*/ 0 h 690"/>
                <a:gd name="T6" fmla="*/ 1440 w 2514"/>
                <a:gd name="T7" fmla="*/ 690 h 690"/>
                <a:gd name="T8" fmla="*/ 0 w 2514"/>
                <a:gd name="T9" fmla="*/ 690 h 6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14" h="690">
                  <a:moveTo>
                    <a:pt x="0" y="690"/>
                  </a:moveTo>
                  <a:lnTo>
                    <a:pt x="1134" y="0"/>
                  </a:lnTo>
                  <a:lnTo>
                    <a:pt x="2514" y="0"/>
                  </a:lnTo>
                  <a:lnTo>
                    <a:pt x="1440" y="690"/>
                  </a:lnTo>
                  <a:lnTo>
                    <a:pt x="0" y="690"/>
                  </a:lnTo>
                  <a:close/>
                </a:path>
              </a:pathLst>
            </a:custGeom>
            <a:solidFill>
              <a:srgbClr val="66FFFF"/>
            </a:solidFill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5241" name="Freeform 1033">
              <a:extLst>
                <a:ext uri="{FF2B5EF4-FFF2-40B4-BE49-F238E27FC236}">
                  <a16:creationId xmlns:a16="http://schemas.microsoft.com/office/drawing/2014/main" id="{152FDD51-ACC6-442D-8901-83490B1AE975}"/>
                </a:ext>
              </a:extLst>
            </p:cNvPr>
            <p:cNvSpPr>
              <a:spLocks/>
            </p:cNvSpPr>
            <p:nvPr/>
          </p:nvSpPr>
          <p:spPr bwMode="auto">
            <a:xfrm>
              <a:off x="484" y="1495"/>
              <a:ext cx="1041" cy="1459"/>
            </a:xfrm>
            <a:custGeom>
              <a:avLst/>
              <a:gdLst>
                <a:gd name="T0" fmla="*/ 1041 w 1041"/>
                <a:gd name="T1" fmla="*/ 0 h 1459"/>
                <a:gd name="T2" fmla="*/ 0 w 1041"/>
                <a:gd name="T3" fmla="*/ 469 h 1459"/>
                <a:gd name="T4" fmla="*/ 0 w 1041"/>
                <a:gd name="T5" fmla="*/ 1459 h 1459"/>
                <a:gd name="T6" fmla="*/ 1041 w 1041"/>
                <a:gd name="T7" fmla="*/ 1008 h 1459"/>
                <a:gd name="T8" fmla="*/ 1041 w 1041"/>
                <a:gd name="T9" fmla="*/ 0 h 14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41" h="1459">
                  <a:moveTo>
                    <a:pt x="1041" y="0"/>
                  </a:moveTo>
                  <a:lnTo>
                    <a:pt x="0" y="469"/>
                  </a:lnTo>
                  <a:lnTo>
                    <a:pt x="0" y="1459"/>
                  </a:lnTo>
                  <a:lnTo>
                    <a:pt x="1041" y="1008"/>
                  </a:lnTo>
                  <a:lnTo>
                    <a:pt x="1041" y="0"/>
                  </a:lnTo>
                  <a:close/>
                </a:path>
              </a:pathLst>
            </a:custGeom>
            <a:solidFill>
              <a:srgbClr val="FFFFCC"/>
            </a:solidFill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5242" name="Freeform 1034">
              <a:extLst>
                <a:ext uri="{FF2B5EF4-FFF2-40B4-BE49-F238E27FC236}">
                  <a16:creationId xmlns:a16="http://schemas.microsoft.com/office/drawing/2014/main" id="{5062A4A8-25A7-45E1-98D0-6A2CBED47D51}"/>
                </a:ext>
              </a:extLst>
            </p:cNvPr>
            <p:cNvSpPr>
              <a:spLocks/>
            </p:cNvSpPr>
            <p:nvPr/>
          </p:nvSpPr>
          <p:spPr bwMode="auto">
            <a:xfrm>
              <a:off x="2965" y="1495"/>
              <a:ext cx="1200" cy="1296"/>
            </a:xfrm>
            <a:custGeom>
              <a:avLst/>
              <a:gdLst>
                <a:gd name="T0" fmla="*/ 0 w 1200"/>
                <a:gd name="T1" fmla="*/ 0 h 1296"/>
                <a:gd name="T2" fmla="*/ 1200 w 1200"/>
                <a:gd name="T3" fmla="*/ 288 h 1296"/>
                <a:gd name="T4" fmla="*/ 1200 w 1200"/>
                <a:gd name="T5" fmla="*/ 1296 h 1296"/>
                <a:gd name="T6" fmla="*/ 0 w 1200"/>
                <a:gd name="T7" fmla="*/ 1008 h 1296"/>
                <a:gd name="T8" fmla="*/ 0 w 1200"/>
                <a:gd name="T9" fmla="*/ 0 h 12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00" h="1296">
                  <a:moveTo>
                    <a:pt x="0" y="0"/>
                  </a:moveTo>
                  <a:lnTo>
                    <a:pt x="1200" y="288"/>
                  </a:lnTo>
                  <a:lnTo>
                    <a:pt x="1200" y="1296"/>
                  </a:lnTo>
                  <a:lnTo>
                    <a:pt x="0" y="100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00"/>
            </a:solidFill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5243" name="Rectangle 1035">
              <a:extLst>
                <a:ext uri="{FF2B5EF4-FFF2-40B4-BE49-F238E27FC236}">
                  <a16:creationId xmlns:a16="http://schemas.microsoft.com/office/drawing/2014/main" id="{06F00181-A389-441F-A56D-F9ECBB86DD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65" y="2167"/>
              <a:ext cx="912" cy="144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5244" name="Freeform 1036">
              <a:extLst>
                <a:ext uri="{FF2B5EF4-FFF2-40B4-BE49-F238E27FC236}">
                  <a16:creationId xmlns:a16="http://schemas.microsoft.com/office/drawing/2014/main" id="{8C66255B-26FA-4745-9FC9-E0A2EBC5F434}"/>
                </a:ext>
              </a:extLst>
            </p:cNvPr>
            <p:cNvSpPr>
              <a:spLocks/>
            </p:cNvSpPr>
            <p:nvPr/>
          </p:nvSpPr>
          <p:spPr bwMode="auto">
            <a:xfrm>
              <a:off x="2299" y="1888"/>
              <a:ext cx="389" cy="1"/>
            </a:xfrm>
            <a:custGeom>
              <a:avLst/>
              <a:gdLst>
                <a:gd name="T0" fmla="*/ 389 w 389"/>
                <a:gd name="T1" fmla="*/ 0 h 1"/>
                <a:gd name="T2" fmla="*/ 0 w 389"/>
                <a:gd name="T3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89" h="1">
                  <a:moveTo>
                    <a:pt x="389" y="0"/>
                  </a:moveTo>
                  <a:lnTo>
                    <a:pt x="0" y="1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5245" name="Freeform 1037">
              <a:extLst>
                <a:ext uri="{FF2B5EF4-FFF2-40B4-BE49-F238E27FC236}">
                  <a16:creationId xmlns:a16="http://schemas.microsoft.com/office/drawing/2014/main" id="{EC150BC0-DC89-482C-B2C0-43FE17825E80}"/>
                </a:ext>
              </a:extLst>
            </p:cNvPr>
            <p:cNvSpPr>
              <a:spLocks/>
            </p:cNvSpPr>
            <p:nvPr/>
          </p:nvSpPr>
          <p:spPr bwMode="auto">
            <a:xfrm>
              <a:off x="2101" y="1968"/>
              <a:ext cx="3" cy="199"/>
            </a:xfrm>
            <a:custGeom>
              <a:avLst/>
              <a:gdLst>
                <a:gd name="T0" fmla="*/ 0 w 3"/>
                <a:gd name="T1" fmla="*/ 199 h 199"/>
                <a:gd name="T2" fmla="*/ 3 w 3"/>
                <a:gd name="T3" fmla="*/ 0 h 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" h="199">
                  <a:moveTo>
                    <a:pt x="0" y="199"/>
                  </a:moveTo>
                  <a:lnTo>
                    <a:pt x="3" y="0"/>
                  </a:ln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5246" name="Freeform 1038">
              <a:extLst>
                <a:ext uri="{FF2B5EF4-FFF2-40B4-BE49-F238E27FC236}">
                  <a16:creationId xmlns:a16="http://schemas.microsoft.com/office/drawing/2014/main" id="{170B5ACE-B48C-4AD4-A540-84615D1DBD01}"/>
                </a:ext>
              </a:extLst>
            </p:cNvPr>
            <p:cNvSpPr>
              <a:spLocks/>
            </p:cNvSpPr>
            <p:nvPr/>
          </p:nvSpPr>
          <p:spPr bwMode="auto">
            <a:xfrm>
              <a:off x="2104" y="1888"/>
              <a:ext cx="200" cy="80"/>
            </a:xfrm>
            <a:custGeom>
              <a:avLst/>
              <a:gdLst>
                <a:gd name="T0" fmla="*/ 0 w 200"/>
                <a:gd name="T1" fmla="*/ 80 h 80"/>
                <a:gd name="T2" fmla="*/ 200 w 200"/>
                <a:gd name="T3" fmla="*/ 0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00" h="80">
                  <a:moveTo>
                    <a:pt x="0" y="80"/>
                  </a:moveTo>
                  <a:lnTo>
                    <a:pt x="200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5247" name="Line 1039">
              <a:extLst>
                <a:ext uri="{FF2B5EF4-FFF2-40B4-BE49-F238E27FC236}">
                  <a16:creationId xmlns:a16="http://schemas.microsoft.com/office/drawing/2014/main" id="{13EA916F-0DF1-420F-A4A6-ADA2BFF9CCA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677" y="1889"/>
              <a:ext cx="0" cy="27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5266" name="Freeform 1058">
              <a:extLst>
                <a:ext uri="{FF2B5EF4-FFF2-40B4-BE49-F238E27FC236}">
                  <a16:creationId xmlns:a16="http://schemas.microsoft.com/office/drawing/2014/main" id="{8C035773-D873-4D73-B22B-C773C2E5C4E4}"/>
                </a:ext>
              </a:extLst>
            </p:cNvPr>
            <p:cNvSpPr>
              <a:spLocks/>
            </p:cNvSpPr>
            <p:nvPr/>
          </p:nvSpPr>
          <p:spPr bwMode="auto">
            <a:xfrm>
              <a:off x="2376" y="2789"/>
              <a:ext cx="591" cy="3"/>
            </a:xfrm>
            <a:custGeom>
              <a:avLst/>
              <a:gdLst>
                <a:gd name="T0" fmla="*/ 0 w 591"/>
                <a:gd name="T1" fmla="*/ 3 h 3"/>
                <a:gd name="T2" fmla="*/ 591 w 591"/>
                <a:gd name="T3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591" h="3">
                  <a:moveTo>
                    <a:pt x="0" y="3"/>
                  </a:moveTo>
                  <a:lnTo>
                    <a:pt x="591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5268" name="Freeform 1060">
              <a:extLst>
                <a:ext uri="{FF2B5EF4-FFF2-40B4-BE49-F238E27FC236}">
                  <a16:creationId xmlns:a16="http://schemas.microsoft.com/office/drawing/2014/main" id="{8EC74C16-493B-45E9-972B-E1613AF1218E}"/>
                </a:ext>
              </a:extLst>
            </p:cNvPr>
            <p:cNvSpPr>
              <a:spLocks/>
            </p:cNvSpPr>
            <p:nvPr/>
          </p:nvSpPr>
          <p:spPr bwMode="auto">
            <a:xfrm>
              <a:off x="2240" y="2648"/>
              <a:ext cx="144" cy="144"/>
            </a:xfrm>
            <a:custGeom>
              <a:avLst/>
              <a:gdLst>
                <a:gd name="T0" fmla="*/ 144 w 144"/>
                <a:gd name="T1" fmla="*/ 144 h 144"/>
                <a:gd name="T2" fmla="*/ 0 w 144"/>
                <a:gd name="T3" fmla="*/ 0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44" h="144">
                  <a:moveTo>
                    <a:pt x="144" y="144"/>
                  </a:moveTo>
                  <a:lnTo>
                    <a:pt x="0" y="0"/>
                  </a:ln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5269" name="Freeform 1061">
              <a:extLst>
                <a:ext uri="{FF2B5EF4-FFF2-40B4-BE49-F238E27FC236}">
                  <a16:creationId xmlns:a16="http://schemas.microsoft.com/office/drawing/2014/main" id="{B237BE3A-1263-427E-903E-F5270BAF68C5}"/>
                </a:ext>
              </a:extLst>
            </p:cNvPr>
            <p:cNvSpPr>
              <a:spLocks/>
            </p:cNvSpPr>
            <p:nvPr/>
          </p:nvSpPr>
          <p:spPr bwMode="auto">
            <a:xfrm>
              <a:off x="2448" y="2645"/>
              <a:ext cx="144" cy="144"/>
            </a:xfrm>
            <a:custGeom>
              <a:avLst/>
              <a:gdLst>
                <a:gd name="T0" fmla="*/ 0 w 144"/>
                <a:gd name="T1" fmla="*/ 0 h 144"/>
                <a:gd name="T2" fmla="*/ 144 w 144"/>
                <a:gd name="T3" fmla="*/ 144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44" h="144">
                  <a:moveTo>
                    <a:pt x="0" y="0"/>
                  </a:moveTo>
                  <a:lnTo>
                    <a:pt x="144" y="144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5283" name="Text Box 1075">
              <a:extLst>
                <a:ext uri="{FF2B5EF4-FFF2-40B4-BE49-F238E27FC236}">
                  <a16:creationId xmlns:a16="http://schemas.microsoft.com/office/drawing/2014/main" id="{14C90354-A028-4201-87AD-FDB859669E1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77" y="1447"/>
              <a:ext cx="62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eaLnBrk="1" hangingPunct="1"/>
              <a:r>
                <a:rPr lang="zh-CN" altLang="en-US"/>
                <a:t>主视</a:t>
              </a:r>
            </a:p>
          </p:txBody>
        </p:sp>
        <p:sp>
          <p:nvSpPr>
            <p:cNvPr id="95284" name="Text Box 1076">
              <a:extLst>
                <a:ext uri="{FF2B5EF4-FFF2-40B4-BE49-F238E27FC236}">
                  <a16:creationId xmlns:a16="http://schemas.microsoft.com/office/drawing/2014/main" id="{3FD35BFE-0FD9-4900-9CE4-0064F1768B5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41" y="3113"/>
              <a:ext cx="50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zh-CN" altLang="en-US"/>
                <a:t>俯视</a:t>
              </a:r>
            </a:p>
          </p:txBody>
        </p:sp>
        <p:sp>
          <p:nvSpPr>
            <p:cNvPr id="95285" name="Text Box 1077">
              <a:extLst>
                <a:ext uri="{FF2B5EF4-FFF2-40B4-BE49-F238E27FC236}">
                  <a16:creationId xmlns:a16="http://schemas.microsoft.com/office/drawing/2014/main" id="{7B108781-1974-4029-A104-91842E4726B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834316">
              <a:off x="3713" y="1687"/>
              <a:ext cx="50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zh-CN" altLang="en-US"/>
                <a:t>左视</a:t>
              </a:r>
            </a:p>
          </p:txBody>
        </p:sp>
        <p:sp>
          <p:nvSpPr>
            <p:cNvPr id="95287" name="Text Box 1079">
              <a:extLst>
                <a:ext uri="{FF2B5EF4-FFF2-40B4-BE49-F238E27FC236}">
                  <a16:creationId xmlns:a16="http://schemas.microsoft.com/office/drawing/2014/main" id="{C3552EBD-3B22-42A1-949B-A5DC6836763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2583551">
              <a:off x="4469" y="2461"/>
              <a:ext cx="67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eaLnBrk="1" hangingPunct="1"/>
              <a:r>
                <a:rPr lang="zh-CN" altLang="en-US"/>
                <a:t>后视</a:t>
              </a:r>
            </a:p>
          </p:txBody>
        </p:sp>
        <p:sp>
          <p:nvSpPr>
            <p:cNvPr id="95288" name="Text Box 1080">
              <a:extLst>
                <a:ext uri="{FF2B5EF4-FFF2-40B4-BE49-F238E27FC236}">
                  <a16:creationId xmlns:a16="http://schemas.microsoft.com/office/drawing/2014/main" id="{295EC2BF-2CD8-4FA6-854F-13515B9DAEC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53" y="775"/>
              <a:ext cx="57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eaLnBrk="1" hangingPunct="1"/>
              <a:r>
                <a:rPr lang="zh-CN" altLang="en-US"/>
                <a:t>仰视</a:t>
              </a:r>
            </a:p>
          </p:txBody>
        </p:sp>
        <p:sp>
          <p:nvSpPr>
            <p:cNvPr id="95290" name="Freeform 1082">
              <a:extLst>
                <a:ext uri="{FF2B5EF4-FFF2-40B4-BE49-F238E27FC236}">
                  <a16:creationId xmlns:a16="http://schemas.microsoft.com/office/drawing/2014/main" id="{5167324D-077E-4BC9-8E69-E5BE3C10A295}"/>
                </a:ext>
              </a:extLst>
            </p:cNvPr>
            <p:cNvSpPr>
              <a:spLocks/>
            </p:cNvSpPr>
            <p:nvPr/>
          </p:nvSpPr>
          <p:spPr bwMode="auto">
            <a:xfrm>
              <a:off x="3831" y="600"/>
              <a:ext cx="209" cy="209"/>
            </a:xfrm>
            <a:custGeom>
              <a:avLst/>
              <a:gdLst>
                <a:gd name="T0" fmla="*/ 209 w 209"/>
                <a:gd name="T1" fmla="*/ 209 h 209"/>
                <a:gd name="T2" fmla="*/ 137 w 209"/>
                <a:gd name="T3" fmla="*/ 112 h 209"/>
                <a:gd name="T4" fmla="*/ 0 w 209"/>
                <a:gd name="T5" fmla="*/ 0 h 2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9" h="209">
                  <a:moveTo>
                    <a:pt x="209" y="209"/>
                  </a:moveTo>
                  <a:lnTo>
                    <a:pt x="137" y="112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5291" name="Freeform 1083">
              <a:extLst>
                <a:ext uri="{FF2B5EF4-FFF2-40B4-BE49-F238E27FC236}">
                  <a16:creationId xmlns:a16="http://schemas.microsoft.com/office/drawing/2014/main" id="{75DA30B5-3F7D-48D1-A268-EBE015C9EBB7}"/>
                </a:ext>
              </a:extLst>
            </p:cNvPr>
            <p:cNvSpPr>
              <a:spLocks/>
            </p:cNvSpPr>
            <p:nvPr/>
          </p:nvSpPr>
          <p:spPr bwMode="auto">
            <a:xfrm>
              <a:off x="2192" y="3374"/>
              <a:ext cx="197" cy="170"/>
            </a:xfrm>
            <a:custGeom>
              <a:avLst/>
              <a:gdLst>
                <a:gd name="T0" fmla="*/ 197 w 197"/>
                <a:gd name="T1" fmla="*/ 0 h 170"/>
                <a:gd name="T2" fmla="*/ 136 w 197"/>
                <a:gd name="T3" fmla="*/ 90 h 170"/>
                <a:gd name="T4" fmla="*/ 0 w 197"/>
                <a:gd name="T5" fmla="*/ 170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7" h="170">
                  <a:moveTo>
                    <a:pt x="197" y="0"/>
                  </a:moveTo>
                  <a:lnTo>
                    <a:pt x="136" y="90"/>
                  </a:lnTo>
                  <a:lnTo>
                    <a:pt x="0" y="170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5292" name="Freeform 1084">
              <a:extLst>
                <a:ext uri="{FF2B5EF4-FFF2-40B4-BE49-F238E27FC236}">
                  <a16:creationId xmlns:a16="http://schemas.microsoft.com/office/drawing/2014/main" id="{2ACBB9EF-EA01-4B57-8348-40C9339EEDC4}"/>
                </a:ext>
              </a:extLst>
            </p:cNvPr>
            <p:cNvSpPr>
              <a:spLocks/>
            </p:cNvSpPr>
            <p:nvPr/>
          </p:nvSpPr>
          <p:spPr bwMode="auto">
            <a:xfrm>
              <a:off x="4157" y="1520"/>
              <a:ext cx="99" cy="253"/>
            </a:xfrm>
            <a:custGeom>
              <a:avLst/>
              <a:gdLst>
                <a:gd name="T0" fmla="*/ 0 w 99"/>
                <a:gd name="T1" fmla="*/ 253 h 253"/>
                <a:gd name="T2" fmla="*/ 59 w 99"/>
                <a:gd name="T3" fmla="*/ 184 h 253"/>
                <a:gd name="T4" fmla="*/ 91 w 99"/>
                <a:gd name="T5" fmla="*/ 96 h 253"/>
                <a:gd name="T6" fmla="*/ 99 w 99"/>
                <a:gd name="T7" fmla="*/ 0 h 2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9" h="253">
                  <a:moveTo>
                    <a:pt x="0" y="253"/>
                  </a:moveTo>
                  <a:lnTo>
                    <a:pt x="59" y="184"/>
                  </a:lnTo>
                  <a:lnTo>
                    <a:pt x="91" y="96"/>
                  </a:lnTo>
                  <a:lnTo>
                    <a:pt x="99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5293" name="Freeform 1085">
              <a:extLst>
                <a:ext uri="{FF2B5EF4-FFF2-40B4-BE49-F238E27FC236}">
                  <a16:creationId xmlns:a16="http://schemas.microsoft.com/office/drawing/2014/main" id="{0AC57E11-2A1F-4799-BB69-697EF80EB8A8}"/>
                </a:ext>
              </a:extLst>
            </p:cNvPr>
            <p:cNvSpPr>
              <a:spLocks/>
            </p:cNvSpPr>
            <p:nvPr/>
          </p:nvSpPr>
          <p:spPr bwMode="auto">
            <a:xfrm>
              <a:off x="5029" y="2472"/>
              <a:ext cx="187" cy="176"/>
            </a:xfrm>
            <a:custGeom>
              <a:avLst/>
              <a:gdLst>
                <a:gd name="T0" fmla="*/ 0 w 187"/>
                <a:gd name="T1" fmla="*/ 176 h 176"/>
                <a:gd name="T2" fmla="*/ 107 w 187"/>
                <a:gd name="T3" fmla="*/ 104 h 176"/>
                <a:gd name="T4" fmla="*/ 187 w 187"/>
                <a:gd name="T5" fmla="*/ 0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87" h="176">
                  <a:moveTo>
                    <a:pt x="0" y="176"/>
                  </a:moveTo>
                  <a:lnTo>
                    <a:pt x="107" y="104"/>
                  </a:lnTo>
                  <a:lnTo>
                    <a:pt x="187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5305" name="Freeform 1097">
              <a:extLst>
                <a:ext uri="{FF2B5EF4-FFF2-40B4-BE49-F238E27FC236}">
                  <a16:creationId xmlns:a16="http://schemas.microsoft.com/office/drawing/2014/main" id="{D25F093F-8C4C-4E06-8807-F4CB83D326C3}"/>
                </a:ext>
              </a:extLst>
            </p:cNvPr>
            <p:cNvSpPr>
              <a:spLocks/>
            </p:cNvSpPr>
            <p:nvPr/>
          </p:nvSpPr>
          <p:spPr bwMode="auto">
            <a:xfrm>
              <a:off x="1960" y="1064"/>
              <a:ext cx="1424" cy="336"/>
            </a:xfrm>
            <a:custGeom>
              <a:avLst/>
              <a:gdLst>
                <a:gd name="T0" fmla="*/ 560 w 1424"/>
                <a:gd name="T1" fmla="*/ 0 h 336"/>
                <a:gd name="T2" fmla="*/ 1424 w 1424"/>
                <a:gd name="T3" fmla="*/ 0 h 336"/>
                <a:gd name="T4" fmla="*/ 880 w 1424"/>
                <a:gd name="T5" fmla="*/ 336 h 336"/>
                <a:gd name="T6" fmla="*/ 0 w 1424"/>
                <a:gd name="T7" fmla="*/ 336 h 336"/>
                <a:gd name="T8" fmla="*/ 560 w 1424"/>
                <a:gd name="T9" fmla="*/ 0 h 3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24" h="336">
                  <a:moveTo>
                    <a:pt x="560" y="0"/>
                  </a:moveTo>
                  <a:lnTo>
                    <a:pt x="1424" y="0"/>
                  </a:lnTo>
                  <a:lnTo>
                    <a:pt x="880" y="336"/>
                  </a:lnTo>
                  <a:lnTo>
                    <a:pt x="0" y="336"/>
                  </a:lnTo>
                  <a:lnTo>
                    <a:pt x="560" y="0"/>
                  </a:lnTo>
                  <a:close/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274" name="Freeform 1066">
              <a:extLst>
                <a:ext uri="{FF2B5EF4-FFF2-40B4-BE49-F238E27FC236}">
                  <a16:creationId xmlns:a16="http://schemas.microsoft.com/office/drawing/2014/main" id="{289D2EBF-582B-4B42-913D-E6BCA698B72D}"/>
                </a:ext>
              </a:extLst>
            </p:cNvPr>
            <p:cNvSpPr>
              <a:spLocks/>
            </p:cNvSpPr>
            <p:nvPr/>
          </p:nvSpPr>
          <p:spPr bwMode="auto">
            <a:xfrm>
              <a:off x="2488" y="1264"/>
              <a:ext cx="568" cy="1"/>
            </a:xfrm>
            <a:custGeom>
              <a:avLst/>
              <a:gdLst>
                <a:gd name="T0" fmla="*/ 0 w 568"/>
                <a:gd name="T1" fmla="*/ 0 h 1"/>
                <a:gd name="T2" fmla="*/ 568 w 568"/>
                <a:gd name="T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568" h="1">
                  <a:moveTo>
                    <a:pt x="0" y="0"/>
                  </a:moveTo>
                  <a:lnTo>
                    <a:pt x="568" y="0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lgDash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5275" name="Freeform 1067">
              <a:extLst>
                <a:ext uri="{FF2B5EF4-FFF2-40B4-BE49-F238E27FC236}">
                  <a16:creationId xmlns:a16="http://schemas.microsoft.com/office/drawing/2014/main" id="{C9D9ADF3-FAE4-4FC6-BB84-D25B5FC8C755}"/>
                </a:ext>
              </a:extLst>
            </p:cNvPr>
            <p:cNvSpPr>
              <a:spLocks/>
            </p:cNvSpPr>
            <p:nvPr/>
          </p:nvSpPr>
          <p:spPr bwMode="auto">
            <a:xfrm>
              <a:off x="2264" y="1265"/>
              <a:ext cx="221" cy="143"/>
            </a:xfrm>
            <a:custGeom>
              <a:avLst/>
              <a:gdLst>
                <a:gd name="T0" fmla="*/ 221 w 221"/>
                <a:gd name="T1" fmla="*/ 0 h 143"/>
                <a:gd name="T2" fmla="*/ 0 w 221"/>
                <a:gd name="T3" fmla="*/ 143 h 1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21" h="143">
                  <a:moveTo>
                    <a:pt x="221" y="0"/>
                  </a:moveTo>
                  <a:lnTo>
                    <a:pt x="0" y="143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5276" name="Freeform 1068">
              <a:extLst>
                <a:ext uri="{FF2B5EF4-FFF2-40B4-BE49-F238E27FC236}">
                  <a16:creationId xmlns:a16="http://schemas.microsoft.com/office/drawing/2014/main" id="{38B1E251-6A28-48A5-97C7-E90031DB7C55}"/>
                </a:ext>
              </a:extLst>
            </p:cNvPr>
            <p:cNvSpPr>
              <a:spLocks/>
            </p:cNvSpPr>
            <p:nvPr/>
          </p:nvSpPr>
          <p:spPr bwMode="auto">
            <a:xfrm>
              <a:off x="2504" y="1264"/>
              <a:ext cx="224" cy="136"/>
            </a:xfrm>
            <a:custGeom>
              <a:avLst/>
              <a:gdLst>
                <a:gd name="T0" fmla="*/ 224 w 224"/>
                <a:gd name="T1" fmla="*/ 0 h 136"/>
                <a:gd name="T2" fmla="*/ 0 w 224"/>
                <a:gd name="T3" fmla="*/ 136 h 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24" h="136">
                  <a:moveTo>
                    <a:pt x="224" y="0"/>
                  </a:moveTo>
                  <a:lnTo>
                    <a:pt x="0" y="136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5306" name="Freeform 1098">
              <a:extLst>
                <a:ext uri="{FF2B5EF4-FFF2-40B4-BE49-F238E27FC236}">
                  <a16:creationId xmlns:a16="http://schemas.microsoft.com/office/drawing/2014/main" id="{BC678166-F8FD-4CC9-B567-89B39A6871F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" y="1976"/>
              <a:ext cx="528" cy="744"/>
            </a:xfrm>
            <a:custGeom>
              <a:avLst/>
              <a:gdLst>
                <a:gd name="T0" fmla="*/ 0 w 528"/>
                <a:gd name="T1" fmla="*/ 744 h 744"/>
                <a:gd name="T2" fmla="*/ 528 w 528"/>
                <a:gd name="T3" fmla="*/ 480 h 744"/>
                <a:gd name="T4" fmla="*/ 528 w 528"/>
                <a:gd name="T5" fmla="*/ 0 h 744"/>
                <a:gd name="T6" fmla="*/ 368 w 528"/>
                <a:gd name="T7" fmla="*/ 72 h 744"/>
                <a:gd name="T8" fmla="*/ 368 w 528"/>
                <a:gd name="T9" fmla="*/ 408 h 744"/>
                <a:gd name="T10" fmla="*/ 0 w 528"/>
                <a:gd name="T11" fmla="*/ 592 h 744"/>
                <a:gd name="T12" fmla="*/ 0 w 528"/>
                <a:gd name="T13" fmla="*/ 744 h 7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28" h="744">
                  <a:moveTo>
                    <a:pt x="0" y="744"/>
                  </a:moveTo>
                  <a:lnTo>
                    <a:pt x="528" y="480"/>
                  </a:lnTo>
                  <a:lnTo>
                    <a:pt x="528" y="0"/>
                  </a:lnTo>
                  <a:lnTo>
                    <a:pt x="368" y="72"/>
                  </a:lnTo>
                  <a:lnTo>
                    <a:pt x="368" y="408"/>
                  </a:lnTo>
                  <a:lnTo>
                    <a:pt x="0" y="592"/>
                  </a:lnTo>
                  <a:lnTo>
                    <a:pt x="0" y="744"/>
                  </a:lnTo>
                  <a:close/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261" name="Freeform 1053">
              <a:extLst>
                <a:ext uri="{FF2B5EF4-FFF2-40B4-BE49-F238E27FC236}">
                  <a16:creationId xmlns:a16="http://schemas.microsoft.com/office/drawing/2014/main" id="{7F15B57D-9742-4829-BDE7-D17D56FB885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4" y="2312"/>
              <a:ext cx="168" cy="72"/>
            </a:xfrm>
            <a:custGeom>
              <a:avLst/>
              <a:gdLst>
                <a:gd name="T0" fmla="*/ 0 w 168"/>
                <a:gd name="T1" fmla="*/ 72 h 72"/>
                <a:gd name="T2" fmla="*/ 168 w 168"/>
                <a:gd name="T3" fmla="*/ 0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68" h="72">
                  <a:moveTo>
                    <a:pt x="0" y="72"/>
                  </a:moveTo>
                  <a:lnTo>
                    <a:pt x="168" y="0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5262" name="Freeform 1054">
              <a:extLst>
                <a:ext uri="{FF2B5EF4-FFF2-40B4-BE49-F238E27FC236}">
                  <a16:creationId xmlns:a16="http://schemas.microsoft.com/office/drawing/2014/main" id="{73826D5C-F316-4997-BADE-3FCDC357E1C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9" y="2104"/>
              <a:ext cx="171" cy="70"/>
            </a:xfrm>
            <a:custGeom>
              <a:avLst/>
              <a:gdLst>
                <a:gd name="T0" fmla="*/ 0 w 171"/>
                <a:gd name="T1" fmla="*/ 70 h 70"/>
                <a:gd name="T2" fmla="*/ 171 w 171"/>
                <a:gd name="T3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71" h="70">
                  <a:moveTo>
                    <a:pt x="0" y="70"/>
                  </a:moveTo>
                  <a:lnTo>
                    <a:pt x="171" y="0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5286" name="Text Box 1078">
              <a:extLst>
                <a:ext uri="{FF2B5EF4-FFF2-40B4-BE49-F238E27FC236}">
                  <a16:creationId xmlns:a16="http://schemas.microsoft.com/office/drawing/2014/main" id="{2C9BC1AA-405C-45B0-AA46-8B32515B2CB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-1241088">
              <a:off x="469" y="1831"/>
              <a:ext cx="50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zh-CN" altLang="en-US"/>
                <a:t>右视</a:t>
              </a:r>
            </a:p>
          </p:txBody>
        </p:sp>
        <p:sp>
          <p:nvSpPr>
            <p:cNvPr id="95289" name="Freeform 1081">
              <a:extLst>
                <a:ext uri="{FF2B5EF4-FFF2-40B4-BE49-F238E27FC236}">
                  <a16:creationId xmlns:a16="http://schemas.microsoft.com/office/drawing/2014/main" id="{7799E00A-1015-4CE1-A534-29F1B7110FEA}"/>
                </a:ext>
              </a:extLst>
            </p:cNvPr>
            <p:cNvSpPr>
              <a:spLocks/>
            </p:cNvSpPr>
            <p:nvPr/>
          </p:nvSpPr>
          <p:spPr bwMode="auto">
            <a:xfrm>
              <a:off x="416" y="1736"/>
              <a:ext cx="69" cy="229"/>
            </a:xfrm>
            <a:custGeom>
              <a:avLst/>
              <a:gdLst>
                <a:gd name="T0" fmla="*/ 69 w 69"/>
                <a:gd name="T1" fmla="*/ 229 h 229"/>
                <a:gd name="T2" fmla="*/ 16 w 69"/>
                <a:gd name="T3" fmla="*/ 144 h 229"/>
                <a:gd name="T4" fmla="*/ 0 w 69"/>
                <a:gd name="T5" fmla="*/ 0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9" h="229">
                  <a:moveTo>
                    <a:pt x="69" y="229"/>
                  </a:moveTo>
                  <a:lnTo>
                    <a:pt x="16" y="144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5307" name="Freeform 1099">
              <a:extLst>
                <a:ext uri="{FF2B5EF4-FFF2-40B4-BE49-F238E27FC236}">
                  <a16:creationId xmlns:a16="http://schemas.microsoft.com/office/drawing/2014/main" id="{0D16B090-1944-4E68-AA90-DC9A72BEA6AB}"/>
                </a:ext>
              </a:extLst>
            </p:cNvPr>
            <p:cNvSpPr>
              <a:spLocks/>
            </p:cNvSpPr>
            <p:nvPr/>
          </p:nvSpPr>
          <p:spPr bwMode="auto">
            <a:xfrm>
              <a:off x="4256" y="2248"/>
              <a:ext cx="584" cy="1080"/>
            </a:xfrm>
            <a:custGeom>
              <a:avLst/>
              <a:gdLst>
                <a:gd name="T0" fmla="*/ 584 w 584"/>
                <a:gd name="T1" fmla="*/ 1080 h 1080"/>
                <a:gd name="T2" fmla="*/ 584 w 584"/>
                <a:gd name="T3" fmla="*/ 872 h 1080"/>
                <a:gd name="T4" fmla="*/ 392 w 584"/>
                <a:gd name="T5" fmla="*/ 680 h 1080"/>
                <a:gd name="T6" fmla="*/ 392 w 584"/>
                <a:gd name="T7" fmla="*/ 488 h 1080"/>
                <a:gd name="T8" fmla="*/ 296 w 584"/>
                <a:gd name="T9" fmla="*/ 296 h 1080"/>
                <a:gd name="T10" fmla="*/ 0 w 584"/>
                <a:gd name="T11" fmla="*/ 0 h 1080"/>
                <a:gd name="T12" fmla="*/ 0 w 584"/>
                <a:gd name="T13" fmla="*/ 496 h 1080"/>
                <a:gd name="T14" fmla="*/ 584 w 584"/>
                <a:gd name="T15" fmla="*/ 1080 h 10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84" h="1080">
                  <a:moveTo>
                    <a:pt x="584" y="1080"/>
                  </a:moveTo>
                  <a:lnTo>
                    <a:pt x="584" y="872"/>
                  </a:lnTo>
                  <a:lnTo>
                    <a:pt x="392" y="680"/>
                  </a:lnTo>
                  <a:lnTo>
                    <a:pt x="392" y="488"/>
                  </a:lnTo>
                  <a:lnTo>
                    <a:pt x="296" y="296"/>
                  </a:lnTo>
                  <a:lnTo>
                    <a:pt x="0" y="0"/>
                  </a:lnTo>
                  <a:lnTo>
                    <a:pt x="0" y="496"/>
                  </a:lnTo>
                  <a:lnTo>
                    <a:pt x="584" y="1080"/>
                  </a:lnTo>
                  <a:close/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294" name="Freeform 1086">
              <a:extLst>
                <a:ext uri="{FF2B5EF4-FFF2-40B4-BE49-F238E27FC236}">
                  <a16:creationId xmlns:a16="http://schemas.microsoft.com/office/drawing/2014/main" id="{9F1B9CAB-107F-4285-95D6-78071FBDE2B7}"/>
                </a:ext>
              </a:extLst>
            </p:cNvPr>
            <p:cNvSpPr>
              <a:spLocks/>
            </p:cNvSpPr>
            <p:nvPr/>
          </p:nvSpPr>
          <p:spPr bwMode="auto">
            <a:xfrm>
              <a:off x="4256" y="2552"/>
              <a:ext cx="392" cy="392"/>
            </a:xfrm>
            <a:custGeom>
              <a:avLst/>
              <a:gdLst>
                <a:gd name="T0" fmla="*/ 392 w 392"/>
                <a:gd name="T1" fmla="*/ 392 h 392"/>
                <a:gd name="T2" fmla="*/ 0 w 392"/>
                <a:gd name="T3" fmla="*/ 0 h 3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92" h="392">
                  <a:moveTo>
                    <a:pt x="392" y="392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chemeClr val="tx2"/>
              </a:solidFill>
              <a:prstDash val="lg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95308" name="Freeform 1100">
              <a:extLst>
                <a:ext uri="{FF2B5EF4-FFF2-40B4-BE49-F238E27FC236}">
                  <a16:creationId xmlns:a16="http://schemas.microsoft.com/office/drawing/2014/main" id="{FDB3A4D5-969A-4A73-8500-7B5111458F88}"/>
                </a:ext>
              </a:extLst>
            </p:cNvPr>
            <p:cNvSpPr>
              <a:spLocks/>
            </p:cNvSpPr>
            <p:nvPr/>
          </p:nvSpPr>
          <p:spPr bwMode="auto">
            <a:xfrm>
              <a:off x="3224" y="2248"/>
              <a:ext cx="608" cy="312"/>
            </a:xfrm>
            <a:custGeom>
              <a:avLst/>
              <a:gdLst>
                <a:gd name="T0" fmla="*/ 0 w 608"/>
                <a:gd name="T1" fmla="*/ 152 h 312"/>
                <a:gd name="T2" fmla="*/ 608 w 608"/>
                <a:gd name="T3" fmla="*/ 312 h 312"/>
                <a:gd name="T4" fmla="*/ 608 w 608"/>
                <a:gd name="T5" fmla="*/ 168 h 312"/>
                <a:gd name="T6" fmla="*/ 0 w 608"/>
                <a:gd name="T7" fmla="*/ 0 h 312"/>
                <a:gd name="T8" fmla="*/ 0 w 608"/>
                <a:gd name="T9" fmla="*/ 152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08" h="312">
                  <a:moveTo>
                    <a:pt x="0" y="152"/>
                  </a:moveTo>
                  <a:lnTo>
                    <a:pt x="608" y="312"/>
                  </a:lnTo>
                  <a:lnTo>
                    <a:pt x="608" y="168"/>
                  </a:lnTo>
                  <a:lnTo>
                    <a:pt x="0" y="0"/>
                  </a:lnTo>
                  <a:lnTo>
                    <a:pt x="0" y="152"/>
                  </a:lnTo>
                  <a:close/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309" name="Freeform 1101">
              <a:extLst>
                <a:ext uri="{FF2B5EF4-FFF2-40B4-BE49-F238E27FC236}">
                  <a16:creationId xmlns:a16="http://schemas.microsoft.com/office/drawing/2014/main" id="{7CFC8503-41EA-4B8F-8057-4BD5269FA01A}"/>
                </a:ext>
              </a:extLst>
            </p:cNvPr>
            <p:cNvSpPr>
              <a:spLocks/>
            </p:cNvSpPr>
            <p:nvPr/>
          </p:nvSpPr>
          <p:spPr bwMode="auto">
            <a:xfrm>
              <a:off x="3224" y="1936"/>
              <a:ext cx="168" cy="360"/>
            </a:xfrm>
            <a:custGeom>
              <a:avLst/>
              <a:gdLst>
                <a:gd name="T0" fmla="*/ 168 w 168"/>
                <a:gd name="T1" fmla="*/ 360 h 360"/>
                <a:gd name="T2" fmla="*/ 168 w 168"/>
                <a:gd name="T3" fmla="*/ 40 h 360"/>
                <a:gd name="T4" fmla="*/ 0 w 168"/>
                <a:gd name="T5" fmla="*/ 0 h 360"/>
                <a:gd name="T6" fmla="*/ 0 w 168"/>
                <a:gd name="T7" fmla="*/ 320 h 360"/>
                <a:gd name="T8" fmla="*/ 168 w 168"/>
                <a:gd name="T9" fmla="*/ 360 h 3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8" h="360">
                  <a:moveTo>
                    <a:pt x="168" y="360"/>
                  </a:moveTo>
                  <a:lnTo>
                    <a:pt x="168" y="40"/>
                  </a:lnTo>
                  <a:lnTo>
                    <a:pt x="0" y="0"/>
                  </a:lnTo>
                  <a:lnTo>
                    <a:pt x="0" y="320"/>
                  </a:lnTo>
                  <a:lnTo>
                    <a:pt x="168" y="360"/>
                  </a:lnTo>
                  <a:close/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254" name="Freeform 1046">
              <a:extLst>
                <a:ext uri="{FF2B5EF4-FFF2-40B4-BE49-F238E27FC236}">
                  <a16:creationId xmlns:a16="http://schemas.microsoft.com/office/drawing/2014/main" id="{3A868AB7-07BB-4891-A1E1-B8ED54F0D512}"/>
                </a:ext>
              </a:extLst>
            </p:cNvPr>
            <p:cNvSpPr>
              <a:spLocks/>
            </p:cNvSpPr>
            <p:nvPr/>
          </p:nvSpPr>
          <p:spPr bwMode="auto">
            <a:xfrm>
              <a:off x="3214" y="2054"/>
              <a:ext cx="180" cy="45"/>
            </a:xfrm>
            <a:custGeom>
              <a:avLst/>
              <a:gdLst>
                <a:gd name="T0" fmla="*/ 0 w 180"/>
                <a:gd name="T1" fmla="*/ 0 h 45"/>
                <a:gd name="T2" fmla="*/ 180 w 180"/>
                <a:gd name="T3" fmla="*/ 45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80" h="45">
                  <a:moveTo>
                    <a:pt x="0" y="0"/>
                  </a:moveTo>
                  <a:lnTo>
                    <a:pt x="180" y="45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 spd="slow">
    <p:cover dir="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258" name="Group 2">
            <a:extLst>
              <a:ext uri="{FF2B5EF4-FFF2-40B4-BE49-F238E27FC236}">
                <a16:creationId xmlns:a16="http://schemas.microsoft.com/office/drawing/2014/main" id="{44407788-7A72-427D-B03B-CAB0BA3C45A6}"/>
              </a:ext>
            </a:extLst>
          </p:cNvPr>
          <p:cNvGrpSpPr>
            <a:grpSpLocks/>
          </p:cNvGrpSpPr>
          <p:nvPr/>
        </p:nvGrpSpPr>
        <p:grpSpPr bwMode="auto">
          <a:xfrm>
            <a:off x="1108075" y="771525"/>
            <a:ext cx="4829175" cy="3359150"/>
            <a:chOff x="698" y="486"/>
            <a:chExt cx="3042" cy="2116"/>
          </a:xfrm>
        </p:grpSpPr>
        <p:sp>
          <p:nvSpPr>
            <p:cNvPr id="96259" name="Arc 3">
              <a:extLst>
                <a:ext uri="{FF2B5EF4-FFF2-40B4-BE49-F238E27FC236}">
                  <a16:creationId xmlns:a16="http://schemas.microsoft.com/office/drawing/2014/main" id="{9664B919-FEAD-4374-A57A-2BA0CD045436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2726" y="1772"/>
              <a:ext cx="309" cy="249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1905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6260" name="Arc 4">
              <a:extLst>
                <a:ext uri="{FF2B5EF4-FFF2-40B4-BE49-F238E27FC236}">
                  <a16:creationId xmlns:a16="http://schemas.microsoft.com/office/drawing/2014/main" id="{55E221D2-F308-4C30-B64A-0EA1C89F247F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2726" y="1772"/>
              <a:ext cx="1014" cy="830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1905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6261" name="Arc 5">
              <a:extLst>
                <a:ext uri="{FF2B5EF4-FFF2-40B4-BE49-F238E27FC236}">
                  <a16:creationId xmlns:a16="http://schemas.microsoft.com/office/drawing/2014/main" id="{84E29AB6-506F-4872-9807-A29B6071E685}"/>
                </a:ext>
              </a:extLst>
            </p:cNvPr>
            <p:cNvSpPr>
              <a:spLocks/>
            </p:cNvSpPr>
            <p:nvPr/>
          </p:nvSpPr>
          <p:spPr bwMode="auto">
            <a:xfrm flipH="1" flipV="1">
              <a:off x="1403" y="1772"/>
              <a:ext cx="309" cy="249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1905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6262" name="Arc 6">
              <a:extLst>
                <a:ext uri="{FF2B5EF4-FFF2-40B4-BE49-F238E27FC236}">
                  <a16:creationId xmlns:a16="http://schemas.microsoft.com/office/drawing/2014/main" id="{B4E3F33D-C08A-4E29-930F-D598D250E101}"/>
                </a:ext>
              </a:extLst>
            </p:cNvPr>
            <p:cNvSpPr>
              <a:spLocks/>
            </p:cNvSpPr>
            <p:nvPr/>
          </p:nvSpPr>
          <p:spPr bwMode="auto">
            <a:xfrm flipH="1" flipV="1">
              <a:off x="698" y="1772"/>
              <a:ext cx="1014" cy="830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1905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6263" name="Line 7">
              <a:extLst>
                <a:ext uri="{FF2B5EF4-FFF2-40B4-BE49-F238E27FC236}">
                  <a16:creationId xmlns:a16="http://schemas.microsoft.com/office/drawing/2014/main" id="{10BEFC05-C960-4524-9CC0-0F561DADA02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40" y="1316"/>
              <a:ext cx="0" cy="456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6264" name="Line 8">
              <a:extLst>
                <a:ext uri="{FF2B5EF4-FFF2-40B4-BE49-F238E27FC236}">
                  <a16:creationId xmlns:a16="http://schemas.microsoft.com/office/drawing/2014/main" id="{4EA247B6-1371-402D-B6DA-428C60C8363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98" y="1316"/>
              <a:ext cx="0" cy="456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6265" name="Arc 9">
              <a:extLst>
                <a:ext uri="{FF2B5EF4-FFF2-40B4-BE49-F238E27FC236}">
                  <a16:creationId xmlns:a16="http://schemas.microsoft.com/office/drawing/2014/main" id="{065C2B16-13F2-4222-9F4B-98E8281FF3A8}"/>
                </a:ext>
              </a:extLst>
            </p:cNvPr>
            <p:cNvSpPr>
              <a:spLocks/>
            </p:cNvSpPr>
            <p:nvPr/>
          </p:nvSpPr>
          <p:spPr bwMode="auto">
            <a:xfrm>
              <a:off x="2726" y="1067"/>
              <a:ext cx="309" cy="249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1905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6266" name="Arc 10">
              <a:extLst>
                <a:ext uri="{FF2B5EF4-FFF2-40B4-BE49-F238E27FC236}">
                  <a16:creationId xmlns:a16="http://schemas.microsoft.com/office/drawing/2014/main" id="{A2152F2C-CF6B-49DA-B1A2-488B67A66774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1403" y="1067"/>
              <a:ext cx="309" cy="249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1905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6267" name="Arc 11">
              <a:extLst>
                <a:ext uri="{FF2B5EF4-FFF2-40B4-BE49-F238E27FC236}">
                  <a16:creationId xmlns:a16="http://schemas.microsoft.com/office/drawing/2014/main" id="{A45C9E52-3D55-4A2D-8D48-E84C45898A01}"/>
                </a:ext>
              </a:extLst>
            </p:cNvPr>
            <p:cNvSpPr>
              <a:spLocks/>
            </p:cNvSpPr>
            <p:nvPr/>
          </p:nvSpPr>
          <p:spPr bwMode="auto">
            <a:xfrm>
              <a:off x="2726" y="486"/>
              <a:ext cx="1014" cy="830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1905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6268" name="Arc 12">
              <a:extLst>
                <a:ext uri="{FF2B5EF4-FFF2-40B4-BE49-F238E27FC236}">
                  <a16:creationId xmlns:a16="http://schemas.microsoft.com/office/drawing/2014/main" id="{4E5AFF93-7BF5-44F4-8A09-91B7243109C0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698" y="486"/>
              <a:ext cx="1014" cy="830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1905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96269" name="Text Box 13">
            <a:extLst>
              <a:ext uri="{FF2B5EF4-FFF2-40B4-BE49-F238E27FC236}">
                <a16:creationId xmlns:a16="http://schemas.microsoft.com/office/drawing/2014/main" id="{8AD61DBE-38B0-4CD2-A4D5-5C3723C769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2688" y="5410200"/>
            <a:ext cx="7581900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en-US" altLang="zh-CN" sz="2800">
                <a:latin typeface="宋体" panose="02010600030101010101" pitchFamily="2" charset="-122"/>
                <a:sym typeface="Symbol" panose="05050102010706020507" pitchFamily="18" charset="2"/>
              </a:rPr>
              <a:t>    </a:t>
            </a:r>
            <a:r>
              <a:rPr lang="zh-CN" altLang="en-US" sz="2800">
                <a:latin typeface="宋体" panose="02010600030101010101" pitchFamily="2" charset="-122"/>
                <a:sym typeface="Symbol" panose="05050102010706020507" pitchFamily="18" charset="2"/>
              </a:rPr>
              <a:t>除后视图外，靠近主视图的一边是物体的后面，远离主视图的 一边是物体的前面。</a:t>
            </a:r>
          </a:p>
        </p:txBody>
      </p:sp>
      <p:sp>
        <p:nvSpPr>
          <p:cNvPr id="96270" name="Text Box 14">
            <a:extLst>
              <a:ext uri="{FF2B5EF4-FFF2-40B4-BE49-F238E27FC236}">
                <a16:creationId xmlns:a16="http://schemas.microsoft.com/office/drawing/2014/main" id="{2890DEE5-4FC3-48D3-A731-50812D4EBA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28031" y="-45243"/>
            <a:ext cx="5462588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l" eaLnBrk="1" hangingPunct="1"/>
            <a:r>
              <a:rPr lang="en-US" altLang="zh-CN" sz="3200" dirty="0">
                <a:solidFill>
                  <a:schemeClr val="bg1"/>
                </a:solidFill>
                <a:latin typeface="宋体" panose="02010600030101010101" pitchFamily="2" charset="-122"/>
              </a:rPr>
              <a:t>3) </a:t>
            </a:r>
            <a:r>
              <a:rPr lang="zh-CN" altLang="en-US" sz="3200" dirty="0">
                <a:solidFill>
                  <a:schemeClr val="bg1"/>
                </a:solidFill>
                <a:latin typeface="宋体" panose="02010600030101010101" pitchFamily="2" charset="-122"/>
              </a:rPr>
              <a:t>六面视图的投影对应关系</a:t>
            </a:r>
          </a:p>
        </p:txBody>
      </p:sp>
      <p:grpSp>
        <p:nvGrpSpPr>
          <p:cNvPr id="96271" name="Group 15">
            <a:extLst>
              <a:ext uri="{FF2B5EF4-FFF2-40B4-BE49-F238E27FC236}">
                <a16:creationId xmlns:a16="http://schemas.microsoft.com/office/drawing/2014/main" id="{A7250372-B26A-4B7A-BA6F-520C238AD25E}"/>
              </a:ext>
            </a:extLst>
          </p:cNvPr>
          <p:cNvGrpSpPr>
            <a:grpSpLocks/>
          </p:cNvGrpSpPr>
          <p:nvPr/>
        </p:nvGrpSpPr>
        <p:grpSpPr bwMode="auto">
          <a:xfrm>
            <a:off x="2730500" y="1666875"/>
            <a:ext cx="1612900" cy="2859088"/>
            <a:chOff x="1720" y="1050"/>
            <a:chExt cx="1016" cy="1801"/>
          </a:xfrm>
        </p:grpSpPr>
        <p:sp>
          <p:nvSpPr>
            <p:cNvPr id="96272" name="Freeform 16">
              <a:extLst>
                <a:ext uri="{FF2B5EF4-FFF2-40B4-BE49-F238E27FC236}">
                  <a16:creationId xmlns:a16="http://schemas.microsoft.com/office/drawing/2014/main" id="{F5BB8538-63B1-4D16-939F-E080E65ED525}"/>
                </a:ext>
              </a:extLst>
            </p:cNvPr>
            <p:cNvSpPr>
              <a:spLocks/>
            </p:cNvSpPr>
            <p:nvPr/>
          </p:nvSpPr>
          <p:spPr bwMode="auto">
            <a:xfrm>
              <a:off x="1720" y="1050"/>
              <a:ext cx="1" cy="1801"/>
            </a:xfrm>
            <a:custGeom>
              <a:avLst/>
              <a:gdLst>
                <a:gd name="T0" fmla="*/ 0 w 1"/>
                <a:gd name="T1" fmla="*/ 0 h 1801"/>
                <a:gd name="T2" fmla="*/ 0 w 1"/>
                <a:gd name="T3" fmla="*/ 1801 h 18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1801">
                  <a:moveTo>
                    <a:pt x="0" y="0"/>
                  </a:moveTo>
                  <a:lnTo>
                    <a:pt x="0" y="1801"/>
                  </a:lnTo>
                </a:path>
              </a:pathLst>
            </a:cu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6273" name="Freeform 17">
              <a:extLst>
                <a:ext uri="{FF2B5EF4-FFF2-40B4-BE49-F238E27FC236}">
                  <a16:creationId xmlns:a16="http://schemas.microsoft.com/office/drawing/2014/main" id="{8DB6A1B0-9C72-4F22-A7BC-8C264E9091FB}"/>
                </a:ext>
              </a:extLst>
            </p:cNvPr>
            <p:cNvSpPr>
              <a:spLocks/>
            </p:cNvSpPr>
            <p:nvPr/>
          </p:nvSpPr>
          <p:spPr bwMode="auto">
            <a:xfrm>
              <a:off x="2735" y="1067"/>
              <a:ext cx="1" cy="1764"/>
            </a:xfrm>
            <a:custGeom>
              <a:avLst/>
              <a:gdLst>
                <a:gd name="T0" fmla="*/ 0 w 1"/>
                <a:gd name="T1" fmla="*/ 2041 h 2041"/>
                <a:gd name="T2" fmla="*/ 0 w 1"/>
                <a:gd name="T3" fmla="*/ 0 h 20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2041">
                  <a:moveTo>
                    <a:pt x="0" y="2041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96274" name="Group 18">
            <a:extLst>
              <a:ext uri="{FF2B5EF4-FFF2-40B4-BE49-F238E27FC236}">
                <a16:creationId xmlns:a16="http://schemas.microsoft.com/office/drawing/2014/main" id="{D625E253-B2BB-4456-A761-D5D9037D091C}"/>
              </a:ext>
            </a:extLst>
          </p:cNvPr>
          <p:cNvGrpSpPr>
            <a:grpSpLocks/>
          </p:cNvGrpSpPr>
          <p:nvPr/>
        </p:nvGrpSpPr>
        <p:grpSpPr bwMode="auto">
          <a:xfrm>
            <a:off x="1085850" y="2085975"/>
            <a:ext cx="7372350" cy="722313"/>
            <a:chOff x="225" y="2229"/>
            <a:chExt cx="5055" cy="526"/>
          </a:xfrm>
        </p:grpSpPr>
        <p:sp>
          <p:nvSpPr>
            <p:cNvPr id="96275" name="Freeform 19">
              <a:extLst>
                <a:ext uri="{FF2B5EF4-FFF2-40B4-BE49-F238E27FC236}">
                  <a16:creationId xmlns:a16="http://schemas.microsoft.com/office/drawing/2014/main" id="{DC54DBE1-5500-434E-95AD-C48036713FEB}"/>
                </a:ext>
              </a:extLst>
            </p:cNvPr>
            <p:cNvSpPr>
              <a:spLocks/>
            </p:cNvSpPr>
            <p:nvPr/>
          </p:nvSpPr>
          <p:spPr bwMode="auto">
            <a:xfrm>
              <a:off x="225" y="2229"/>
              <a:ext cx="5041" cy="1"/>
            </a:xfrm>
            <a:custGeom>
              <a:avLst/>
              <a:gdLst>
                <a:gd name="T0" fmla="*/ 0 w 5041"/>
                <a:gd name="T1" fmla="*/ 0 h 1"/>
                <a:gd name="T2" fmla="*/ 5041 w 5041"/>
                <a:gd name="T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5041" h="1">
                  <a:moveTo>
                    <a:pt x="0" y="0"/>
                  </a:moveTo>
                  <a:lnTo>
                    <a:pt x="5041" y="0"/>
                  </a:lnTo>
                </a:path>
              </a:pathLst>
            </a:cu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6276" name="Freeform 20">
              <a:extLst>
                <a:ext uri="{FF2B5EF4-FFF2-40B4-BE49-F238E27FC236}">
                  <a16:creationId xmlns:a16="http://schemas.microsoft.com/office/drawing/2014/main" id="{6FF97959-6B9D-443D-9508-845E6BF44C1D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" y="2754"/>
              <a:ext cx="5026" cy="1"/>
            </a:xfrm>
            <a:custGeom>
              <a:avLst/>
              <a:gdLst>
                <a:gd name="T0" fmla="*/ 0 w 5026"/>
                <a:gd name="T1" fmla="*/ 0 h 1"/>
                <a:gd name="T2" fmla="*/ 5026 w 5026"/>
                <a:gd name="T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5026" h="1">
                  <a:moveTo>
                    <a:pt x="0" y="0"/>
                  </a:moveTo>
                  <a:lnTo>
                    <a:pt x="5026" y="0"/>
                  </a:lnTo>
                </a:path>
              </a:pathLst>
            </a:cu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96327" name="Group 71">
            <a:extLst>
              <a:ext uri="{FF2B5EF4-FFF2-40B4-BE49-F238E27FC236}">
                <a16:creationId xmlns:a16="http://schemas.microsoft.com/office/drawing/2014/main" id="{6BF0E3C9-84A8-44DA-8D5C-69C7451BF3D3}"/>
              </a:ext>
            </a:extLst>
          </p:cNvPr>
          <p:cNvGrpSpPr>
            <a:grpSpLocks/>
          </p:cNvGrpSpPr>
          <p:nvPr/>
        </p:nvGrpSpPr>
        <p:grpSpPr bwMode="auto">
          <a:xfrm>
            <a:off x="2733675" y="4070350"/>
            <a:ext cx="1609725" cy="457200"/>
            <a:chOff x="1722" y="2564"/>
            <a:chExt cx="1014" cy="288"/>
          </a:xfrm>
        </p:grpSpPr>
        <p:sp>
          <p:nvSpPr>
            <p:cNvPr id="96328" name="Line 72">
              <a:extLst>
                <a:ext uri="{FF2B5EF4-FFF2-40B4-BE49-F238E27FC236}">
                  <a16:creationId xmlns:a16="http://schemas.microsoft.com/office/drawing/2014/main" id="{EEA0F4A7-8A6C-420A-9529-84F1EA0BDC1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22" y="2801"/>
              <a:ext cx="101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triangle" w="sm" len="lg"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6329" name="Text Box 73">
              <a:extLst>
                <a:ext uri="{FF2B5EF4-FFF2-40B4-BE49-F238E27FC236}">
                  <a16:creationId xmlns:a16="http://schemas.microsoft.com/office/drawing/2014/main" id="{6B185292-1E67-4BB0-BC92-C7EEF6FAAEA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88" y="2564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zh-CN" altLang="en-US"/>
                <a:t>长</a:t>
              </a:r>
            </a:p>
          </p:txBody>
        </p:sp>
      </p:grpSp>
      <p:grpSp>
        <p:nvGrpSpPr>
          <p:cNvPr id="96330" name="Group 74">
            <a:extLst>
              <a:ext uri="{FF2B5EF4-FFF2-40B4-BE49-F238E27FC236}">
                <a16:creationId xmlns:a16="http://schemas.microsoft.com/office/drawing/2014/main" id="{80811A54-103D-4BE2-8A75-705B24EC615F}"/>
              </a:ext>
            </a:extLst>
          </p:cNvPr>
          <p:cNvGrpSpPr>
            <a:grpSpLocks/>
          </p:cNvGrpSpPr>
          <p:nvPr/>
        </p:nvGrpSpPr>
        <p:grpSpPr bwMode="auto">
          <a:xfrm>
            <a:off x="7993063" y="2081213"/>
            <a:ext cx="457200" cy="723900"/>
            <a:chOff x="5035" y="1311"/>
            <a:chExt cx="288" cy="456"/>
          </a:xfrm>
        </p:grpSpPr>
        <p:sp>
          <p:nvSpPr>
            <p:cNvPr id="96331" name="Text Box 75">
              <a:extLst>
                <a:ext uri="{FF2B5EF4-FFF2-40B4-BE49-F238E27FC236}">
                  <a16:creationId xmlns:a16="http://schemas.microsoft.com/office/drawing/2014/main" id="{8A21C070-C956-486F-88ED-12E67A2E37F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-5400000">
              <a:off x="5025" y="1374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zh-CN" altLang="en-US"/>
                <a:t>高</a:t>
              </a:r>
            </a:p>
          </p:txBody>
        </p:sp>
        <p:sp>
          <p:nvSpPr>
            <p:cNvPr id="96332" name="Freeform 76">
              <a:extLst>
                <a:ext uri="{FF2B5EF4-FFF2-40B4-BE49-F238E27FC236}">
                  <a16:creationId xmlns:a16="http://schemas.microsoft.com/office/drawing/2014/main" id="{48DE2E4E-3F9E-4003-A4D8-E860B5B460C7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" y="1311"/>
              <a:ext cx="1" cy="456"/>
            </a:xfrm>
            <a:custGeom>
              <a:avLst/>
              <a:gdLst>
                <a:gd name="T0" fmla="*/ 0 w 1"/>
                <a:gd name="T1" fmla="*/ 0 h 456"/>
                <a:gd name="T2" fmla="*/ 0 w 1"/>
                <a:gd name="T3" fmla="*/ 456 h 4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456">
                  <a:moveTo>
                    <a:pt x="0" y="0"/>
                  </a:moveTo>
                  <a:lnTo>
                    <a:pt x="0" y="456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triangle" w="sm" len="lg"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96333" name="Group 77">
            <a:extLst>
              <a:ext uri="{FF2B5EF4-FFF2-40B4-BE49-F238E27FC236}">
                <a16:creationId xmlns:a16="http://schemas.microsoft.com/office/drawing/2014/main" id="{15413E1C-4DCD-4338-ACB2-6EAFF5315625}"/>
              </a:ext>
            </a:extLst>
          </p:cNvPr>
          <p:cNvGrpSpPr>
            <a:grpSpLocks/>
          </p:cNvGrpSpPr>
          <p:nvPr/>
        </p:nvGrpSpPr>
        <p:grpSpPr bwMode="auto">
          <a:xfrm>
            <a:off x="4664075" y="1100138"/>
            <a:ext cx="784225" cy="725487"/>
            <a:chOff x="2938" y="693"/>
            <a:chExt cx="494" cy="457"/>
          </a:xfrm>
        </p:grpSpPr>
        <p:sp>
          <p:nvSpPr>
            <p:cNvPr id="96334" name="Line 78">
              <a:extLst>
                <a:ext uri="{FF2B5EF4-FFF2-40B4-BE49-F238E27FC236}">
                  <a16:creationId xmlns:a16="http://schemas.microsoft.com/office/drawing/2014/main" id="{07790574-55FC-4B66-B681-5D4B36E17EC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947" y="693"/>
              <a:ext cx="485" cy="45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triangle" w="sm" len="lg"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6335" name="Text Box 79">
              <a:extLst>
                <a:ext uri="{FF2B5EF4-FFF2-40B4-BE49-F238E27FC236}">
                  <a16:creationId xmlns:a16="http://schemas.microsoft.com/office/drawing/2014/main" id="{96386F11-84CC-4C4F-BD8E-74373F699D8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8868773">
              <a:off x="2928" y="715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zh-CN" altLang="en-US"/>
                <a:t>宽</a:t>
              </a:r>
            </a:p>
          </p:txBody>
        </p:sp>
      </p:grpSp>
      <p:sp>
        <p:nvSpPr>
          <p:cNvPr id="96336" name="Text Box 80">
            <a:extLst>
              <a:ext uri="{FF2B5EF4-FFF2-40B4-BE49-F238E27FC236}">
                <a16:creationId xmlns:a16="http://schemas.microsoft.com/office/drawing/2014/main" id="{E8EEA1BE-86D3-4365-AA47-2D948C2140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6988" y="1643063"/>
            <a:ext cx="4921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r>
              <a:rPr lang="zh-CN" altLang="en-US"/>
              <a:t>上</a:t>
            </a:r>
          </a:p>
        </p:txBody>
      </p:sp>
      <p:sp>
        <p:nvSpPr>
          <p:cNvPr id="96337" name="Text Box 81">
            <a:extLst>
              <a:ext uri="{FF2B5EF4-FFF2-40B4-BE49-F238E27FC236}">
                <a16:creationId xmlns:a16="http://schemas.microsoft.com/office/drawing/2014/main" id="{48696BD8-130C-4600-ADC2-0A6359B4BB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09688" y="2759075"/>
            <a:ext cx="4921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r>
              <a:rPr lang="zh-CN" altLang="en-US"/>
              <a:t>下</a:t>
            </a:r>
          </a:p>
        </p:txBody>
      </p:sp>
      <p:sp>
        <p:nvSpPr>
          <p:cNvPr id="96338" name="Text Box 82">
            <a:extLst>
              <a:ext uri="{FF2B5EF4-FFF2-40B4-BE49-F238E27FC236}">
                <a16:creationId xmlns:a16="http://schemas.microsoft.com/office/drawing/2014/main" id="{9A0FAB7A-00E9-44C4-B0D4-0DFD72D2BA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0" y="4033838"/>
            <a:ext cx="4921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r>
              <a:rPr lang="zh-CN" altLang="en-US"/>
              <a:t>左</a:t>
            </a:r>
          </a:p>
        </p:txBody>
      </p:sp>
      <p:sp>
        <p:nvSpPr>
          <p:cNvPr id="96339" name="Text Box 83">
            <a:extLst>
              <a:ext uri="{FF2B5EF4-FFF2-40B4-BE49-F238E27FC236}">
                <a16:creationId xmlns:a16="http://schemas.microsoft.com/office/drawing/2014/main" id="{AA1BB7C8-ADF7-4922-A88E-7FD5E69FEE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67200" y="4033838"/>
            <a:ext cx="4921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r>
              <a:rPr lang="zh-CN" altLang="en-US"/>
              <a:t>右</a:t>
            </a:r>
          </a:p>
        </p:txBody>
      </p:sp>
      <p:grpSp>
        <p:nvGrpSpPr>
          <p:cNvPr id="96340" name="Group 84">
            <a:extLst>
              <a:ext uri="{FF2B5EF4-FFF2-40B4-BE49-F238E27FC236}">
                <a16:creationId xmlns:a16="http://schemas.microsoft.com/office/drawing/2014/main" id="{3E824E01-5F04-4CAD-B1A6-5F82267A8D00}"/>
              </a:ext>
            </a:extLst>
          </p:cNvPr>
          <p:cNvGrpSpPr>
            <a:grpSpLocks/>
          </p:cNvGrpSpPr>
          <p:nvPr/>
        </p:nvGrpSpPr>
        <p:grpSpPr bwMode="auto">
          <a:xfrm>
            <a:off x="1238250" y="639763"/>
            <a:ext cx="500063" cy="396875"/>
            <a:chOff x="329" y="1175"/>
            <a:chExt cx="343" cy="289"/>
          </a:xfrm>
        </p:grpSpPr>
        <p:sp>
          <p:nvSpPr>
            <p:cNvPr id="96341" name="Line 85">
              <a:extLst>
                <a:ext uri="{FF2B5EF4-FFF2-40B4-BE49-F238E27FC236}">
                  <a16:creationId xmlns:a16="http://schemas.microsoft.com/office/drawing/2014/main" id="{D049852C-2668-41A3-AEC4-EAADE4656CC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528" y="1319"/>
              <a:ext cx="144" cy="14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6342" name="Text Box 86">
              <a:extLst>
                <a:ext uri="{FF2B5EF4-FFF2-40B4-BE49-F238E27FC236}">
                  <a16:creationId xmlns:a16="http://schemas.microsoft.com/office/drawing/2014/main" id="{8CC83684-D7F9-4AAC-BFD7-F6A7B485924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9" y="1175"/>
              <a:ext cx="302" cy="2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zh-CN" altLang="en-US" sz="2000"/>
                <a:t>前</a:t>
              </a:r>
            </a:p>
          </p:txBody>
        </p:sp>
      </p:grpSp>
      <p:grpSp>
        <p:nvGrpSpPr>
          <p:cNvPr id="96343" name="Group 87">
            <a:extLst>
              <a:ext uri="{FF2B5EF4-FFF2-40B4-BE49-F238E27FC236}">
                <a16:creationId xmlns:a16="http://schemas.microsoft.com/office/drawing/2014/main" id="{88BD5CD3-1D20-4F2B-A41C-B72B1D53FCCA}"/>
              </a:ext>
            </a:extLst>
          </p:cNvPr>
          <p:cNvGrpSpPr>
            <a:grpSpLocks/>
          </p:cNvGrpSpPr>
          <p:nvPr/>
        </p:nvGrpSpPr>
        <p:grpSpPr bwMode="auto">
          <a:xfrm>
            <a:off x="1773238" y="1400175"/>
            <a:ext cx="595312" cy="457200"/>
            <a:chOff x="696" y="1729"/>
            <a:chExt cx="408" cy="333"/>
          </a:xfrm>
        </p:grpSpPr>
        <p:sp>
          <p:nvSpPr>
            <p:cNvPr id="96344" name="Line 88">
              <a:extLst>
                <a:ext uri="{FF2B5EF4-FFF2-40B4-BE49-F238E27FC236}">
                  <a16:creationId xmlns:a16="http://schemas.microsoft.com/office/drawing/2014/main" id="{710A91CB-862C-4FFA-B40D-1BFB1F8F05B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60" y="1895"/>
              <a:ext cx="144" cy="14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6345" name="Text Box 89">
              <a:extLst>
                <a:ext uri="{FF2B5EF4-FFF2-40B4-BE49-F238E27FC236}">
                  <a16:creationId xmlns:a16="http://schemas.microsoft.com/office/drawing/2014/main" id="{D68ADEF4-5675-4EE7-A0FA-7FB3C6AD529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6" y="1729"/>
              <a:ext cx="337" cy="3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zh-CN" altLang="en-US"/>
                <a:t>后</a:t>
              </a:r>
            </a:p>
          </p:txBody>
        </p:sp>
      </p:grpSp>
      <p:sp>
        <p:nvSpPr>
          <p:cNvPr id="96346" name="Text Box 90">
            <a:extLst>
              <a:ext uri="{FF2B5EF4-FFF2-40B4-BE49-F238E27FC236}">
                <a16:creationId xmlns:a16="http://schemas.microsoft.com/office/drawing/2014/main" id="{AD481079-FCD2-4363-8E13-3F2E967023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65825" y="2124075"/>
            <a:ext cx="4921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r>
              <a:rPr lang="zh-CN" altLang="en-US"/>
              <a:t>右</a:t>
            </a:r>
          </a:p>
        </p:txBody>
      </p:sp>
      <p:sp>
        <p:nvSpPr>
          <p:cNvPr id="96348" name="Text Box 92">
            <a:extLst>
              <a:ext uri="{FF2B5EF4-FFF2-40B4-BE49-F238E27FC236}">
                <a16:creationId xmlns:a16="http://schemas.microsoft.com/office/drawing/2014/main" id="{C9C35FC1-2953-404E-81C2-6AAA47CCCB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4541838"/>
            <a:ext cx="7221538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l" eaLnBrk="1" hangingPunct="1"/>
            <a:r>
              <a:rPr lang="en-US" altLang="zh-CN" sz="2800">
                <a:latin typeface="宋体" panose="02010600030101010101" pitchFamily="2" charset="-122"/>
                <a:sym typeface="Symbol" panose="05050102010706020507" pitchFamily="18" charset="2"/>
              </a:rPr>
              <a:t> </a:t>
            </a:r>
            <a:r>
              <a:rPr lang="zh-CN" altLang="en-US" sz="2800">
                <a:latin typeface="宋体" panose="02010600030101010101" pitchFamily="2" charset="-122"/>
                <a:sym typeface="Symbol" panose="05050102010706020507" pitchFamily="18" charset="2"/>
              </a:rPr>
              <a:t>度量对应关系：</a:t>
            </a:r>
            <a:r>
              <a:rPr lang="zh-CN" altLang="en-US" sz="2800">
                <a:solidFill>
                  <a:srgbClr val="FF0000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仍遵守“三等”规律。</a:t>
            </a:r>
          </a:p>
        </p:txBody>
      </p:sp>
      <p:sp>
        <p:nvSpPr>
          <p:cNvPr id="96349" name="Text Box 93">
            <a:extLst>
              <a:ext uri="{FF2B5EF4-FFF2-40B4-BE49-F238E27FC236}">
                <a16:creationId xmlns:a16="http://schemas.microsoft.com/office/drawing/2014/main" id="{E58258FA-8416-4A92-AC4E-EEE74ECBE3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5363" y="4999038"/>
            <a:ext cx="3036887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l" eaLnBrk="1" hangingPunct="1"/>
            <a:r>
              <a:rPr lang="en-US" altLang="zh-CN" sz="2800">
                <a:latin typeface="宋体" panose="02010600030101010101" pitchFamily="2" charset="-122"/>
                <a:sym typeface="Symbol" panose="05050102010706020507" pitchFamily="18" charset="2"/>
              </a:rPr>
              <a:t> </a:t>
            </a:r>
            <a:r>
              <a:rPr lang="zh-CN" altLang="en-US" sz="2800">
                <a:latin typeface="宋体" panose="02010600030101010101" pitchFamily="2" charset="-122"/>
                <a:sym typeface="Symbol" panose="05050102010706020507" pitchFamily="18" charset="2"/>
              </a:rPr>
              <a:t>方位对应关系：</a:t>
            </a:r>
          </a:p>
        </p:txBody>
      </p:sp>
      <p:grpSp>
        <p:nvGrpSpPr>
          <p:cNvPr id="96356" name="Group 100">
            <a:extLst>
              <a:ext uri="{FF2B5EF4-FFF2-40B4-BE49-F238E27FC236}">
                <a16:creationId xmlns:a16="http://schemas.microsoft.com/office/drawing/2014/main" id="{A7A72DD3-C471-4677-B8F9-BFE8C946792E}"/>
              </a:ext>
            </a:extLst>
          </p:cNvPr>
          <p:cNvGrpSpPr>
            <a:grpSpLocks/>
          </p:cNvGrpSpPr>
          <p:nvPr/>
        </p:nvGrpSpPr>
        <p:grpSpPr bwMode="auto">
          <a:xfrm>
            <a:off x="6435725" y="2794000"/>
            <a:ext cx="1609725" cy="457200"/>
            <a:chOff x="4054" y="1760"/>
            <a:chExt cx="1014" cy="288"/>
          </a:xfrm>
        </p:grpSpPr>
        <p:sp>
          <p:nvSpPr>
            <p:cNvPr id="96357" name="Line 101">
              <a:extLst>
                <a:ext uri="{FF2B5EF4-FFF2-40B4-BE49-F238E27FC236}">
                  <a16:creationId xmlns:a16="http://schemas.microsoft.com/office/drawing/2014/main" id="{585F6C47-8F32-4DFE-9C3C-F3F83411BE0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54" y="1997"/>
              <a:ext cx="101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triangle" w="sm" len="lg"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6358" name="Text Box 102">
              <a:extLst>
                <a:ext uri="{FF2B5EF4-FFF2-40B4-BE49-F238E27FC236}">
                  <a16:creationId xmlns:a16="http://schemas.microsoft.com/office/drawing/2014/main" id="{1A9F39EE-A5C6-46EE-8F2C-4BFC235594F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20" y="1760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zh-CN" altLang="en-US"/>
                <a:t>长</a:t>
              </a:r>
            </a:p>
          </p:txBody>
        </p:sp>
      </p:grpSp>
      <p:grpSp>
        <p:nvGrpSpPr>
          <p:cNvPr id="96359" name="Group 103">
            <a:extLst>
              <a:ext uri="{FF2B5EF4-FFF2-40B4-BE49-F238E27FC236}">
                <a16:creationId xmlns:a16="http://schemas.microsoft.com/office/drawing/2014/main" id="{C29436DE-6A4C-4188-BBBC-670ED944044F}"/>
              </a:ext>
            </a:extLst>
          </p:cNvPr>
          <p:cNvGrpSpPr>
            <a:grpSpLocks/>
          </p:cNvGrpSpPr>
          <p:nvPr/>
        </p:nvGrpSpPr>
        <p:grpSpPr bwMode="auto">
          <a:xfrm>
            <a:off x="6429375" y="2787650"/>
            <a:ext cx="1608138" cy="500063"/>
            <a:chOff x="4050" y="1756"/>
            <a:chExt cx="1013" cy="315"/>
          </a:xfrm>
        </p:grpSpPr>
        <p:sp>
          <p:nvSpPr>
            <p:cNvPr id="96360" name="Line 104">
              <a:extLst>
                <a:ext uri="{FF2B5EF4-FFF2-40B4-BE49-F238E27FC236}">
                  <a16:creationId xmlns:a16="http://schemas.microsoft.com/office/drawing/2014/main" id="{DBF36B65-8ED9-4BE2-8C96-150EF187F71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50" y="1756"/>
              <a:ext cx="0" cy="31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6361" name="Line 105">
              <a:extLst>
                <a:ext uri="{FF2B5EF4-FFF2-40B4-BE49-F238E27FC236}">
                  <a16:creationId xmlns:a16="http://schemas.microsoft.com/office/drawing/2014/main" id="{F6606CD1-C069-42DF-80AE-EC45BF00504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63" y="1756"/>
              <a:ext cx="0" cy="31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96421" name="Text Box 165">
            <a:extLst>
              <a:ext uri="{FF2B5EF4-FFF2-40B4-BE49-F238E27FC236}">
                <a16:creationId xmlns:a16="http://schemas.microsoft.com/office/drawing/2014/main" id="{A9F2F431-8422-4C72-8857-EF5D0DCAFF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27913" y="2124075"/>
            <a:ext cx="4921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r>
              <a:rPr lang="zh-CN" altLang="en-US"/>
              <a:t>左</a:t>
            </a:r>
          </a:p>
        </p:txBody>
      </p:sp>
      <p:grpSp>
        <p:nvGrpSpPr>
          <p:cNvPr id="96503" name="Group 247">
            <a:extLst>
              <a:ext uri="{FF2B5EF4-FFF2-40B4-BE49-F238E27FC236}">
                <a16:creationId xmlns:a16="http://schemas.microsoft.com/office/drawing/2014/main" id="{E2216FA7-6ED9-45B8-848D-A5CAB51A71DA}"/>
              </a:ext>
            </a:extLst>
          </p:cNvPr>
          <p:cNvGrpSpPr>
            <a:grpSpLocks/>
          </p:cNvGrpSpPr>
          <p:nvPr/>
        </p:nvGrpSpPr>
        <p:grpSpPr bwMode="auto">
          <a:xfrm>
            <a:off x="1096963" y="760413"/>
            <a:ext cx="6929437" cy="3395662"/>
            <a:chOff x="691" y="479"/>
            <a:chExt cx="4365" cy="2139"/>
          </a:xfrm>
        </p:grpSpPr>
        <p:sp>
          <p:nvSpPr>
            <p:cNvPr id="96422" name="Text Box 166">
              <a:extLst>
                <a:ext uri="{FF2B5EF4-FFF2-40B4-BE49-F238E27FC236}">
                  <a16:creationId xmlns:a16="http://schemas.microsoft.com/office/drawing/2014/main" id="{F85700B5-4567-444D-AF5A-1E1B35CC48F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00" y="1341"/>
              <a:ext cx="50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zh-CN" altLang="en-US"/>
                <a:t>后视</a:t>
              </a:r>
            </a:p>
          </p:txBody>
        </p:sp>
        <p:grpSp>
          <p:nvGrpSpPr>
            <p:cNvPr id="96441" name="Group 185">
              <a:extLst>
                <a:ext uri="{FF2B5EF4-FFF2-40B4-BE49-F238E27FC236}">
                  <a16:creationId xmlns:a16="http://schemas.microsoft.com/office/drawing/2014/main" id="{29CF277B-7838-4CDE-B3EA-89CEF7C11B7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12" y="479"/>
              <a:ext cx="1030" cy="597"/>
              <a:chOff x="1712" y="479"/>
              <a:chExt cx="1030" cy="597"/>
            </a:xfrm>
          </p:grpSpPr>
          <p:sp>
            <p:nvSpPr>
              <p:cNvPr id="96442" name="Freeform 186">
                <a:extLst>
                  <a:ext uri="{FF2B5EF4-FFF2-40B4-BE49-F238E27FC236}">
                    <a16:creationId xmlns:a16="http://schemas.microsoft.com/office/drawing/2014/main" id="{FC03C790-F4EA-4FB1-8251-34902913A60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18" y="1067"/>
                <a:ext cx="1006" cy="1"/>
              </a:xfrm>
              <a:custGeom>
                <a:avLst/>
                <a:gdLst>
                  <a:gd name="T0" fmla="*/ 1095 w 1095"/>
                  <a:gd name="T1" fmla="*/ 0 h 1"/>
                  <a:gd name="T2" fmla="*/ 0 w 1095"/>
                  <a:gd name="T3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095" h="1">
                    <a:moveTo>
                      <a:pt x="1095" y="0"/>
                    </a:moveTo>
                    <a:lnTo>
                      <a:pt x="0" y="0"/>
                    </a:lnTo>
                  </a:path>
                </a:pathLst>
              </a:custGeom>
              <a:noFill/>
              <a:ln w="127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6443" name="Line 187">
                <a:extLst>
                  <a:ext uri="{FF2B5EF4-FFF2-40B4-BE49-F238E27FC236}">
                    <a16:creationId xmlns:a16="http://schemas.microsoft.com/office/drawing/2014/main" id="{85BA2A97-2E47-4236-B5BA-6A87B84F2D7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12" y="486"/>
                <a:ext cx="101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6444" name="Text Box 188">
                <a:extLst>
                  <a:ext uri="{FF2B5EF4-FFF2-40B4-BE49-F238E27FC236}">
                    <a16:creationId xmlns:a16="http://schemas.microsoft.com/office/drawing/2014/main" id="{891A47D9-958E-46E7-A734-8414EA7032A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85" y="546"/>
                <a:ext cx="500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eaLnBrk="1" hangingPunct="1"/>
                <a:r>
                  <a:rPr lang="zh-CN" altLang="en-US"/>
                  <a:t>仰视</a:t>
                </a:r>
                <a:endParaRPr lang="zh-CN" altLang="en-US" sz="2000"/>
              </a:p>
            </p:txBody>
          </p:sp>
          <p:sp>
            <p:nvSpPr>
              <p:cNvPr id="96445" name="Freeform 189">
                <a:extLst>
                  <a:ext uri="{FF2B5EF4-FFF2-40B4-BE49-F238E27FC236}">
                    <a16:creationId xmlns:a16="http://schemas.microsoft.com/office/drawing/2014/main" id="{3A7BE2F3-B8A0-4676-9BA1-0ACBA1F41AF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15" y="1069"/>
                <a:ext cx="1027" cy="1"/>
              </a:xfrm>
              <a:custGeom>
                <a:avLst/>
                <a:gdLst>
                  <a:gd name="T0" fmla="*/ 0 w 1027"/>
                  <a:gd name="T1" fmla="*/ 0 h 1"/>
                  <a:gd name="T2" fmla="*/ 1027 w 1027"/>
                  <a:gd name="T3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027" h="1">
                    <a:moveTo>
                      <a:pt x="0" y="0"/>
                    </a:moveTo>
                    <a:lnTo>
                      <a:pt x="1027" y="0"/>
                    </a:lnTo>
                  </a:path>
                </a:pathLst>
              </a:cu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6446" name="Freeform 190">
                <a:extLst>
                  <a:ext uri="{FF2B5EF4-FFF2-40B4-BE49-F238E27FC236}">
                    <a16:creationId xmlns:a16="http://schemas.microsoft.com/office/drawing/2014/main" id="{69A34374-5DCD-481F-A665-94056BB30BA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34" y="480"/>
                <a:ext cx="3" cy="596"/>
              </a:xfrm>
              <a:custGeom>
                <a:avLst/>
                <a:gdLst>
                  <a:gd name="T0" fmla="*/ 0 w 3"/>
                  <a:gd name="T1" fmla="*/ 596 h 596"/>
                  <a:gd name="T2" fmla="*/ 3 w 3"/>
                  <a:gd name="T3" fmla="*/ 0 h 5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3" h="596">
                    <a:moveTo>
                      <a:pt x="0" y="596"/>
                    </a:moveTo>
                    <a:lnTo>
                      <a:pt x="3" y="0"/>
                    </a:lnTo>
                  </a:path>
                </a:pathLst>
              </a:cu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6447" name="Line 191">
                <a:extLst>
                  <a:ext uri="{FF2B5EF4-FFF2-40B4-BE49-F238E27FC236}">
                    <a16:creationId xmlns:a16="http://schemas.microsoft.com/office/drawing/2014/main" id="{057F169F-18C0-42C5-A7E9-515CF35DF19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722" y="486"/>
                <a:ext cx="1014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6448" name="Freeform 192">
                <a:extLst>
                  <a:ext uri="{FF2B5EF4-FFF2-40B4-BE49-F238E27FC236}">
                    <a16:creationId xmlns:a16="http://schemas.microsoft.com/office/drawing/2014/main" id="{28CF0883-B277-4DB2-9795-8D1EB9B2928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22" y="479"/>
                <a:ext cx="1" cy="597"/>
              </a:xfrm>
              <a:custGeom>
                <a:avLst/>
                <a:gdLst>
                  <a:gd name="T0" fmla="*/ 0 w 1"/>
                  <a:gd name="T1" fmla="*/ 0 h 597"/>
                  <a:gd name="T2" fmla="*/ 1 w 1"/>
                  <a:gd name="T3" fmla="*/ 597 h 5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" h="597">
                    <a:moveTo>
                      <a:pt x="0" y="0"/>
                    </a:moveTo>
                    <a:lnTo>
                      <a:pt x="1" y="597"/>
                    </a:lnTo>
                  </a:path>
                </a:pathLst>
              </a:cu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6449" name="Line 193">
                <a:extLst>
                  <a:ext uri="{FF2B5EF4-FFF2-40B4-BE49-F238E27FC236}">
                    <a16:creationId xmlns:a16="http://schemas.microsoft.com/office/drawing/2014/main" id="{F660727B-862F-4F43-AA9A-AB2E8034C46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075" y="901"/>
                <a:ext cx="661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6450" name="Line 194">
                <a:extLst>
                  <a:ext uri="{FF2B5EF4-FFF2-40B4-BE49-F238E27FC236}">
                    <a16:creationId xmlns:a16="http://schemas.microsoft.com/office/drawing/2014/main" id="{60580247-A0DD-4E8A-9CDE-22B44D09364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075" y="901"/>
                <a:ext cx="0" cy="16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6451" name="Line 195">
                <a:extLst>
                  <a:ext uri="{FF2B5EF4-FFF2-40B4-BE49-F238E27FC236}">
                    <a16:creationId xmlns:a16="http://schemas.microsoft.com/office/drawing/2014/main" id="{C3CDFC05-3145-4806-BA03-9F16738ADDD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295" y="901"/>
                <a:ext cx="0" cy="16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96452" name="Group 196">
              <a:extLst>
                <a:ext uri="{FF2B5EF4-FFF2-40B4-BE49-F238E27FC236}">
                  <a16:creationId xmlns:a16="http://schemas.microsoft.com/office/drawing/2014/main" id="{7780546C-2AAC-4AAE-B616-963E90F138A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12" y="2014"/>
              <a:ext cx="1024" cy="604"/>
              <a:chOff x="1712" y="2014"/>
              <a:chExt cx="1024" cy="604"/>
            </a:xfrm>
          </p:grpSpPr>
          <p:sp>
            <p:nvSpPr>
              <p:cNvPr id="96453" name="Freeform 197">
                <a:extLst>
                  <a:ext uri="{FF2B5EF4-FFF2-40B4-BE49-F238E27FC236}">
                    <a16:creationId xmlns:a16="http://schemas.microsoft.com/office/drawing/2014/main" id="{6E3F44C8-4016-43CC-BCE3-2350AB68965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12" y="2021"/>
                <a:ext cx="1012" cy="6"/>
              </a:xfrm>
              <a:custGeom>
                <a:avLst/>
                <a:gdLst>
                  <a:gd name="T0" fmla="*/ 0 w 1101"/>
                  <a:gd name="T1" fmla="*/ 0 h 7"/>
                  <a:gd name="T2" fmla="*/ 1101 w 1101"/>
                  <a:gd name="T3" fmla="*/ 7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101" h="7">
                    <a:moveTo>
                      <a:pt x="0" y="0"/>
                    </a:moveTo>
                    <a:lnTo>
                      <a:pt x="1101" y="7"/>
                    </a:lnTo>
                  </a:path>
                </a:pathLst>
              </a:custGeom>
              <a:noFill/>
              <a:ln w="127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6454" name="Line 198">
                <a:extLst>
                  <a:ext uri="{FF2B5EF4-FFF2-40B4-BE49-F238E27FC236}">
                    <a16:creationId xmlns:a16="http://schemas.microsoft.com/office/drawing/2014/main" id="{D9D77EF0-9BF9-47C8-9E8B-E0F4CD109B0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712" y="2602"/>
                <a:ext cx="101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pSp>
            <p:nvGrpSpPr>
              <p:cNvPr id="96455" name="Group 199">
                <a:extLst>
                  <a:ext uri="{FF2B5EF4-FFF2-40B4-BE49-F238E27FC236}">
                    <a16:creationId xmlns:a16="http://schemas.microsoft.com/office/drawing/2014/main" id="{8910B064-DD6A-4B03-9B36-945F5FF4F8E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22" y="2014"/>
                <a:ext cx="1014" cy="604"/>
                <a:chOff x="1722" y="2014"/>
                <a:chExt cx="1014" cy="604"/>
              </a:xfrm>
            </p:grpSpPr>
            <p:sp>
              <p:nvSpPr>
                <p:cNvPr id="96456" name="Line 200">
                  <a:extLst>
                    <a:ext uri="{FF2B5EF4-FFF2-40B4-BE49-F238E27FC236}">
                      <a16:creationId xmlns:a16="http://schemas.microsoft.com/office/drawing/2014/main" id="{1F78B6CC-78BE-48A7-BC14-5E75FF493FF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722" y="2021"/>
                  <a:ext cx="1014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96457" name="Freeform 201">
                  <a:extLst>
                    <a:ext uri="{FF2B5EF4-FFF2-40B4-BE49-F238E27FC236}">
                      <a16:creationId xmlns:a16="http://schemas.microsoft.com/office/drawing/2014/main" id="{B19D93B6-DDB2-4F67-AA8B-7E987F07160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734" y="2014"/>
                  <a:ext cx="2" cy="604"/>
                </a:xfrm>
                <a:custGeom>
                  <a:avLst/>
                  <a:gdLst>
                    <a:gd name="T0" fmla="*/ 2 w 2"/>
                    <a:gd name="T1" fmla="*/ 0 h 604"/>
                    <a:gd name="T2" fmla="*/ 0 w 2"/>
                    <a:gd name="T3" fmla="*/ 604 h 60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2" h="604">
                      <a:moveTo>
                        <a:pt x="2" y="0"/>
                      </a:moveTo>
                      <a:lnTo>
                        <a:pt x="0" y="604"/>
                      </a:lnTo>
                    </a:path>
                  </a:pathLst>
                </a:cu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96458" name="Line 202">
                  <a:extLst>
                    <a:ext uri="{FF2B5EF4-FFF2-40B4-BE49-F238E27FC236}">
                      <a16:creationId xmlns:a16="http://schemas.microsoft.com/office/drawing/2014/main" id="{DA78251B-D78C-4B0B-98D6-507DA05EC00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722" y="2602"/>
                  <a:ext cx="1014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96459" name="Freeform 203">
                  <a:extLst>
                    <a:ext uri="{FF2B5EF4-FFF2-40B4-BE49-F238E27FC236}">
                      <a16:creationId xmlns:a16="http://schemas.microsoft.com/office/drawing/2014/main" id="{0D0714DB-FB8A-4B9C-9B17-6136A3E79E4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23" y="2015"/>
                  <a:ext cx="1" cy="603"/>
                </a:xfrm>
                <a:custGeom>
                  <a:avLst/>
                  <a:gdLst>
                    <a:gd name="T0" fmla="*/ 0 w 1"/>
                    <a:gd name="T1" fmla="*/ 603 h 603"/>
                    <a:gd name="T2" fmla="*/ 0 w 1"/>
                    <a:gd name="T3" fmla="*/ 0 h 60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1" h="603">
                      <a:moveTo>
                        <a:pt x="0" y="603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96460" name="Line 204">
                  <a:extLst>
                    <a:ext uri="{FF2B5EF4-FFF2-40B4-BE49-F238E27FC236}">
                      <a16:creationId xmlns:a16="http://schemas.microsoft.com/office/drawing/2014/main" id="{286ABEFF-F780-4407-86FE-5CB167A5DF7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075" y="2187"/>
                  <a:ext cx="661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96461" name="Line 205">
                  <a:extLst>
                    <a:ext uri="{FF2B5EF4-FFF2-40B4-BE49-F238E27FC236}">
                      <a16:creationId xmlns:a16="http://schemas.microsoft.com/office/drawing/2014/main" id="{5670655D-97B5-449E-BC1D-A6DFF681395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075" y="2028"/>
                  <a:ext cx="0" cy="166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96462" name="Line 206">
                  <a:extLst>
                    <a:ext uri="{FF2B5EF4-FFF2-40B4-BE49-F238E27FC236}">
                      <a16:creationId xmlns:a16="http://schemas.microsoft.com/office/drawing/2014/main" id="{94C649E9-03BE-46F8-86FA-DB9F0B3BA64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295" y="2021"/>
                  <a:ext cx="0" cy="166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96463" name="Rectangle 207">
                <a:extLst>
                  <a:ext uri="{FF2B5EF4-FFF2-40B4-BE49-F238E27FC236}">
                    <a16:creationId xmlns:a16="http://schemas.microsoft.com/office/drawing/2014/main" id="{5A8FBCF9-1849-4F79-978B-14C1573C47E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46" y="2260"/>
                <a:ext cx="438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eaLnBrk="1" hangingPunct="1"/>
                <a:r>
                  <a:rPr lang="zh-CN" altLang="en-US" sz="2000"/>
                  <a:t>俯视</a:t>
                </a:r>
              </a:p>
            </p:txBody>
          </p:sp>
        </p:grpSp>
        <p:grpSp>
          <p:nvGrpSpPr>
            <p:cNvPr id="96464" name="Group 208">
              <a:extLst>
                <a:ext uri="{FF2B5EF4-FFF2-40B4-BE49-F238E27FC236}">
                  <a16:creationId xmlns:a16="http://schemas.microsoft.com/office/drawing/2014/main" id="{6332A386-BFDE-4BC5-B0D8-52888A971D7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27" y="1314"/>
              <a:ext cx="740" cy="464"/>
              <a:chOff x="3027" y="1314"/>
              <a:chExt cx="740" cy="464"/>
            </a:xfrm>
          </p:grpSpPr>
          <p:sp>
            <p:nvSpPr>
              <p:cNvPr id="96465" name="Line 209">
                <a:extLst>
                  <a:ext uri="{FF2B5EF4-FFF2-40B4-BE49-F238E27FC236}">
                    <a16:creationId xmlns:a16="http://schemas.microsoft.com/office/drawing/2014/main" id="{6322B1D4-9053-4F82-9043-5A4892868D1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35" y="1316"/>
                <a:ext cx="0" cy="45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6466" name="Freeform 210">
                <a:extLst>
                  <a:ext uri="{FF2B5EF4-FFF2-40B4-BE49-F238E27FC236}">
                    <a16:creationId xmlns:a16="http://schemas.microsoft.com/office/drawing/2014/main" id="{D143217E-7989-4444-BC7D-91998B6980B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27" y="1761"/>
                <a:ext cx="716" cy="7"/>
              </a:xfrm>
              <a:custGeom>
                <a:avLst/>
                <a:gdLst>
                  <a:gd name="T0" fmla="*/ 0 w 780"/>
                  <a:gd name="T1" fmla="*/ 8 h 8"/>
                  <a:gd name="T2" fmla="*/ 780 w 780"/>
                  <a:gd name="T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780" h="8">
                    <a:moveTo>
                      <a:pt x="0" y="8"/>
                    </a:moveTo>
                    <a:lnTo>
                      <a:pt x="780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6467" name="Line 211">
                <a:extLst>
                  <a:ext uri="{FF2B5EF4-FFF2-40B4-BE49-F238E27FC236}">
                    <a16:creationId xmlns:a16="http://schemas.microsoft.com/office/drawing/2014/main" id="{F1F3A776-E347-410C-8952-318DE6137DD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35" y="1648"/>
                <a:ext cx="705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6468" name="Freeform 212">
                <a:extLst>
                  <a:ext uri="{FF2B5EF4-FFF2-40B4-BE49-F238E27FC236}">
                    <a16:creationId xmlns:a16="http://schemas.microsoft.com/office/drawing/2014/main" id="{6842B459-9038-452C-A65C-E71220D9A43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40" y="1641"/>
                <a:ext cx="5" cy="137"/>
              </a:xfrm>
              <a:custGeom>
                <a:avLst/>
                <a:gdLst>
                  <a:gd name="T0" fmla="*/ 0 w 5"/>
                  <a:gd name="T1" fmla="*/ 0 h 137"/>
                  <a:gd name="T2" fmla="*/ 5 w 5"/>
                  <a:gd name="T3" fmla="*/ 137 h 1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5" h="137">
                    <a:moveTo>
                      <a:pt x="0" y="0"/>
                    </a:moveTo>
                    <a:lnTo>
                      <a:pt x="5" y="137"/>
                    </a:lnTo>
                  </a:path>
                </a:pathLst>
              </a:cu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6469" name="Line 213">
                <a:extLst>
                  <a:ext uri="{FF2B5EF4-FFF2-40B4-BE49-F238E27FC236}">
                    <a16:creationId xmlns:a16="http://schemas.microsoft.com/office/drawing/2014/main" id="{3F12F334-9161-463F-AA75-87C4F66B391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035" y="1316"/>
                <a:ext cx="0" cy="45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6470" name="Freeform 214">
                <a:extLst>
                  <a:ext uri="{FF2B5EF4-FFF2-40B4-BE49-F238E27FC236}">
                    <a16:creationId xmlns:a16="http://schemas.microsoft.com/office/drawing/2014/main" id="{0B89DDF3-0A23-4B39-B26B-E0D2384D145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32" y="1320"/>
                <a:ext cx="192" cy="1"/>
              </a:xfrm>
              <a:custGeom>
                <a:avLst/>
                <a:gdLst>
                  <a:gd name="T0" fmla="*/ 0 w 192"/>
                  <a:gd name="T1" fmla="*/ 0 h 1"/>
                  <a:gd name="T2" fmla="*/ 192 w 192"/>
                  <a:gd name="T3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92" h="1">
                    <a:moveTo>
                      <a:pt x="0" y="0"/>
                    </a:moveTo>
                    <a:lnTo>
                      <a:pt x="192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6471" name="Freeform 215">
                <a:extLst>
                  <a:ext uri="{FF2B5EF4-FFF2-40B4-BE49-F238E27FC236}">
                    <a16:creationId xmlns:a16="http://schemas.microsoft.com/office/drawing/2014/main" id="{3C853A0D-97B3-4DF2-8C3F-A6B52E36619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20" y="1314"/>
                <a:ext cx="1" cy="330"/>
              </a:xfrm>
              <a:custGeom>
                <a:avLst/>
                <a:gdLst>
                  <a:gd name="T0" fmla="*/ 0 w 1"/>
                  <a:gd name="T1" fmla="*/ 0 h 382"/>
                  <a:gd name="T2" fmla="*/ 0 w 1"/>
                  <a:gd name="T3" fmla="*/ 382 h 3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" h="382">
                    <a:moveTo>
                      <a:pt x="0" y="0"/>
                    </a:moveTo>
                    <a:lnTo>
                      <a:pt x="0" y="382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6472" name="Freeform 216">
                <a:extLst>
                  <a:ext uri="{FF2B5EF4-FFF2-40B4-BE49-F238E27FC236}">
                    <a16:creationId xmlns:a16="http://schemas.microsoft.com/office/drawing/2014/main" id="{97CA5E8E-3F2B-4CC2-8C5E-7CBEF9EA2E5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35" y="1437"/>
                <a:ext cx="185" cy="3"/>
              </a:xfrm>
              <a:custGeom>
                <a:avLst/>
                <a:gdLst>
                  <a:gd name="T0" fmla="*/ 0 w 201"/>
                  <a:gd name="T1" fmla="*/ 4 h 4"/>
                  <a:gd name="T2" fmla="*/ 201 w 201"/>
                  <a:gd name="T3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201" h="4">
                    <a:moveTo>
                      <a:pt x="0" y="4"/>
                    </a:moveTo>
                    <a:lnTo>
                      <a:pt x="201" y="0"/>
                    </a:lnTo>
                  </a:path>
                </a:pathLst>
              </a:cu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6473" name="Text Box 217">
                <a:extLst>
                  <a:ext uri="{FF2B5EF4-FFF2-40B4-BE49-F238E27FC236}">
                    <a16:creationId xmlns:a16="http://schemas.microsoft.com/office/drawing/2014/main" id="{D55A35E3-0DA6-444D-B6D4-3F0EE714F87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215" y="1326"/>
                <a:ext cx="55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pPr eaLnBrk="1" hangingPunct="1"/>
                <a:r>
                  <a:rPr lang="zh-CN" altLang="en-US"/>
                  <a:t>左视</a:t>
                </a:r>
              </a:p>
            </p:txBody>
          </p:sp>
        </p:grpSp>
        <p:grpSp>
          <p:nvGrpSpPr>
            <p:cNvPr id="96474" name="Group 218">
              <a:extLst>
                <a:ext uri="{FF2B5EF4-FFF2-40B4-BE49-F238E27FC236}">
                  <a16:creationId xmlns:a16="http://schemas.microsoft.com/office/drawing/2014/main" id="{5EF0FC84-DA8E-46DE-8592-E41DAB1D9A1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91" y="1309"/>
              <a:ext cx="727" cy="467"/>
              <a:chOff x="691" y="1309"/>
              <a:chExt cx="727" cy="467"/>
            </a:xfrm>
          </p:grpSpPr>
          <p:sp>
            <p:nvSpPr>
              <p:cNvPr id="96475" name="Line 219">
                <a:extLst>
                  <a:ext uri="{FF2B5EF4-FFF2-40B4-BE49-F238E27FC236}">
                    <a16:creationId xmlns:a16="http://schemas.microsoft.com/office/drawing/2014/main" id="{11FAB1E6-2FD2-4DC2-B4A7-34AFFB86AD8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03" y="1316"/>
                <a:ext cx="0" cy="45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6476" name="Line 220">
                <a:extLst>
                  <a:ext uri="{FF2B5EF4-FFF2-40B4-BE49-F238E27FC236}">
                    <a16:creationId xmlns:a16="http://schemas.microsoft.com/office/drawing/2014/main" id="{A00C949C-B165-40B7-8AB0-FE961E12314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698" y="1651"/>
                <a:ext cx="0" cy="125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6477" name="Freeform 221">
                <a:extLst>
                  <a:ext uri="{FF2B5EF4-FFF2-40B4-BE49-F238E27FC236}">
                    <a16:creationId xmlns:a16="http://schemas.microsoft.com/office/drawing/2014/main" id="{C5F8F530-71C1-4F45-BC41-C254CC8993F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1" y="1767"/>
                <a:ext cx="723" cy="4"/>
              </a:xfrm>
              <a:custGeom>
                <a:avLst/>
                <a:gdLst>
                  <a:gd name="T0" fmla="*/ 723 w 723"/>
                  <a:gd name="T1" fmla="*/ 4 h 4"/>
                  <a:gd name="T2" fmla="*/ 0 w 723"/>
                  <a:gd name="T3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723" h="4">
                    <a:moveTo>
                      <a:pt x="723" y="4"/>
                    </a:moveTo>
                    <a:lnTo>
                      <a:pt x="0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6478" name="Freeform 222">
                <a:extLst>
                  <a:ext uri="{FF2B5EF4-FFF2-40B4-BE49-F238E27FC236}">
                    <a16:creationId xmlns:a16="http://schemas.microsoft.com/office/drawing/2014/main" id="{02F7670B-D92F-442F-8A2A-1F727BAEEC9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00" y="1652"/>
                <a:ext cx="534" cy="1"/>
              </a:xfrm>
              <a:custGeom>
                <a:avLst/>
                <a:gdLst>
                  <a:gd name="T0" fmla="*/ 582 w 582"/>
                  <a:gd name="T1" fmla="*/ 1 h 1"/>
                  <a:gd name="T2" fmla="*/ 0 w 582"/>
                  <a:gd name="T3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582" h="1">
                    <a:moveTo>
                      <a:pt x="582" y="1"/>
                    </a:moveTo>
                    <a:lnTo>
                      <a:pt x="0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6479" name="Line 223">
                <a:extLst>
                  <a:ext uri="{FF2B5EF4-FFF2-40B4-BE49-F238E27FC236}">
                    <a16:creationId xmlns:a16="http://schemas.microsoft.com/office/drawing/2014/main" id="{0D5BCF48-43F8-4D55-BD48-286B4A69AF5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405" y="1319"/>
                <a:ext cx="0" cy="457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6480" name="Freeform 224">
                <a:extLst>
                  <a:ext uri="{FF2B5EF4-FFF2-40B4-BE49-F238E27FC236}">
                    <a16:creationId xmlns:a16="http://schemas.microsoft.com/office/drawing/2014/main" id="{1FD14DB4-68FE-4DCF-8833-94A25F99CAE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20" y="1316"/>
                <a:ext cx="198" cy="1"/>
              </a:xfrm>
              <a:custGeom>
                <a:avLst/>
                <a:gdLst>
                  <a:gd name="T0" fmla="*/ 198 w 198"/>
                  <a:gd name="T1" fmla="*/ 0 h 1"/>
                  <a:gd name="T2" fmla="*/ 0 w 198"/>
                  <a:gd name="T3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98" h="1">
                    <a:moveTo>
                      <a:pt x="198" y="0"/>
                    </a:moveTo>
                    <a:lnTo>
                      <a:pt x="0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6481" name="Freeform 225">
                <a:extLst>
                  <a:ext uri="{FF2B5EF4-FFF2-40B4-BE49-F238E27FC236}">
                    <a16:creationId xmlns:a16="http://schemas.microsoft.com/office/drawing/2014/main" id="{4ED38977-D722-41DB-8C14-FE6A0C90FA4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20" y="1309"/>
                <a:ext cx="2" cy="344"/>
              </a:xfrm>
              <a:custGeom>
                <a:avLst/>
                <a:gdLst>
                  <a:gd name="T0" fmla="*/ 2 w 2"/>
                  <a:gd name="T1" fmla="*/ 0 h 344"/>
                  <a:gd name="T2" fmla="*/ 0 w 2"/>
                  <a:gd name="T3" fmla="*/ 344 h 3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2" h="344">
                    <a:moveTo>
                      <a:pt x="2" y="0"/>
                    </a:moveTo>
                    <a:lnTo>
                      <a:pt x="0" y="344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6482" name="Line 226">
                <a:extLst>
                  <a:ext uri="{FF2B5EF4-FFF2-40B4-BE49-F238E27FC236}">
                    <a16:creationId xmlns:a16="http://schemas.microsoft.com/office/drawing/2014/main" id="{F9E66D0A-4D62-499A-A140-D45919BFA10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229" y="1444"/>
                <a:ext cx="176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6483" name="Line 227">
                <a:extLst>
                  <a:ext uri="{FF2B5EF4-FFF2-40B4-BE49-F238E27FC236}">
                    <a16:creationId xmlns:a16="http://schemas.microsoft.com/office/drawing/2014/main" id="{F040122D-61F5-4D0C-8A91-979095C7A94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57" y="1649"/>
                <a:ext cx="154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6484" name="Text Box 228">
                <a:extLst>
                  <a:ext uri="{FF2B5EF4-FFF2-40B4-BE49-F238E27FC236}">
                    <a16:creationId xmlns:a16="http://schemas.microsoft.com/office/drawing/2014/main" id="{65B1E304-7EC1-48FF-861B-B68972B8969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95" y="1341"/>
                <a:ext cx="500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eaLnBrk="1" hangingPunct="1"/>
                <a:r>
                  <a:rPr lang="zh-CN" altLang="en-US"/>
                  <a:t>右视</a:t>
                </a:r>
              </a:p>
            </p:txBody>
          </p:sp>
        </p:grpSp>
        <p:grpSp>
          <p:nvGrpSpPr>
            <p:cNvPr id="96485" name="Group 229">
              <a:extLst>
                <a:ext uri="{FF2B5EF4-FFF2-40B4-BE49-F238E27FC236}">
                  <a16:creationId xmlns:a16="http://schemas.microsoft.com/office/drawing/2014/main" id="{FBAB56AF-53DB-4277-ABCC-079DA30FBDD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039" y="1316"/>
              <a:ext cx="1017" cy="456"/>
              <a:chOff x="4039" y="1316"/>
              <a:chExt cx="1017" cy="456"/>
            </a:xfrm>
          </p:grpSpPr>
          <p:sp>
            <p:nvSpPr>
              <p:cNvPr id="96486" name="Freeform 230">
                <a:extLst>
                  <a:ext uri="{FF2B5EF4-FFF2-40B4-BE49-F238E27FC236}">
                    <a16:creationId xmlns:a16="http://schemas.microsoft.com/office/drawing/2014/main" id="{054C6FB6-70BC-4269-8F7E-62B6FA38C6F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46" y="1767"/>
                <a:ext cx="1010" cy="1"/>
              </a:xfrm>
              <a:custGeom>
                <a:avLst/>
                <a:gdLst>
                  <a:gd name="T0" fmla="*/ 1010 w 1010"/>
                  <a:gd name="T1" fmla="*/ 0 h 1"/>
                  <a:gd name="T2" fmla="*/ 0 w 1010"/>
                  <a:gd name="T3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010" h="1">
                    <a:moveTo>
                      <a:pt x="1010" y="0"/>
                    </a:moveTo>
                    <a:lnTo>
                      <a:pt x="0" y="1"/>
                    </a:lnTo>
                  </a:path>
                </a:pathLst>
              </a:cu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6487" name="Freeform 231">
                <a:extLst>
                  <a:ext uri="{FF2B5EF4-FFF2-40B4-BE49-F238E27FC236}">
                    <a16:creationId xmlns:a16="http://schemas.microsoft.com/office/drawing/2014/main" id="{879B7B46-AC54-47ED-B117-F9B1617A2E0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53" y="1643"/>
                <a:ext cx="3" cy="125"/>
              </a:xfrm>
              <a:custGeom>
                <a:avLst/>
                <a:gdLst>
                  <a:gd name="T0" fmla="*/ 3 w 3"/>
                  <a:gd name="T1" fmla="*/ 125 h 125"/>
                  <a:gd name="T2" fmla="*/ 0 w 3"/>
                  <a:gd name="T3" fmla="*/ 0 h 1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3" h="125">
                    <a:moveTo>
                      <a:pt x="3" y="125"/>
                    </a:moveTo>
                    <a:lnTo>
                      <a:pt x="0" y="0"/>
                    </a:lnTo>
                  </a:path>
                </a:pathLst>
              </a:cu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6488" name="Freeform 232">
                <a:extLst>
                  <a:ext uri="{FF2B5EF4-FFF2-40B4-BE49-F238E27FC236}">
                    <a16:creationId xmlns:a16="http://schemas.microsoft.com/office/drawing/2014/main" id="{CA57108C-FD06-4942-8D96-49793B79640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39" y="1655"/>
                <a:ext cx="645" cy="1"/>
              </a:xfrm>
              <a:custGeom>
                <a:avLst/>
                <a:gdLst>
                  <a:gd name="T0" fmla="*/ 645 w 645"/>
                  <a:gd name="T1" fmla="*/ 0 h 1"/>
                  <a:gd name="T2" fmla="*/ 0 w 645"/>
                  <a:gd name="T3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645" h="1">
                    <a:moveTo>
                      <a:pt x="645" y="0"/>
                    </a:moveTo>
                    <a:lnTo>
                      <a:pt x="0" y="0"/>
                    </a:lnTo>
                  </a:path>
                </a:pathLst>
              </a:custGeom>
              <a:noFill/>
              <a:ln w="19050" cap="flat" cmpd="sng">
                <a:solidFill>
                  <a:schemeClr val="tx1"/>
                </a:solidFill>
                <a:prstDash val="lgDash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6489" name="Line 233">
                <a:extLst>
                  <a:ext uri="{FF2B5EF4-FFF2-40B4-BE49-F238E27FC236}">
                    <a16:creationId xmlns:a16="http://schemas.microsoft.com/office/drawing/2014/main" id="{8C964B1A-A6F5-4DAB-89C8-C9C0EDF0BE1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4049" y="1316"/>
                <a:ext cx="0" cy="45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6490" name="Freeform 234">
                <a:extLst>
                  <a:ext uri="{FF2B5EF4-FFF2-40B4-BE49-F238E27FC236}">
                    <a16:creationId xmlns:a16="http://schemas.microsoft.com/office/drawing/2014/main" id="{6CA9EDC1-9DB9-498F-AB04-8302E3D5539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11" y="1440"/>
                <a:ext cx="1" cy="200"/>
              </a:xfrm>
              <a:custGeom>
                <a:avLst/>
                <a:gdLst>
                  <a:gd name="T0" fmla="*/ 1 w 1"/>
                  <a:gd name="T1" fmla="*/ 200 h 200"/>
                  <a:gd name="T2" fmla="*/ 0 w 1"/>
                  <a:gd name="T3" fmla="*/ 0 h 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" h="200">
                    <a:moveTo>
                      <a:pt x="1" y="200"/>
                    </a:moveTo>
                    <a:lnTo>
                      <a:pt x="0" y="0"/>
                    </a:lnTo>
                  </a:path>
                </a:pathLst>
              </a:cu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6491" name="Freeform 235">
                <a:extLst>
                  <a:ext uri="{FF2B5EF4-FFF2-40B4-BE49-F238E27FC236}">
                    <a16:creationId xmlns:a16="http://schemas.microsoft.com/office/drawing/2014/main" id="{44159015-02D7-4BDB-BC06-EBD968E7C7F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42" y="1316"/>
                <a:ext cx="452" cy="1"/>
              </a:xfrm>
              <a:custGeom>
                <a:avLst/>
                <a:gdLst>
                  <a:gd name="T0" fmla="*/ 0 w 452"/>
                  <a:gd name="T1" fmla="*/ 0 h 1"/>
                  <a:gd name="T2" fmla="*/ 452 w 452"/>
                  <a:gd name="T3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452" h="1">
                    <a:moveTo>
                      <a:pt x="0" y="0"/>
                    </a:moveTo>
                    <a:lnTo>
                      <a:pt x="452" y="0"/>
                    </a:lnTo>
                  </a:path>
                </a:pathLst>
              </a:cu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6492" name="Line 236">
                <a:extLst>
                  <a:ext uri="{FF2B5EF4-FFF2-40B4-BE49-F238E27FC236}">
                    <a16:creationId xmlns:a16="http://schemas.microsoft.com/office/drawing/2014/main" id="{E6664914-358C-4B91-8DFB-B22C205CC7E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4490" y="1316"/>
                <a:ext cx="220" cy="124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6493" name="Line 237">
                <a:extLst>
                  <a:ext uri="{FF2B5EF4-FFF2-40B4-BE49-F238E27FC236}">
                    <a16:creationId xmlns:a16="http://schemas.microsoft.com/office/drawing/2014/main" id="{7EAAA190-AF21-41D6-9D5A-2A5004173C9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02" y="1648"/>
                <a:ext cx="353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96494" name="Group 238">
              <a:extLst>
                <a:ext uri="{FF2B5EF4-FFF2-40B4-BE49-F238E27FC236}">
                  <a16:creationId xmlns:a16="http://schemas.microsoft.com/office/drawing/2014/main" id="{3F4D4D1C-8189-4C89-AD9F-9861C4AC9A6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21" y="1316"/>
              <a:ext cx="1025" cy="462"/>
              <a:chOff x="1721" y="1316"/>
              <a:chExt cx="1025" cy="462"/>
            </a:xfrm>
          </p:grpSpPr>
          <p:sp>
            <p:nvSpPr>
              <p:cNvPr id="96495" name="Freeform 239">
                <a:extLst>
                  <a:ext uri="{FF2B5EF4-FFF2-40B4-BE49-F238E27FC236}">
                    <a16:creationId xmlns:a16="http://schemas.microsoft.com/office/drawing/2014/main" id="{8679447E-5D5A-4FA7-BECC-788F80ECF20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21" y="1768"/>
                <a:ext cx="1025" cy="4"/>
              </a:xfrm>
              <a:custGeom>
                <a:avLst/>
                <a:gdLst>
                  <a:gd name="T0" fmla="*/ 0 w 1116"/>
                  <a:gd name="T1" fmla="*/ 5 h 5"/>
                  <a:gd name="T2" fmla="*/ 1116 w 1116"/>
                  <a:gd name="T3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116" h="5">
                    <a:moveTo>
                      <a:pt x="0" y="5"/>
                    </a:moveTo>
                    <a:lnTo>
                      <a:pt x="1116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6496" name="Line 240">
                <a:extLst>
                  <a:ext uri="{FF2B5EF4-FFF2-40B4-BE49-F238E27FC236}">
                    <a16:creationId xmlns:a16="http://schemas.microsoft.com/office/drawing/2014/main" id="{1CAEAB54-2164-4F03-BEB8-6AF8E71BDE3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21" y="1648"/>
                <a:ext cx="1014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6497" name="Freeform 241">
                <a:extLst>
                  <a:ext uri="{FF2B5EF4-FFF2-40B4-BE49-F238E27FC236}">
                    <a16:creationId xmlns:a16="http://schemas.microsoft.com/office/drawing/2014/main" id="{BB1D8CF5-8556-4FE8-A79C-CA035B7494F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36" y="1316"/>
                <a:ext cx="1" cy="444"/>
              </a:xfrm>
              <a:custGeom>
                <a:avLst/>
                <a:gdLst>
                  <a:gd name="T0" fmla="*/ 0 w 1"/>
                  <a:gd name="T1" fmla="*/ 444 h 444"/>
                  <a:gd name="T2" fmla="*/ 0 w 1"/>
                  <a:gd name="T3" fmla="*/ 0 h 4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" h="444">
                    <a:moveTo>
                      <a:pt x="0" y="444"/>
                    </a:moveTo>
                    <a:lnTo>
                      <a:pt x="0" y="0"/>
                    </a:lnTo>
                  </a:path>
                </a:pathLst>
              </a:cu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6498" name="Line 242">
                <a:extLst>
                  <a:ext uri="{FF2B5EF4-FFF2-40B4-BE49-F238E27FC236}">
                    <a16:creationId xmlns:a16="http://schemas.microsoft.com/office/drawing/2014/main" id="{4870FD82-3DE8-42C1-A0AB-8C36DC19AE5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074" y="1440"/>
                <a:ext cx="0" cy="208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6499" name="Freeform 243">
                <a:extLst>
                  <a:ext uri="{FF2B5EF4-FFF2-40B4-BE49-F238E27FC236}">
                    <a16:creationId xmlns:a16="http://schemas.microsoft.com/office/drawing/2014/main" id="{95EF6B29-5209-462C-9227-D1118481AC0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88" y="1317"/>
                <a:ext cx="456" cy="3"/>
              </a:xfrm>
              <a:custGeom>
                <a:avLst/>
                <a:gdLst>
                  <a:gd name="T0" fmla="*/ 456 w 456"/>
                  <a:gd name="T1" fmla="*/ 3 h 3"/>
                  <a:gd name="T2" fmla="*/ 0 w 456"/>
                  <a:gd name="T3" fmla="*/ 0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456" h="3">
                    <a:moveTo>
                      <a:pt x="456" y="3"/>
                    </a:moveTo>
                    <a:lnTo>
                      <a:pt x="0" y="0"/>
                    </a:lnTo>
                  </a:path>
                </a:pathLst>
              </a:cu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6500" name="Line 244">
                <a:extLst>
                  <a:ext uri="{FF2B5EF4-FFF2-40B4-BE49-F238E27FC236}">
                    <a16:creationId xmlns:a16="http://schemas.microsoft.com/office/drawing/2014/main" id="{83687070-8BFA-42F1-BA12-FEFA265A896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074" y="1316"/>
                <a:ext cx="220" cy="124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6501" name="Text Box 245">
                <a:extLst>
                  <a:ext uri="{FF2B5EF4-FFF2-40B4-BE49-F238E27FC236}">
                    <a16:creationId xmlns:a16="http://schemas.microsoft.com/office/drawing/2014/main" id="{18210CE7-8EF7-4B2E-AC9D-A8800048ABA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50" y="1326"/>
                <a:ext cx="55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pPr eaLnBrk="1" hangingPunct="1"/>
                <a:r>
                  <a:rPr lang="zh-CN" altLang="en-US"/>
                  <a:t>主视</a:t>
                </a:r>
              </a:p>
            </p:txBody>
          </p:sp>
          <p:sp>
            <p:nvSpPr>
              <p:cNvPr id="96502" name="Line 246">
                <a:extLst>
                  <a:ext uri="{FF2B5EF4-FFF2-40B4-BE49-F238E27FC236}">
                    <a16:creationId xmlns:a16="http://schemas.microsoft.com/office/drawing/2014/main" id="{4BA7D7C5-3596-4FE9-9B04-D52307D6807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22" y="1640"/>
                <a:ext cx="0" cy="138"/>
              </a:xfrm>
              <a:prstGeom prst="line">
                <a:avLst/>
              </a:prstGeom>
              <a:noFill/>
              <a:ln w="38100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</p:grpSp>
      </p:grpSp>
    </p:spTree>
  </p:cSld>
  <p:clrMapOvr>
    <a:masterClrMapping/>
  </p:clrMapOvr>
  <p:transition spd="slow">
    <p:cover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63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63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963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963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96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963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963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96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31" dur="500"/>
                                        <p:tgtEl>
                                          <p:spTgt spid="963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6" dur="500"/>
                                        <p:tgtEl>
                                          <p:spTgt spid="96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1" dur="500"/>
                                        <p:tgtEl>
                                          <p:spTgt spid="963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963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51" dur="500"/>
                                        <p:tgtEl>
                                          <p:spTgt spid="963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56" dur="500"/>
                                        <p:tgtEl>
                                          <p:spTgt spid="96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6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6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6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6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7" dur="500"/>
                                        <p:tgtEl>
                                          <p:spTgt spid="96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82" dur="500"/>
                                        <p:tgtEl>
                                          <p:spTgt spid="96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963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963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6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6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6269" grpId="0" autoUpdateAnimBg="0"/>
      <p:bldP spid="96336" grpId="0" autoUpdateAnimBg="0"/>
      <p:bldP spid="96337" grpId="0" autoUpdateAnimBg="0"/>
      <p:bldP spid="96338" grpId="0" autoUpdateAnimBg="0"/>
      <p:bldP spid="96339" grpId="0" autoUpdateAnimBg="0"/>
      <p:bldP spid="96346" grpId="0" autoUpdateAnimBg="0"/>
      <p:bldP spid="96348" grpId="0" autoUpdateAnimBg="0"/>
      <p:bldP spid="96349" grpId="0" autoUpdateAnimBg="0"/>
      <p:bldP spid="96421" grpId="0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Text Box 2">
            <a:extLst>
              <a:ext uri="{FF2B5EF4-FFF2-40B4-BE49-F238E27FC236}">
                <a16:creationId xmlns:a16="http://schemas.microsoft.com/office/drawing/2014/main" id="{91F99608-E9EC-4403-A18E-C0BE1BAB1B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60688" y="-66674"/>
            <a:ext cx="2125662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l" eaLnBrk="1" hangingPunct="1"/>
            <a:r>
              <a:rPr lang="en-US" altLang="zh-CN" sz="3600" dirty="0">
                <a:solidFill>
                  <a:schemeClr val="bg1"/>
                </a:solidFill>
                <a:ea typeface="黑体" panose="02010609060101010101" pitchFamily="49" charset="-122"/>
              </a:rPr>
              <a:t>2. </a:t>
            </a:r>
            <a:r>
              <a:rPr lang="zh-CN" altLang="en-US" sz="3600" dirty="0">
                <a:solidFill>
                  <a:schemeClr val="bg1"/>
                </a:solidFill>
                <a:ea typeface="黑体" panose="02010609060101010101" pitchFamily="49" charset="-122"/>
              </a:rPr>
              <a:t>向视图</a:t>
            </a:r>
          </a:p>
        </p:txBody>
      </p:sp>
      <p:sp>
        <p:nvSpPr>
          <p:cNvPr id="97283" name="Text Box 3">
            <a:extLst>
              <a:ext uri="{FF2B5EF4-FFF2-40B4-BE49-F238E27FC236}">
                <a16:creationId xmlns:a16="http://schemas.microsoft.com/office/drawing/2014/main" id="{C07B8DCA-4B1B-4B88-9B04-5BC0CD9430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0763" y="555625"/>
            <a:ext cx="5888037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l" eaLnBrk="1" hangingPunct="1"/>
            <a:r>
              <a:rPr lang="zh-CN" altLang="en-US" sz="3200"/>
              <a:t>向视图是可以自由配置的视图。</a:t>
            </a:r>
          </a:p>
        </p:txBody>
      </p:sp>
      <p:sp>
        <p:nvSpPr>
          <p:cNvPr id="97284" name="Text Box 4">
            <a:extLst>
              <a:ext uri="{FF2B5EF4-FFF2-40B4-BE49-F238E27FC236}">
                <a16:creationId xmlns:a16="http://schemas.microsoft.com/office/drawing/2014/main" id="{5F1A48A1-78A4-424F-9016-3134F54A75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5938" y="4503738"/>
            <a:ext cx="8680450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l" eaLnBrk="1" hangingPunct="1"/>
            <a:r>
              <a:rPr lang="en-US" altLang="zh-CN" sz="2800">
                <a:latin typeface="宋体" panose="02010600030101010101" pitchFamily="2" charset="-122"/>
              </a:rPr>
              <a:t>※</a:t>
            </a:r>
            <a:r>
              <a:rPr lang="zh-CN" altLang="en-US" sz="2800">
                <a:latin typeface="宋体" panose="02010600030101010101" pitchFamily="2" charset="-122"/>
              </a:rPr>
              <a:t>在向视图的上方标注字母，在相应视图附近用箭头</a:t>
            </a:r>
          </a:p>
          <a:p>
            <a:pPr algn="l" eaLnBrk="1" hangingPunct="1"/>
            <a:r>
              <a:rPr lang="zh-CN" altLang="en-US" sz="2800">
                <a:latin typeface="宋体" panose="02010600030101010101" pitchFamily="2" charset="-122"/>
              </a:rPr>
              <a:t>  指明投射方向，并标注相同的字母。</a:t>
            </a:r>
          </a:p>
        </p:txBody>
      </p:sp>
      <p:sp>
        <p:nvSpPr>
          <p:cNvPr id="97341" name="Text Box 61">
            <a:extLst>
              <a:ext uri="{FF2B5EF4-FFF2-40B4-BE49-F238E27FC236}">
                <a16:creationId xmlns:a16="http://schemas.microsoft.com/office/drawing/2014/main" id="{91A1FD75-372C-4B57-A5B3-63FB89F92C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5938" y="5494338"/>
            <a:ext cx="8628062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lg"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l" eaLnBrk="1" hangingPunct="1"/>
            <a:r>
              <a:rPr lang="en-US" altLang="zh-CN" sz="2800">
                <a:latin typeface="宋体" panose="02010600030101010101" pitchFamily="2" charset="-122"/>
              </a:rPr>
              <a:t>※</a:t>
            </a:r>
            <a:r>
              <a:rPr lang="zh-CN" altLang="en-US" sz="2800">
                <a:latin typeface="宋体" panose="02010600030101010101" pitchFamily="2" charset="-122"/>
              </a:rPr>
              <a:t>表示</a:t>
            </a:r>
            <a:r>
              <a:rPr lang="zh-CN" altLang="en-US" sz="2800">
                <a:solidFill>
                  <a:srgbClr val="FF0000"/>
                </a:solidFill>
                <a:latin typeface="宋体" panose="02010600030101010101" pitchFamily="2" charset="-122"/>
              </a:rPr>
              <a:t>投射方向的箭头尽可能配置在主视图上</a:t>
            </a:r>
            <a:r>
              <a:rPr lang="zh-CN" altLang="en-US" sz="2800">
                <a:latin typeface="宋体" panose="02010600030101010101" pitchFamily="2" charset="-122"/>
              </a:rPr>
              <a:t>，只是</a:t>
            </a:r>
          </a:p>
          <a:p>
            <a:pPr algn="l" eaLnBrk="1" hangingPunct="1"/>
            <a:r>
              <a:rPr lang="zh-CN" altLang="en-US" sz="2800">
                <a:latin typeface="宋体" panose="02010600030101010101" pitchFamily="2" charset="-122"/>
              </a:rPr>
              <a:t>  表示后视投射方向的箭头才配置在其他视图上。</a:t>
            </a:r>
          </a:p>
        </p:txBody>
      </p:sp>
      <p:grpSp>
        <p:nvGrpSpPr>
          <p:cNvPr id="97435" name="Group 155">
            <a:extLst>
              <a:ext uri="{FF2B5EF4-FFF2-40B4-BE49-F238E27FC236}">
                <a16:creationId xmlns:a16="http://schemas.microsoft.com/office/drawing/2014/main" id="{68A03DC9-A6F0-48D2-9953-1DC7B2E34EB3}"/>
              </a:ext>
            </a:extLst>
          </p:cNvPr>
          <p:cNvGrpSpPr>
            <a:grpSpLocks/>
          </p:cNvGrpSpPr>
          <p:nvPr/>
        </p:nvGrpSpPr>
        <p:grpSpPr bwMode="auto">
          <a:xfrm>
            <a:off x="612775" y="1249363"/>
            <a:ext cx="3810000" cy="3089275"/>
            <a:chOff x="386" y="787"/>
            <a:chExt cx="2400" cy="1946"/>
          </a:xfrm>
        </p:grpSpPr>
        <p:sp>
          <p:nvSpPr>
            <p:cNvPr id="97344" name="Text Box 64">
              <a:extLst>
                <a:ext uri="{FF2B5EF4-FFF2-40B4-BE49-F238E27FC236}">
                  <a16:creationId xmlns:a16="http://schemas.microsoft.com/office/drawing/2014/main" id="{0163AA72-7FD0-4E7E-A6A4-9D28AEF034E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1" y="2344"/>
              <a:ext cx="146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l" eaLnBrk="1" hangingPunct="1"/>
              <a:r>
                <a:rPr lang="zh-CN" altLang="en-US"/>
                <a:t>按基本位置配置</a:t>
              </a:r>
            </a:p>
          </p:txBody>
        </p:sp>
        <p:sp>
          <p:nvSpPr>
            <p:cNvPr id="97345" name="Rectangle 65">
              <a:extLst>
                <a:ext uri="{FF2B5EF4-FFF2-40B4-BE49-F238E27FC236}">
                  <a16:creationId xmlns:a16="http://schemas.microsoft.com/office/drawing/2014/main" id="{5BFF14ED-5F83-43B0-80C7-4F48D29D6E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6" y="787"/>
              <a:ext cx="2400" cy="1946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prstDash val="lgDashDotDot"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97391" name="Group 111">
              <a:extLst>
                <a:ext uri="{FF2B5EF4-FFF2-40B4-BE49-F238E27FC236}">
                  <a16:creationId xmlns:a16="http://schemas.microsoft.com/office/drawing/2014/main" id="{E6FEF8F8-BBC2-4697-A914-1B92695842C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00" y="1401"/>
              <a:ext cx="604" cy="313"/>
              <a:chOff x="900" y="1361"/>
              <a:chExt cx="604" cy="313"/>
            </a:xfrm>
          </p:grpSpPr>
          <p:sp>
            <p:nvSpPr>
              <p:cNvPr id="97389" name="Freeform 109">
                <a:extLst>
                  <a:ext uri="{FF2B5EF4-FFF2-40B4-BE49-F238E27FC236}">
                    <a16:creationId xmlns:a16="http://schemas.microsoft.com/office/drawing/2014/main" id="{A86E2D68-3C82-4DAA-96E2-409892F3D44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00" y="1578"/>
                <a:ext cx="594" cy="96"/>
              </a:xfrm>
              <a:custGeom>
                <a:avLst/>
                <a:gdLst>
                  <a:gd name="T0" fmla="*/ 0 w 594"/>
                  <a:gd name="T1" fmla="*/ 84 h 84"/>
                  <a:gd name="T2" fmla="*/ 594 w 594"/>
                  <a:gd name="T3" fmla="*/ 84 h 84"/>
                  <a:gd name="T4" fmla="*/ 594 w 594"/>
                  <a:gd name="T5" fmla="*/ 0 h 84"/>
                  <a:gd name="T6" fmla="*/ 0 w 594"/>
                  <a:gd name="T7" fmla="*/ 0 h 84"/>
                  <a:gd name="T8" fmla="*/ 0 w 594"/>
                  <a:gd name="T9" fmla="*/ 84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94" h="84">
                    <a:moveTo>
                      <a:pt x="0" y="84"/>
                    </a:moveTo>
                    <a:lnTo>
                      <a:pt x="594" y="84"/>
                    </a:lnTo>
                    <a:lnTo>
                      <a:pt x="594" y="0"/>
                    </a:lnTo>
                    <a:lnTo>
                      <a:pt x="0" y="0"/>
                    </a:lnTo>
                    <a:lnTo>
                      <a:pt x="0" y="84"/>
                    </a:lnTo>
                    <a:close/>
                  </a:path>
                </a:pathLst>
              </a:custGeom>
              <a:noFill/>
              <a:ln w="28575" cap="flat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7349" name="Freeform 69">
                <a:extLst>
                  <a:ext uri="{FF2B5EF4-FFF2-40B4-BE49-F238E27FC236}">
                    <a16:creationId xmlns:a16="http://schemas.microsoft.com/office/drawing/2014/main" id="{01D9A025-F759-470D-98CE-115800B0415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97" y="1361"/>
                <a:ext cx="1" cy="313"/>
              </a:xfrm>
              <a:custGeom>
                <a:avLst/>
                <a:gdLst>
                  <a:gd name="T0" fmla="*/ 0 w 1"/>
                  <a:gd name="T1" fmla="*/ 313 h 313"/>
                  <a:gd name="T2" fmla="*/ 0 w 1"/>
                  <a:gd name="T3" fmla="*/ 0 h 3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" h="313">
                    <a:moveTo>
                      <a:pt x="0" y="313"/>
                    </a:moveTo>
                    <a:lnTo>
                      <a:pt x="0" y="0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7350" name="Line 70">
                <a:extLst>
                  <a:ext uri="{FF2B5EF4-FFF2-40B4-BE49-F238E27FC236}">
                    <a16:creationId xmlns:a16="http://schemas.microsoft.com/office/drawing/2014/main" id="{E70E5A3F-EF4B-4620-A85F-C327658C66F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112" y="1444"/>
                <a:ext cx="0" cy="137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7351" name="Freeform 71">
                <a:extLst>
                  <a:ext uri="{FF2B5EF4-FFF2-40B4-BE49-F238E27FC236}">
                    <a16:creationId xmlns:a16="http://schemas.microsoft.com/office/drawing/2014/main" id="{B4CE3547-87A8-4EAF-97C1-A6133F0FA85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41" y="1361"/>
                <a:ext cx="263" cy="1"/>
              </a:xfrm>
              <a:custGeom>
                <a:avLst/>
                <a:gdLst>
                  <a:gd name="T0" fmla="*/ 277 w 277"/>
                  <a:gd name="T1" fmla="*/ 0 h 1"/>
                  <a:gd name="T2" fmla="*/ 0 w 277"/>
                  <a:gd name="T3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277" h="1">
                    <a:moveTo>
                      <a:pt x="277" y="0"/>
                    </a:moveTo>
                    <a:lnTo>
                      <a:pt x="0" y="1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7352" name="Line 72">
                <a:extLst>
                  <a:ext uri="{FF2B5EF4-FFF2-40B4-BE49-F238E27FC236}">
                    <a16:creationId xmlns:a16="http://schemas.microsoft.com/office/drawing/2014/main" id="{743C4BBD-C376-400E-ABAD-B38C6152556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112" y="1361"/>
                <a:ext cx="129" cy="83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97409" name="Group 129">
              <a:extLst>
                <a:ext uri="{FF2B5EF4-FFF2-40B4-BE49-F238E27FC236}">
                  <a16:creationId xmlns:a16="http://schemas.microsoft.com/office/drawing/2014/main" id="{FE368EA1-792C-40A8-8AAB-7FCD3A7D8D5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97" y="1800"/>
              <a:ext cx="597" cy="401"/>
              <a:chOff x="897" y="1760"/>
              <a:chExt cx="597" cy="401"/>
            </a:xfrm>
          </p:grpSpPr>
          <p:sp>
            <p:nvSpPr>
              <p:cNvPr id="97354" name="Line 74">
                <a:extLst>
                  <a:ext uri="{FF2B5EF4-FFF2-40B4-BE49-F238E27FC236}">
                    <a16:creationId xmlns:a16="http://schemas.microsoft.com/office/drawing/2014/main" id="{388678F8-A9FD-4BE1-AD90-B7E55A7D00E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97" y="1767"/>
                <a:ext cx="59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7355" name="Freeform 75">
                <a:extLst>
                  <a:ext uri="{FF2B5EF4-FFF2-40B4-BE49-F238E27FC236}">
                    <a16:creationId xmlns:a16="http://schemas.microsoft.com/office/drawing/2014/main" id="{21842B7F-0356-4740-8456-4098D5BE1AB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87" y="1760"/>
                <a:ext cx="1" cy="401"/>
              </a:xfrm>
              <a:custGeom>
                <a:avLst/>
                <a:gdLst>
                  <a:gd name="T0" fmla="*/ 0 w 1"/>
                  <a:gd name="T1" fmla="*/ 0 h 401"/>
                  <a:gd name="T2" fmla="*/ 0 w 1"/>
                  <a:gd name="T3" fmla="*/ 401 h 4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" h="401">
                    <a:moveTo>
                      <a:pt x="0" y="0"/>
                    </a:moveTo>
                    <a:lnTo>
                      <a:pt x="0" y="401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7356" name="Freeform 76">
                <a:extLst>
                  <a:ext uri="{FF2B5EF4-FFF2-40B4-BE49-F238E27FC236}">
                    <a16:creationId xmlns:a16="http://schemas.microsoft.com/office/drawing/2014/main" id="{5F01C8F2-D519-4F17-AB97-354875FA983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97" y="2154"/>
                <a:ext cx="597" cy="1"/>
              </a:xfrm>
              <a:custGeom>
                <a:avLst/>
                <a:gdLst>
                  <a:gd name="T0" fmla="*/ 629 w 629"/>
                  <a:gd name="T1" fmla="*/ 0 h 1"/>
                  <a:gd name="T2" fmla="*/ 0 w 629"/>
                  <a:gd name="T3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629" h="1">
                    <a:moveTo>
                      <a:pt x="629" y="0"/>
                    </a:moveTo>
                    <a:lnTo>
                      <a:pt x="0" y="0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7357" name="Freeform 77">
                <a:extLst>
                  <a:ext uri="{FF2B5EF4-FFF2-40B4-BE49-F238E27FC236}">
                    <a16:creationId xmlns:a16="http://schemas.microsoft.com/office/drawing/2014/main" id="{0EDFD7A7-1494-4987-B61B-C0927F45F4E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01" y="1761"/>
                <a:ext cx="1" cy="400"/>
              </a:xfrm>
              <a:custGeom>
                <a:avLst/>
                <a:gdLst>
                  <a:gd name="T0" fmla="*/ 0 w 1"/>
                  <a:gd name="T1" fmla="*/ 400 h 400"/>
                  <a:gd name="T2" fmla="*/ 0 w 1"/>
                  <a:gd name="T3" fmla="*/ 0 h 4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" h="400">
                    <a:moveTo>
                      <a:pt x="0" y="400"/>
                    </a:moveTo>
                    <a:lnTo>
                      <a:pt x="0" y="0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7358" name="Freeform 78">
                <a:extLst>
                  <a:ext uri="{FF2B5EF4-FFF2-40B4-BE49-F238E27FC236}">
                    <a16:creationId xmlns:a16="http://schemas.microsoft.com/office/drawing/2014/main" id="{92B91591-2E32-4509-AF5B-BADD7524C63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95" y="1877"/>
                <a:ext cx="399" cy="1"/>
              </a:xfrm>
              <a:custGeom>
                <a:avLst/>
                <a:gdLst>
                  <a:gd name="T0" fmla="*/ 0 w 420"/>
                  <a:gd name="T1" fmla="*/ 0 h 1"/>
                  <a:gd name="T2" fmla="*/ 420 w 420"/>
                  <a:gd name="T3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420" h="1">
                    <a:moveTo>
                      <a:pt x="0" y="0"/>
                    </a:moveTo>
                    <a:lnTo>
                      <a:pt x="420" y="0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7359" name="Line 79">
                <a:extLst>
                  <a:ext uri="{FF2B5EF4-FFF2-40B4-BE49-F238E27FC236}">
                    <a16:creationId xmlns:a16="http://schemas.microsoft.com/office/drawing/2014/main" id="{73E0703F-3F72-4998-9EC6-626C143CA65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02" y="1767"/>
                <a:ext cx="0" cy="11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7360" name="Line 80">
                <a:extLst>
                  <a:ext uri="{FF2B5EF4-FFF2-40B4-BE49-F238E27FC236}">
                    <a16:creationId xmlns:a16="http://schemas.microsoft.com/office/drawing/2014/main" id="{FAB64E67-1430-4B4A-BD8B-9D5867881BC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31" y="1767"/>
                <a:ext cx="0" cy="11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97399" name="Group 119">
              <a:extLst>
                <a:ext uri="{FF2B5EF4-FFF2-40B4-BE49-F238E27FC236}">
                  <a16:creationId xmlns:a16="http://schemas.microsoft.com/office/drawing/2014/main" id="{26F00035-EC1E-48D0-A384-9EE90B09F0D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42" y="1402"/>
              <a:ext cx="588" cy="306"/>
              <a:chOff x="2142" y="1362"/>
              <a:chExt cx="588" cy="306"/>
            </a:xfrm>
          </p:grpSpPr>
          <p:sp>
            <p:nvSpPr>
              <p:cNvPr id="97396" name="Freeform 116">
                <a:extLst>
                  <a:ext uri="{FF2B5EF4-FFF2-40B4-BE49-F238E27FC236}">
                    <a16:creationId xmlns:a16="http://schemas.microsoft.com/office/drawing/2014/main" id="{5ACF8497-3455-4D1A-9DCE-D275F428CBC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42" y="1362"/>
                <a:ext cx="588" cy="306"/>
              </a:xfrm>
              <a:custGeom>
                <a:avLst/>
                <a:gdLst>
                  <a:gd name="T0" fmla="*/ 0 w 588"/>
                  <a:gd name="T1" fmla="*/ 306 h 306"/>
                  <a:gd name="T2" fmla="*/ 588 w 588"/>
                  <a:gd name="T3" fmla="*/ 306 h 306"/>
                  <a:gd name="T4" fmla="*/ 588 w 588"/>
                  <a:gd name="T5" fmla="*/ 216 h 306"/>
                  <a:gd name="T6" fmla="*/ 384 w 588"/>
                  <a:gd name="T7" fmla="*/ 216 h 306"/>
                  <a:gd name="T8" fmla="*/ 384 w 588"/>
                  <a:gd name="T9" fmla="*/ 72 h 306"/>
                  <a:gd name="T10" fmla="*/ 270 w 588"/>
                  <a:gd name="T11" fmla="*/ 0 h 306"/>
                  <a:gd name="T12" fmla="*/ 0 w 588"/>
                  <a:gd name="T13" fmla="*/ 0 h 306"/>
                  <a:gd name="T14" fmla="*/ 0 w 588"/>
                  <a:gd name="T15" fmla="*/ 306 h 3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88" h="306">
                    <a:moveTo>
                      <a:pt x="0" y="306"/>
                    </a:moveTo>
                    <a:lnTo>
                      <a:pt x="588" y="306"/>
                    </a:lnTo>
                    <a:lnTo>
                      <a:pt x="588" y="216"/>
                    </a:lnTo>
                    <a:lnTo>
                      <a:pt x="384" y="216"/>
                    </a:lnTo>
                    <a:lnTo>
                      <a:pt x="384" y="72"/>
                    </a:lnTo>
                    <a:lnTo>
                      <a:pt x="270" y="0"/>
                    </a:lnTo>
                    <a:lnTo>
                      <a:pt x="0" y="0"/>
                    </a:lnTo>
                    <a:lnTo>
                      <a:pt x="0" y="306"/>
                    </a:lnTo>
                    <a:close/>
                  </a:path>
                </a:pathLst>
              </a:custGeom>
              <a:noFill/>
              <a:ln w="28575" cap="flat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7364" name="Freeform 84">
                <a:extLst>
                  <a:ext uri="{FF2B5EF4-FFF2-40B4-BE49-F238E27FC236}">
                    <a16:creationId xmlns:a16="http://schemas.microsoft.com/office/drawing/2014/main" id="{E523809E-0A11-4609-AE30-FCBA580BAB2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42" y="1578"/>
                <a:ext cx="360" cy="1"/>
              </a:xfrm>
              <a:custGeom>
                <a:avLst/>
                <a:gdLst>
                  <a:gd name="T0" fmla="*/ 360 w 360"/>
                  <a:gd name="T1" fmla="*/ 0 h 1"/>
                  <a:gd name="T2" fmla="*/ 0 w 360"/>
                  <a:gd name="T3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360" h="1">
                    <a:moveTo>
                      <a:pt x="360" y="0"/>
                    </a:moveTo>
                    <a:lnTo>
                      <a:pt x="0" y="0"/>
                    </a:lnTo>
                  </a:path>
                </a:pathLst>
              </a:custGeom>
              <a:noFill/>
              <a:ln w="12700" cap="flat" cmpd="sng">
                <a:solidFill>
                  <a:schemeClr val="tx1"/>
                </a:solidFill>
                <a:prstDash val="lgDash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97400" name="Group 120">
              <a:extLst>
                <a:ext uri="{FF2B5EF4-FFF2-40B4-BE49-F238E27FC236}">
                  <a16:creationId xmlns:a16="http://schemas.microsoft.com/office/drawing/2014/main" id="{660968E5-011C-4D78-9293-86CE30CDDFF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96" y="1402"/>
              <a:ext cx="396" cy="312"/>
              <a:chOff x="1596" y="1362"/>
              <a:chExt cx="396" cy="312"/>
            </a:xfrm>
          </p:grpSpPr>
          <p:sp>
            <p:nvSpPr>
              <p:cNvPr id="97392" name="Freeform 112">
                <a:extLst>
                  <a:ext uri="{FF2B5EF4-FFF2-40B4-BE49-F238E27FC236}">
                    <a16:creationId xmlns:a16="http://schemas.microsoft.com/office/drawing/2014/main" id="{1A805915-C238-47E9-AC90-1E6DBD35239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96" y="1578"/>
                <a:ext cx="396" cy="96"/>
              </a:xfrm>
              <a:custGeom>
                <a:avLst/>
                <a:gdLst>
                  <a:gd name="T0" fmla="*/ 0 w 396"/>
                  <a:gd name="T1" fmla="*/ 0 h 84"/>
                  <a:gd name="T2" fmla="*/ 396 w 396"/>
                  <a:gd name="T3" fmla="*/ 0 h 84"/>
                  <a:gd name="T4" fmla="*/ 396 w 396"/>
                  <a:gd name="T5" fmla="*/ 84 h 84"/>
                  <a:gd name="T6" fmla="*/ 0 w 396"/>
                  <a:gd name="T7" fmla="*/ 84 h 84"/>
                  <a:gd name="T8" fmla="*/ 0 w 396"/>
                  <a:gd name="T9" fmla="*/ 0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96" h="84">
                    <a:moveTo>
                      <a:pt x="0" y="0"/>
                    </a:moveTo>
                    <a:lnTo>
                      <a:pt x="396" y="0"/>
                    </a:lnTo>
                    <a:lnTo>
                      <a:pt x="396" y="84"/>
                    </a:lnTo>
                    <a:lnTo>
                      <a:pt x="0" y="84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28575" cap="flat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7393" name="Freeform 113">
                <a:extLst>
                  <a:ext uri="{FF2B5EF4-FFF2-40B4-BE49-F238E27FC236}">
                    <a16:creationId xmlns:a16="http://schemas.microsoft.com/office/drawing/2014/main" id="{19D59BAC-B6B9-4B21-A421-43EBB2345CB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96" y="1362"/>
                <a:ext cx="108" cy="216"/>
              </a:xfrm>
              <a:custGeom>
                <a:avLst/>
                <a:gdLst>
                  <a:gd name="T0" fmla="*/ 0 w 108"/>
                  <a:gd name="T1" fmla="*/ 216 h 216"/>
                  <a:gd name="T2" fmla="*/ 0 w 108"/>
                  <a:gd name="T3" fmla="*/ 0 h 216"/>
                  <a:gd name="T4" fmla="*/ 108 w 108"/>
                  <a:gd name="T5" fmla="*/ 0 h 216"/>
                  <a:gd name="T6" fmla="*/ 108 w 108"/>
                  <a:gd name="T7" fmla="*/ 216 h 216"/>
                  <a:gd name="T8" fmla="*/ 0 w 108"/>
                  <a:gd name="T9" fmla="*/ 216 h 2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8" h="216">
                    <a:moveTo>
                      <a:pt x="0" y="216"/>
                    </a:moveTo>
                    <a:lnTo>
                      <a:pt x="0" y="0"/>
                    </a:lnTo>
                    <a:lnTo>
                      <a:pt x="108" y="0"/>
                    </a:lnTo>
                    <a:lnTo>
                      <a:pt x="108" y="216"/>
                    </a:lnTo>
                    <a:lnTo>
                      <a:pt x="0" y="216"/>
                    </a:lnTo>
                    <a:close/>
                  </a:path>
                </a:pathLst>
              </a:custGeom>
              <a:noFill/>
              <a:ln w="28575" cap="flat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7376" name="Freeform 96">
                <a:extLst>
                  <a:ext uri="{FF2B5EF4-FFF2-40B4-BE49-F238E27FC236}">
                    <a16:creationId xmlns:a16="http://schemas.microsoft.com/office/drawing/2014/main" id="{E0CDE92E-86C8-41F6-84BD-FF8635908D6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98" y="1451"/>
                <a:ext cx="106" cy="1"/>
              </a:xfrm>
              <a:custGeom>
                <a:avLst/>
                <a:gdLst>
                  <a:gd name="T0" fmla="*/ 0 w 106"/>
                  <a:gd name="T1" fmla="*/ 0 h 1"/>
                  <a:gd name="T2" fmla="*/ 106 w 106"/>
                  <a:gd name="T3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06" h="1">
                    <a:moveTo>
                      <a:pt x="0" y="0"/>
                    </a:moveTo>
                    <a:lnTo>
                      <a:pt x="106" y="1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97390" name="Group 110">
              <a:extLst>
                <a:ext uri="{FF2B5EF4-FFF2-40B4-BE49-F238E27FC236}">
                  <a16:creationId xmlns:a16="http://schemas.microsoft.com/office/drawing/2014/main" id="{043BF7B4-FAEE-47D0-856F-E629E21B4BC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4" y="1402"/>
              <a:ext cx="386" cy="306"/>
              <a:chOff x="444" y="1362"/>
              <a:chExt cx="386" cy="306"/>
            </a:xfrm>
          </p:grpSpPr>
          <p:sp>
            <p:nvSpPr>
              <p:cNvPr id="97387" name="Freeform 107">
                <a:extLst>
                  <a:ext uri="{FF2B5EF4-FFF2-40B4-BE49-F238E27FC236}">
                    <a16:creationId xmlns:a16="http://schemas.microsoft.com/office/drawing/2014/main" id="{91C85419-8036-4BA4-AB02-7BB432E9AEA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4" y="1362"/>
                <a:ext cx="378" cy="306"/>
              </a:xfrm>
              <a:custGeom>
                <a:avLst/>
                <a:gdLst>
                  <a:gd name="T0" fmla="*/ 378 w 378"/>
                  <a:gd name="T1" fmla="*/ 306 h 306"/>
                  <a:gd name="T2" fmla="*/ 378 w 378"/>
                  <a:gd name="T3" fmla="*/ 0 h 306"/>
                  <a:gd name="T4" fmla="*/ 270 w 378"/>
                  <a:gd name="T5" fmla="*/ 0 h 306"/>
                  <a:gd name="T6" fmla="*/ 270 w 378"/>
                  <a:gd name="T7" fmla="*/ 216 h 306"/>
                  <a:gd name="T8" fmla="*/ 0 w 378"/>
                  <a:gd name="T9" fmla="*/ 216 h 306"/>
                  <a:gd name="T10" fmla="*/ 0 w 378"/>
                  <a:gd name="T11" fmla="*/ 306 h 306"/>
                  <a:gd name="T12" fmla="*/ 378 w 378"/>
                  <a:gd name="T13" fmla="*/ 306 h 3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78" h="306">
                    <a:moveTo>
                      <a:pt x="378" y="306"/>
                    </a:moveTo>
                    <a:lnTo>
                      <a:pt x="378" y="0"/>
                    </a:lnTo>
                    <a:lnTo>
                      <a:pt x="270" y="0"/>
                    </a:lnTo>
                    <a:lnTo>
                      <a:pt x="270" y="216"/>
                    </a:lnTo>
                    <a:lnTo>
                      <a:pt x="0" y="216"/>
                    </a:lnTo>
                    <a:lnTo>
                      <a:pt x="0" y="306"/>
                    </a:lnTo>
                    <a:lnTo>
                      <a:pt x="378" y="306"/>
                    </a:lnTo>
                    <a:close/>
                  </a:path>
                </a:pathLst>
              </a:custGeom>
              <a:noFill/>
              <a:ln w="28575" cap="flat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7383" name="Freeform 103">
                <a:extLst>
                  <a:ext uri="{FF2B5EF4-FFF2-40B4-BE49-F238E27FC236}">
                    <a16:creationId xmlns:a16="http://schemas.microsoft.com/office/drawing/2014/main" id="{BB3F6D60-666D-4F72-B78B-31E2C8FEE59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17" y="1452"/>
                <a:ext cx="113" cy="2"/>
              </a:xfrm>
              <a:custGeom>
                <a:avLst/>
                <a:gdLst>
                  <a:gd name="T0" fmla="*/ 113 w 113"/>
                  <a:gd name="T1" fmla="*/ 2 h 2"/>
                  <a:gd name="T2" fmla="*/ 0 w 113"/>
                  <a:gd name="T3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13" h="2">
                    <a:moveTo>
                      <a:pt x="113" y="2"/>
                    </a:moveTo>
                    <a:lnTo>
                      <a:pt x="0" y="0"/>
                    </a:lnTo>
                  </a:path>
                </a:pathLst>
              </a:custGeom>
              <a:noFill/>
              <a:ln w="12700" cap="flat" cmpd="sng">
                <a:solidFill>
                  <a:schemeClr val="tx1"/>
                </a:solidFill>
                <a:prstDash val="lg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7384" name="Freeform 104">
                <a:extLst>
                  <a:ext uri="{FF2B5EF4-FFF2-40B4-BE49-F238E27FC236}">
                    <a16:creationId xmlns:a16="http://schemas.microsoft.com/office/drawing/2014/main" id="{1350CD7A-9463-485F-B185-49AF78D992D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14" y="1578"/>
                <a:ext cx="108" cy="1"/>
              </a:xfrm>
              <a:custGeom>
                <a:avLst/>
                <a:gdLst>
                  <a:gd name="T0" fmla="*/ 0 w 108"/>
                  <a:gd name="T1" fmla="*/ 0 h 1"/>
                  <a:gd name="T2" fmla="*/ 108 w 108"/>
                  <a:gd name="T3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08" h="1">
                    <a:moveTo>
                      <a:pt x="0" y="0"/>
                    </a:moveTo>
                    <a:lnTo>
                      <a:pt x="108" y="0"/>
                    </a:lnTo>
                  </a:path>
                </a:pathLst>
              </a:custGeom>
              <a:noFill/>
              <a:ln w="12700" cmpd="sng">
                <a:solidFill>
                  <a:schemeClr val="tx1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97398" name="Group 118">
              <a:extLst>
                <a:ext uri="{FF2B5EF4-FFF2-40B4-BE49-F238E27FC236}">
                  <a16:creationId xmlns:a16="http://schemas.microsoft.com/office/drawing/2014/main" id="{A52CCAC6-E75F-4D5E-A297-C0A7B8C3F63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96" y="936"/>
              <a:ext cx="605" cy="399"/>
              <a:chOff x="896" y="896"/>
              <a:chExt cx="605" cy="399"/>
            </a:xfrm>
          </p:grpSpPr>
          <p:sp>
            <p:nvSpPr>
              <p:cNvPr id="97343" name="Rectangle 63">
                <a:extLst>
                  <a:ext uri="{FF2B5EF4-FFF2-40B4-BE49-F238E27FC236}">
                    <a16:creationId xmlns:a16="http://schemas.microsoft.com/office/drawing/2014/main" id="{395CE1A0-2E24-48FD-9848-AE07C7FA1C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6" y="896"/>
                <a:ext cx="600" cy="392"/>
              </a:xfrm>
              <a:prstGeom prst="rect">
                <a:avLst/>
              </a:prstGeom>
              <a:noFill/>
              <a:ln w="2857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7361" name="Freeform 81">
                <a:extLst>
                  <a:ext uri="{FF2B5EF4-FFF2-40B4-BE49-F238E27FC236}">
                    <a16:creationId xmlns:a16="http://schemas.microsoft.com/office/drawing/2014/main" id="{FA8ECC6E-05AB-4843-9268-13D796EE5BC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16" y="1174"/>
                <a:ext cx="385" cy="2"/>
              </a:xfrm>
              <a:custGeom>
                <a:avLst/>
                <a:gdLst>
                  <a:gd name="T0" fmla="*/ 0 w 385"/>
                  <a:gd name="T1" fmla="*/ 2 h 2"/>
                  <a:gd name="T2" fmla="*/ 385 w 385"/>
                  <a:gd name="T3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385" h="2">
                    <a:moveTo>
                      <a:pt x="0" y="2"/>
                    </a:moveTo>
                    <a:lnTo>
                      <a:pt x="385" y="0"/>
                    </a:lnTo>
                  </a:path>
                </a:pathLst>
              </a:custGeom>
              <a:noFill/>
              <a:ln w="12700">
                <a:solidFill>
                  <a:schemeClr val="tx1"/>
                </a:solidFill>
                <a:prstDash val="lg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7385" name="Line 105">
                <a:extLst>
                  <a:ext uri="{FF2B5EF4-FFF2-40B4-BE49-F238E27FC236}">
                    <a16:creationId xmlns:a16="http://schemas.microsoft.com/office/drawing/2014/main" id="{0E49C5BD-8456-410A-AF9B-D5059CA6EE5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12" y="1173"/>
                <a:ext cx="0" cy="122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prstDash val="lg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7386" name="Line 106">
                <a:extLst>
                  <a:ext uri="{FF2B5EF4-FFF2-40B4-BE49-F238E27FC236}">
                    <a16:creationId xmlns:a16="http://schemas.microsoft.com/office/drawing/2014/main" id="{A3D65285-3CBF-4A26-8B9B-BA6C6B5D186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41" y="1173"/>
                <a:ext cx="0" cy="115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prstDash val="lg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grpSp>
        <p:nvGrpSpPr>
          <p:cNvPr id="97436" name="Group 156">
            <a:extLst>
              <a:ext uri="{FF2B5EF4-FFF2-40B4-BE49-F238E27FC236}">
                <a16:creationId xmlns:a16="http://schemas.microsoft.com/office/drawing/2014/main" id="{CF0015B6-AAAF-4BB9-BDC1-62C4C274CE7E}"/>
              </a:ext>
            </a:extLst>
          </p:cNvPr>
          <p:cNvGrpSpPr>
            <a:grpSpLocks/>
          </p:cNvGrpSpPr>
          <p:nvPr/>
        </p:nvGrpSpPr>
        <p:grpSpPr bwMode="auto">
          <a:xfrm>
            <a:off x="4711700" y="1257300"/>
            <a:ext cx="3979863" cy="3068638"/>
            <a:chOff x="2968" y="792"/>
            <a:chExt cx="2507" cy="1933"/>
          </a:xfrm>
        </p:grpSpPr>
        <p:grpSp>
          <p:nvGrpSpPr>
            <p:cNvPr id="97410" name="Group 130">
              <a:extLst>
                <a:ext uri="{FF2B5EF4-FFF2-40B4-BE49-F238E27FC236}">
                  <a16:creationId xmlns:a16="http://schemas.microsoft.com/office/drawing/2014/main" id="{B3DFA8A3-65D2-400C-A74B-52126092DC0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097" y="1056"/>
              <a:ext cx="597" cy="401"/>
              <a:chOff x="897" y="1760"/>
              <a:chExt cx="597" cy="401"/>
            </a:xfrm>
          </p:grpSpPr>
          <p:sp>
            <p:nvSpPr>
              <p:cNvPr id="97411" name="Line 131">
                <a:extLst>
                  <a:ext uri="{FF2B5EF4-FFF2-40B4-BE49-F238E27FC236}">
                    <a16:creationId xmlns:a16="http://schemas.microsoft.com/office/drawing/2014/main" id="{6774232B-9068-497A-BF26-E8F49A0B705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97" y="1767"/>
                <a:ext cx="59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7412" name="Freeform 132">
                <a:extLst>
                  <a:ext uri="{FF2B5EF4-FFF2-40B4-BE49-F238E27FC236}">
                    <a16:creationId xmlns:a16="http://schemas.microsoft.com/office/drawing/2014/main" id="{325EAC29-4E94-4237-AF97-05ACBE1E75D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87" y="1760"/>
                <a:ext cx="1" cy="401"/>
              </a:xfrm>
              <a:custGeom>
                <a:avLst/>
                <a:gdLst>
                  <a:gd name="T0" fmla="*/ 0 w 1"/>
                  <a:gd name="T1" fmla="*/ 0 h 401"/>
                  <a:gd name="T2" fmla="*/ 0 w 1"/>
                  <a:gd name="T3" fmla="*/ 401 h 4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" h="401">
                    <a:moveTo>
                      <a:pt x="0" y="0"/>
                    </a:moveTo>
                    <a:lnTo>
                      <a:pt x="0" y="401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7413" name="Freeform 133">
                <a:extLst>
                  <a:ext uri="{FF2B5EF4-FFF2-40B4-BE49-F238E27FC236}">
                    <a16:creationId xmlns:a16="http://schemas.microsoft.com/office/drawing/2014/main" id="{94EEF23A-32A9-42C1-958A-475BD49A41E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97" y="2154"/>
                <a:ext cx="597" cy="1"/>
              </a:xfrm>
              <a:custGeom>
                <a:avLst/>
                <a:gdLst>
                  <a:gd name="T0" fmla="*/ 629 w 629"/>
                  <a:gd name="T1" fmla="*/ 0 h 1"/>
                  <a:gd name="T2" fmla="*/ 0 w 629"/>
                  <a:gd name="T3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629" h="1">
                    <a:moveTo>
                      <a:pt x="629" y="0"/>
                    </a:moveTo>
                    <a:lnTo>
                      <a:pt x="0" y="0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7414" name="Freeform 134">
                <a:extLst>
                  <a:ext uri="{FF2B5EF4-FFF2-40B4-BE49-F238E27FC236}">
                    <a16:creationId xmlns:a16="http://schemas.microsoft.com/office/drawing/2014/main" id="{3A654457-4CDC-4639-83D5-65C53E08E83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01" y="1761"/>
                <a:ext cx="1" cy="400"/>
              </a:xfrm>
              <a:custGeom>
                <a:avLst/>
                <a:gdLst>
                  <a:gd name="T0" fmla="*/ 0 w 1"/>
                  <a:gd name="T1" fmla="*/ 400 h 400"/>
                  <a:gd name="T2" fmla="*/ 0 w 1"/>
                  <a:gd name="T3" fmla="*/ 0 h 4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" h="400">
                    <a:moveTo>
                      <a:pt x="0" y="400"/>
                    </a:moveTo>
                    <a:lnTo>
                      <a:pt x="0" y="0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7415" name="Freeform 135">
                <a:extLst>
                  <a:ext uri="{FF2B5EF4-FFF2-40B4-BE49-F238E27FC236}">
                    <a16:creationId xmlns:a16="http://schemas.microsoft.com/office/drawing/2014/main" id="{C502158B-C922-4CC1-A4E4-D0AC4A588F4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95" y="1877"/>
                <a:ext cx="399" cy="1"/>
              </a:xfrm>
              <a:custGeom>
                <a:avLst/>
                <a:gdLst>
                  <a:gd name="T0" fmla="*/ 0 w 420"/>
                  <a:gd name="T1" fmla="*/ 0 h 1"/>
                  <a:gd name="T2" fmla="*/ 420 w 420"/>
                  <a:gd name="T3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420" h="1">
                    <a:moveTo>
                      <a:pt x="0" y="0"/>
                    </a:moveTo>
                    <a:lnTo>
                      <a:pt x="420" y="0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7416" name="Line 136">
                <a:extLst>
                  <a:ext uri="{FF2B5EF4-FFF2-40B4-BE49-F238E27FC236}">
                    <a16:creationId xmlns:a16="http://schemas.microsoft.com/office/drawing/2014/main" id="{61CED742-BE07-4929-B1A3-29F9BC3C23C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02" y="1767"/>
                <a:ext cx="0" cy="11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7417" name="Line 137">
                <a:extLst>
                  <a:ext uri="{FF2B5EF4-FFF2-40B4-BE49-F238E27FC236}">
                    <a16:creationId xmlns:a16="http://schemas.microsoft.com/office/drawing/2014/main" id="{A8A94D67-DC72-4414-AECD-ACE84ABA019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31" y="1767"/>
                <a:ext cx="0" cy="11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97286" name="Rectangle 6">
              <a:extLst>
                <a:ext uri="{FF2B5EF4-FFF2-40B4-BE49-F238E27FC236}">
                  <a16:creationId xmlns:a16="http://schemas.microsoft.com/office/drawing/2014/main" id="{0E23F0B9-4792-401B-BB83-C4AF1F5B80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99" y="1056"/>
              <a:ext cx="581" cy="382"/>
            </a:xfrm>
            <a:prstGeom prst="rect">
              <a:avLst/>
            </a:prstGeom>
            <a:noFill/>
            <a:ln w="2857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7287" name="Line 7">
              <a:extLst>
                <a:ext uri="{FF2B5EF4-FFF2-40B4-BE49-F238E27FC236}">
                  <a16:creationId xmlns:a16="http://schemas.microsoft.com/office/drawing/2014/main" id="{85853DDB-C5CA-4D82-A34B-C84D643E496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32" y="1330"/>
              <a:ext cx="0" cy="11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lg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7288" name="Line 8">
              <a:extLst>
                <a:ext uri="{FF2B5EF4-FFF2-40B4-BE49-F238E27FC236}">
                  <a16:creationId xmlns:a16="http://schemas.microsoft.com/office/drawing/2014/main" id="{D5C066AA-E63A-4028-9BA3-536994731B2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06" y="1330"/>
              <a:ext cx="0" cy="119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lg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7291" name="Text Box 11">
              <a:extLst>
                <a:ext uri="{FF2B5EF4-FFF2-40B4-BE49-F238E27FC236}">
                  <a16:creationId xmlns:a16="http://schemas.microsoft.com/office/drawing/2014/main" id="{62C2B1BB-AFD5-4728-9824-1071D66102B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68" y="1011"/>
              <a:ext cx="2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eaLnBrk="1" hangingPunct="1"/>
              <a:r>
                <a:rPr lang="en-US" altLang="zh-CN" sz="2000" i="1">
                  <a:latin typeface="宋体" panose="02010600030101010101" pitchFamily="2" charset="-122"/>
                </a:rPr>
                <a:t>C</a:t>
              </a:r>
              <a:endParaRPr lang="en-US" altLang="zh-CN" sz="2000"/>
            </a:p>
          </p:txBody>
        </p:sp>
        <p:sp>
          <p:nvSpPr>
            <p:cNvPr id="97292" name="Text Box 12">
              <a:extLst>
                <a:ext uri="{FF2B5EF4-FFF2-40B4-BE49-F238E27FC236}">
                  <a16:creationId xmlns:a16="http://schemas.microsoft.com/office/drawing/2014/main" id="{09A12560-39EC-4A4E-8022-425712FD136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77" y="1039"/>
              <a:ext cx="197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sz="2000" i="1">
                  <a:latin typeface="宋体" panose="02010600030101010101" pitchFamily="2" charset="-122"/>
                </a:rPr>
                <a:t>D</a:t>
              </a:r>
              <a:endParaRPr lang="en-US" altLang="zh-CN" sz="2000"/>
            </a:p>
          </p:txBody>
        </p:sp>
        <p:sp>
          <p:nvSpPr>
            <p:cNvPr id="97293" name="Text Box 13">
              <a:extLst>
                <a:ext uri="{FF2B5EF4-FFF2-40B4-BE49-F238E27FC236}">
                  <a16:creationId xmlns:a16="http://schemas.microsoft.com/office/drawing/2014/main" id="{2949CA5E-CAD0-4CBD-B081-8705D69C0AA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71" y="1756"/>
              <a:ext cx="2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eaLnBrk="1" hangingPunct="1"/>
              <a:r>
                <a:rPr lang="en-US" altLang="zh-CN" sz="2000" i="1">
                  <a:latin typeface="宋体" panose="02010600030101010101" pitchFamily="2" charset="-122"/>
                </a:rPr>
                <a:t>D</a:t>
              </a:r>
              <a:endParaRPr lang="en-US" altLang="zh-CN" sz="2000"/>
            </a:p>
          </p:txBody>
        </p:sp>
        <p:sp>
          <p:nvSpPr>
            <p:cNvPr id="97294" name="Text Box 14">
              <a:extLst>
                <a:ext uri="{FF2B5EF4-FFF2-40B4-BE49-F238E27FC236}">
                  <a16:creationId xmlns:a16="http://schemas.microsoft.com/office/drawing/2014/main" id="{E416BDA4-C39E-4189-B128-C3B93FD1B5A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90" y="816"/>
              <a:ext cx="197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sz="2000" i="1">
                  <a:latin typeface="宋体" panose="02010600030101010101" pitchFamily="2" charset="-122"/>
                </a:rPr>
                <a:t>B</a:t>
              </a:r>
              <a:endParaRPr lang="en-US" altLang="zh-CN" sz="2000"/>
            </a:p>
          </p:txBody>
        </p:sp>
        <p:sp>
          <p:nvSpPr>
            <p:cNvPr id="97295" name="Text Box 15">
              <a:extLst>
                <a:ext uri="{FF2B5EF4-FFF2-40B4-BE49-F238E27FC236}">
                  <a16:creationId xmlns:a16="http://schemas.microsoft.com/office/drawing/2014/main" id="{B98B598F-BADA-4049-A6DE-4B7E0EDAF16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81" y="794"/>
              <a:ext cx="197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sz="2000" i="1">
                  <a:latin typeface="宋体" panose="02010600030101010101" pitchFamily="2" charset="-122"/>
                </a:rPr>
                <a:t>B</a:t>
              </a:r>
              <a:endParaRPr lang="en-US" altLang="zh-CN" sz="2000"/>
            </a:p>
          </p:txBody>
        </p:sp>
        <p:sp>
          <p:nvSpPr>
            <p:cNvPr id="97296" name="Text Box 16">
              <a:extLst>
                <a:ext uri="{FF2B5EF4-FFF2-40B4-BE49-F238E27FC236}">
                  <a16:creationId xmlns:a16="http://schemas.microsoft.com/office/drawing/2014/main" id="{876DF082-ECD2-4340-A72D-1189936D1F1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65" y="1706"/>
              <a:ext cx="2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eaLnBrk="1" hangingPunct="1"/>
              <a:r>
                <a:rPr lang="en-US" altLang="zh-CN" sz="2000" i="1">
                  <a:latin typeface="宋体" panose="02010600030101010101" pitchFamily="2" charset="-122"/>
                </a:rPr>
                <a:t>C</a:t>
              </a:r>
              <a:endParaRPr lang="en-US" altLang="zh-CN" sz="2000"/>
            </a:p>
          </p:txBody>
        </p:sp>
        <p:sp>
          <p:nvSpPr>
            <p:cNvPr id="97297" name="Line 17">
              <a:extLst>
                <a:ext uri="{FF2B5EF4-FFF2-40B4-BE49-F238E27FC236}">
                  <a16:creationId xmlns:a16="http://schemas.microsoft.com/office/drawing/2014/main" id="{C7181542-58E5-4507-9B28-60A21BA5B72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006" y="1330"/>
              <a:ext cx="379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lg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7330" name="Line 50">
              <a:extLst>
                <a:ext uri="{FF2B5EF4-FFF2-40B4-BE49-F238E27FC236}">
                  <a16:creationId xmlns:a16="http://schemas.microsoft.com/office/drawing/2014/main" id="{26D4C49B-5100-4830-BB1B-E2F1A51C35B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74" y="1429"/>
              <a:ext cx="0" cy="19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sm" len="lg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7331" name="Line 51">
              <a:extLst>
                <a:ext uri="{FF2B5EF4-FFF2-40B4-BE49-F238E27FC236}">
                  <a16:creationId xmlns:a16="http://schemas.microsoft.com/office/drawing/2014/main" id="{8E1009A4-436E-47B2-A491-E7BE517A240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817" y="1253"/>
              <a:ext cx="19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7332" name="Text Box 52">
              <a:extLst>
                <a:ext uri="{FF2B5EF4-FFF2-40B4-BE49-F238E27FC236}">
                  <a16:creationId xmlns:a16="http://schemas.microsoft.com/office/drawing/2014/main" id="{2E16C78F-CD49-4C06-A0E2-DB38E449FA4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23" y="2373"/>
              <a:ext cx="8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l" eaLnBrk="1" hangingPunct="1"/>
              <a:r>
                <a:rPr lang="zh-CN" altLang="en-US"/>
                <a:t>自由配置</a:t>
              </a:r>
            </a:p>
          </p:txBody>
        </p:sp>
        <p:sp>
          <p:nvSpPr>
            <p:cNvPr id="97333" name="Rectangle 53">
              <a:extLst>
                <a:ext uri="{FF2B5EF4-FFF2-40B4-BE49-F238E27FC236}">
                  <a16:creationId xmlns:a16="http://schemas.microsoft.com/office/drawing/2014/main" id="{9B15ED17-746B-415F-B820-5EA0EE9A7A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97" y="792"/>
              <a:ext cx="2478" cy="193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prstDash val="lgDashDotDot"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7334" name="Line 54">
              <a:extLst>
                <a:ext uri="{FF2B5EF4-FFF2-40B4-BE49-F238E27FC236}">
                  <a16:creationId xmlns:a16="http://schemas.microsoft.com/office/drawing/2014/main" id="{B0B06380-01EE-4C6C-9CC0-D567C17E1F6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63" y="946"/>
              <a:ext cx="0" cy="15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7335" name="Line 55">
              <a:extLst>
                <a:ext uri="{FF2B5EF4-FFF2-40B4-BE49-F238E27FC236}">
                  <a16:creationId xmlns:a16="http://schemas.microsoft.com/office/drawing/2014/main" id="{91209294-EC6C-4262-BCE2-310B3DCE978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40" y="1231"/>
              <a:ext cx="16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7336" name="Text Box 56">
              <a:extLst>
                <a:ext uri="{FF2B5EF4-FFF2-40B4-BE49-F238E27FC236}">
                  <a16:creationId xmlns:a16="http://schemas.microsoft.com/office/drawing/2014/main" id="{03D8CCC9-E180-4E4B-B0BC-6624DE0FE87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58" y="1427"/>
              <a:ext cx="197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sz="2000" i="1">
                  <a:latin typeface="宋体" panose="02010600030101010101" pitchFamily="2" charset="-122"/>
                </a:rPr>
                <a:t>E</a:t>
              </a:r>
              <a:endParaRPr lang="en-US" altLang="zh-CN" sz="2000"/>
            </a:p>
          </p:txBody>
        </p:sp>
        <p:sp>
          <p:nvSpPr>
            <p:cNvPr id="97337" name="Text Box 57">
              <a:extLst>
                <a:ext uri="{FF2B5EF4-FFF2-40B4-BE49-F238E27FC236}">
                  <a16:creationId xmlns:a16="http://schemas.microsoft.com/office/drawing/2014/main" id="{D3EA18CB-6026-4BF8-AAE2-F5B4CD68F61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91" y="802"/>
              <a:ext cx="197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sz="2000" i="1">
                  <a:latin typeface="宋体" panose="02010600030101010101" pitchFamily="2" charset="-122"/>
                </a:rPr>
                <a:t>E</a:t>
              </a:r>
              <a:endParaRPr lang="en-US" altLang="zh-CN" sz="2000"/>
            </a:p>
          </p:txBody>
        </p:sp>
        <p:sp>
          <p:nvSpPr>
            <p:cNvPr id="97338" name="Line 58">
              <a:extLst>
                <a:ext uri="{FF2B5EF4-FFF2-40B4-BE49-F238E27FC236}">
                  <a16:creationId xmlns:a16="http://schemas.microsoft.com/office/drawing/2014/main" id="{530544C1-C0C3-4179-9C1B-E2C46DB03F8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716" y="2082"/>
              <a:ext cx="15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7339" name="Text Box 59">
              <a:extLst>
                <a:ext uri="{FF2B5EF4-FFF2-40B4-BE49-F238E27FC236}">
                  <a16:creationId xmlns:a16="http://schemas.microsoft.com/office/drawing/2014/main" id="{AD10B2A5-1886-467D-B6F2-3C02E0C7F88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12" y="1851"/>
              <a:ext cx="197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sz="2000" i="1">
                  <a:latin typeface="宋体" panose="02010600030101010101" pitchFamily="2" charset="-122"/>
                </a:rPr>
                <a:t>F</a:t>
              </a:r>
              <a:endParaRPr lang="en-US" altLang="zh-CN" sz="2000"/>
            </a:p>
          </p:txBody>
        </p:sp>
        <p:sp>
          <p:nvSpPr>
            <p:cNvPr id="97340" name="Text Box 60">
              <a:extLst>
                <a:ext uri="{FF2B5EF4-FFF2-40B4-BE49-F238E27FC236}">
                  <a16:creationId xmlns:a16="http://schemas.microsoft.com/office/drawing/2014/main" id="{8ED13B36-68D4-46B7-8D61-12A5C56136D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08" y="1681"/>
              <a:ext cx="197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sz="2000" i="1">
                  <a:latin typeface="宋体" panose="02010600030101010101" pitchFamily="2" charset="-122"/>
                </a:rPr>
                <a:t>F</a:t>
              </a:r>
              <a:endParaRPr lang="en-US" altLang="zh-CN" sz="2000"/>
            </a:p>
          </p:txBody>
        </p:sp>
        <p:grpSp>
          <p:nvGrpSpPr>
            <p:cNvPr id="97418" name="Group 138">
              <a:extLst>
                <a:ext uri="{FF2B5EF4-FFF2-40B4-BE49-F238E27FC236}">
                  <a16:creationId xmlns:a16="http://schemas.microsoft.com/office/drawing/2014/main" id="{AD11F6D8-BD5A-4CB9-9ACB-454380E2ED5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04" y="1089"/>
              <a:ext cx="604" cy="313"/>
              <a:chOff x="900" y="1361"/>
              <a:chExt cx="604" cy="313"/>
            </a:xfrm>
          </p:grpSpPr>
          <p:sp>
            <p:nvSpPr>
              <p:cNvPr id="97419" name="Freeform 139">
                <a:extLst>
                  <a:ext uri="{FF2B5EF4-FFF2-40B4-BE49-F238E27FC236}">
                    <a16:creationId xmlns:a16="http://schemas.microsoft.com/office/drawing/2014/main" id="{4427C113-85EA-400C-891B-B1D76EA4561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00" y="1578"/>
                <a:ext cx="594" cy="96"/>
              </a:xfrm>
              <a:custGeom>
                <a:avLst/>
                <a:gdLst>
                  <a:gd name="T0" fmla="*/ 0 w 594"/>
                  <a:gd name="T1" fmla="*/ 84 h 84"/>
                  <a:gd name="T2" fmla="*/ 594 w 594"/>
                  <a:gd name="T3" fmla="*/ 84 h 84"/>
                  <a:gd name="T4" fmla="*/ 594 w 594"/>
                  <a:gd name="T5" fmla="*/ 0 h 84"/>
                  <a:gd name="T6" fmla="*/ 0 w 594"/>
                  <a:gd name="T7" fmla="*/ 0 h 84"/>
                  <a:gd name="T8" fmla="*/ 0 w 594"/>
                  <a:gd name="T9" fmla="*/ 84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94" h="84">
                    <a:moveTo>
                      <a:pt x="0" y="84"/>
                    </a:moveTo>
                    <a:lnTo>
                      <a:pt x="594" y="84"/>
                    </a:lnTo>
                    <a:lnTo>
                      <a:pt x="594" y="0"/>
                    </a:lnTo>
                    <a:lnTo>
                      <a:pt x="0" y="0"/>
                    </a:lnTo>
                    <a:lnTo>
                      <a:pt x="0" y="84"/>
                    </a:lnTo>
                    <a:close/>
                  </a:path>
                </a:pathLst>
              </a:custGeom>
              <a:noFill/>
              <a:ln w="28575" cap="flat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7420" name="Freeform 140">
                <a:extLst>
                  <a:ext uri="{FF2B5EF4-FFF2-40B4-BE49-F238E27FC236}">
                    <a16:creationId xmlns:a16="http://schemas.microsoft.com/office/drawing/2014/main" id="{4B41B5D8-B58E-4198-A303-775E3D6E7D8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97" y="1361"/>
                <a:ext cx="1" cy="313"/>
              </a:xfrm>
              <a:custGeom>
                <a:avLst/>
                <a:gdLst>
                  <a:gd name="T0" fmla="*/ 0 w 1"/>
                  <a:gd name="T1" fmla="*/ 313 h 313"/>
                  <a:gd name="T2" fmla="*/ 0 w 1"/>
                  <a:gd name="T3" fmla="*/ 0 h 3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" h="313">
                    <a:moveTo>
                      <a:pt x="0" y="313"/>
                    </a:moveTo>
                    <a:lnTo>
                      <a:pt x="0" y="0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7421" name="Line 141">
                <a:extLst>
                  <a:ext uri="{FF2B5EF4-FFF2-40B4-BE49-F238E27FC236}">
                    <a16:creationId xmlns:a16="http://schemas.microsoft.com/office/drawing/2014/main" id="{9B6FAC45-D00B-4223-9D82-D0EFB90D616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112" y="1444"/>
                <a:ext cx="0" cy="137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7422" name="Freeform 142">
                <a:extLst>
                  <a:ext uri="{FF2B5EF4-FFF2-40B4-BE49-F238E27FC236}">
                    <a16:creationId xmlns:a16="http://schemas.microsoft.com/office/drawing/2014/main" id="{19ECB6AF-FBE3-44C4-9003-9A2AC3AFCD0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41" y="1361"/>
                <a:ext cx="263" cy="1"/>
              </a:xfrm>
              <a:custGeom>
                <a:avLst/>
                <a:gdLst>
                  <a:gd name="T0" fmla="*/ 277 w 277"/>
                  <a:gd name="T1" fmla="*/ 0 h 1"/>
                  <a:gd name="T2" fmla="*/ 0 w 277"/>
                  <a:gd name="T3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277" h="1">
                    <a:moveTo>
                      <a:pt x="277" y="0"/>
                    </a:moveTo>
                    <a:lnTo>
                      <a:pt x="0" y="1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7423" name="Line 143">
                <a:extLst>
                  <a:ext uri="{FF2B5EF4-FFF2-40B4-BE49-F238E27FC236}">
                    <a16:creationId xmlns:a16="http://schemas.microsoft.com/office/drawing/2014/main" id="{5CDDADD2-9BA6-4CA4-A27E-468E0465F67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112" y="1361"/>
                <a:ext cx="129" cy="83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97424" name="Group 144">
              <a:extLst>
                <a:ext uri="{FF2B5EF4-FFF2-40B4-BE49-F238E27FC236}">
                  <a16:creationId xmlns:a16="http://schemas.microsoft.com/office/drawing/2014/main" id="{71359A79-1175-490E-845F-169881E8887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08" y="1930"/>
              <a:ext cx="386" cy="306"/>
              <a:chOff x="444" y="1362"/>
              <a:chExt cx="386" cy="306"/>
            </a:xfrm>
          </p:grpSpPr>
          <p:sp>
            <p:nvSpPr>
              <p:cNvPr id="97425" name="Freeform 145">
                <a:extLst>
                  <a:ext uri="{FF2B5EF4-FFF2-40B4-BE49-F238E27FC236}">
                    <a16:creationId xmlns:a16="http://schemas.microsoft.com/office/drawing/2014/main" id="{849E5271-8B44-4108-8585-F6917E2BA06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4" y="1362"/>
                <a:ext cx="378" cy="306"/>
              </a:xfrm>
              <a:custGeom>
                <a:avLst/>
                <a:gdLst>
                  <a:gd name="T0" fmla="*/ 378 w 378"/>
                  <a:gd name="T1" fmla="*/ 306 h 306"/>
                  <a:gd name="T2" fmla="*/ 378 w 378"/>
                  <a:gd name="T3" fmla="*/ 0 h 306"/>
                  <a:gd name="T4" fmla="*/ 270 w 378"/>
                  <a:gd name="T5" fmla="*/ 0 h 306"/>
                  <a:gd name="T6" fmla="*/ 270 w 378"/>
                  <a:gd name="T7" fmla="*/ 216 h 306"/>
                  <a:gd name="T8" fmla="*/ 0 w 378"/>
                  <a:gd name="T9" fmla="*/ 216 h 306"/>
                  <a:gd name="T10" fmla="*/ 0 w 378"/>
                  <a:gd name="T11" fmla="*/ 306 h 306"/>
                  <a:gd name="T12" fmla="*/ 378 w 378"/>
                  <a:gd name="T13" fmla="*/ 306 h 3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78" h="306">
                    <a:moveTo>
                      <a:pt x="378" y="306"/>
                    </a:moveTo>
                    <a:lnTo>
                      <a:pt x="378" y="0"/>
                    </a:lnTo>
                    <a:lnTo>
                      <a:pt x="270" y="0"/>
                    </a:lnTo>
                    <a:lnTo>
                      <a:pt x="270" y="216"/>
                    </a:lnTo>
                    <a:lnTo>
                      <a:pt x="0" y="216"/>
                    </a:lnTo>
                    <a:lnTo>
                      <a:pt x="0" y="306"/>
                    </a:lnTo>
                    <a:lnTo>
                      <a:pt x="378" y="306"/>
                    </a:lnTo>
                    <a:close/>
                  </a:path>
                </a:pathLst>
              </a:custGeom>
              <a:noFill/>
              <a:ln w="28575" cap="flat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7426" name="Freeform 146">
                <a:extLst>
                  <a:ext uri="{FF2B5EF4-FFF2-40B4-BE49-F238E27FC236}">
                    <a16:creationId xmlns:a16="http://schemas.microsoft.com/office/drawing/2014/main" id="{5F3422A5-6BE4-422B-85AA-F5570E5A60B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17" y="1452"/>
                <a:ext cx="113" cy="2"/>
              </a:xfrm>
              <a:custGeom>
                <a:avLst/>
                <a:gdLst>
                  <a:gd name="T0" fmla="*/ 113 w 113"/>
                  <a:gd name="T1" fmla="*/ 2 h 2"/>
                  <a:gd name="T2" fmla="*/ 0 w 113"/>
                  <a:gd name="T3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13" h="2">
                    <a:moveTo>
                      <a:pt x="113" y="2"/>
                    </a:moveTo>
                    <a:lnTo>
                      <a:pt x="0" y="0"/>
                    </a:lnTo>
                  </a:path>
                </a:pathLst>
              </a:custGeom>
              <a:noFill/>
              <a:ln w="12700" cap="flat" cmpd="sng">
                <a:solidFill>
                  <a:schemeClr val="tx1"/>
                </a:solidFill>
                <a:prstDash val="lg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7427" name="Freeform 147">
                <a:extLst>
                  <a:ext uri="{FF2B5EF4-FFF2-40B4-BE49-F238E27FC236}">
                    <a16:creationId xmlns:a16="http://schemas.microsoft.com/office/drawing/2014/main" id="{13A0996D-3D2B-4FF2-9EAF-7D7718CA154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14" y="1578"/>
                <a:ext cx="108" cy="1"/>
              </a:xfrm>
              <a:custGeom>
                <a:avLst/>
                <a:gdLst>
                  <a:gd name="T0" fmla="*/ 0 w 108"/>
                  <a:gd name="T1" fmla="*/ 0 h 1"/>
                  <a:gd name="T2" fmla="*/ 108 w 108"/>
                  <a:gd name="T3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08" h="1">
                    <a:moveTo>
                      <a:pt x="0" y="0"/>
                    </a:moveTo>
                    <a:lnTo>
                      <a:pt x="108" y="0"/>
                    </a:lnTo>
                  </a:path>
                </a:pathLst>
              </a:custGeom>
              <a:noFill/>
              <a:ln w="12700" cmpd="sng">
                <a:solidFill>
                  <a:schemeClr val="tx1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97428" name="Group 148">
              <a:extLst>
                <a:ext uri="{FF2B5EF4-FFF2-40B4-BE49-F238E27FC236}">
                  <a16:creationId xmlns:a16="http://schemas.microsoft.com/office/drawing/2014/main" id="{5BB21200-14A9-4304-B1F2-6D7DF1F1137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116" y="1922"/>
              <a:ext cx="396" cy="312"/>
              <a:chOff x="1596" y="1362"/>
              <a:chExt cx="396" cy="312"/>
            </a:xfrm>
          </p:grpSpPr>
          <p:sp>
            <p:nvSpPr>
              <p:cNvPr id="97429" name="Freeform 149">
                <a:extLst>
                  <a:ext uri="{FF2B5EF4-FFF2-40B4-BE49-F238E27FC236}">
                    <a16:creationId xmlns:a16="http://schemas.microsoft.com/office/drawing/2014/main" id="{F2C5B6CE-41A9-4241-9AB3-64B3F9B56A4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96" y="1578"/>
                <a:ext cx="396" cy="96"/>
              </a:xfrm>
              <a:custGeom>
                <a:avLst/>
                <a:gdLst>
                  <a:gd name="T0" fmla="*/ 0 w 396"/>
                  <a:gd name="T1" fmla="*/ 0 h 84"/>
                  <a:gd name="T2" fmla="*/ 396 w 396"/>
                  <a:gd name="T3" fmla="*/ 0 h 84"/>
                  <a:gd name="T4" fmla="*/ 396 w 396"/>
                  <a:gd name="T5" fmla="*/ 84 h 84"/>
                  <a:gd name="T6" fmla="*/ 0 w 396"/>
                  <a:gd name="T7" fmla="*/ 84 h 84"/>
                  <a:gd name="T8" fmla="*/ 0 w 396"/>
                  <a:gd name="T9" fmla="*/ 0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96" h="84">
                    <a:moveTo>
                      <a:pt x="0" y="0"/>
                    </a:moveTo>
                    <a:lnTo>
                      <a:pt x="396" y="0"/>
                    </a:lnTo>
                    <a:lnTo>
                      <a:pt x="396" y="84"/>
                    </a:lnTo>
                    <a:lnTo>
                      <a:pt x="0" y="84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28575" cap="flat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7430" name="Freeform 150">
                <a:extLst>
                  <a:ext uri="{FF2B5EF4-FFF2-40B4-BE49-F238E27FC236}">
                    <a16:creationId xmlns:a16="http://schemas.microsoft.com/office/drawing/2014/main" id="{18180F4A-2C62-4FF5-A325-E96DC767C1B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96" y="1362"/>
                <a:ext cx="108" cy="216"/>
              </a:xfrm>
              <a:custGeom>
                <a:avLst/>
                <a:gdLst>
                  <a:gd name="T0" fmla="*/ 0 w 108"/>
                  <a:gd name="T1" fmla="*/ 216 h 216"/>
                  <a:gd name="T2" fmla="*/ 0 w 108"/>
                  <a:gd name="T3" fmla="*/ 0 h 216"/>
                  <a:gd name="T4" fmla="*/ 108 w 108"/>
                  <a:gd name="T5" fmla="*/ 0 h 216"/>
                  <a:gd name="T6" fmla="*/ 108 w 108"/>
                  <a:gd name="T7" fmla="*/ 216 h 216"/>
                  <a:gd name="T8" fmla="*/ 0 w 108"/>
                  <a:gd name="T9" fmla="*/ 216 h 2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8" h="216">
                    <a:moveTo>
                      <a:pt x="0" y="216"/>
                    </a:moveTo>
                    <a:lnTo>
                      <a:pt x="0" y="0"/>
                    </a:lnTo>
                    <a:lnTo>
                      <a:pt x="108" y="0"/>
                    </a:lnTo>
                    <a:lnTo>
                      <a:pt x="108" y="216"/>
                    </a:lnTo>
                    <a:lnTo>
                      <a:pt x="0" y="216"/>
                    </a:lnTo>
                    <a:close/>
                  </a:path>
                </a:pathLst>
              </a:custGeom>
              <a:noFill/>
              <a:ln w="28575" cap="flat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7431" name="Freeform 151">
                <a:extLst>
                  <a:ext uri="{FF2B5EF4-FFF2-40B4-BE49-F238E27FC236}">
                    <a16:creationId xmlns:a16="http://schemas.microsoft.com/office/drawing/2014/main" id="{94C9F2C6-FE2D-47AC-A2A3-A55B914CFAC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98" y="1451"/>
                <a:ext cx="106" cy="1"/>
              </a:xfrm>
              <a:custGeom>
                <a:avLst/>
                <a:gdLst>
                  <a:gd name="T0" fmla="*/ 0 w 106"/>
                  <a:gd name="T1" fmla="*/ 0 h 1"/>
                  <a:gd name="T2" fmla="*/ 106 w 106"/>
                  <a:gd name="T3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06" h="1">
                    <a:moveTo>
                      <a:pt x="0" y="0"/>
                    </a:moveTo>
                    <a:lnTo>
                      <a:pt x="106" y="1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97432" name="Group 152">
              <a:extLst>
                <a:ext uri="{FF2B5EF4-FFF2-40B4-BE49-F238E27FC236}">
                  <a16:creationId xmlns:a16="http://schemas.microsoft.com/office/drawing/2014/main" id="{7EB6A10E-2957-451A-8E42-AA596CAB554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66" y="1906"/>
              <a:ext cx="588" cy="306"/>
              <a:chOff x="2142" y="1362"/>
              <a:chExt cx="588" cy="306"/>
            </a:xfrm>
          </p:grpSpPr>
          <p:sp>
            <p:nvSpPr>
              <p:cNvPr id="97433" name="Freeform 153">
                <a:extLst>
                  <a:ext uri="{FF2B5EF4-FFF2-40B4-BE49-F238E27FC236}">
                    <a16:creationId xmlns:a16="http://schemas.microsoft.com/office/drawing/2014/main" id="{7D90F272-9B5D-4E5C-A510-5D6FA3A5121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42" y="1362"/>
                <a:ext cx="588" cy="306"/>
              </a:xfrm>
              <a:custGeom>
                <a:avLst/>
                <a:gdLst>
                  <a:gd name="T0" fmla="*/ 0 w 588"/>
                  <a:gd name="T1" fmla="*/ 306 h 306"/>
                  <a:gd name="T2" fmla="*/ 588 w 588"/>
                  <a:gd name="T3" fmla="*/ 306 h 306"/>
                  <a:gd name="T4" fmla="*/ 588 w 588"/>
                  <a:gd name="T5" fmla="*/ 216 h 306"/>
                  <a:gd name="T6" fmla="*/ 384 w 588"/>
                  <a:gd name="T7" fmla="*/ 216 h 306"/>
                  <a:gd name="T8" fmla="*/ 384 w 588"/>
                  <a:gd name="T9" fmla="*/ 72 h 306"/>
                  <a:gd name="T10" fmla="*/ 270 w 588"/>
                  <a:gd name="T11" fmla="*/ 0 h 306"/>
                  <a:gd name="T12" fmla="*/ 0 w 588"/>
                  <a:gd name="T13" fmla="*/ 0 h 306"/>
                  <a:gd name="T14" fmla="*/ 0 w 588"/>
                  <a:gd name="T15" fmla="*/ 306 h 3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88" h="306">
                    <a:moveTo>
                      <a:pt x="0" y="306"/>
                    </a:moveTo>
                    <a:lnTo>
                      <a:pt x="588" y="306"/>
                    </a:lnTo>
                    <a:lnTo>
                      <a:pt x="588" y="216"/>
                    </a:lnTo>
                    <a:lnTo>
                      <a:pt x="384" y="216"/>
                    </a:lnTo>
                    <a:lnTo>
                      <a:pt x="384" y="72"/>
                    </a:lnTo>
                    <a:lnTo>
                      <a:pt x="270" y="0"/>
                    </a:lnTo>
                    <a:lnTo>
                      <a:pt x="0" y="0"/>
                    </a:lnTo>
                    <a:lnTo>
                      <a:pt x="0" y="306"/>
                    </a:lnTo>
                    <a:close/>
                  </a:path>
                </a:pathLst>
              </a:custGeom>
              <a:noFill/>
              <a:ln w="28575" cap="flat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7434" name="Freeform 154">
                <a:extLst>
                  <a:ext uri="{FF2B5EF4-FFF2-40B4-BE49-F238E27FC236}">
                    <a16:creationId xmlns:a16="http://schemas.microsoft.com/office/drawing/2014/main" id="{E7C63E4A-16FD-4116-A7BD-CBBC7820E2B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42" y="1578"/>
                <a:ext cx="360" cy="1"/>
              </a:xfrm>
              <a:custGeom>
                <a:avLst/>
                <a:gdLst>
                  <a:gd name="T0" fmla="*/ 360 w 360"/>
                  <a:gd name="T1" fmla="*/ 0 h 1"/>
                  <a:gd name="T2" fmla="*/ 0 w 360"/>
                  <a:gd name="T3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360" h="1">
                    <a:moveTo>
                      <a:pt x="360" y="0"/>
                    </a:moveTo>
                    <a:lnTo>
                      <a:pt x="0" y="0"/>
                    </a:lnTo>
                  </a:path>
                </a:pathLst>
              </a:custGeom>
              <a:noFill/>
              <a:ln w="12700" cap="flat" cmpd="sng">
                <a:solidFill>
                  <a:schemeClr val="tx1"/>
                </a:solidFill>
                <a:prstDash val="lgDash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</p:spTree>
  </p:cSld>
  <p:clrMapOvr>
    <a:masterClrMapping/>
  </p:clrMapOvr>
  <p:transition spd="slow">
    <p:cover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75"/>
                                        <p:tgtEl>
                                          <p:spTgt spid="972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7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" dur="500"/>
                                        <p:tgtEl>
                                          <p:spTgt spid="97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2" dur="500"/>
                                        <p:tgtEl>
                                          <p:spTgt spid="97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973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973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283" grpId="0" build="p" autoUpdateAnimBg="0"/>
      <p:bldP spid="97284" grpId="0" autoUpdateAnimBg="0"/>
      <p:bldP spid="97341" grpId="0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Text Box 2">
            <a:extLst>
              <a:ext uri="{FF2B5EF4-FFF2-40B4-BE49-F238E27FC236}">
                <a16:creationId xmlns:a16="http://schemas.microsoft.com/office/drawing/2014/main" id="{E0018993-3B4E-4BAC-9E89-AFFFE9E345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71763" y="-37305"/>
            <a:ext cx="260985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en-US" altLang="zh-CN" sz="320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3. </a:t>
            </a:r>
            <a:r>
              <a:rPr lang="zh-CN" altLang="en-US" sz="320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局部视图</a:t>
            </a:r>
            <a:endParaRPr lang="zh-CN" altLang="en-US" sz="3200" b="0" dirty="0">
              <a:solidFill>
                <a:schemeClr val="bg1"/>
              </a:solidFill>
              <a:ea typeface="黑体" panose="02010609060101010101" pitchFamily="49" charset="-122"/>
            </a:endParaRPr>
          </a:p>
        </p:txBody>
      </p:sp>
      <p:sp>
        <p:nvSpPr>
          <p:cNvPr id="98307" name="Text Box 3">
            <a:extLst>
              <a:ext uri="{FF2B5EF4-FFF2-40B4-BE49-F238E27FC236}">
                <a16:creationId xmlns:a16="http://schemas.microsoft.com/office/drawing/2014/main" id="{D51C53D5-62C8-4C8B-B329-8CD412A6BA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561975"/>
            <a:ext cx="8229600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en-US" altLang="zh-CN" sz="3200">
                <a:latin typeface="宋体" panose="02010600030101010101" pitchFamily="2" charset="-122"/>
              </a:rPr>
              <a:t>    </a:t>
            </a:r>
            <a:r>
              <a:rPr lang="zh-CN" altLang="en-US" sz="3200">
                <a:latin typeface="宋体" panose="02010600030101010101" pitchFamily="2" charset="-122"/>
              </a:rPr>
              <a:t>局部视图是将物体的某一部分向基本投影面投射所得的视图。</a:t>
            </a:r>
          </a:p>
        </p:txBody>
      </p:sp>
      <p:sp>
        <p:nvSpPr>
          <p:cNvPr id="98308" name="Text Box 4">
            <a:extLst>
              <a:ext uri="{FF2B5EF4-FFF2-40B4-BE49-F238E27FC236}">
                <a16:creationId xmlns:a16="http://schemas.microsoft.com/office/drawing/2014/main" id="{64BA5016-C3E5-418C-99B1-4CD3CE1633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37225" y="1212850"/>
            <a:ext cx="223202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zh-CN" altLang="en-US" sz="3200">
                <a:solidFill>
                  <a:srgbClr val="FF3300"/>
                </a:solidFill>
              </a:rPr>
              <a:t>注意事项：</a:t>
            </a:r>
            <a:endParaRPr lang="zh-CN" altLang="en-US" sz="3200" b="0"/>
          </a:p>
        </p:txBody>
      </p:sp>
      <p:sp>
        <p:nvSpPr>
          <p:cNvPr id="98309" name="Text Box 5">
            <a:extLst>
              <a:ext uri="{FF2B5EF4-FFF2-40B4-BE49-F238E27FC236}">
                <a16:creationId xmlns:a16="http://schemas.microsoft.com/office/drawing/2014/main" id="{F5896F1A-A8FA-4606-A336-1136374732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11700" y="1862138"/>
            <a:ext cx="4343400" cy="1244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lnSpc>
                <a:spcPct val="90000"/>
              </a:lnSpc>
            </a:pPr>
            <a:r>
              <a:rPr lang="en-US" altLang="zh-CN" sz="2800">
                <a:solidFill>
                  <a:srgbClr val="000099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</a:t>
            </a:r>
            <a:r>
              <a:rPr lang="zh-CN" altLang="en-US" sz="2800">
                <a:solidFill>
                  <a:srgbClr val="000099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用带字母的箭头指明要</a:t>
            </a:r>
          </a:p>
          <a:p>
            <a:pPr algn="l">
              <a:lnSpc>
                <a:spcPct val="90000"/>
              </a:lnSpc>
            </a:pPr>
            <a:r>
              <a:rPr lang="zh-CN" altLang="en-US" sz="2800">
                <a:solidFill>
                  <a:srgbClr val="000099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 表达的部位和投射方向，</a:t>
            </a:r>
          </a:p>
          <a:p>
            <a:pPr algn="l">
              <a:lnSpc>
                <a:spcPct val="90000"/>
              </a:lnSpc>
            </a:pPr>
            <a:r>
              <a:rPr lang="zh-CN" altLang="en-US" sz="2800">
                <a:solidFill>
                  <a:srgbClr val="000099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 并注明视图名称</a:t>
            </a:r>
            <a:r>
              <a:rPr lang="zh-CN" altLang="en-US" sz="2800">
                <a:solidFill>
                  <a:srgbClr val="000099"/>
                </a:solidFill>
                <a:latin typeface="宋体" panose="02010600030101010101" pitchFamily="2" charset="-122"/>
                <a:sym typeface="CommercialPi BT" panose="05020102010206080802" pitchFamily="18" charset="2"/>
              </a:rPr>
              <a:t>。</a:t>
            </a:r>
          </a:p>
        </p:txBody>
      </p:sp>
      <p:sp>
        <p:nvSpPr>
          <p:cNvPr id="98310" name="Text Box 6">
            <a:extLst>
              <a:ext uri="{FF2B5EF4-FFF2-40B4-BE49-F238E27FC236}">
                <a16:creationId xmlns:a16="http://schemas.microsoft.com/office/drawing/2014/main" id="{CC0D077C-7AFF-4304-8E67-6457BAD418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11700" y="3113088"/>
            <a:ext cx="4714875" cy="1628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lnSpc>
                <a:spcPct val="90000"/>
              </a:lnSpc>
            </a:pPr>
            <a:r>
              <a:rPr lang="en-US" altLang="zh-CN" sz="2800">
                <a:solidFill>
                  <a:srgbClr val="000099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</a:t>
            </a:r>
            <a:r>
              <a:rPr lang="zh-CN" altLang="en-US" sz="2800">
                <a:solidFill>
                  <a:srgbClr val="000099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局部视图的范围用波浪 </a:t>
            </a:r>
          </a:p>
          <a:p>
            <a:pPr algn="l">
              <a:lnSpc>
                <a:spcPct val="90000"/>
              </a:lnSpc>
            </a:pPr>
            <a:r>
              <a:rPr lang="zh-CN" altLang="en-US" sz="2800">
                <a:solidFill>
                  <a:srgbClr val="000099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 线表示。当表示的局部</a:t>
            </a:r>
          </a:p>
          <a:p>
            <a:pPr algn="l">
              <a:lnSpc>
                <a:spcPct val="90000"/>
              </a:lnSpc>
            </a:pPr>
            <a:r>
              <a:rPr lang="zh-CN" altLang="en-US" sz="2800">
                <a:solidFill>
                  <a:srgbClr val="000099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 结构是完整的且外轮廓</a:t>
            </a:r>
          </a:p>
          <a:p>
            <a:pPr algn="l">
              <a:lnSpc>
                <a:spcPct val="90000"/>
              </a:lnSpc>
            </a:pPr>
            <a:r>
              <a:rPr lang="zh-CN" altLang="en-US" sz="2800">
                <a:solidFill>
                  <a:srgbClr val="000099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 封闭时，波浪线可省略。</a:t>
            </a:r>
            <a:endParaRPr lang="zh-CN" altLang="en-US" sz="2800">
              <a:solidFill>
                <a:srgbClr val="000099"/>
              </a:solidFill>
              <a:latin typeface="宋体" panose="02010600030101010101" pitchFamily="2" charset="-122"/>
            </a:endParaRPr>
          </a:p>
        </p:txBody>
      </p:sp>
      <p:sp>
        <p:nvSpPr>
          <p:cNvPr id="98311" name="Text Box 7">
            <a:extLst>
              <a:ext uri="{FF2B5EF4-FFF2-40B4-BE49-F238E27FC236}">
                <a16:creationId xmlns:a16="http://schemas.microsoft.com/office/drawing/2014/main" id="{BA46B803-A4E6-4B0D-8C0C-93900571E7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11700" y="4727575"/>
            <a:ext cx="4191000" cy="1628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lnSpc>
                <a:spcPct val="90000"/>
              </a:lnSpc>
            </a:pPr>
            <a:r>
              <a:rPr lang="en-US" altLang="zh-CN" sz="2800">
                <a:solidFill>
                  <a:srgbClr val="000099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</a:t>
            </a:r>
            <a:r>
              <a:rPr lang="zh-CN" altLang="en-US" sz="2800">
                <a:solidFill>
                  <a:srgbClr val="000099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局部视图可按基本视图</a:t>
            </a:r>
          </a:p>
          <a:p>
            <a:pPr algn="l">
              <a:lnSpc>
                <a:spcPct val="90000"/>
              </a:lnSpc>
            </a:pPr>
            <a:r>
              <a:rPr lang="zh-CN" altLang="en-US" sz="2800">
                <a:solidFill>
                  <a:srgbClr val="000099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 的配置形式配置，也可</a:t>
            </a:r>
          </a:p>
          <a:p>
            <a:pPr algn="l">
              <a:lnSpc>
                <a:spcPct val="90000"/>
              </a:lnSpc>
            </a:pPr>
            <a:r>
              <a:rPr lang="zh-CN" altLang="en-US" sz="2800">
                <a:solidFill>
                  <a:srgbClr val="000099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 按向视图的配置形式配</a:t>
            </a:r>
          </a:p>
          <a:p>
            <a:pPr algn="l">
              <a:lnSpc>
                <a:spcPct val="90000"/>
              </a:lnSpc>
            </a:pPr>
            <a:r>
              <a:rPr lang="zh-CN" altLang="en-US" sz="2800">
                <a:solidFill>
                  <a:srgbClr val="000099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 置。</a:t>
            </a:r>
          </a:p>
        </p:txBody>
      </p:sp>
      <p:grpSp>
        <p:nvGrpSpPr>
          <p:cNvPr id="98312" name="Group 8">
            <a:extLst>
              <a:ext uri="{FF2B5EF4-FFF2-40B4-BE49-F238E27FC236}">
                <a16:creationId xmlns:a16="http://schemas.microsoft.com/office/drawing/2014/main" id="{ECBF485B-E8AF-4BD1-A108-3E86DCEA2AD8}"/>
              </a:ext>
            </a:extLst>
          </p:cNvPr>
          <p:cNvGrpSpPr>
            <a:grpSpLocks/>
          </p:cNvGrpSpPr>
          <p:nvPr/>
        </p:nvGrpSpPr>
        <p:grpSpPr bwMode="auto">
          <a:xfrm>
            <a:off x="347663" y="2732088"/>
            <a:ext cx="361950" cy="369887"/>
            <a:chOff x="219" y="1721"/>
            <a:chExt cx="228" cy="233"/>
          </a:xfrm>
        </p:grpSpPr>
        <p:sp>
          <p:nvSpPr>
            <p:cNvPr id="98313" name="Rectangle 9">
              <a:extLst>
                <a:ext uri="{FF2B5EF4-FFF2-40B4-BE49-F238E27FC236}">
                  <a16:creationId xmlns:a16="http://schemas.microsoft.com/office/drawing/2014/main" id="{1428AFC4-B3D6-4BAE-9BBE-6E8A72A0E5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7" y="1721"/>
              <a:ext cx="98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i="1">
                  <a:latin typeface="宋体" panose="02010600030101010101" pitchFamily="2" charset="-122"/>
                </a:rPr>
                <a:t>B</a:t>
              </a:r>
              <a:endParaRPr lang="en-US" altLang="zh-CN" sz="4000"/>
            </a:p>
          </p:txBody>
        </p:sp>
        <p:sp>
          <p:nvSpPr>
            <p:cNvPr id="98314" name="Freeform 10">
              <a:extLst>
                <a:ext uri="{FF2B5EF4-FFF2-40B4-BE49-F238E27FC236}">
                  <a16:creationId xmlns:a16="http://schemas.microsoft.com/office/drawing/2014/main" id="{E2D0E409-722F-484D-AA8E-DD54E807E974}"/>
                </a:ext>
              </a:extLst>
            </p:cNvPr>
            <p:cNvSpPr>
              <a:spLocks/>
            </p:cNvSpPr>
            <p:nvPr/>
          </p:nvSpPr>
          <p:spPr bwMode="auto">
            <a:xfrm>
              <a:off x="219" y="1953"/>
              <a:ext cx="228" cy="1"/>
            </a:xfrm>
            <a:custGeom>
              <a:avLst/>
              <a:gdLst>
                <a:gd name="T0" fmla="*/ 0 w 910"/>
                <a:gd name="T1" fmla="*/ 909 w 910"/>
                <a:gd name="T2" fmla="*/ 910 w 91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910">
                  <a:moveTo>
                    <a:pt x="0" y="0"/>
                  </a:moveTo>
                  <a:lnTo>
                    <a:pt x="909" y="0"/>
                  </a:lnTo>
                  <a:lnTo>
                    <a:pt x="910" y="0"/>
                  </a:lnTo>
                </a:path>
              </a:pathLst>
            </a:custGeom>
            <a:noFill/>
            <a:ln w="19050" cmpd="sng">
              <a:solidFill>
                <a:schemeClr val="tx2"/>
              </a:solidFill>
              <a:prstDash val="solid"/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98315" name="Group 11">
            <a:extLst>
              <a:ext uri="{FF2B5EF4-FFF2-40B4-BE49-F238E27FC236}">
                <a16:creationId xmlns:a16="http://schemas.microsoft.com/office/drawing/2014/main" id="{5AC1F82C-E4EA-465A-9421-2FCD7D7AA64E}"/>
              </a:ext>
            </a:extLst>
          </p:cNvPr>
          <p:cNvGrpSpPr>
            <a:grpSpLocks/>
          </p:cNvGrpSpPr>
          <p:nvPr/>
        </p:nvGrpSpPr>
        <p:grpSpPr bwMode="auto">
          <a:xfrm>
            <a:off x="2941638" y="2009775"/>
            <a:ext cx="419100" cy="377825"/>
            <a:chOff x="1853" y="1266"/>
            <a:chExt cx="264" cy="238"/>
          </a:xfrm>
        </p:grpSpPr>
        <p:sp>
          <p:nvSpPr>
            <p:cNvPr id="98316" name="Rectangle 12">
              <a:extLst>
                <a:ext uri="{FF2B5EF4-FFF2-40B4-BE49-F238E27FC236}">
                  <a16:creationId xmlns:a16="http://schemas.microsoft.com/office/drawing/2014/main" id="{54030BFA-FEB9-45BE-8AE3-F8E806D947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9" y="1266"/>
              <a:ext cx="98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i="1">
                  <a:latin typeface="宋体" panose="02010600030101010101" pitchFamily="2" charset="-122"/>
                </a:rPr>
                <a:t>A</a:t>
              </a:r>
              <a:endParaRPr lang="en-US" altLang="zh-CN" sz="4000"/>
            </a:p>
          </p:txBody>
        </p:sp>
        <p:sp>
          <p:nvSpPr>
            <p:cNvPr id="98317" name="Freeform 13">
              <a:extLst>
                <a:ext uri="{FF2B5EF4-FFF2-40B4-BE49-F238E27FC236}">
                  <a16:creationId xmlns:a16="http://schemas.microsoft.com/office/drawing/2014/main" id="{C614851D-96B2-4EF1-AA44-BC248B4A902A}"/>
                </a:ext>
              </a:extLst>
            </p:cNvPr>
            <p:cNvSpPr>
              <a:spLocks/>
            </p:cNvSpPr>
            <p:nvPr/>
          </p:nvSpPr>
          <p:spPr bwMode="auto">
            <a:xfrm>
              <a:off x="1853" y="1503"/>
              <a:ext cx="227" cy="1"/>
            </a:xfrm>
            <a:custGeom>
              <a:avLst/>
              <a:gdLst>
                <a:gd name="T0" fmla="*/ 908 w 908"/>
                <a:gd name="T1" fmla="*/ 0 w 908"/>
                <a:gd name="T2" fmla="*/ 2 w 908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908">
                  <a:moveTo>
                    <a:pt x="908" y="0"/>
                  </a:moveTo>
                  <a:lnTo>
                    <a:pt x="0" y="0"/>
                  </a:lnTo>
                  <a:lnTo>
                    <a:pt x="2" y="0"/>
                  </a:lnTo>
                </a:path>
              </a:pathLst>
            </a:custGeom>
            <a:noFill/>
            <a:ln w="19050" cmpd="sng">
              <a:solidFill>
                <a:schemeClr val="tx2"/>
              </a:solidFill>
              <a:prstDash val="solid"/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98535" name="Group 231">
            <a:extLst>
              <a:ext uri="{FF2B5EF4-FFF2-40B4-BE49-F238E27FC236}">
                <a16:creationId xmlns:a16="http://schemas.microsoft.com/office/drawing/2014/main" id="{696F49B7-1ACE-450E-8CB2-C33E4D5545CF}"/>
              </a:ext>
            </a:extLst>
          </p:cNvPr>
          <p:cNvGrpSpPr>
            <a:grpSpLocks/>
          </p:cNvGrpSpPr>
          <p:nvPr/>
        </p:nvGrpSpPr>
        <p:grpSpPr bwMode="auto">
          <a:xfrm>
            <a:off x="3509963" y="1912938"/>
            <a:ext cx="896937" cy="1484312"/>
            <a:chOff x="2211" y="1205"/>
            <a:chExt cx="565" cy="935"/>
          </a:xfrm>
        </p:grpSpPr>
        <p:sp>
          <p:nvSpPr>
            <p:cNvPr id="98319" name="Arc 15">
              <a:extLst>
                <a:ext uri="{FF2B5EF4-FFF2-40B4-BE49-F238E27FC236}">
                  <a16:creationId xmlns:a16="http://schemas.microsoft.com/office/drawing/2014/main" id="{F2637128-49F3-4C15-B425-29D7CFB731E9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2329" y="1792"/>
              <a:ext cx="334" cy="167"/>
            </a:xfrm>
            <a:custGeom>
              <a:avLst/>
              <a:gdLst>
                <a:gd name="G0" fmla="+- 21549 0 0"/>
                <a:gd name="G1" fmla="+- 21600 0 0"/>
                <a:gd name="G2" fmla="+- 21600 0 0"/>
                <a:gd name="T0" fmla="*/ 0 w 43149"/>
                <a:gd name="T1" fmla="*/ 20113 h 21600"/>
                <a:gd name="T2" fmla="*/ 43149 w 43149"/>
                <a:gd name="T3" fmla="*/ 21600 h 21600"/>
                <a:gd name="T4" fmla="*/ 21549 w 43149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3149" h="21600" fill="none" extrusionOk="0">
                  <a:moveTo>
                    <a:pt x="0" y="20113"/>
                  </a:moveTo>
                  <a:cubicBezTo>
                    <a:pt x="781" y="8787"/>
                    <a:pt x="10196" y="0"/>
                    <a:pt x="21549" y="0"/>
                  </a:cubicBezTo>
                  <a:cubicBezTo>
                    <a:pt x="33478" y="0"/>
                    <a:pt x="43149" y="9670"/>
                    <a:pt x="43149" y="21600"/>
                  </a:cubicBezTo>
                </a:path>
                <a:path w="43149" h="21600" stroke="0" extrusionOk="0">
                  <a:moveTo>
                    <a:pt x="0" y="20113"/>
                  </a:moveTo>
                  <a:cubicBezTo>
                    <a:pt x="781" y="8787"/>
                    <a:pt x="10196" y="0"/>
                    <a:pt x="21549" y="0"/>
                  </a:cubicBezTo>
                  <a:cubicBezTo>
                    <a:pt x="33478" y="0"/>
                    <a:pt x="43149" y="9670"/>
                    <a:pt x="43149" y="21600"/>
                  </a:cubicBezTo>
                  <a:lnTo>
                    <a:pt x="21549" y="21600"/>
                  </a:lnTo>
                  <a:close/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8320" name="Freeform 16">
              <a:extLst>
                <a:ext uri="{FF2B5EF4-FFF2-40B4-BE49-F238E27FC236}">
                  <a16:creationId xmlns:a16="http://schemas.microsoft.com/office/drawing/2014/main" id="{BDA9F262-A9ED-4AF3-B835-B0E4BF0819A7}"/>
                </a:ext>
              </a:extLst>
            </p:cNvPr>
            <p:cNvSpPr>
              <a:spLocks/>
            </p:cNvSpPr>
            <p:nvPr/>
          </p:nvSpPr>
          <p:spPr bwMode="auto">
            <a:xfrm>
              <a:off x="2414" y="1726"/>
              <a:ext cx="162" cy="162"/>
            </a:xfrm>
            <a:custGeom>
              <a:avLst/>
              <a:gdLst>
                <a:gd name="T0" fmla="*/ 648 w 650"/>
                <a:gd name="T1" fmla="*/ 324 h 649"/>
                <a:gd name="T2" fmla="*/ 554 w 650"/>
                <a:gd name="T3" fmla="*/ 95 h 649"/>
                <a:gd name="T4" fmla="*/ 325 w 650"/>
                <a:gd name="T5" fmla="*/ 0 h 649"/>
                <a:gd name="T6" fmla="*/ 96 w 650"/>
                <a:gd name="T7" fmla="*/ 95 h 649"/>
                <a:gd name="T8" fmla="*/ 0 w 650"/>
                <a:gd name="T9" fmla="*/ 324 h 649"/>
                <a:gd name="T10" fmla="*/ 96 w 650"/>
                <a:gd name="T11" fmla="*/ 554 h 649"/>
                <a:gd name="T12" fmla="*/ 325 w 650"/>
                <a:gd name="T13" fmla="*/ 649 h 649"/>
                <a:gd name="T14" fmla="*/ 554 w 650"/>
                <a:gd name="T15" fmla="*/ 554 h 649"/>
                <a:gd name="T16" fmla="*/ 648 w 650"/>
                <a:gd name="T17" fmla="*/ 324 h 649"/>
                <a:gd name="T18" fmla="*/ 650 w 650"/>
                <a:gd name="T19" fmla="*/ 324 h 6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50" h="649">
                  <a:moveTo>
                    <a:pt x="648" y="324"/>
                  </a:moveTo>
                  <a:lnTo>
                    <a:pt x="554" y="95"/>
                  </a:lnTo>
                  <a:lnTo>
                    <a:pt x="325" y="0"/>
                  </a:lnTo>
                  <a:lnTo>
                    <a:pt x="96" y="95"/>
                  </a:lnTo>
                  <a:lnTo>
                    <a:pt x="0" y="324"/>
                  </a:lnTo>
                  <a:lnTo>
                    <a:pt x="96" y="554"/>
                  </a:lnTo>
                  <a:lnTo>
                    <a:pt x="325" y="649"/>
                  </a:lnTo>
                  <a:lnTo>
                    <a:pt x="554" y="554"/>
                  </a:lnTo>
                  <a:lnTo>
                    <a:pt x="648" y="324"/>
                  </a:lnTo>
                  <a:lnTo>
                    <a:pt x="650" y="324"/>
                  </a:lnTo>
                </a:path>
              </a:pathLst>
            </a:custGeom>
            <a:noFill/>
            <a:ln w="38100" cmpd="sng">
              <a:solidFill>
                <a:schemeClr val="tx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8321" name="Freeform 17">
              <a:extLst>
                <a:ext uri="{FF2B5EF4-FFF2-40B4-BE49-F238E27FC236}">
                  <a16:creationId xmlns:a16="http://schemas.microsoft.com/office/drawing/2014/main" id="{5CF0CE49-5B0A-471D-A00F-F1C6E89CB6CD}"/>
                </a:ext>
              </a:extLst>
            </p:cNvPr>
            <p:cNvSpPr>
              <a:spLocks/>
            </p:cNvSpPr>
            <p:nvPr/>
          </p:nvSpPr>
          <p:spPr bwMode="auto">
            <a:xfrm>
              <a:off x="2211" y="1528"/>
              <a:ext cx="564" cy="1"/>
            </a:xfrm>
            <a:custGeom>
              <a:avLst/>
              <a:gdLst>
                <a:gd name="T0" fmla="*/ 2258 w 2258"/>
                <a:gd name="T1" fmla="*/ 0 w 2258"/>
                <a:gd name="T2" fmla="*/ 1 w 2258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2258">
                  <a:moveTo>
                    <a:pt x="2258" y="0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 cmpd="sng">
              <a:solidFill>
                <a:schemeClr val="tx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8322" name="Freeform 18">
              <a:extLst>
                <a:ext uri="{FF2B5EF4-FFF2-40B4-BE49-F238E27FC236}">
                  <a16:creationId xmlns:a16="http://schemas.microsoft.com/office/drawing/2014/main" id="{E8816737-85EF-469A-8A4B-89C9A6E6D2E8}"/>
                </a:ext>
              </a:extLst>
            </p:cNvPr>
            <p:cNvSpPr>
              <a:spLocks/>
            </p:cNvSpPr>
            <p:nvPr/>
          </p:nvSpPr>
          <p:spPr bwMode="auto">
            <a:xfrm>
              <a:off x="2266" y="1807"/>
              <a:ext cx="465" cy="1"/>
            </a:xfrm>
            <a:custGeom>
              <a:avLst/>
              <a:gdLst>
                <a:gd name="T0" fmla="*/ 0 w 465"/>
                <a:gd name="T1" fmla="*/ 0 h 1"/>
                <a:gd name="T2" fmla="*/ 465 w 465"/>
                <a:gd name="T3" fmla="*/ 0 h 1"/>
                <a:gd name="T4" fmla="*/ 442 w 465"/>
                <a:gd name="T5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65" h="1">
                  <a:moveTo>
                    <a:pt x="0" y="0"/>
                  </a:moveTo>
                  <a:lnTo>
                    <a:pt x="465" y="0"/>
                  </a:lnTo>
                  <a:lnTo>
                    <a:pt x="442" y="0"/>
                  </a:lnTo>
                </a:path>
              </a:pathLst>
            </a:custGeom>
            <a:noFill/>
            <a:ln w="19050" cap="flat" cmpd="sng">
              <a:solidFill>
                <a:schemeClr val="tx2"/>
              </a:solidFill>
              <a:prstDash val="lg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8323" name="Freeform 19">
              <a:extLst>
                <a:ext uri="{FF2B5EF4-FFF2-40B4-BE49-F238E27FC236}">
                  <a16:creationId xmlns:a16="http://schemas.microsoft.com/office/drawing/2014/main" id="{00EA6CA2-E170-452C-9CD2-BF4627C48777}"/>
                </a:ext>
              </a:extLst>
            </p:cNvPr>
            <p:cNvSpPr>
              <a:spLocks/>
            </p:cNvSpPr>
            <p:nvPr/>
          </p:nvSpPr>
          <p:spPr bwMode="auto">
            <a:xfrm>
              <a:off x="2657" y="1690"/>
              <a:ext cx="91" cy="1"/>
            </a:xfrm>
            <a:custGeom>
              <a:avLst/>
              <a:gdLst>
                <a:gd name="T0" fmla="*/ 362 w 362"/>
                <a:gd name="T1" fmla="*/ 0 w 362"/>
                <a:gd name="T2" fmla="*/ 1 w 36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362">
                  <a:moveTo>
                    <a:pt x="362" y="0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 cmpd="sng">
              <a:solidFill>
                <a:schemeClr val="tx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8324" name="Freeform 20">
              <a:extLst>
                <a:ext uri="{FF2B5EF4-FFF2-40B4-BE49-F238E27FC236}">
                  <a16:creationId xmlns:a16="http://schemas.microsoft.com/office/drawing/2014/main" id="{6B9CB455-9AEE-49AD-9C20-796546959A73}"/>
                </a:ext>
              </a:extLst>
            </p:cNvPr>
            <p:cNvSpPr>
              <a:spLocks/>
            </p:cNvSpPr>
            <p:nvPr/>
          </p:nvSpPr>
          <p:spPr bwMode="auto">
            <a:xfrm>
              <a:off x="2665" y="1690"/>
              <a:ext cx="1" cy="117"/>
            </a:xfrm>
            <a:custGeom>
              <a:avLst/>
              <a:gdLst>
                <a:gd name="T0" fmla="*/ 0 w 1"/>
                <a:gd name="T1" fmla="*/ 466 h 466"/>
                <a:gd name="T2" fmla="*/ 0 w 1"/>
                <a:gd name="T3" fmla="*/ 0 h 466"/>
                <a:gd name="T4" fmla="*/ 1 w 1"/>
                <a:gd name="T5" fmla="*/ 0 h 4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466">
                  <a:moveTo>
                    <a:pt x="0" y="466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 cmpd="sng">
              <a:solidFill>
                <a:schemeClr val="tx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8325" name="Freeform 21">
              <a:extLst>
                <a:ext uri="{FF2B5EF4-FFF2-40B4-BE49-F238E27FC236}">
                  <a16:creationId xmlns:a16="http://schemas.microsoft.com/office/drawing/2014/main" id="{815DB808-418C-4358-9DAB-5064540DC815}"/>
                </a:ext>
              </a:extLst>
            </p:cNvPr>
            <p:cNvSpPr>
              <a:spLocks/>
            </p:cNvSpPr>
            <p:nvPr/>
          </p:nvSpPr>
          <p:spPr bwMode="auto">
            <a:xfrm>
              <a:off x="2329" y="1686"/>
              <a:ext cx="1" cy="117"/>
            </a:xfrm>
            <a:custGeom>
              <a:avLst/>
              <a:gdLst>
                <a:gd name="T0" fmla="*/ 0 w 1"/>
                <a:gd name="T1" fmla="*/ 466 h 466"/>
                <a:gd name="T2" fmla="*/ 0 w 1"/>
                <a:gd name="T3" fmla="*/ 0 h 466"/>
                <a:gd name="T4" fmla="*/ 1 w 1"/>
                <a:gd name="T5" fmla="*/ 0 h 4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466">
                  <a:moveTo>
                    <a:pt x="0" y="466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 cmpd="sng">
              <a:solidFill>
                <a:schemeClr val="tx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8326" name="Freeform 22">
              <a:extLst>
                <a:ext uri="{FF2B5EF4-FFF2-40B4-BE49-F238E27FC236}">
                  <a16:creationId xmlns:a16="http://schemas.microsoft.com/office/drawing/2014/main" id="{C92EC17F-DDB3-44F1-A50D-829881432792}"/>
                </a:ext>
              </a:extLst>
            </p:cNvPr>
            <p:cNvSpPr>
              <a:spLocks/>
            </p:cNvSpPr>
            <p:nvPr/>
          </p:nvSpPr>
          <p:spPr bwMode="auto">
            <a:xfrm>
              <a:off x="2218" y="1690"/>
              <a:ext cx="115" cy="1"/>
            </a:xfrm>
            <a:custGeom>
              <a:avLst/>
              <a:gdLst>
                <a:gd name="T0" fmla="*/ 461 w 461"/>
                <a:gd name="T1" fmla="*/ 0 w 461"/>
                <a:gd name="T2" fmla="*/ 2 w 46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461">
                  <a:moveTo>
                    <a:pt x="461" y="0"/>
                  </a:moveTo>
                  <a:lnTo>
                    <a:pt x="0" y="0"/>
                  </a:lnTo>
                  <a:lnTo>
                    <a:pt x="2" y="0"/>
                  </a:lnTo>
                </a:path>
              </a:pathLst>
            </a:custGeom>
            <a:noFill/>
            <a:ln w="38100" cmpd="sng">
              <a:solidFill>
                <a:schemeClr val="tx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8327" name="Freeform 23">
              <a:extLst>
                <a:ext uri="{FF2B5EF4-FFF2-40B4-BE49-F238E27FC236}">
                  <a16:creationId xmlns:a16="http://schemas.microsoft.com/office/drawing/2014/main" id="{94653A2B-49D1-4B6A-8293-E9979ADEDFBE}"/>
                </a:ext>
              </a:extLst>
            </p:cNvPr>
            <p:cNvSpPr>
              <a:spLocks/>
            </p:cNvSpPr>
            <p:nvPr/>
          </p:nvSpPr>
          <p:spPr bwMode="auto">
            <a:xfrm>
              <a:off x="2211" y="1528"/>
              <a:ext cx="565" cy="519"/>
            </a:xfrm>
            <a:custGeom>
              <a:avLst/>
              <a:gdLst>
                <a:gd name="T0" fmla="*/ 0 w 565"/>
                <a:gd name="T1" fmla="*/ 0 h 519"/>
                <a:gd name="T2" fmla="*/ 8 w 565"/>
                <a:gd name="T3" fmla="*/ 223 h 519"/>
                <a:gd name="T4" fmla="*/ 48 w 565"/>
                <a:gd name="T5" fmla="*/ 359 h 519"/>
                <a:gd name="T6" fmla="*/ 124 w 565"/>
                <a:gd name="T7" fmla="*/ 462 h 519"/>
                <a:gd name="T8" fmla="*/ 195 w 565"/>
                <a:gd name="T9" fmla="*/ 509 h 519"/>
                <a:gd name="T10" fmla="*/ 277 w 565"/>
                <a:gd name="T11" fmla="*/ 519 h 519"/>
                <a:gd name="T12" fmla="*/ 376 w 565"/>
                <a:gd name="T13" fmla="*/ 511 h 519"/>
                <a:gd name="T14" fmla="*/ 448 w 565"/>
                <a:gd name="T15" fmla="*/ 471 h 519"/>
                <a:gd name="T16" fmla="*/ 494 w 565"/>
                <a:gd name="T17" fmla="*/ 408 h 519"/>
                <a:gd name="T18" fmla="*/ 528 w 565"/>
                <a:gd name="T19" fmla="*/ 351 h 519"/>
                <a:gd name="T20" fmla="*/ 548 w 565"/>
                <a:gd name="T21" fmla="*/ 290 h 519"/>
                <a:gd name="T22" fmla="*/ 552 w 565"/>
                <a:gd name="T23" fmla="*/ 231 h 519"/>
                <a:gd name="T24" fmla="*/ 536 w 565"/>
                <a:gd name="T25" fmla="*/ 165 h 519"/>
                <a:gd name="T26" fmla="*/ 560 w 565"/>
                <a:gd name="T27" fmla="*/ 83 h 519"/>
                <a:gd name="T28" fmla="*/ 565 w 565"/>
                <a:gd name="T29" fmla="*/ 0 h 519"/>
                <a:gd name="T30" fmla="*/ 565 w 565"/>
                <a:gd name="T31" fmla="*/ 0 h 5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565" h="519">
                  <a:moveTo>
                    <a:pt x="0" y="0"/>
                  </a:moveTo>
                  <a:lnTo>
                    <a:pt x="8" y="223"/>
                  </a:lnTo>
                  <a:lnTo>
                    <a:pt x="48" y="359"/>
                  </a:lnTo>
                  <a:lnTo>
                    <a:pt x="124" y="462"/>
                  </a:lnTo>
                  <a:lnTo>
                    <a:pt x="195" y="509"/>
                  </a:lnTo>
                  <a:lnTo>
                    <a:pt x="277" y="519"/>
                  </a:lnTo>
                  <a:lnTo>
                    <a:pt x="376" y="511"/>
                  </a:lnTo>
                  <a:lnTo>
                    <a:pt x="448" y="471"/>
                  </a:lnTo>
                  <a:lnTo>
                    <a:pt x="494" y="408"/>
                  </a:lnTo>
                  <a:lnTo>
                    <a:pt x="528" y="351"/>
                  </a:lnTo>
                  <a:lnTo>
                    <a:pt x="548" y="290"/>
                  </a:lnTo>
                  <a:lnTo>
                    <a:pt x="552" y="231"/>
                  </a:lnTo>
                  <a:lnTo>
                    <a:pt x="536" y="165"/>
                  </a:lnTo>
                  <a:lnTo>
                    <a:pt x="560" y="83"/>
                  </a:lnTo>
                  <a:lnTo>
                    <a:pt x="565" y="0"/>
                  </a:lnTo>
                  <a:lnTo>
                    <a:pt x="565" y="0"/>
                  </a:lnTo>
                </a:path>
              </a:pathLst>
            </a:custGeom>
            <a:noFill/>
            <a:ln w="19050" cmpd="sng">
              <a:solidFill>
                <a:schemeClr val="tx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8328" name="Rectangle 24">
              <a:extLst>
                <a:ext uri="{FF2B5EF4-FFF2-40B4-BE49-F238E27FC236}">
                  <a16:creationId xmlns:a16="http://schemas.microsoft.com/office/drawing/2014/main" id="{8BA7897E-F9BC-410C-966F-BB8E0835B6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54" y="1205"/>
              <a:ext cx="98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i="1">
                  <a:latin typeface="宋体" panose="02010600030101010101" pitchFamily="2" charset="-122"/>
                </a:rPr>
                <a:t>A</a:t>
              </a:r>
              <a:endParaRPr lang="en-US" altLang="zh-CN" sz="4000"/>
            </a:p>
          </p:txBody>
        </p:sp>
        <p:grpSp>
          <p:nvGrpSpPr>
            <p:cNvPr id="98329" name="Group 25">
              <a:extLst>
                <a:ext uri="{FF2B5EF4-FFF2-40B4-BE49-F238E27FC236}">
                  <a16:creationId xmlns:a16="http://schemas.microsoft.com/office/drawing/2014/main" id="{0AF12599-D99C-4ACB-B3DB-B57EE8CAB8C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95" y="1431"/>
              <a:ext cx="1" cy="709"/>
              <a:chOff x="3580" y="1312"/>
              <a:chExt cx="1" cy="709"/>
            </a:xfrm>
          </p:grpSpPr>
          <p:sp>
            <p:nvSpPr>
              <p:cNvPr id="98330" name="Freeform 26">
                <a:extLst>
                  <a:ext uri="{FF2B5EF4-FFF2-40B4-BE49-F238E27FC236}">
                    <a16:creationId xmlns:a16="http://schemas.microsoft.com/office/drawing/2014/main" id="{5E6C67FE-3622-4034-9078-8212E34825D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80" y="1312"/>
                <a:ext cx="1" cy="168"/>
              </a:xfrm>
              <a:custGeom>
                <a:avLst/>
                <a:gdLst>
                  <a:gd name="T0" fmla="*/ 0 w 1"/>
                  <a:gd name="T1" fmla="*/ 0 h 674"/>
                  <a:gd name="T2" fmla="*/ 0 w 1"/>
                  <a:gd name="T3" fmla="*/ 674 h 674"/>
                  <a:gd name="T4" fmla="*/ 1 w 1"/>
                  <a:gd name="T5" fmla="*/ 674 h 6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674">
                    <a:moveTo>
                      <a:pt x="0" y="0"/>
                    </a:moveTo>
                    <a:lnTo>
                      <a:pt x="0" y="674"/>
                    </a:lnTo>
                    <a:lnTo>
                      <a:pt x="1" y="674"/>
                    </a:lnTo>
                  </a:path>
                </a:pathLst>
              </a:custGeom>
              <a:noFill/>
              <a:ln w="19050" cmpd="sng">
                <a:solidFill>
                  <a:schemeClr val="tx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331" name="Freeform 27">
                <a:extLst>
                  <a:ext uri="{FF2B5EF4-FFF2-40B4-BE49-F238E27FC236}">
                    <a16:creationId xmlns:a16="http://schemas.microsoft.com/office/drawing/2014/main" id="{053CB417-D01A-4C00-BA9D-12206E628BC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80" y="1562"/>
                <a:ext cx="1" cy="459"/>
              </a:xfrm>
              <a:custGeom>
                <a:avLst/>
                <a:gdLst>
                  <a:gd name="T0" fmla="*/ 0 w 1"/>
                  <a:gd name="T1" fmla="*/ 0 h 1837"/>
                  <a:gd name="T2" fmla="*/ 0 w 1"/>
                  <a:gd name="T3" fmla="*/ 1837 h 1837"/>
                  <a:gd name="T4" fmla="*/ 1 w 1"/>
                  <a:gd name="T5" fmla="*/ 1837 h 18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837">
                    <a:moveTo>
                      <a:pt x="0" y="0"/>
                    </a:moveTo>
                    <a:lnTo>
                      <a:pt x="0" y="1837"/>
                    </a:lnTo>
                    <a:lnTo>
                      <a:pt x="1" y="1837"/>
                    </a:lnTo>
                  </a:path>
                </a:pathLst>
              </a:custGeom>
              <a:noFill/>
              <a:ln w="19050" cmpd="sng">
                <a:solidFill>
                  <a:schemeClr val="tx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332" name="Freeform 28">
                <a:extLst>
                  <a:ext uri="{FF2B5EF4-FFF2-40B4-BE49-F238E27FC236}">
                    <a16:creationId xmlns:a16="http://schemas.microsoft.com/office/drawing/2014/main" id="{EA0A8B28-AF93-4BE9-9FF6-A94DF48312D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80" y="1510"/>
                <a:ext cx="1" cy="22"/>
              </a:xfrm>
              <a:custGeom>
                <a:avLst/>
                <a:gdLst>
                  <a:gd name="T0" fmla="*/ 0 w 1"/>
                  <a:gd name="T1" fmla="*/ 0 h 88"/>
                  <a:gd name="T2" fmla="*/ 0 w 1"/>
                  <a:gd name="T3" fmla="*/ 88 h 88"/>
                  <a:gd name="T4" fmla="*/ 1 w 1"/>
                  <a:gd name="T5" fmla="*/ 88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88">
                    <a:moveTo>
                      <a:pt x="0" y="0"/>
                    </a:moveTo>
                    <a:lnTo>
                      <a:pt x="0" y="88"/>
                    </a:lnTo>
                    <a:lnTo>
                      <a:pt x="1" y="88"/>
                    </a:lnTo>
                  </a:path>
                </a:pathLst>
              </a:custGeom>
              <a:noFill/>
              <a:ln w="19050" cmpd="sng">
                <a:solidFill>
                  <a:schemeClr val="tx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pSp>
        <p:nvGrpSpPr>
          <p:cNvPr id="98534" name="Group 230">
            <a:extLst>
              <a:ext uri="{FF2B5EF4-FFF2-40B4-BE49-F238E27FC236}">
                <a16:creationId xmlns:a16="http://schemas.microsoft.com/office/drawing/2014/main" id="{793DA16B-6FDB-4185-AEC4-CC5683DAA49E}"/>
              </a:ext>
            </a:extLst>
          </p:cNvPr>
          <p:cNvGrpSpPr>
            <a:grpSpLocks/>
          </p:cNvGrpSpPr>
          <p:nvPr/>
        </p:nvGrpSpPr>
        <p:grpSpPr bwMode="auto">
          <a:xfrm>
            <a:off x="3211513" y="4146550"/>
            <a:ext cx="1495425" cy="1323975"/>
            <a:chOff x="2023" y="2612"/>
            <a:chExt cx="942" cy="834"/>
          </a:xfrm>
        </p:grpSpPr>
        <p:sp>
          <p:nvSpPr>
            <p:cNvPr id="98334" name="Arc 30">
              <a:extLst>
                <a:ext uri="{FF2B5EF4-FFF2-40B4-BE49-F238E27FC236}">
                  <a16:creationId xmlns:a16="http://schemas.microsoft.com/office/drawing/2014/main" id="{A835547C-3B7B-461D-815A-4217B69C96B1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2382" y="3132"/>
              <a:ext cx="224" cy="249"/>
            </a:xfrm>
            <a:custGeom>
              <a:avLst/>
              <a:gdLst>
                <a:gd name="G0" fmla="+- 10436 0 0"/>
                <a:gd name="G1" fmla="+- 21600 0 0"/>
                <a:gd name="G2" fmla="+- 21600 0 0"/>
                <a:gd name="T0" fmla="*/ 0 w 19926"/>
                <a:gd name="T1" fmla="*/ 2688 h 21600"/>
                <a:gd name="T2" fmla="*/ 19926 w 19926"/>
                <a:gd name="T3" fmla="*/ 2197 h 21600"/>
                <a:gd name="T4" fmla="*/ 10436 w 19926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926" h="21600" fill="none" extrusionOk="0">
                  <a:moveTo>
                    <a:pt x="0" y="2688"/>
                  </a:moveTo>
                  <a:cubicBezTo>
                    <a:pt x="3195" y="924"/>
                    <a:pt x="6786" y="0"/>
                    <a:pt x="10436" y="0"/>
                  </a:cubicBezTo>
                  <a:cubicBezTo>
                    <a:pt x="13725" y="0"/>
                    <a:pt x="16971" y="751"/>
                    <a:pt x="19926" y="2196"/>
                  </a:cubicBezTo>
                </a:path>
                <a:path w="19926" h="21600" stroke="0" extrusionOk="0">
                  <a:moveTo>
                    <a:pt x="0" y="2688"/>
                  </a:moveTo>
                  <a:cubicBezTo>
                    <a:pt x="3195" y="924"/>
                    <a:pt x="6786" y="0"/>
                    <a:pt x="10436" y="0"/>
                  </a:cubicBezTo>
                  <a:cubicBezTo>
                    <a:pt x="13725" y="0"/>
                    <a:pt x="16971" y="751"/>
                    <a:pt x="19926" y="2196"/>
                  </a:cubicBezTo>
                  <a:lnTo>
                    <a:pt x="10436" y="21600"/>
                  </a:lnTo>
                  <a:close/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8335" name="Arc 31">
              <a:extLst>
                <a:ext uri="{FF2B5EF4-FFF2-40B4-BE49-F238E27FC236}">
                  <a16:creationId xmlns:a16="http://schemas.microsoft.com/office/drawing/2014/main" id="{F26FCBC5-3C30-44C8-BAF2-A611366370C5}"/>
                </a:ext>
              </a:extLst>
            </p:cNvPr>
            <p:cNvSpPr>
              <a:spLocks/>
            </p:cNvSpPr>
            <p:nvPr/>
          </p:nvSpPr>
          <p:spPr bwMode="auto">
            <a:xfrm>
              <a:off x="2779" y="3037"/>
              <a:ext cx="119" cy="226"/>
            </a:xfrm>
            <a:custGeom>
              <a:avLst/>
              <a:gdLst>
                <a:gd name="G0" fmla="+- 0 0 0"/>
                <a:gd name="G1" fmla="+- 20671 0 0"/>
                <a:gd name="G2" fmla="+- 21600 0 0"/>
                <a:gd name="T0" fmla="*/ 6268 w 21600"/>
                <a:gd name="T1" fmla="*/ 0 h 41819"/>
                <a:gd name="T2" fmla="*/ 4395 w 21600"/>
                <a:gd name="T3" fmla="*/ 41819 h 41819"/>
                <a:gd name="T4" fmla="*/ 0 w 21600"/>
                <a:gd name="T5" fmla="*/ 20671 h 418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41819" fill="none" extrusionOk="0">
                  <a:moveTo>
                    <a:pt x="6267" y="0"/>
                  </a:moveTo>
                  <a:cubicBezTo>
                    <a:pt x="15373" y="2761"/>
                    <a:pt x="21600" y="11155"/>
                    <a:pt x="21600" y="20671"/>
                  </a:cubicBezTo>
                  <a:cubicBezTo>
                    <a:pt x="21600" y="30906"/>
                    <a:pt x="14416" y="39736"/>
                    <a:pt x="4395" y="41819"/>
                  </a:cubicBezTo>
                </a:path>
                <a:path w="21600" h="41819" stroke="0" extrusionOk="0">
                  <a:moveTo>
                    <a:pt x="6267" y="0"/>
                  </a:moveTo>
                  <a:cubicBezTo>
                    <a:pt x="15373" y="2761"/>
                    <a:pt x="21600" y="11155"/>
                    <a:pt x="21600" y="20671"/>
                  </a:cubicBezTo>
                  <a:cubicBezTo>
                    <a:pt x="21600" y="30906"/>
                    <a:pt x="14416" y="39736"/>
                    <a:pt x="4395" y="41819"/>
                  </a:cubicBezTo>
                  <a:lnTo>
                    <a:pt x="0" y="20671"/>
                  </a:lnTo>
                  <a:close/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8336" name="Oval 32">
              <a:extLst>
                <a:ext uri="{FF2B5EF4-FFF2-40B4-BE49-F238E27FC236}">
                  <a16:creationId xmlns:a16="http://schemas.microsoft.com/office/drawing/2014/main" id="{83A58C6D-A8DB-45D1-A6CA-7C2D7069C6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59" y="3094"/>
              <a:ext cx="113" cy="113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8337" name="Oval 33">
              <a:extLst>
                <a:ext uri="{FF2B5EF4-FFF2-40B4-BE49-F238E27FC236}">
                  <a16:creationId xmlns:a16="http://schemas.microsoft.com/office/drawing/2014/main" id="{C269346C-2AFD-478A-91BE-CC772C3F01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40" y="2994"/>
              <a:ext cx="315" cy="30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prstDash val="lgDash"/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8338" name="Oval 34">
              <a:extLst>
                <a:ext uri="{FF2B5EF4-FFF2-40B4-BE49-F238E27FC236}">
                  <a16:creationId xmlns:a16="http://schemas.microsoft.com/office/drawing/2014/main" id="{9CB0D217-E456-4669-97C5-B3A4FEBD30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20" y="3074"/>
              <a:ext cx="156" cy="144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8339" name="Freeform 35">
              <a:extLst>
                <a:ext uri="{FF2B5EF4-FFF2-40B4-BE49-F238E27FC236}">
                  <a16:creationId xmlns:a16="http://schemas.microsoft.com/office/drawing/2014/main" id="{CADA40DB-0F79-4DAF-83C0-AF0A3475FB18}"/>
                </a:ext>
              </a:extLst>
            </p:cNvPr>
            <p:cNvSpPr>
              <a:spLocks/>
            </p:cNvSpPr>
            <p:nvPr/>
          </p:nvSpPr>
          <p:spPr bwMode="auto">
            <a:xfrm>
              <a:off x="2218" y="3048"/>
              <a:ext cx="1" cy="197"/>
            </a:xfrm>
            <a:custGeom>
              <a:avLst/>
              <a:gdLst>
                <a:gd name="T0" fmla="*/ 0 w 1"/>
                <a:gd name="T1" fmla="*/ 0 h 788"/>
                <a:gd name="T2" fmla="*/ 0 w 1"/>
                <a:gd name="T3" fmla="*/ 788 h 788"/>
                <a:gd name="T4" fmla="*/ 1 w 1"/>
                <a:gd name="T5" fmla="*/ 788 h 7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788">
                  <a:moveTo>
                    <a:pt x="0" y="0"/>
                  </a:moveTo>
                  <a:lnTo>
                    <a:pt x="0" y="788"/>
                  </a:lnTo>
                  <a:lnTo>
                    <a:pt x="1" y="788"/>
                  </a:lnTo>
                </a:path>
              </a:pathLst>
            </a:custGeom>
            <a:noFill/>
            <a:ln w="19050" cmpd="sng">
              <a:solidFill>
                <a:schemeClr val="tx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8340" name="Rectangle 36">
              <a:extLst>
                <a:ext uri="{FF2B5EF4-FFF2-40B4-BE49-F238E27FC236}">
                  <a16:creationId xmlns:a16="http://schemas.microsoft.com/office/drawing/2014/main" id="{D61AFEF3-1BAC-410D-B355-FE34473629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61" y="2612"/>
              <a:ext cx="98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i="1">
                  <a:latin typeface="宋体" panose="02010600030101010101" pitchFamily="2" charset="-122"/>
                </a:rPr>
                <a:t>B</a:t>
              </a:r>
              <a:endParaRPr lang="en-US" altLang="zh-CN" sz="4000"/>
            </a:p>
          </p:txBody>
        </p:sp>
        <p:grpSp>
          <p:nvGrpSpPr>
            <p:cNvPr id="98341" name="Group 37">
              <a:extLst>
                <a:ext uri="{FF2B5EF4-FFF2-40B4-BE49-F238E27FC236}">
                  <a16:creationId xmlns:a16="http://schemas.microsoft.com/office/drawing/2014/main" id="{52CCA806-4875-4993-8DB2-AA50B177DBD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023" y="3146"/>
              <a:ext cx="942" cy="1"/>
              <a:chOff x="3108" y="3027"/>
              <a:chExt cx="942" cy="1"/>
            </a:xfrm>
          </p:grpSpPr>
          <p:sp>
            <p:nvSpPr>
              <p:cNvPr id="98342" name="Freeform 38">
                <a:extLst>
                  <a:ext uri="{FF2B5EF4-FFF2-40B4-BE49-F238E27FC236}">
                    <a16:creationId xmlns:a16="http://schemas.microsoft.com/office/drawing/2014/main" id="{DF9BEC80-72A9-4250-B607-3CABEE8D100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08" y="3027"/>
                <a:ext cx="255" cy="1"/>
              </a:xfrm>
              <a:custGeom>
                <a:avLst/>
                <a:gdLst>
                  <a:gd name="T0" fmla="*/ 0 w 1019"/>
                  <a:gd name="T1" fmla="*/ 1018 w 1019"/>
                  <a:gd name="T2" fmla="*/ 1019 w 1019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019">
                    <a:moveTo>
                      <a:pt x="0" y="0"/>
                    </a:moveTo>
                    <a:lnTo>
                      <a:pt x="1018" y="0"/>
                    </a:lnTo>
                    <a:lnTo>
                      <a:pt x="1019" y="0"/>
                    </a:lnTo>
                  </a:path>
                </a:pathLst>
              </a:custGeom>
              <a:noFill/>
              <a:ln w="19050" cmpd="sng">
                <a:solidFill>
                  <a:schemeClr val="tx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343" name="Line 39">
                <a:extLst>
                  <a:ext uri="{FF2B5EF4-FFF2-40B4-BE49-F238E27FC236}">
                    <a16:creationId xmlns:a16="http://schemas.microsoft.com/office/drawing/2014/main" id="{30C8F324-96F5-4A5E-AF06-B0AA0BD97D3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42" y="3027"/>
                <a:ext cx="1" cy="1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344" name="Freeform 40">
                <a:extLst>
                  <a:ext uri="{FF2B5EF4-FFF2-40B4-BE49-F238E27FC236}">
                    <a16:creationId xmlns:a16="http://schemas.microsoft.com/office/drawing/2014/main" id="{F74B6AE5-5656-49E6-BD66-93AF9ADCA69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84" y="3027"/>
                <a:ext cx="9" cy="1"/>
              </a:xfrm>
              <a:custGeom>
                <a:avLst/>
                <a:gdLst>
                  <a:gd name="T0" fmla="*/ 0 w 35"/>
                  <a:gd name="T1" fmla="*/ 34 w 35"/>
                  <a:gd name="T2" fmla="*/ 35 w 35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35">
                    <a:moveTo>
                      <a:pt x="0" y="0"/>
                    </a:moveTo>
                    <a:lnTo>
                      <a:pt x="34" y="0"/>
                    </a:lnTo>
                    <a:lnTo>
                      <a:pt x="35" y="0"/>
                    </a:lnTo>
                  </a:path>
                </a:pathLst>
              </a:custGeom>
              <a:noFill/>
              <a:ln w="19050" cmpd="sng">
                <a:solidFill>
                  <a:schemeClr val="tx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345" name="Freeform 41">
                <a:extLst>
                  <a:ext uri="{FF2B5EF4-FFF2-40B4-BE49-F238E27FC236}">
                    <a16:creationId xmlns:a16="http://schemas.microsoft.com/office/drawing/2014/main" id="{F6D5E744-DDF1-4DEB-B79A-BF78E1E9308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09" y="3027"/>
                <a:ext cx="356" cy="1"/>
              </a:xfrm>
              <a:custGeom>
                <a:avLst/>
                <a:gdLst>
                  <a:gd name="T0" fmla="*/ 0 w 1421"/>
                  <a:gd name="T1" fmla="*/ 1420 w 1421"/>
                  <a:gd name="T2" fmla="*/ 1421 w 142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421">
                    <a:moveTo>
                      <a:pt x="0" y="0"/>
                    </a:moveTo>
                    <a:lnTo>
                      <a:pt x="1420" y="0"/>
                    </a:lnTo>
                    <a:lnTo>
                      <a:pt x="1421" y="0"/>
                    </a:lnTo>
                  </a:path>
                </a:pathLst>
              </a:custGeom>
              <a:noFill/>
              <a:ln w="19050" cmpd="sng">
                <a:solidFill>
                  <a:schemeClr val="tx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346" name="Freeform 42">
                <a:extLst>
                  <a:ext uri="{FF2B5EF4-FFF2-40B4-BE49-F238E27FC236}">
                    <a16:creationId xmlns:a16="http://schemas.microsoft.com/office/drawing/2014/main" id="{80D0C600-B3AF-4924-942C-92E296C5307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86" y="3027"/>
                <a:ext cx="12" cy="1"/>
              </a:xfrm>
              <a:custGeom>
                <a:avLst/>
                <a:gdLst>
                  <a:gd name="T0" fmla="*/ 0 w 52"/>
                  <a:gd name="T1" fmla="*/ 51 w 52"/>
                  <a:gd name="T2" fmla="*/ 52 w 52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52">
                    <a:moveTo>
                      <a:pt x="0" y="0"/>
                    </a:moveTo>
                    <a:lnTo>
                      <a:pt x="51" y="0"/>
                    </a:lnTo>
                    <a:lnTo>
                      <a:pt x="52" y="0"/>
                    </a:lnTo>
                  </a:path>
                </a:pathLst>
              </a:custGeom>
              <a:noFill/>
              <a:ln w="19050" cmpd="sng">
                <a:solidFill>
                  <a:schemeClr val="tx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347" name="Freeform 43">
                <a:extLst>
                  <a:ext uri="{FF2B5EF4-FFF2-40B4-BE49-F238E27FC236}">
                    <a16:creationId xmlns:a16="http://schemas.microsoft.com/office/drawing/2014/main" id="{4398E32C-EB0E-431F-A97D-33187DEFED6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19" y="3027"/>
                <a:ext cx="231" cy="1"/>
              </a:xfrm>
              <a:custGeom>
                <a:avLst/>
                <a:gdLst>
                  <a:gd name="T0" fmla="*/ 0 w 923"/>
                  <a:gd name="T1" fmla="*/ 922 w 923"/>
                  <a:gd name="T2" fmla="*/ 923 w 923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923">
                    <a:moveTo>
                      <a:pt x="0" y="0"/>
                    </a:moveTo>
                    <a:lnTo>
                      <a:pt x="922" y="0"/>
                    </a:lnTo>
                    <a:lnTo>
                      <a:pt x="923" y="0"/>
                    </a:lnTo>
                  </a:path>
                </a:pathLst>
              </a:custGeom>
              <a:noFill/>
              <a:ln w="19050" cmpd="sng">
                <a:solidFill>
                  <a:schemeClr val="tx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98348" name="Group 44">
              <a:extLst>
                <a:ext uri="{FF2B5EF4-FFF2-40B4-BE49-F238E27FC236}">
                  <a16:creationId xmlns:a16="http://schemas.microsoft.com/office/drawing/2014/main" id="{AF5500F0-112F-4EFF-80B6-9BB7966E231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95" y="2847"/>
              <a:ext cx="1" cy="599"/>
              <a:chOff x="3580" y="2728"/>
              <a:chExt cx="1" cy="599"/>
            </a:xfrm>
          </p:grpSpPr>
          <p:sp>
            <p:nvSpPr>
              <p:cNvPr id="98349" name="Freeform 45">
                <a:extLst>
                  <a:ext uri="{FF2B5EF4-FFF2-40B4-BE49-F238E27FC236}">
                    <a16:creationId xmlns:a16="http://schemas.microsoft.com/office/drawing/2014/main" id="{2BE7BFE0-E7D4-46CC-BA76-71EB37D2921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80" y="2728"/>
                <a:ext cx="1" cy="148"/>
              </a:xfrm>
              <a:custGeom>
                <a:avLst/>
                <a:gdLst>
                  <a:gd name="T0" fmla="*/ 0 w 1"/>
                  <a:gd name="T1" fmla="*/ 0 h 595"/>
                  <a:gd name="T2" fmla="*/ 0 w 1"/>
                  <a:gd name="T3" fmla="*/ 595 h 595"/>
                  <a:gd name="T4" fmla="*/ 1 w 1"/>
                  <a:gd name="T5" fmla="*/ 595 h 5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595">
                    <a:moveTo>
                      <a:pt x="0" y="0"/>
                    </a:moveTo>
                    <a:lnTo>
                      <a:pt x="0" y="595"/>
                    </a:lnTo>
                    <a:lnTo>
                      <a:pt x="1" y="595"/>
                    </a:lnTo>
                  </a:path>
                </a:pathLst>
              </a:custGeom>
              <a:noFill/>
              <a:ln w="19050" cmpd="sng">
                <a:solidFill>
                  <a:schemeClr val="tx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350" name="Freeform 46">
                <a:extLst>
                  <a:ext uri="{FF2B5EF4-FFF2-40B4-BE49-F238E27FC236}">
                    <a16:creationId xmlns:a16="http://schemas.microsoft.com/office/drawing/2014/main" id="{0991BDF4-FCB9-4622-A733-D9DA6FAEDF1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80" y="2927"/>
                <a:ext cx="1" cy="400"/>
              </a:xfrm>
              <a:custGeom>
                <a:avLst/>
                <a:gdLst>
                  <a:gd name="T0" fmla="*/ 0 w 1"/>
                  <a:gd name="T1" fmla="*/ 0 h 1601"/>
                  <a:gd name="T2" fmla="*/ 0 w 1"/>
                  <a:gd name="T3" fmla="*/ 1601 h 1601"/>
                  <a:gd name="T4" fmla="*/ 1 w 1"/>
                  <a:gd name="T5" fmla="*/ 1601 h 16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601">
                    <a:moveTo>
                      <a:pt x="0" y="0"/>
                    </a:moveTo>
                    <a:lnTo>
                      <a:pt x="0" y="1601"/>
                    </a:lnTo>
                    <a:lnTo>
                      <a:pt x="1" y="1601"/>
                    </a:lnTo>
                  </a:path>
                </a:pathLst>
              </a:custGeom>
              <a:noFill/>
              <a:ln w="19050" cmpd="sng">
                <a:solidFill>
                  <a:schemeClr val="tx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351" name="Freeform 47">
                <a:extLst>
                  <a:ext uri="{FF2B5EF4-FFF2-40B4-BE49-F238E27FC236}">
                    <a16:creationId xmlns:a16="http://schemas.microsoft.com/office/drawing/2014/main" id="{AF0E1189-C75C-495C-ABAF-39770F934D3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80" y="2900"/>
                <a:ext cx="1" cy="8"/>
              </a:xfrm>
              <a:custGeom>
                <a:avLst/>
                <a:gdLst>
                  <a:gd name="T0" fmla="*/ 0 w 1"/>
                  <a:gd name="T1" fmla="*/ 0 h 33"/>
                  <a:gd name="T2" fmla="*/ 0 w 1"/>
                  <a:gd name="T3" fmla="*/ 33 h 33"/>
                  <a:gd name="T4" fmla="*/ 1 w 1"/>
                  <a:gd name="T5" fmla="*/ 33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33">
                    <a:moveTo>
                      <a:pt x="0" y="0"/>
                    </a:moveTo>
                    <a:lnTo>
                      <a:pt x="0" y="33"/>
                    </a:lnTo>
                    <a:lnTo>
                      <a:pt x="1" y="33"/>
                    </a:lnTo>
                  </a:path>
                </a:pathLst>
              </a:custGeom>
              <a:noFill/>
              <a:ln w="19050" cmpd="sng">
                <a:solidFill>
                  <a:schemeClr val="tx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98352" name="Freeform 48">
              <a:extLst>
                <a:ext uri="{FF2B5EF4-FFF2-40B4-BE49-F238E27FC236}">
                  <a16:creationId xmlns:a16="http://schemas.microsoft.com/office/drawing/2014/main" id="{5FB37E57-B287-44D6-863F-53DE6C0D4A05}"/>
                </a:ext>
              </a:extLst>
            </p:cNvPr>
            <p:cNvSpPr>
              <a:spLocks/>
            </p:cNvSpPr>
            <p:nvPr/>
          </p:nvSpPr>
          <p:spPr bwMode="auto">
            <a:xfrm>
              <a:off x="2772" y="3048"/>
              <a:ext cx="1" cy="197"/>
            </a:xfrm>
            <a:custGeom>
              <a:avLst/>
              <a:gdLst>
                <a:gd name="T0" fmla="*/ 0 w 1"/>
                <a:gd name="T1" fmla="*/ 0 h 788"/>
                <a:gd name="T2" fmla="*/ 0 w 1"/>
                <a:gd name="T3" fmla="*/ 788 h 788"/>
                <a:gd name="T4" fmla="*/ 1 w 1"/>
                <a:gd name="T5" fmla="*/ 788 h 7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788">
                  <a:moveTo>
                    <a:pt x="0" y="0"/>
                  </a:moveTo>
                  <a:lnTo>
                    <a:pt x="0" y="788"/>
                  </a:lnTo>
                  <a:lnTo>
                    <a:pt x="1" y="788"/>
                  </a:lnTo>
                </a:path>
              </a:pathLst>
            </a:custGeom>
            <a:noFill/>
            <a:ln w="19050" cmpd="sng">
              <a:solidFill>
                <a:schemeClr val="tx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8353" name="Freeform 49">
              <a:extLst>
                <a:ext uri="{FF2B5EF4-FFF2-40B4-BE49-F238E27FC236}">
                  <a16:creationId xmlns:a16="http://schemas.microsoft.com/office/drawing/2014/main" id="{BA0D6EE0-61C3-4448-B974-948E8EF12274}"/>
                </a:ext>
              </a:extLst>
            </p:cNvPr>
            <p:cNvSpPr>
              <a:spLocks/>
            </p:cNvSpPr>
            <p:nvPr/>
          </p:nvSpPr>
          <p:spPr bwMode="auto">
            <a:xfrm>
              <a:off x="2400" y="2910"/>
              <a:ext cx="190" cy="20"/>
            </a:xfrm>
            <a:custGeom>
              <a:avLst/>
              <a:gdLst>
                <a:gd name="T0" fmla="*/ 759 w 759"/>
                <a:gd name="T1" fmla="*/ 80 h 80"/>
                <a:gd name="T2" fmla="*/ 380 w 759"/>
                <a:gd name="T3" fmla="*/ 0 h 80"/>
                <a:gd name="T4" fmla="*/ 0 w 759"/>
                <a:gd name="T5" fmla="*/ 80 h 80"/>
                <a:gd name="T6" fmla="*/ 1 w 759"/>
                <a:gd name="T7" fmla="*/ 80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9" h="80">
                  <a:moveTo>
                    <a:pt x="759" y="80"/>
                  </a:moveTo>
                  <a:lnTo>
                    <a:pt x="380" y="0"/>
                  </a:lnTo>
                  <a:lnTo>
                    <a:pt x="0" y="80"/>
                  </a:lnTo>
                  <a:lnTo>
                    <a:pt x="1" y="80"/>
                  </a:lnTo>
                </a:path>
              </a:pathLst>
            </a:custGeom>
            <a:noFill/>
            <a:ln w="0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8354" name="Freeform 50">
              <a:extLst>
                <a:ext uri="{FF2B5EF4-FFF2-40B4-BE49-F238E27FC236}">
                  <a16:creationId xmlns:a16="http://schemas.microsoft.com/office/drawing/2014/main" id="{F0FA9C57-57CD-4325-89CF-8B309ACA4FCD}"/>
                </a:ext>
              </a:extLst>
            </p:cNvPr>
            <p:cNvSpPr>
              <a:spLocks/>
            </p:cNvSpPr>
            <p:nvPr/>
          </p:nvSpPr>
          <p:spPr bwMode="auto">
            <a:xfrm>
              <a:off x="2156" y="2930"/>
              <a:ext cx="244" cy="114"/>
            </a:xfrm>
            <a:custGeom>
              <a:avLst/>
              <a:gdLst>
                <a:gd name="T0" fmla="*/ 0 w 244"/>
                <a:gd name="T1" fmla="*/ 114 h 114"/>
                <a:gd name="T2" fmla="*/ 244 w 244"/>
                <a:gd name="T3" fmla="*/ 0 h 114"/>
                <a:gd name="T4" fmla="*/ 244 w 244"/>
                <a:gd name="T5" fmla="*/ 0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44" h="114">
                  <a:moveTo>
                    <a:pt x="0" y="114"/>
                  </a:moveTo>
                  <a:lnTo>
                    <a:pt x="244" y="0"/>
                  </a:lnTo>
                  <a:lnTo>
                    <a:pt x="244" y="0"/>
                  </a:lnTo>
                </a:path>
              </a:pathLst>
            </a:custGeom>
            <a:noFill/>
            <a:ln w="38100" cmpd="sng">
              <a:solidFill>
                <a:schemeClr val="tx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8355" name="Freeform 51">
              <a:extLst>
                <a:ext uri="{FF2B5EF4-FFF2-40B4-BE49-F238E27FC236}">
                  <a16:creationId xmlns:a16="http://schemas.microsoft.com/office/drawing/2014/main" id="{59A2ACDF-DE12-4304-BBD5-983491B2778A}"/>
                </a:ext>
              </a:extLst>
            </p:cNvPr>
            <p:cNvSpPr>
              <a:spLocks/>
            </p:cNvSpPr>
            <p:nvPr/>
          </p:nvSpPr>
          <p:spPr bwMode="auto">
            <a:xfrm>
              <a:off x="2590" y="2930"/>
              <a:ext cx="230" cy="106"/>
            </a:xfrm>
            <a:custGeom>
              <a:avLst/>
              <a:gdLst>
                <a:gd name="T0" fmla="*/ 230 w 230"/>
                <a:gd name="T1" fmla="*/ 106 h 106"/>
                <a:gd name="T2" fmla="*/ 0 w 230"/>
                <a:gd name="T3" fmla="*/ 0 h 106"/>
                <a:gd name="T4" fmla="*/ 0 w 230"/>
                <a:gd name="T5" fmla="*/ 0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30" h="106">
                  <a:moveTo>
                    <a:pt x="230" y="10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 w="38100" cmpd="sng">
              <a:solidFill>
                <a:schemeClr val="tx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8356" name="Freeform 52">
              <a:extLst>
                <a:ext uri="{FF2B5EF4-FFF2-40B4-BE49-F238E27FC236}">
                  <a16:creationId xmlns:a16="http://schemas.microsoft.com/office/drawing/2014/main" id="{04FFF200-1BEF-4346-8386-E447662BC48F}"/>
                </a:ext>
              </a:extLst>
            </p:cNvPr>
            <p:cNvSpPr>
              <a:spLocks/>
            </p:cNvSpPr>
            <p:nvPr/>
          </p:nvSpPr>
          <p:spPr bwMode="auto">
            <a:xfrm>
              <a:off x="2172" y="3256"/>
              <a:ext cx="228" cy="105"/>
            </a:xfrm>
            <a:custGeom>
              <a:avLst/>
              <a:gdLst>
                <a:gd name="T0" fmla="*/ 0 w 228"/>
                <a:gd name="T1" fmla="*/ 0 h 105"/>
                <a:gd name="T2" fmla="*/ 228 w 228"/>
                <a:gd name="T3" fmla="*/ 105 h 105"/>
                <a:gd name="T4" fmla="*/ 228 w 228"/>
                <a:gd name="T5" fmla="*/ 105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28" h="105">
                  <a:moveTo>
                    <a:pt x="0" y="0"/>
                  </a:moveTo>
                  <a:lnTo>
                    <a:pt x="228" y="105"/>
                  </a:lnTo>
                  <a:lnTo>
                    <a:pt x="228" y="105"/>
                  </a:lnTo>
                </a:path>
              </a:pathLst>
            </a:custGeom>
            <a:noFill/>
            <a:ln w="38100" cmpd="sng">
              <a:solidFill>
                <a:schemeClr val="tx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8357" name="Freeform 53">
              <a:extLst>
                <a:ext uri="{FF2B5EF4-FFF2-40B4-BE49-F238E27FC236}">
                  <a16:creationId xmlns:a16="http://schemas.microsoft.com/office/drawing/2014/main" id="{25CC5FD5-0009-4192-B207-8D2BEB3DFAD7}"/>
                </a:ext>
              </a:extLst>
            </p:cNvPr>
            <p:cNvSpPr>
              <a:spLocks/>
            </p:cNvSpPr>
            <p:nvPr/>
          </p:nvSpPr>
          <p:spPr bwMode="auto">
            <a:xfrm>
              <a:off x="2590" y="3260"/>
              <a:ext cx="230" cy="107"/>
            </a:xfrm>
            <a:custGeom>
              <a:avLst/>
              <a:gdLst>
                <a:gd name="T0" fmla="*/ 230 w 230"/>
                <a:gd name="T1" fmla="*/ 0 h 107"/>
                <a:gd name="T2" fmla="*/ 3 w 230"/>
                <a:gd name="T3" fmla="*/ 105 h 107"/>
                <a:gd name="T4" fmla="*/ 0 w 230"/>
                <a:gd name="T5" fmla="*/ 107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30" h="107">
                  <a:moveTo>
                    <a:pt x="230" y="0"/>
                  </a:moveTo>
                  <a:lnTo>
                    <a:pt x="3" y="105"/>
                  </a:lnTo>
                  <a:lnTo>
                    <a:pt x="0" y="107"/>
                  </a:lnTo>
                </a:path>
              </a:pathLst>
            </a:custGeom>
            <a:noFill/>
            <a:ln w="38100" cmpd="sng">
              <a:solidFill>
                <a:schemeClr val="tx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8358" name="Arc 54">
              <a:extLst>
                <a:ext uri="{FF2B5EF4-FFF2-40B4-BE49-F238E27FC236}">
                  <a16:creationId xmlns:a16="http://schemas.microsoft.com/office/drawing/2014/main" id="{9D29F966-EDB4-461F-9DF2-0FA18EF711CC}"/>
                </a:ext>
              </a:extLst>
            </p:cNvPr>
            <p:cNvSpPr>
              <a:spLocks/>
            </p:cNvSpPr>
            <p:nvPr/>
          </p:nvSpPr>
          <p:spPr bwMode="auto">
            <a:xfrm>
              <a:off x="2382" y="2910"/>
              <a:ext cx="236" cy="249"/>
            </a:xfrm>
            <a:custGeom>
              <a:avLst/>
              <a:gdLst>
                <a:gd name="G0" fmla="+- 10436 0 0"/>
                <a:gd name="G1" fmla="+- 21600 0 0"/>
                <a:gd name="G2" fmla="+- 21600 0 0"/>
                <a:gd name="T0" fmla="*/ 0 w 21031"/>
                <a:gd name="T1" fmla="*/ 2688 h 21600"/>
                <a:gd name="T2" fmla="*/ 21031 w 21031"/>
                <a:gd name="T3" fmla="*/ 2777 h 21600"/>
                <a:gd name="T4" fmla="*/ 10436 w 21031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031" h="21600" fill="none" extrusionOk="0">
                  <a:moveTo>
                    <a:pt x="0" y="2688"/>
                  </a:moveTo>
                  <a:cubicBezTo>
                    <a:pt x="3195" y="924"/>
                    <a:pt x="6786" y="0"/>
                    <a:pt x="10436" y="0"/>
                  </a:cubicBezTo>
                  <a:cubicBezTo>
                    <a:pt x="14147" y="0"/>
                    <a:pt x="17796" y="956"/>
                    <a:pt x="21031" y="2776"/>
                  </a:cubicBezTo>
                </a:path>
                <a:path w="21031" h="21600" stroke="0" extrusionOk="0">
                  <a:moveTo>
                    <a:pt x="0" y="2688"/>
                  </a:moveTo>
                  <a:cubicBezTo>
                    <a:pt x="3195" y="924"/>
                    <a:pt x="6786" y="0"/>
                    <a:pt x="10436" y="0"/>
                  </a:cubicBezTo>
                  <a:cubicBezTo>
                    <a:pt x="14147" y="0"/>
                    <a:pt x="17796" y="956"/>
                    <a:pt x="21031" y="2776"/>
                  </a:cubicBezTo>
                  <a:lnTo>
                    <a:pt x="10436" y="21600"/>
                  </a:lnTo>
                  <a:close/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8359" name="Arc 55">
              <a:extLst>
                <a:ext uri="{FF2B5EF4-FFF2-40B4-BE49-F238E27FC236}">
                  <a16:creationId xmlns:a16="http://schemas.microsoft.com/office/drawing/2014/main" id="{3E86D07C-EC48-403B-B1CD-020F12A7542E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2092" y="3038"/>
              <a:ext cx="119" cy="223"/>
            </a:xfrm>
            <a:custGeom>
              <a:avLst/>
              <a:gdLst>
                <a:gd name="G0" fmla="+- 0 0 0"/>
                <a:gd name="G1" fmla="+- 20169 0 0"/>
                <a:gd name="G2" fmla="+- 21600 0 0"/>
                <a:gd name="T0" fmla="*/ 7731 w 21600"/>
                <a:gd name="T1" fmla="*/ 0 h 41317"/>
                <a:gd name="T2" fmla="*/ 4395 w 21600"/>
                <a:gd name="T3" fmla="*/ 41317 h 41317"/>
                <a:gd name="T4" fmla="*/ 0 w 21600"/>
                <a:gd name="T5" fmla="*/ 20169 h 41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41317" fill="none" extrusionOk="0">
                  <a:moveTo>
                    <a:pt x="7731" y="-1"/>
                  </a:moveTo>
                  <a:cubicBezTo>
                    <a:pt x="16084" y="3202"/>
                    <a:pt x="21600" y="11222"/>
                    <a:pt x="21600" y="20169"/>
                  </a:cubicBezTo>
                  <a:cubicBezTo>
                    <a:pt x="21600" y="30404"/>
                    <a:pt x="14416" y="39234"/>
                    <a:pt x="4395" y="41317"/>
                  </a:cubicBezTo>
                </a:path>
                <a:path w="21600" h="41317" stroke="0" extrusionOk="0">
                  <a:moveTo>
                    <a:pt x="7731" y="-1"/>
                  </a:moveTo>
                  <a:cubicBezTo>
                    <a:pt x="16084" y="3202"/>
                    <a:pt x="21600" y="11222"/>
                    <a:pt x="21600" y="20169"/>
                  </a:cubicBezTo>
                  <a:cubicBezTo>
                    <a:pt x="21600" y="30404"/>
                    <a:pt x="14416" y="39234"/>
                    <a:pt x="4395" y="41317"/>
                  </a:cubicBezTo>
                  <a:lnTo>
                    <a:pt x="0" y="20169"/>
                  </a:lnTo>
                  <a:close/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8360" name="Oval 56">
              <a:extLst>
                <a:ext uri="{FF2B5EF4-FFF2-40B4-BE49-F238E27FC236}">
                  <a16:creationId xmlns:a16="http://schemas.microsoft.com/office/drawing/2014/main" id="{EDBC0A10-9090-448E-93A3-4AD5841EF7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19" y="3094"/>
              <a:ext cx="113" cy="113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98361" name="Group 57">
            <a:extLst>
              <a:ext uri="{FF2B5EF4-FFF2-40B4-BE49-F238E27FC236}">
                <a16:creationId xmlns:a16="http://schemas.microsoft.com/office/drawing/2014/main" id="{25E432B3-47AB-4409-8666-016F3FDD2F42}"/>
              </a:ext>
            </a:extLst>
          </p:cNvPr>
          <p:cNvGrpSpPr>
            <a:grpSpLocks/>
          </p:cNvGrpSpPr>
          <p:nvPr/>
        </p:nvGrpSpPr>
        <p:grpSpPr bwMode="auto">
          <a:xfrm>
            <a:off x="804863" y="1770063"/>
            <a:ext cx="2047875" cy="4276725"/>
            <a:chOff x="507" y="1115"/>
            <a:chExt cx="1290" cy="2694"/>
          </a:xfrm>
        </p:grpSpPr>
        <p:sp>
          <p:nvSpPr>
            <p:cNvPr id="98362" name="Arc 58">
              <a:extLst>
                <a:ext uri="{FF2B5EF4-FFF2-40B4-BE49-F238E27FC236}">
                  <a16:creationId xmlns:a16="http://schemas.microsoft.com/office/drawing/2014/main" id="{368E791A-6A3A-4F48-B60B-92F34AF36F82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580" y="3576"/>
              <a:ext cx="130" cy="130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8363" name="Arc 59">
              <a:extLst>
                <a:ext uri="{FF2B5EF4-FFF2-40B4-BE49-F238E27FC236}">
                  <a16:creationId xmlns:a16="http://schemas.microsoft.com/office/drawing/2014/main" id="{4538A128-0044-4BE1-9F6A-8DA0DC09EDF5}"/>
                </a:ext>
              </a:extLst>
            </p:cNvPr>
            <p:cNvSpPr>
              <a:spLocks/>
            </p:cNvSpPr>
            <p:nvPr/>
          </p:nvSpPr>
          <p:spPr bwMode="auto">
            <a:xfrm rot="-10800000">
              <a:off x="773" y="3574"/>
              <a:ext cx="130" cy="130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8364" name="Arc 60">
              <a:extLst>
                <a:ext uri="{FF2B5EF4-FFF2-40B4-BE49-F238E27FC236}">
                  <a16:creationId xmlns:a16="http://schemas.microsoft.com/office/drawing/2014/main" id="{391287AF-E2AF-4FD6-B2CA-1B77E892120B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773" y="2761"/>
              <a:ext cx="130" cy="137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8365" name="Freeform 61">
              <a:extLst>
                <a:ext uri="{FF2B5EF4-FFF2-40B4-BE49-F238E27FC236}">
                  <a16:creationId xmlns:a16="http://schemas.microsoft.com/office/drawing/2014/main" id="{5455885A-8145-4B1B-8A53-73BF086484A9}"/>
                </a:ext>
              </a:extLst>
            </p:cNvPr>
            <p:cNvSpPr>
              <a:spLocks/>
            </p:cNvSpPr>
            <p:nvPr/>
          </p:nvSpPr>
          <p:spPr bwMode="auto">
            <a:xfrm>
              <a:off x="1710" y="2897"/>
              <a:ext cx="1" cy="677"/>
            </a:xfrm>
            <a:custGeom>
              <a:avLst/>
              <a:gdLst>
                <a:gd name="T0" fmla="*/ 0 w 1"/>
                <a:gd name="T1" fmla="*/ 2709 h 2709"/>
                <a:gd name="T2" fmla="*/ 0 w 1"/>
                <a:gd name="T3" fmla="*/ 0 h 2709"/>
                <a:gd name="T4" fmla="*/ 1 w 1"/>
                <a:gd name="T5" fmla="*/ 0 h 27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2709">
                  <a:moveTo>
                    <a:pt x="0" y="2709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 cmpd="sng">
              <a:solidFill>
                <a:schemeClr val="tx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8366" name="Freeform 62">
              <a:extLst>
                <a:ext uri="{FF2B5EF4-FFF2-40B4-BE49-F238E27FC236}">
                  <a16:creationId xmlns:a16="http://schemas.microsoft.com/office/drawing/2014/main" id="{0E5E514D-57A8-4072-8EB4-D4937C10A496}"/>
                </a:ext>
              </a:extLst>
            </p:cNvPr>
            <p:cNvSpPr>
              <a:spLocks/>
            </p:cNvSpPr>
            <p:nvPr/>
          </p:nvSpPr>
          <p:spPr bwMode="auto">
            <a:xfrm>
              <a:off x="773" y="2897"/>
              <a:ext cx="1" cy="677"/>
            </a:xfrm>
            <a:custGeom>
              <a:avLst/>
              <a:gdLst>
                <a:gd name="T0" fmla="*/ 0 w 1"/>
                <a:gd name="T1" fmla="*/ 0 h 2709"/>
                <a:gd name="T2" fmla="*/ 0 w 1"/>
                <a:gd name="T3" fmla="*/ 2709 h 2709"/>
                <a:gd name="T4" fmla="*/ 1 w 1"/>
                <a:gd name="T5" fmla="*/ 2709 h 27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2709">
                  <a:moveTo>
                    <a:pt x="0" y="0"/>
                  </a:moveTo>
                  <a:lnTo>
                    <a:pt x="0" y="2709"/>
                  </a:lnTo>
                  <a:lnTo>
                    <a:pt x="1" y="2709"/>
                  </a:lnTo>
                </a:path>
              </a:pathLst>
            </a:custGeom>
            <a:noFill/>
            <a:ln w="38100" cmpd="sng">
              <a:solidFill>
                <a:schemeClr val="tx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8367" name="Freeform 63">
              <a:extLst>
                <a:ext uri="{FF2B5EF4-FFF2-40B4-BE49-F238E27FC236}">
                  <a16:creationId xmlns:a16="http://schemas.microsoft.com/office/drawing/2014/main" id="{9D899B9C-8E13-4CF5-9975-6BCF3FC535C1}"/>
                </a:ext>
              </a:extLst>
            </p:cNvPr>
            <p:cNvSpPr>
              <a:spLocks/>
            </p:cNvSpPr>
            <p:nvPr/>
          </p:nvSpPr>
          <p:spPr bwMode="auto">
            <a:xfrm>
              <a:off x="903" y="3704"/>
              <a:ext cx="678" cy="1"/>
            </a:xfrm>
            <a:custGeom>
              <a:avLst/>
              <a:gdLst>
                <a:gd name="T0" fmla="*/ 0 w 2713"/>
                <a:gd name="T1" fmla="*/ 2712 w 2713"/>
                <a:gd name="T2" fmla="*/ 2713 w 271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2713">
                  <a:moveTo>
                    <a:pt x="0" y="0"/>
                  </a:moveTo>
                  <a:lnTo>
                    <a:pt x="2712" y="0"/>
                  </a:lnTo>
                  <a:lnTo>
                    <a:pt x="2713" y="0"/>
                  </a:lnTo>
                </a:path>
              </a:pathLst>
            </a:custGeom>
            <a:noFill/>
            <a:ln w="38100" cmpd="sng">
              <a:solidFill>
                <a:schemeClr val="tx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8368" name="Oval 64">
              <a:extLst>
                <a:ext uri="{FF2B5EF4-FFF2-40B4-BE49-F238E27FC236}">
                  <a16:creationId xmlns:a16="http://schemas.microsoft.com/office/drawing/2014/main" id="{01007BC3-3488-416F-946C-DF38BA93FD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8" y="3509"/>
              <a:ext cx="133" cy="130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8369" name="Line 65">
              <a:extLst>
                <a:ext uri="{FF2B5EF4-FFF2-40B4-BE49-F238E27FC236}">
                  <a16:creationId xmlns:a16="http://schemas.microsoft.com/office/drawing/2014/main" id="{43B341BD-C339-4F64-BFF0-3F7CC52BB51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516" y="3070"/>
              <a:ext cx="19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lgDash"/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8370" name="Line 66">
              <a:extLst>
                <a:ext uri="{FF2B5EF4-FFF2-40B4-BE49-F238E27FC236}">
                  <a16:creationId xmlns:a16="http://schemas.microsoft.com/office/drawing/2014/main" id="{03647A62-A52A-4282-AF70-4F27F0E11A4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516" y="3402"/>
              <a:ext cx="19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lgDash"/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8371" name="Line 67">
              <a:extLst>
                <a:ext uri="{FF2B5EF4-FFF2-40B4-BE49-F238E27FC236}">
                  <a16:creationId xmlns:a16="http://schemas.microsoft.com/office/drawing/2014/main" id="{58699C07-9E51-4552-BBEE-DAD7F99AFBC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441" y="3322"/>
              <a:ext cx="27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lgDash"/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8372" name="Line 68">
              <a:extLst>
                <a:ext uri="{FF2B5EF4-FFF2-40B4-BE49-F238E27FC236}">
                  <a16:creationId xmlns:a16="http://schemas.microsoft.com/office/drawing/2014/main" id="{7C9E37BA-48FE-4900-B652-1ACF9D09042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441" y="3154"/>
              <a:ext cx="27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lgDash"/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8373" name="Line 69">
              <a:extLst>
                <a:ext uri="{FF2B5EF4-FFF2-40B4-BE49-F238E27FC236}">
                  <a16:creationId xmlns:a16="http://schemas.microsoft.com/office/drawing/2014/main" id="{7519DDFE-68CC-4150-9EAA-7A394EE683F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93" y="3154"/>
              <a:ext cx="45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lgDash"/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8374" name="Line 70">
              <a:extLst>
                <a:ext uri="{FF2B5EF4-FFF2-40B4-BE49-F238E27FC236}">
                  <a16:creationId xmlns:a16="http://schemas.microsoft.com/office/drawing/2014/main" id="{D2FB378D-AFC5-4270-A8FC-0A81E512B16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94" y="3318"/>
              <a:ext cx="45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lgDash"/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8375" name="Oval 71">
              <a:extLst>
                <a:ext uri="{FF2B5EF4-FFF2-40B4-BE49-F238E27FC236}">
                  <a16:creationId xmlns:a16="http://schemas.microsoft.com/office/drawing/2014/main" id="{909A0A0F-E143-40C1-A4F9-7184DA33FA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0" y="2923"/>
              <a:ext cx="630" cy="63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prstDash val="lgDash"/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8376" name="Oval 72">
              <a:extLst>
                <a:ext uri="{FF2B5EF4-FFF2-40B4-BE49-F238E27FC236}">
                  <a16:creationId xmlns:a16="http://schemas.microsoft.com/office/drawing/2014/main" id="{15BF2281-FC62-47A7-ACC3-8B2A3DE9B3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23" y="3020"/>
              <a:ext cx="439" cy="426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8377" name="Rectangle 73">
              <a:extLst>
                <a:ext uri="{FF2B5EF4-FFF2-40B4-BE49-F238E27FC236}">
                  <a16:creationId xmlns:a16="http://schemas.microsoft.com/office/drawing/2014/main" id="{5C96978C-F2D0-4A91-B3C5-76C3DF8DCE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4" y="2836"/>
              <a:ext cx="120" cy="803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8378" name="Freeform 74">
              <a:extLst>
                <a:ext uri="{FF2B5EF4-FFF2-40B4-BE49-F238E27FC236}">
                  <a16:creationId xmlns:a16="http://schemas.microsoft.com/office/drawing/2014/main" id="{8CA49886-C3D2-44C4-AC3D-82C927D2B4AC}"/>
                </a:ext>
              </a:extLst>
            </p:cNvPr>
            <p:cNvSpPr>
              <a:spLocks/>
            </p:cNvSpPr>
            <p:nvPr/>
          </p:nvSpPr>
          <p:spPr bwMode="auto">
            <a:xfrm>
              <a:off x="1520" y="1382"/>
              <a:ext cx="1" cy="117"/>
            </a:xfrm>
            <a:custGeom>
              <a:avLst/>
              <a:gdLst>
                <a:gd name="T0" fmla="*/ 0 w 1"/>
                <a:gd name="T1" fmla="*/ 466 h 466"/>
                <a:gd name="T2" fmla="*/ 0 w 1"/>
                <a:gd name="T3" fmla="*/ 0 h 466"/>
                <a:gd name="T4" fmla="*/ 1 w 1"/>
                <a:gd name="T5" fmla="*/ 0 h 4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466">
                  <a:moveTo>
                    <a:pt x="0" y="466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 cmpd="sng">
              <a:solidFill>
                <a:schemeClr val="tx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98379" name="Group 75">
              <a:extLst>
                <a:ext uri="{FF2B5EF4-FFF2-40B4-BE49-F238E27FC236}">
                  <a16:creationId xmlns:a16="http://schemas.microsoft.com/office/drawing/2014/main" id="{03317E70-F3A0-4B1F-BD1B-ECD7D7C4676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62" y="1418"/>
              <a:ext cx="248" cy="1"/>
              <a:chOff x="2316" y="1299"/>
              <a:chExt cx="248" cy="1"/>
            </a:xfrm>
          </p:grpSpPr>
          <p:sp>
            <p:nvSpPr>
              <p:cNvPr id="98380" name="Freeform 76">
                <a:extLst>
                  <a:ext uri="{FF2B5EF4-FFF2-40B4-BE49-F238E27FC236}">
                    <a16:creationId xmlns:a16="http://schemas.microsoft.com/office/drawing/2014/main" id="{9788DF78-A4E7-4D06-B581-1907611141A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16" y="1299"/>
                <a:ext cx="54" cy="1"/>
              </a:xfrm>
              <a:custGeom>
                <a:avLst/>
                <a:gdLst>
                  <a:gd name="T0" fmla="*/ 0 w 218"/>
                  <a:gd name="T1" fmla="*/ 217 w 218"/>
                  <a:gd name="T2" fmla="*/ 218 w 218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218">
                    <a:moveTo>
                      <a:pt x="0" y="0"/>
                    </a:moveTo>
                    <a:lnTo>
                      <a:pt x="217" y="0"/>
                    </a:lnTo>
                    <a:lnTo>
                      <a:pt x="218" y="0"/>
                    </a:lnTo>
                  </a:path>
                </a:pathLst>
              </a:custGeom>
              <a:noFill/>
              <a:ln w="19050" cmpd="sng">
                <a:solidFill>
                  <a:schemeClr val="tx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381" name="Freeform 77">
                <a:extLst>
                  <a:ext uri="{FF2B5EF4-FFF2-40B4-BE49-F238E27FC236}">
                    <a16:creationId xmlns:a16="http://schemas.microsoft.com/office/drawing/2014/main" id="{AA28A53A-FC3F-40CD-9C85-21BBDB051D2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93" y="1299"/>
                <a:ext cx="94" cy="1"/>
              </a:xfrm>
              <a:custGeom>
                <a:avLst/>
                <a:gdLst>
                  <a:gd name="T0" fmla="*/ 0 w 375"/>
                  <a:gd name="T1" fmla="*/ 374 w 375"/>
                  <a:gd name="T2" fmla="*/ 375 w 375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375">
                    <a:moveTo>
                      <a:pt x="0" y="0"/>
                    </a:moveTo>
                    <a:lnTo>
                      <a:pt x="374" y="0"/>
                    </a:lnTo>
                    <a:lnTo>
                      <a:pt x="375" y="0"/>
                    </a:lnTo>
                  </a:path>
                </a:pathLst>
              </a:custGeom>
              <a:noFill/>
              <a:ln w="19050" cmpd="sng">
                <a:solidFill>
                  <a:schemeClr val="tx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382" name="Freeform 78">
                <a:extLst>
                  <a:ext uri="{FF2B5EF4-FFF2-40B4-BE49-F238E27FC236}">
                    <a16:creationId xmlns:a16="http://schemas.microsoft.com/office/drawing/2014/main" id="{662784CD-CB71-4288-B416-883A7D2F3B6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10" y="1299"/>
                <a:ext cx="54" cy="1"/>
              </a:xfrm>
              <a:custGeom>
                <a:avLst/>
                <a:gdLst>
                  <a:gd name="T0" fmla="*/ 0 w 218"/>
                  <a:gd name="T1" fmla="*/ 217 w 218"/>
                  <a:gd name="T2" fmla="*/ 218 w 218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218">
                    <a:moveTo>
                      <a:pt x="0" y="0"/>
                    </a:moveTo>
                    <a:lnTo>
                      <a:pt x="217" y="0"/>
                    </a:lnTo>
                    <a:lnTo>
                      <a:pt x="218" y="0"/>
                    </a:lnTo>
                  </a:path>
                </a:pathLst>
              </a:custGeom>
              <a:noFill/>
              <a:ln w="19050" cmpd="sng">
                <a:solidFill>
                  <a:schemeClr val="tx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98383" name="Group 79">
              <a:extLst>
                <a:ext uri="{FF2B5EF4-FFF2-40B4-BE49-F238E27FC236}">
                  <a16:creationId xmlns:a16="http://schemas.microsoft.com/office/drawing/2014/main" id="{DFF47C09-D05A-4C0A-A698-20109AFC013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62" y="1580"/>
              <a:ext cx="248" cy="1"/>
              <a:chOff x="2316" y="1461"/>
              <a:chExt cx="248" cy="1"/>
            </a:xfrm>
          </p:grpSpPr>
          <p:sp>
            <p:nvSpPr>
              <p:cNvPr id="98384" name="Freeform 80">
                <a:extLst>
                  <a:ext uri="{FF2B5EF4-FFF2-40B4-BE49-F238E27FC236}">
                    <a16:creationId xmlns:a16="http://schemas.microsoft.com/office/drawing/2014/main" id="{08BD5B84-585E-47C3-A71D-252DAE7492C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16" y="1461"/>
                <a:ext cx="54" cy="1"/>
              </a:xfrm>
              <a:custGeom>
                <a:avLst/>
                <a:gdLst>
                  <a:gd name="T0" fmla="*/ 0 w 218"/>
                  <a:gd name="T1" fmla="*/ 217 w 218"/>
                  <a:gd name="T2" fmla="*/ 218 w 218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218">
                    <a:moveTo>
                      <a:pt x="0" y="0"/>
                    </a:moveTo>
                    <a:lnTo>
                      <a:pt x="217" y="0"/>
                    </a:lnTo>
                    <a:lnTo>
                      <a:pt x="218" y="0"/>
                    </a:lnTo>
                  </a:path>
                </a:pathLst>
              </a:custGeom>
              <a:noFill/>
              <a:ln w="19050" cmpd="sng">
                <a:solidFill>
                  <a:schemeClr val="tx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385" name="Freeform 81">
                <a:extLst>
                  <a:ext uri="{FF2B5EF4-FFF2-40B4-BE49-F238E27FC236}">
                    <a16:creationId xmlns:a16="http://schemas.microsoft.com/office/drawing/2014/main" id="{BED6C09B-726C-4BF1-8169-9E50B714E19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93" y="1461"/>
                <a:ext cx="94" cy="1"/>
              </a:xfrm>
              <a:custGeom>
                <a:avLst/>
                <a:gdLst>
                  <a:gd name="T0" fmla="*/ 0 w 375"/>
                  <a:gd name="T1" fmla="*/ 374 w 375"/>
                  <a:gd name="T2" fmla="*/ 375 w 375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375">
                    <a:moveTo>
                      <a:pt x="0" y="0"/>
                    </a:moveTo>
                    <a:lnTo>
                      <a:pt x="374" y="0"/>
                    </a:lnTo>
                    <a:lnTo>
                      <a:pt x="375" y="0"/>
                    </a:lnTo>
                  </a:path>
                </a:pathLst>
              </a:custGeom>
              <a:noFill/>
              <a:ln w="19050" cmpd="sng">
                <a:solidFill>
                  <a:schemeClr val="tx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386" name="Freeform 82">
                <a:extLst>
                  <a:ext uri="{FF2B5EF4-FFF2-40B4-BE49-F238E27FC236}">
                    <a16:creationId xmlns:a16="http://schemas.microsoft.com/office/drawing/2014/main" id="{27A444A2-4B20-4D3D-B66A-F8682EC2D3B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10" y="1461"/>
                <a:ext cx="54" cy="1"/>
              </a:xfrm>
              <a:custGeom>
                <a:avLst/>
                <a:gdLst>
                  <a:gd name="T0" fmla="*/ 0 w 218"/>
                  <a:gd name="T1" fmla="*/ 217 w 218"/>
                  <a:gd name="T2" fmla="*/ 218 w 218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218">
                    <a:moveTo>
                      <a:pt x="0" y="0"/>
                    </a:moveTo>
                    <a:lnTo>
                      <a:pt x="217" y="0"/>
                    </a:lnTo>
                    <a:lnTo>
                      <a:pt x="218" y="0"/>
                    </a:lnTo>
                  </a:path>
                </a:pathLst>
              </a:custGeom>
              <a:noFill/>
              <a:ln w="19050" cmpd="sng">
                <a:solidFill>
                  <a:schemeClr val="tx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98387" name="Rectangle 83">
              <a:extLst>
                <a:ext uri="{FF2B5EF4-FFF2-40B4-BE49-F238E27FC236}">
                  <a16:creationId xmlns:a16="http://schemas.microsoft.com/office/drawing/2014/main" id="{24FA5E90-71D1-426E-9064-C77DB7974E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3" y="2271"/>
              <a:ext cx="937" cy="161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8388" name="Freeform 84">
              <a:extLst>
                <a:ext uri="{FF2B5EF4-FFF2-40B4-BE49-F238E27FC236}">
                  <a16:creationId xmlns:a16="http://schemas.microsoft.com/office/drawing/2014/main" id="{D5B1A972-73E0-45DB-951D-9D1A3AF4D633}"/>
                </a:ext>
              </a:extLst>
            </p:cNvPr>
            <p:cNvSpPr>
              <a:spLocks/>
            </p:cNvSpPr>
            <p:nvPr/>
          </p:nvSpPr>
          <p:spPr bwMode="auto">
            <a:xfrm>
              <a:off x="903" y="2767"/>
              <a:ext cx="677" cy="1"/>
            </a:xfrm>
            <a:custGeom>
              <a:avLst/>
              <a:gdLst>
                <a:gd name="T0" fmla="*/ 2712 w 2712"/>
                <a:gd name="T1" fmla="*/ 0 w 2712"/>
                <a:gd name="T2" fmla="*/ 1 w 271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2712">
                  <a:moveTo>
                    <a:pt x="2712" y="0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 cmpd="sng">
              <a:solidFill>
                <a:schemeClr val="tx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8389" name="Freeform 85">
              <a:extLst>
                <a:ext uri="{FF2B5EF4-FFF2-40B4-BE49-F238E27FC236}">
                  <a16:creationId xmlns:a16="http://schemas.microsoft.com/office/drawing/2014/main" id="{04B53619-22D1-45F4-9BC5-C8733C2561D5}"/>
                </a:ext>
              </a:extLst>
            </p:cNvPr>
            <p:cNvSpPr>
              <a:spLocks/>
            </p:cNvSpPr>
            <p:nvPr/>
          </p:nvSpPr>
          <p:spPr bwMode="auto">
            <a:xfrm>
              <a:off x="1580" y="2799"/>
              <a:ext cx="1" cy="195"/>
            </a:xfrm>
            <a:custGeom>
              <a:avLst/>
              <a:gdLst>
                <a:gd name="T0" fmla="*/ 0 w 1"/>
                <a:gd name="T1" fmla="*/ 779 h 779"/>
                <a:gd name="T2" fmla="*/ 0 w 1"/>
                <a:gd name="T3" fmla="*/ 0 h 779"/>
                <a:gd name="T4" fmla="*/ 1 w 1"/>
                <a:gd name="T5" fmla="*/ 0 h 7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779">
                  <a:moveTo>
                    <a:pt x="0" y="779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19050" cmpd="sng">
              <a:solidFill>
                <a:schemeClr val="tx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8390" name="Freeform 86">
              <a:extLst>
                <a:ext uri="{FF2B5EF4-FFF2-40B4-BE49-F238E27FC236}">
                  <a16:creationId xmlns:a16="http://schemas.microsoft.com/office/drawing/2014/main" id="{CB5347E6-4DE5-4A47-B384-A5898E9A23B8}"/>
                </a:ext>
              </a:extLst>
            </p:cNvPr>
            <p:cNvSpPr>
              <a:spLocks/>
            </p:cNvSpPr>
            <p:nvPr/>
          </p:nvSpPr>
          <p:spPr bwMode="auto">
            <a:xfrm>
              <a:off x="1481" y="2897"/>
              <a:ext cx="192" cy="1"/>
            </a:xfrm>
            <a:custGeom>
              <a:avLst/>
              <a:gdLst>
                <a:gd name="T0" fmla="*/ 769 w 769"/>
                <a:gd name="T1" fmla="*/ 0 w 769"/>
                <a:gd name="T2" fmla="*/ 1 w 769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769">
                  <a:moveTo>
                    <a:pt x="769" y="0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19050" cmpd="sng">
              <a:solidFill>
                <a:schemeClr val="tx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8391" name="Freeform 87">
              <a:extLst>
                <a:ext uri="{FF2B5EF4-FFF2-40B4-BE49-F238E27FC236}">
                  <a16:creationId xmlns:a16="http://schemas.microsoft.com/office/drawing/2014/main" id="{8DC20326-AEDB-4D5C-B345-616AF7FBC333}"/>
                </a:ext>
              </a:extLst>
            </p:cNvPr>
            <p:cNvSpPr>
              <a:spLocks/>
            </p:cNvSpPr>
            <p:nvPr/>
          </p:nvSpPr>
          <p:spPr bwMode="auto">
            <a:xfrm>
              <a:off x="903" y="2799"/>
              <a:ext cx="1" cy="195"/>
            </a:xfrm>
            <a:custGeom>
              <a:avLst/>
              <a:gdLst>
                <a:gd name="T0" fmla="*/ 0 w 1"/>
                <a:gd name="T1" fmla="*/ 779 h 779"/>
                <a:gd name="T2" fmla="*/ 0 w 1"/>
                <a:gd name="T3" fmla="*/ 0 h 779"/>
                <a:gd name="T4" fmla="*/ 1 w 1"/>
                <a:gd name="T5" fmla="*/ 0 h 7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779">
                  <a:moveTo>
                    <a:pt x="0" y="779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19050" cmpd="sng">
              <a:solidFill>
                <a:schemeClr val="tx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8392" name="Freeform 88">
              <a:extLst>
                <a:ext uri="{FF2B5EF4-FFF2-40B4-BE49-F238E27FC236}">
                  <a16:creationId xmlns:a16="http://schemas.microsoft.com/office/drawing/2014/main" id="{02646ED9-83B5-48AB-949B-F6107166212F}"/>
                </a:ext>
              </a:extLst>
            </p:cNvPr>
            <p:cNvSpPr>
              <a:spLocks/>
            </p:cNvSpPr>
            <p:nvPr/>
          </p:nvSpPr>
          <p:spPr bwMode="auto">
            <a:xfrm>
              <a:off x="811" y="2897"/>
              <a:ext cx="193" cy="1"/>
            </a:xfrm>
            <a:custGeom>
              <a:avLst/>
              <a:gdLst>
                <a:gd name="T0" fmla="*/ 768 w 768"/>
                <a:gd name="T1" fmla="*/ 0 w 768"/>
                <a:gd name="T2" fmla="*/ 1 w 768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768">
                  <a:moveTo>
                    <a:pt x="768" y="0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19050" cmpd="sng">
              <a:solidFill>
                <a:schemeClr val="tx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8393" name="Freeform 89">
              <a:extLst>
                <a:ext uri="{FF2B5EF4-FFF2-40B4-BE49-F238E27FC236}">
                  <a16:creationId xmlns:a16="http://schemas.microsoft.com/office/drawing/2014/main" id="{3CAE6EF7-A4B6-40A4-B587-3FF7A7AC5E56}"/>
                </a:ext>
              </a:extLst>
            </p:cNvPr>
            <p:cNvSpPr>
              <a:spLocks/>
            </p:cNvSpPr>
            <p:nvPr/>
          </p:nvSpPr>
          <p:spPr bwMode="auto">
            <a:xfrm>
              <a:off x="903" y="3477"/>
              <a:ext cx="1" cy="194"/>
            </a:xfrm>
            <a:custGeom>
              <a:avLst/>
              <a:gdLst>
                <a:gd name="T0" fmla="*/ 0 w 1"/>
                <a:gd name="T1" fmla="*/ 779 h 779"/>
                <a:gd name="T2" fmla="*/ 0 w 1"/>
                <a:gd name="T3" fmla="*/ 0 h 779"/>
                <a:gd name="T4" fmla="*/ 1 w 1"/>
                <a:gd name="T5" fmla="*/ 0 h 7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779">
                  <a:moveTo>
                    <a:pt x="0" y="779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19050" cmpd="sng">
              <a:solidFill>
                <a:schemeClr val="tx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8394" name="Freeform 90">
              <a:extLst>
                <a:ext uri="{FF2B5EF4-FFF2-40B4-BE49-F238E27FC236}">
                  <a16:creationId xmlns:a16="http://schemas.microsoft.com/office/drawing/2014/main" id="{7708FDE2-CBC5-4585-B3D9-7F2997302892}"/>
                </a:ext>
              </a:extLst>
            </p:cNvPr>
            <p:cNvSpPr>
              <a:spLocks/>
            </p:cNvSpPr>
            <p:nvPr/>
          </p:nvSpPr>
          <p:spPr bwMode="auto">
            <a:xfrm>
              <a:off x="811" y="3574"/>
              <a:ext cx="193" cy="1"/>
            </a:xfrm>
            <a:custGeom>
              <a:avLst/>
              <a:gdLst>
                <a:gd name="T0" fmla="*/ 768 w 768"/>
                <a:gd name="T1" fmla="*/ 0 w 768"/>
                <a:gd name="T2" fmla="*/ 1 w 768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768">
                  <a:moveTo>
                    <a:pt x="768" y="0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19050" cmpd="sng">
              <a:solidFill>
                <a:schemeClr val="tx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8395" name="Freeform 91">
              <a:extLst>
                <a:ext uri="{FF2B5EF4-FFF2-40B4-BE49-F238E27FC236}">
                  <a16:creationId xmlns:a16="http://schemas.microsoft.com/office/drawing/2014/main" id="{9AE99FA7-4333-407A-B0C4-69DFBEAC5677}"/>
                </a:ext>
              </a:extLst>
            </p:cNvPr>
            <p:cNvSpPr>
              <a:spLocks/>
            </p:cNvSpPr>
            <p:nvPr/>
          </p:nvSpPr>
          <p:spPr bwMode="auto">
            <a:xfrm>
              <a:off x="1580" y="3477"/>
              <a:ext cx="1" cy="194"/>
            </a:xfrm>
            <a:custGeom>
              <a:avLst/>
              <a:gdLst>
                <a:gd name="T0" fmla="*/ 0 w 1"/>
                <a:gd name="T1" fmla="*/ 779 h 779"/>
                <a:gd name="T2" fmla="*/ 0 w 1"/>
                <a:gd name="T3" fmla="*/ 0 h 779"/>
                <a:gd name="T4" fmla="*/ 1 w 1"/>
                <a:gd name="T5" fmla="*/ 0 h 7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779">
                  <a:moveTo>
                    <a:pt x="0" y="779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19050" cmpd="sng">
              <a:solidFill>
                <a:schemeClr val="tx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8396" name="Freeform 92">
              <a:extLst>
                <a:ext uri="{FF2B5EF4-FFF2-40B4-BE49-F238E27FC236}">
                  <a16:creationId xmlns:a16="http://schemas.microsoft.com/office/drawing/2014/main" id="{43A271F1-408A-435C-8D08-81FE3228CC80}"/>
                </a:ext>
              </a:extLst>
            </p:cNvPr>
            <p:cNvSpPr>
              <a:spLocks/>
            </p:cNvSpPr>
            <p:nvPr/>
          </p:nvSpPr>
          <p:spPr bwMode="auto">
            <a:xfrm>
              <a:off x="1481" y="3574"/>
              <a:ext cx="192" cy="1"/>
            </a:xfrm>
            <a:custGeom>
              <a:avLst/>
              <a:gdLst>
                <a:gd name="T0" fmla="*/ 769 w 769"/>
                <a:gd name="T1" fmla="*/ 0 w 769"/>
                <a:gd name="T2" fmla="*/ 1 w 769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769">
                  <a:moveTo>
                    <a:pt x="769" y="0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19050" cmpd="sng">
              <a:solidFill>
                <a:schemeClr val="tx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8397" name="Freeform 93">
              <a:extLst>
                <a:ext uri="{FF2B5EF4-FFF2-40B4-BE49-F238E27FC236}">
                  <a16:creationId xmlns:a16="http://schemas.microsoft.com/office/drawing/2014/main" id="{48B9091A-5DC1-45FA-9305-8C44870F224A}"/>
                </a:ext>
              </a:extLst>
            </p:cNvPr>
            <p:cNvSpPr>
              <a:spLocks/>
            </p:cNvSpPr>
            <p:nvPr/>
          </p:nvSpPr>
          <p:spPr bwMode="auto">
            <a:xfrm>
              <a:off x="773" y="1220"/>
              <a:ext cx="937" cy="1"/>
            </a:xfrm>
            <a:custGeom>
              <a:avLst/>
              <a:gdLst>
                <a:gd name="T0" fmla="*/ 3749 w 3749"/>
                <a:gd name="T1" fmla="*/ 0 w 3749"/>
                <a:gd name="T2" fmla="*/ 1 w 3749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3749">
                  <a:moveTo>
                    <a:pt x="3749" y="0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 cmpd="sng">
              <a:solidFill>
                <a:schemeClr val="tx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8398" name="Freeform 94">
              <a:extLst>
                <a:ext uri="{FF2B5EF4-FFF2-40B4-BE49-F238E27FC236}">
                  <a16:creationId xmlns:a16="http://schemas.microsoft.com/office/drawing/2014/main" id="{98D50F51-B3EB-42AC-B602-20EF940DA1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73" y="1382"/>
              <a:ext cx="937" cy="1"/>
            </a:xfrm>
            <a:custGeom>
              <a:avLst/>
              <a:gdLst>
                <a:gd name="T0" fmla="*/ 3749 w 3749"/>
                <a:gd name="T1" fmla="*/ 0 w 3749"/>
                <a:gd name="T2" fmla="*/ 1 w 3749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3749">
                  <a:moveTo>
                    <a:pt x="3749" y="0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 cmpd="sng">
              <a:solidFill>
                <a:schemeClr val="tx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8399" name="Freeform 95">
              <a:extLst>
                <a:ext uri="{FF2B5EF4-FFF2-40B4-BE49-F238E27FC236}">
                  <a16:creationId xmlns:a16="http://schemas.microsoft.com/office/drawing/2014/main" id="{9BCF70E9-E73E-4BCB-A197-BC8FC5B05AF9}"/>
                </a:ext>
              </a:extLst>
            </p:cNvPr>
            <p:cNvSpPr>
              <a:spLocks/>
            </p:cNvSpPr>
            <p:nvPr/>
          </p:nvSpPr>
          <p:spPr bwMode="auto">
            <a:xfrm>
              <a:off x="773" y="1220"/>
              <a:ext cx="1" cy="162"/>
            </a:xfrm>
            <a:custGeom>
              <a:avLst/>
              <a:gdLst>
                <a:gd name="T0" fmla="*/ 0 w 1"/>
                <a:gd name="T1" fmla="*/ 649 h 649"/>
                <a:gd name="T2" fmla="*/ 0 w 1"/>
                <a:gd name="T3" fmla="*/ 0 h 649"/>
                <a:gd name="T4" fmla="*/ 1 w 1"/>
                <a:gd name="T5" fmla="*/ 0 h 6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649">
                  <a:moveTo>
                    <a:pt x="0" y="649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 cmpd="sng">
              <a:solidFill>
                <a:schemeClr val="tx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8400" name="Freeform 96">
              <a:extLst>
                <a:ext uri="{FF2B5EF4-FFF2-40B4-BE49-F238E27FC236}">
                  <a16:creationId xmlns:a16="http://schemas.microsoft.com/office/drawing/2014/main" id="{6B6448C1-9761-4B18-BE7E-5C68DF19A369}"/>
                </a:ext>
              </a:extLst>
            </p:cNvPr>
            <p:cNvSpPr>
              <a:spLocks/>
            </p:cNvSpPr>
            <p:nvPr/>
          </p:nvSpPr>
          <p:spPr bwMode="auto">
            <a:xfrm>
              <a:off x="1564" y="1661"/>
              <a:ext cx="1" cy="609"/>
            </a:xfrm>
            <a:custGeom>
              <a:avLst/>
              <a:gdLst>
                <a:gd name="T0" fmla="*/ 0 w 1"/>
                <a:gd name="T1" fmla="*/ 2435 h 2435"/>
                <a:gd name="T2" fmla="*/ 0 w 1"/>
                <a:gd name="T3" fmla="*/ 0 h 2435"/>
                <a:gd name="T4" fmla="*/ 1 w 1"/>
                <a:gd name="T5" fmla="*/ 0 h 24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2435">
                  <a:moveTo>
                    <a:pt x="0" y="2435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 cmpd="sng">
              <a:solidFill>
                <a:schemeClr val="tx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8401" name="Freeform 97">
              <a:extLst>
                <a:ext uri="{FF2B5EF4-FFF2-40B4-BE49-F238E27FC236}">
                  <a16:creationId xmlns:a16="http://schemas.microsoft.com/office/drawing/2014/main" id="{EA328B55-5341-48C3-8BE3-0834A0A8EF8B}"/>
                </a:ext>
              </a:extLst>
            </p:cNvPr>
            <p:cNvSpPr>
              <a:spLocks/>
            </p:cNvSpPr>
            <p:nvPr/>
          </p:nvSpPr>
          <p:spPr bwMode="auto">
            <a:xfrm>
              <a:off x="919" y="2116"/>
              <a:ext cx="1" cy="154"/>
            </a:xfrm>
            <a:custGeom>
              <a:avLst/>
              <a:gdLst>
                <a:gd name="T0" fmla="*/ 0 w 1"/>
                <a:gd name="T1" fmla="*/ 616 h 616"/>
                <a:gd name="T2" fmla="*/ 0 w 1"/>
                <a:gd name="T3" fmla="*/ 0 h 616"/>
                <a:gd name="T4" fmla="*/ 1 w 1"/>
                <a:gd name="T5" fmla="*/ 0 h 6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616">
                  <a:moveTo>
                    <a:pt x="0" y="616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 cmpd="sng">
              <a:solidFill>
                <a:schemeClr val="tx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98402" name="Group 98">
              <a:extLst>
                <a:ext uri="{FF2B5EF4-FFF2-40B4-BE49-F238E27FC236}">
                  <a16:creationId xmlns:a16="http://schemas.microsoft.com/office/drawing/2014/main" id="{96F43043-C75E-46FA-B443-8C711861B20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16" y="2270"/>
              <a:ext cx="130" cy="162"/>
              <a:chOff x="2370" y="2151"/>
              <a:chExt cx="130" cy="162"/>
            </a:xfrm>
          </p:grpSpPr>
          <p:sp>
            <p:nvSpPr>
              <p:cNvPr id="98403" name="Freeform 99">
                <a:extLst>
                  <a:ext uri="{FF2B5EF4-FFF2-40B4-BE49-F238E27FC236}">
                    <a16:creationId xmlns:a16="http://schemas.microsoft.com/office/drawing/2014/main" id="{B220E71A-0858-4AB7-B47A-9A193712447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99" y="2243"/>
                <a:ext cx="1" cy="70"/>
              </a:xfrm>
              <a:custGeom>
                <a:avLst/>
                <a:gdLst>
                  <a:gd name="T0" fmla="*/ 0 w 1"/>
                  <a:gd name="T1" fmla="*/ 278 h 278"/>
                  <a:gd name="T2" fmla="*/ 0 w 1"/>
                  <a:gd name="T3" fmla="*/ 0 h 278"/>
                  <a:gd name="T4" fmla="*/ 1 w 1"/>
                  <a:gd name="T5" fmla="*/ 0 h 2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78">
                    <a:moveTo>
                      <a:pt x="0" y="278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chemeClr val="tx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404" name="Freeform 100">
                <a:extLst>
                  <a:ext uri="{FF2B5EF4-FFF2-40B4-BE49-F238E27FC236}">
                    <a16:creationId xmlns:a16="http://schemas.microsoft.com/office/drawing/2014/main" id="{BDDCE7A0-465E-459F-8FAC-6DB7C518A57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99" y="2151"/>
                <a:ext cx="1" cy="69"/>
              </a:xfrm>
              <a:custGeom>
                <a:avLst/>
                <a:gdLst>
                  <a:gd name="T0" fmla="*/ 0 w 1"/>
                  <a:gd name="T1" fmla="*/ 277 h 277"/>
                  <a:gd name="T2" fmla="*/ 0 w 1"/>
                  <a:gd name="T3" fmla="*/ 0 h 277"/>
                  <a:gd name="T4" fmla="*/ 1 w 1"/>
                  <a:gd name="T5" fmla="*/ 0 h 2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77">
                    <a:moveTo>
                      <a:pt x="0" y="277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chemeClr val="tx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405" name="Freeform 101">
                <a:extLst>
                  <a:ext uri="{FF2B5EF4-FFF2-40B4-BE49-F238E27FC236}">
                    <a16:creationId xmlns:a16="http://schemas.microsoft.com/office/drawing/2014/main" id="{5E1895C0-178A-4C4C-9635-4944766ED6B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70" y="2243"/>
                <a:ext cx="1" cy="70"/>
              </a:xfrm>
              <a:custGeom>
                <a:avLst/>
                <a:gdLst>
                  <a:gd name="T0" fmla="*/ 0 w 2"/>
                  <a:gd name="T1" fmla="*/ 278 h 278"/>
                  <a:gd name="T2" fmla="*/ 0 w 2"/>
                  <a:gd name="T3" fmla="*/ 0 h 278"/>
                  <a:gd name="T4" fmla="*/ 2 w 2"/>
                  <a:gd name="T5" fmla="*/ 0 h 2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278">
                    <a:moveTo>
                      <a:pt x="0" y="278"/>
                    </a:moveTo>
                    <a:lnTo>
                      <a:pt x="0" y="0"/>
                    </a:lnTo>
                    <a:lnTo>
                      <a:pt x="2" y="0"/>
                    </a:lnTo>
                  </a:path>
                </a:pathLst>
              </a:custGeom>
              <a:noFill/>
              <a:ln w="19050" cmpd="sng">
                <a:solidFill>
                  <a:schemeClr val="tx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406" name="Freeform 102">
                <a:extLst>
                  <a:ext uri="{FF2B5EF4-FFF2-40B4-BE49-F238E27FC236}">
                    <a16:creationId xmlns:a16="http://schemas.microsoft.com/office/drawing/2014/main" id="{D4C67EF9-6306-4382-B7F7-79F3F7B70AC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70" y="2151"/>
                <a:ext cx="1" cy="69"/>
              </a:xfrm>
              <a:custGeom>
                <a:avLst/>
                <a:gdLst>
                  <a:gd name="T0" fmla="*/ 0 w 2"/>
                  <a:gd name="T1" fmla="*/ 277 h 277"/>
                  <a:gd name="T2" fmla="*/ 0 w 2"/>
                  <a:gd name="T3" fmla="*/ 0 h 277"/>
                  <a:gd name="T4" fmla="*/ 2 w 2"/>
                  <a:gd name="T5" fmla="*/ 0 h 2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277">
                    <a:moveTo>
                      <a:pt x="0" y="277"/>
                    </a:moveTo>
                    <a:lnTo>
                      <a:pt x="0" y="0"/>
                    </a:lnTo>
                    <a:lnTo>
                      <a:pt x="2" y="0"/>
                    </a:lnTo>
                  </a:path>
                </a:pathLst>
              </a:custGeom>
              <a:noFill/>
              <a:ln w="19050" cmpd="sng">
                <a:solidFill>
                  <a:schemeClr val="tx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98407" name="Group 103">
              <a:extLst>
                <a:ext uri="{FF2B5EF4-FFF2-40B4-BE49-F238E27FC236}">
                  <a16:creationId xmlns:a16="http://schemas.microsoft.com/office/drawing/2014/main" id="{CB9A7C3B-9775-465D-8A83-7B3F8E9836E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38" y="2270"/>
              <a:ext cx="131" cy="162"/>
              <a:chOff x="1692" y="2151"/>
              <a:chExt cx="131" cy="162"/>
            </a:xfrm>
          </p:grpSpPr>
          <p:sp>
            <p:nvSpPr>
              <p:cNvPr id="98408" name="Freeform 104">
                <a:extLst>
                  <a:ext uri="{FF2B5EF4-FFF2-40B4-BE49-F238E27FC236}">
                    <a16:creationId xmlns:a16="http://schemas.microsoft.com/office/drawing/2014/main" id="{F30A0E5E-68BA-468A-9FA2-612BDF15D13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22" y="2243"/>
                <a:ext cx="1" cy="70"/>
              </a:xfrm>
              <a:custGeom>
                <a:avLst/>
                <a:gdLst>
                  <a:gd name="T0" fmla="*/ 0 w 2"/>
                  <a:gd name="T1" fmla="*/ 278 h 278"/>
                  <a:gd name="T2" fmla="*/ 0 w 2"/>
                  <a:gd name="T3" fmla="*/ 0 h 278"/>
                  <a:gd name="T4" fmla="*/ 2 w 2"/>
                  <a:gd name="T5" fmla="*/ 0 h 2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278">
                    <a:moveTo>
                      <a:pt x="0" y="278"/>
                    </a:moveTo>
                    <a:lnTo>
                      <a:pt x="0" y="0"/>
                    </a:lnTo>
                    <a:lnTo>
                      <a:pt x="2" y="0"/>
                    </a:lnTo>
                  </a:path>
                </a:pathLst>
              </a:custGeom>
              <a:noFill/>
              <a:ln w="19050" cmpd="sng">
                <a:solidFill>
                  <a:schemeClr val="tx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409" name="Freeform 105">
                <a:extLst>
                  <a:ext uri="{FF2B5EF4-FFF2-40B4-BE49-F238E27FC236}">
                    <a16:creationId xmlns:a16="http://schemas.microsoft.com/office/drawing/2014/main" id="{EFAAC17E-E291-4862-ACCD-2586876612B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22" y="2151"/>
                <a:ext cx="1" cy="69"/>
              </a:xfrm>
              <a:custGeom>
                <a:avLst/>
                <a:gdLst>
                  <a:gd name="T0" fmla="*/ 0 w 2"/>
                  <a:gd name="T1" fmla="*/ 277 h 277"/>
                  <a:gd name="T2" fmla="*/ 0 w 2"/>
                  <a:gd name="T3" fmla="*/ 0 h 277"/>
                  <a:gd name="T4" fmla="*/ 2 w 2"/>
                  <a:gd name="T5" fmla="*/ 0 h 2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277">
                    <a:moveTo>
                      <a:pt x="0" y="277"/>
                    </a:moveTo>
                    <a:lnTo>
                      <a:pt x="0" y="0"/>
                    </a:lnTo>
                    <a:lnTo>
                      <a:pt x="2" y="0"/>
                    </a:lnTo>
                  </a:path>
                </a:pathLst>
              </a:custGeom>
              <a:noFill/>
              <a:ln w="19050" cmpd="sng">
                <a:solidFill>
                  <a:schemeClr val="tx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410" name="Freeform 106">
                <a:extLst>
                  <a:ext uri="{FF2B5EF4-FFF2-40B4-BE49-F238E27FC236}">
                    <a16:creationId xmlns:a16="http://schemas.microsoft.com/office/drawing/2014/main" id="{62A2AC28-7880-469B-954A-0DB0E66EF79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92" y="2243"/>
                <a:ext cx="1" cy="70"/>
              </a:xfrm>
              <a:custGeom>
                <a:avLst/>
                <a:gdLst>
                  <a:gd name="T0" fmla="*/ 0 w 1"/>
                  <a:gd name="T1" fmla="*/ 278 h 278"/>
                  <a:gd name="T2" fmla="*/ 0 w 1"/>
                  <a:gd name="T3" fmla="*/ 0 h 278"/>
                  <a:gd name="T4" fmla="*/ 1 w 1"/>
                  <a:gd name="T5" fmla="*/ 0 h 2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78">
                    <a:moveTo>
                      <a:pt x="0" y="278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chemeClr val="tx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411" name="Freeform 107">
                <a:extLst>
                  <a:ext uri="{FF2B5EF4-FFF2-40B4-BE49-F238E27FC236}">
                    <a16:creationId xmlns:a16="http://schemas.microsoft.com/office/drawing/2014/main" id="{B9EA8871-4C2B-4EC9-8C3A-285685515B7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92" y="2151"/>
                <a:ext cx="1" cy="69"/>
              </a:xfrm>
              <a:custGeom>
                <a:avLst/>
                <a:gdLst>
                  <a:gd name="T0" fmla="*/ 0 w 1"/>
                  <a:gd name="T1" fmla="*/ 277 h 277"/>
                  <a:gd name="T2" fmla="*/ 0 w 1"/>
                  <a:gd name="T3" fmla="*/ 0 h 277"/>
                  <a:gd name="T4" fmla="*/ 1 w 1"/>
                  <a:gd name="T5" fmla="*/ 0 h 2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77">
                    <a:moveTo>
                      <a:pt x="0" y="277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chemeClr val="tx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98412" name="Group 108">
              <a:extLst>
                <a:ext uri="{FF2B5EF4-FFF2-40B4-BE49-F238E27FC236}">
                  <a16:creationId xmlns:a16="http://schemas.microsoft.com/office/drawing/2014/main" id="{3E281778-3DC9-4AFD-B2CD-F32A4C00F60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16" y="1220"/>
              <a:ext cx="130" cy="162"/>
              <a:chOff x="2370" y="1101"/>
              <a:chExt cx="130" cy="162"/>
            </a:xfrm>
          </p:grpSpPr>
          <p:sp>
            <p:nvSpPr>
              <p:cNvPr id="98413" name="Freeform 109">
                <a:extLst>
                  <a:ext uri="{FF2B5EF4-FFF2-40B4-BE49-F238E27FC236}">
                    <a16:creationId xmlns:a16="http://schemas.microsoft.com/office/drawing/2014/main" id="{02507A49-6E24-430D-A6A5-318247BE1A5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99" y="1194"/>
                <a:ext cx="1" cy="69"/>
              </a:xfrm>
              <a:custGeom>
                <a:avLst/>
                <a:gdLst>
                  <a:gd name="T0" fmla="*/ 0 w 1"/>
                  <a:gd name="T1" fmla="*/ 277 h 277"/>
                  <a:gd name="T2" fmla="*/ 0 w 1"/>
                  <a:gd name="T3" fmla="*/ 0 h 277"/>
                  <a:gd name="T4" fmla="*/ 1 w 1"/>
                  <a:gd name="T5" fmla="*/ 0 h 2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77">
                    <a:moveTo>
                      <a:pt x="0" y="277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chemeClr val="tx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414" name="Freeform 110">
                <a:extLst>
                  <a:ext uri="{FF2B5EF4-FFF2-40B4-BE49-F238E27FC236}">
                    <a16:creationId xmlns:a16="http://schemas.microsoft.com/office/drawing/2014/main" id="{28B971AF-F23C-4A99-BD7F-7611987D6FA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99" y="1101"/>
                <a:ext cx="1" cy="69"/>
              </a:xfrm>
              <a:custGeom>
                <a:avLst/>
                <a:gdLst>
                  <a:gd name="T0" fmla="*/ 0 w 1"/>
                  <a:gd name="T1" fmla="*/ 278 h 278"/>
                  <a:gd name="T2" fmla="*/ 0 w 1"/>
                  <a:gd name="T3" fmla="*/ 0 h 278"/>
                  <a:gd name="T4" fmla="*/ 1 w 1"/>
                  <a:gd name="T5" fmla="*/ 0 h 2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78">
                    <a:moveTo>
                      <a:pt x="0" y="278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chemeClr val="tx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415" name="Freeform 111">
                <a:extLst>
                  <a:ext uri="{FF2B5EF4-FFF2-40B4-BE49-F238E27FC236}">
                    <a16:creationId xmlns:a16="http://schemas.microsoft.com/office/drawing/2014/main" id="{052DF444-EBFB-445B-96CC-5FB73900780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70" y="1194"/>
                <a:ext cx="1" cy="69"/>
              </a:xfrm>
              <a:custGeom>
                <a:avLst/>
                <a:gdLst>
                  <a:gd name="T0" fmla="*/ 0 w 2"/>
                  <a:gd name="T1" fmla="*/ 277 h 277"/>
                  <a:gd name="T2" fmla="*/ 0 w 2"/>
                  <a:gd name="T3" fmla="*/ 0 h 277"/>
                  <a:gd name="T4" fmla="*/ 2 w 2"/>
                  <a:gd name="T5" fmla="*/ 0 h 2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277">
                    <a:moveTo>
                      <a:pt x="0" y="277"/>
                    </a:moveTo>
                    <a:lnTo>
                      <a:pt x="0" y="0"/>
                    </a:lnTo>
                    <a:lnTo>
                      <a:pt x="2" y="0"/>
                    </a:lnTo>
                  </a:path>
                </a:pathLst>
              </a:custGeom>
              <a:noFill/>
              <a:ln w="19050" cmpd="sng">
                <a:solidFill>
                  <a:schemeClr val="tx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416" name="Freeform 112">
                <a:extLst>
                  <a:ext uri="{FF2B5EF4-FFF2-40B4-BE49-F238E27FC236}">
                    <a16:creationId xmlns:a16="http://schemas.microsoft.com/office/drawing/2014/main" id="{096AA85C-474E-4644-9A7A-1F1A3BF2D24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70" y="1101"/>
                <a:ext cx="1" cy="69"/>
              </a:xfrm>
              <a:custGeom>
                <a:avLst/>
                <a:gdLst>
                  <a:gd name="T0" fmla="*/ 0 w 2"/>
                  <a:gd name="T1" fmla="*/ 278 h 278"/>
                  <a:gd name="T2" fmla="*/ 0 w 2"/>
                  <a:gd name="T3" fmla="*/ 0 h 278"/>
                  <a:gd name="T4" fmla="*/ 2 w 2"/>
                  <a:gd name="T5" fmla="*/ 0 h 2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278">
                    <a:moveTo>
                      <a:pt x="0" y="278"/>
                    </a:moveTo>
                    <a:lnTo>
                      <a:pt x="0" y="0"/>
                    </a:lnTo>
                    <a:lnTo>
                      <a:pt x="2" y="0"/>
                    </a:lnTo>
                  </a:path>
                </a:pathLst>
              </a:custGeom>
              <a:noFill/>
              <a:ln w="19050" cmpd="sng">
                <a:solidFill>
                  <a:schemeClr val="tx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98417" name="Group 113">
              <a:extLst>
                <a:ext uri="{FF2B5EF4-FFF2-40B4-BE49-F238E27FC236}">
                  <a16:creationId xmlns:a16="http://schemas.microsoft.com/office/drawing/2014/main" id="{FD01AB6C-F763-4B9A-8FFF-EC5AA571BC2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38" y="1220"/>
              <a:ext cx="131" cy="162"/>
              <a:chOff x="1692" y="1101"/>
              <a:chExt cx="131" cy="162"/>
            </a:xfrm>
          </p:grpSpPr>
          <p:sp>
            <p:nvSpPr>
              <p:cNvPr id="98418" name="Freeform 114">
                <a:extLst>
                  <a:ext uri="{FF2B5EF4-FFF2-40B4-BE49-F238E27FC236}">
                    <a16:creationId xmlns:a16="http://schemas.microsoft.com/office/drawing/2014/main" id="{67EF4A7F-4A1F-4AA2-AA44-A9A2930989A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22" y="1194"/>
                <a:ext cx="1" cy="69"/>
              </a:xfrm>
              <a:custGeom>
                <a:avLst/>
                <a:gdLst>
                  <a:gd name="T0" fmla="*/ 0 w 2"/>
                  <a:gd name="T1" fmla="*/ 277 h 277"/>
                  <a:gd name="T2" fmla="*/ 0 w 2"/>
                  <a:gd name="T3" fmla="*/ 0 h 277"/>
                  <a:gd name="T4" fmla="*/ 2 w 2"/>
                  <a:gd name="T5" fmla="*/ 0 h 2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277">
                    <a:moveTo>
                      <a:pt x="0" y="277"/>
                    </a:moveTo>
                    <a:lnTo>
                      <a:pt x="0" y="0"/>
                    </a:lnTo>
                    <a:lnTo>
                      <a:pt x="2" y="0"/>
                    </a:lnTo>
                  </a:path>
                </a:pathLst>
              </a:custGeom>
              <a:noFill/>
              <a:ln w="19050" cmpd="sng">
                <a:solidFill>
                  <a:schemeClr val="tx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419" name="Freeform 115">
                <a:extLst>
                  <a:ext uri="{FF2B5EF4-FFF2-40B4-BE49-F238E27FC236}">
                    <a16:creationId xmlns:a16="http://schemas.microsoft.com/office/drawing/2014/main" id="{D994C5D5-4994-48D9-8A80-469FB06B02E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22" y="1101"/>
                <a:ext cx="1" cy="69"/>
              </a:xfrm>
              <a:custGeom>
                <a:avLst/>
                <a:gdLst>
                  <a:gd name="T0" fmla="*/ 0 w 2"/>
                  <a:gd name="T1" fmla="*/ 278 h 278"/>
                  <a:gd name="T2" fmla="*/ 0 w 2"/>
                  <a:gd name="T3" fmla="*/ 0 h 278"/>
                  <a:gd name="T4" fmla="*/ 2 w 2"/>
                  <a:gd name="T5" fmla="*/ 0 h 2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278">
                    <a:moveTo>
                      <a:pt x="0" y="278"/>
                    </a:moveTo>
                    <a:lnTo>
                      <a:pt x="0" y="0"/>
                    </a:lnTo>
                    <a:lnTo>
                      <a:pt x="2" y="0"/>
                    </a:lnTo>
                  </a:path>
                </a:pathLst>
              </a:custGeom>
              <a:noFill/>
              <a:ln w="19050" cmpd="sng">
                <a:solidFill>
                  <a:schemeClr val="tx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420" name="Freeform 116">
                <a:extLst>
                  <a:ext uri="{FF2B5EF4-FFF2-40B4-BE49-F238E27FC236}">
                    <a16:creationId xmlns:a16="http://schemas.microsoft.com/office/drawing/2014/main" id="{5EB1766E-E457-4E23-9E13-61492AB348C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92" y="1194"/>
                <a:ext cx="1" cy="69"/>
              </a:xfrm>
              <a:custGeom>
                <a:avLst/>
                <a:gdLst>
                  <a:gd name="T0" fmla="*/ 0 w 1"/>
                  <a:gd name="T1" fmla="*/ 277 h 277"/>
                  <a:gd name="T2" fmla="*/ 0 w 1"/>
                  <a:gd name="T3" fmla="*/ 0 h 277"/>
                  <a:gd name="T4" fmla="*/ 1 w 1"/>
                  <a:gd name="T5" fmla="*/ 0 h 2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77">
                    <a:moveTo>
                      <a:pt x="0" y="277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chemeClr val="tx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421" name="Freeform 117">
                <a:extLst>
                  <a:ext uri="{FF2B5EF4-FFF2-40B4-BE49-F238E27FC236}">
                    <a16:creationId xmlns:a16="http://schemas.microsoft.com/office/drawing/2014/main" id="{80BBCA80-2083-4B5C-8573-8ED9D1E5806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92" y="1101"/>
                <a:ext cx="1" cy="69"/>
              </a:xfrm>
              <a:custGeom>
                <a:avLst/>
                <a:gdLst>
                  <a:gd name="T0" fmla="*/ 0 w 1"/>
                  <a:gd name="T1" fmla="*/ 278 h 278"/>
                  <a:gd name="T2" fmla="*/ 0 w 1"/>
                  <a:gd name="T3" fmla="*/ 0 h 278"/>
                  <a:gd name="T4" fmla="*/ 1 w 1"/>
                  <a:gd name="T5" fmla="*/ 0 h 2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78">
                    <a:moveTo>
                      <a:pt x="0" y="278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chemeClr val="tx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98422" name="Freeform 118">
              <a:extLst>
                <a:ext uri="{FF2B5EF4-FFF2-40B4-BE49-F238E27FC236}">
                  <a16:creationId xmlns:a16="http://schemas.microsoft.com/office/drawing/2014/main" id="{9F99EAD3-AC65-4D06-AEB7-69AD3A103F62}"/>
                </a:ext>
              </a:extLst>
            </p:cNvPr>
            <p:cNvSpPr>
              <a:spLocks/>
            </p:cNvSpPr>
            <p:nvPr/>
          </p:nvSpPr>
          <p:spPr bwMode="auto">
            <a:xfrm>
              <a:off x="1564" y="1661"/>
              <a:ext cx="146" cy="1"/>
            </a:xfrm>
            <a:custGeom>
              <a:avLst/>
              <a:gdLst>
                <a:gd name="T0" fmla="*/ 0 w 585"/>
                <a:gd name="T1" fmla="*/ 584 w 585"/>
                <a:gd name="T2" fmla="*/ 585 w 58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585">
                  <a:moveTo>
                    <a:pt x="0" y="0"/>
                  </a:moveTo>
                  <a:lnTo>
                    <a:pt x="584" y="0"/>
                  </a:lnTo>
                  <a:lnTo>
                    <a:pt x="585" y="0"/>
                  </a:lnTo>
                </a:path>
              </a:pathLst>
            </a:custGeom>
            <a:noFill/>
            <a:ln w="38100" cmpd="sng">
              <a:solidFill>
                <a:schemeClr val="tx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8423" name="Freeform 119">
              <a:extLst>
                <a:ext uri="{FF2B5EF4-FFF2-40B4-BE49-F238E27FC236}">
                  <a16:creationId xmlns:a16="http://schemas.microsoft.com/office/drawing/2014/main" id="{20F6A200-11C8-4324-B414-26F785988DFA}"/>
                </a:ext>
              </a:extLst>
            </p:cNvPr>
            <p:cNvSpPr>
              <a:spLocks/>
            </p:cNvSpPr>
            <p:nvPr/>
          </p:nvSpPr>
          <p:spPr bwMode="auto">
            <a:xfrm>
              <a:off x="1520" y="1499"/>
              <a:ext cx="44" cy="162"/>
            </a:xfrm>
            <a:custGeom>
              <a:avLst/>
              <a:gdLst>
                <a:gd name="T0" fmla="*/ 0 w 176"/>
                <a:gd name="T1" fmla="*/ 0 h 650"/>
                <a:gd name="T2" fmla="*/ 175 w 176"/>
                <a:gd name="T3" fmla="*/ 650 h 650"/>
                <a:gd name="T4" fmla="*/ 176 w 176"/>
                <a:gd name="T5" fmla="*/ 650 h 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6" h="650">
                  <a:moveTo>
                    <a:pt x="0" y="0"/>
                  </a:moveTo>
                  <a:lnTo>
                    <a:pt x="175" y="650"/>
                  </a:lnTo>
                  <a:lnTo>
                    <a:pt x="176" y="650"/>
                  </a:lnTo>
                </a:path>
              </a:pathLst>
            </a:custGeom>
            <a:noFill/>
            <a:ln w="38100" cmpd="sng">
              <a:solidFill>
                <a:schemeClr val="tx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98424" name="Group 120">
              <a:extLst>
                <a:ext uri="{FF2B5EF4-FFF2-40B4-BE49-F238E27FC236}">
                  <a16:creationId xmlns:a16="http://schemas.microsoft.com/office/drawing/2014/main" id="{144774EC-60E1-44A9-B53B-2A64DDEC4CC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62" y="1220"/>
              <a:ext cx="1" cy="1212"/>
              <a:chOff x="2316" y="1101"/>
              <a:chExt cx="1" cy="1212"/>
            </a:xfrm>
          </p:grpSpPr>
          <p:sp>
            <p:nvSpPr>
              <p:cNvPr id="98425" name="Freeform 121">
                <a:extLst>
                  <a:ext uri="{FF2B5EF4-FFF2-40B4-BE49-F238E27FC236}">
                    <a16:creationId xmlns:a16="http://schemas.microsoft.com/office/drawing/2014/main" id="{1CE858D8-E9D1-4D3B-B217-8DD2E4543E6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16" y="2249"/>
                <a:ext cx="1" cy="64"/>
              </a:xfrm>
              <a:custGeom>
                <a:avLst/>
                <a:gdLst>
                  <a:gd name="T0" fmla="*/ 0 w 1"/>
                  <a:gd name="T1" fmla="*/ 255 h 255"/>
                  <a:gd name="T2" fmla="*/ 0 w 1"/>
                  <a:gd name="T3" fmla="*/ 0 h 255"/>
                  <a:gd name="T4" fmla="*/ 1 w 1"/>
                  <a:gd name="T5" fmla="*/ 0 h 2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55">
                    <a:moveTo>
                      <a:pt x="0" y="255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chemeClr val="tx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426" name="Freeform 122">
                <a:extLst>
                  <a:ext uri="{FF2B5EF4-FFF2-40B4-BE49-F238E27FC236}">
                    <a16:creationId xmlns:a16="http://schemas.microsoft.com/office/drawing/2014/main" id="{73DC8C9D-EDC4-4897-B298-9828DE81CAC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16" y="2132"/>
                <a:ext cx="1" cy="94"/>
              </a:xfrm>
              <a:custGeom>
                <a:avLst/>
                <a:gdLst>
                  <a:gd name="T0" fmla="*/ 0 w 1"/>
                  <a:gd name="T1" fmla="*/ 374 h 374"/>
                  <a:gd name="T2" fmla="*/ 0 w 1"/>
                  <a:gd name="T3" fmla="*/ 0 h 374"/>
                  <a:gd name="T4" fmla="*/ 1 w 1"/>
                  <a:gd name="T5" fmla="*/ 0 h 3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374">
                    <a:moveTo>
                      <a:pt x="0" y="374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chemeClr val="tx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427" name="Freeform 123">
                <a:extLst>
                  <a:ext uri="{FF2B5EF4-FFF2-40B4-BE49-F238E27FC236}">
                    <a16:creationId xmlns:a16="http://schemas.microsoft.com/office/drawing/2014/main" id="{E6E8C878-4D0E-4C83-B04A-03B59F4B4D8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16" y="2015"/>
                <a:ext cx="1" cy="94"/>
              </a:xfrm>
              <a:custGeom>
                <a:avLst/>
                <a:gdLst>
                  <a:gd name="T0" fmla="*/ 0 w 1"/>
                  <a:gd name="T1" fmla="*/ 375 h 375"/>
                  <a:gd name="T2" fmla="*/ 0 w 1"/>
                  <a:gd name="T3" fmla="*/ 0 h 375"/>
                  <a:gd name="T4" fmla="*/ 1 w 1"/>
                  <a:gd name="T5" fmla="*/ 0 h 3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375">
                    <a:moveTo>
                      <a:pt x="0" y="375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chemeClr val="tx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428" name="Freeform 124">
                <a:extLst>
                  <a:ext uri="{FF2B5EF4-FFF2-40B4-BE49-F238E27FC236}">
                    <a16:creationId xmlns:a16="http://schemas.microsoft.com/office/drawing/2014/main" id="{5CD72517-A7B6-4F5E-93E0-BE8FFBFB07D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16" y="1899"/>
                <a:ext cx="1" cy="93"/>
              </a:xfrm>
              <a:custGeom>
                <a:avLst/>
                <a:gdLst>
                  <a:gd name="T0" fmla="*/ 0 w 1"/>
                  <a:gd name="T1" fmla="*/ 373 h 373"/>
                  <a:gd name="T2" fmla="*/ 0 w 1"/>
                  <a:gd name="T3" fmla="*/ 0 h 373"/>
                  <a:gd name="T4" fmla="*/ 1 w 1"/>
                  <a:gd name="T5" fmla="*/ 0 h 3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373">
                    <a:moveTo>
                      <a:pt x="0" y="373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chemeClr val="tx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429" name="Freeform 125">
                <a:extLst>
                  <a:ext uri="{FF2B5EF4-FFF2-40B4-BE49-F238E27FC236}">
                    <a16:creationId xmlns:a16="http://schemas.microsoft.com/office/drawing/2014/main" id="{1BFCF4F1-FA35-41B7-B69C-C4416502613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16" y="1782"/>
                <a:ext cx="1" cy="93"/>
              </a:xfrm>
              <a:custGeom>
                <a:avLst/>
                <a:gdLst>
                  <a:gd name="T0" fmla="*/ 0 w 1"/>
                  <a:gd name="T1" fmla="*/ 375 h 375"/>
                  <a:gd name="T2" fmla="*/ 0 w 1"/>
                  <a:gd name="T3" fmla="*/ 0 h 375"/>
                  <a:gd name="T4" fmla="*/ 1 w 1"/>
                  <a:gd name="T5" fmla="*/ 0 h 3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375">
                    <a:moveTo>
                      <a:pt x="0" y="375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chemeClr val="tx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430" name="Freeform 126">
                <a:extLst>
                  <a:ext uri="{FF2B5EF4-FFF2-40B4-BE49-F238E27FC236}">
                    <a16:creationId xmlns:a16="http://schemas.microsoft.com/office/drawing/2014/main" id="{EAD14DB2-83AA-4430-9A34-CA31AB3EE01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16" y="1665"/>
                <a:ext cx="1" cy="93"/>
              </a:xfrm>
              <a:custGeom>
                <a:avLst/>
                <a:gdLst>
                  <a:gd name="T0" fmla="*/ 0 w 1"/>
                  <a:gd name="T1" fmla="*/ 374 h 374"/>
                  <a:gd name="T2" fmla="*/ 0 w 1"/>
                  <a:gd name="T3" fmla="*/ 0 h 374"/>
                  <a:gd name="T4" fmla="*/ 1 w 1"/>
                  <a:gd name="T5" fmla="*/ 0 h 3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374">
                    <a:moveTo>
                      <a:pt x="0" y="374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chemeClr val="tx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431" name="Freeform 127">
                <a:extLst>
                  <a:ext uri="{FF2B5EF4-FFF2-40B4-BE49-F238E27FC236}">
                    <a16:creationId xmlns:a16="http://schemas.microsoft.com/office/drawing/2014/main" id="{6CF733ED-D9A5-4030-A650-E0AD527E98C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16" y="1548"/>
                <a:ext cx="1" cy="94"/>
              </a:xfrm>
              <a:custGeom>
                <a:avLst/>
                <a:gdLst>
                  <a:gd name="T0" fmla="*/ 0 w 1"/>
                  <a:gd name="T1" fmla="*/ 374 h 374"/>
                  <a:gd name="T2" fmla="*/ 0 w 1"/>
                  <a:gd name="T3" fmla="*/ 0 h 374"/>
                  <a:gd name="T4" fmla="*/ 1 w 1"/>
                  <a:gd name="T5" fmla="*/ 0 h 3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374">
                    <a:moveTo>
                      <a:pt x="0" y="374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chemeClr val="tx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432" name="Freeform 128">
                <a:extLst>
                  <a:ext uri="{FF2B5EF4-FFF2-40B4-BE49-F238E27FC236}">
                    <a16:creationId xmlns:a16="http://schemas.microsoft.com/office/drawing/2014/main" id="{63BD9510-EC42-4925-951A-48C72C45D5F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16" y="1461"/>
                <a:ext cx="1" cy="64"/>
              </a:xfrm>
              <a:custGeom>
                <a:avLst/>
                <a:gdLst>
                  <a:gd name="T0" fmla="*/ 0 w 1"/>
                  <a:gd name="T1" fmla="*/ 256 h 256"/>
                  <a:gd name="T2" fmla="*/ 0 w 1"/>
                  <a:gd name="T3" fmla="*/ 0 h 256"/>
                  <a:gd name="T4" fmla="*/ 1 w 1"/>
                  <a:gd name="T5" fmla="*/ 0 h 2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56">
                    <a:moveTo>
                      <a:pt x="0" y="256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chemeClr val="tx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433" name="Freeform 129">
                <a:extLst>
                  <a:ext uri="{FF2B5EF4-FFF2-40B4-BE49-F238E27FC236}">
                    <a16:creationId xmlns:a16="http://schemas.microsoft.com/office/drawing/2014/main" id="{4652D16B-7812-404A-9FBC-690C458D76D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16" y="1211"/>
                <a:ext cx="1" cy="88"/>
              </a:xfrm>
              <a:custGeom>
                <a:avLst/>
                <a:gdLst>
                  <a:gd name="T0" fmla="*/ 0 w 1"/>
                  <a:gd name="T1" fmla="*/ 349 h 349"/>
                  <a:gd name="T2" fmla="*/ 0 w 1"/>
                  <a:gd name="T3" fmla="*/ 0 h 349"/>
                  <a:gd name="T4" fmla="*/ 1 w 1"/>
                  <a:gd name="T5" fmla="*/ 0 h 3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349">
                    <a:moveTo>
                      <a:pt x="0" y="349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chemeClr val="tx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434" name="Freeform 130">
                <a:extLst>
                  <a:ext uri="{FF2B5EF4-FFF2-40B4-BE49-F238E27FC236}">
                    <a16:creationId xmlns:a16="http://schemas.microsoft.com/office/drawing/2014/main" id="{4321D209-F8D7-4578-9BA0-42BEC872ED8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16" y="1101"/>
                <a:ext cx="1" cy="87"/>
              </a:xfrm>
              <a:custGeom>
                <a:avLst/>
                <a:gdLst>
                  <a:gd name="T0" fmla="*/ 0 w 1"/>
                  <a:gd name="T1" fmla="*/ 349 h 349"/>
                  <a:gd name="T2" fmla="*/ 0 w 1"/>
                  <a:gd name="T3" fmla="*/ 0 h 349"/>
                  <a:gd name="T4" fmla="*/ 1 w 1"/>
                  <a:gd name="T5" fmla="*/ 0 h 3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349">
                    <a:moveTo>
                      <a:pt x="0" y="349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chemeClr val="tx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98435" name="Freeform 131">
              <a:extLst>
                <a:ext uri="{FF2B5EF4-FFF2-40B4-BE49-F238E27FC236}">
                  <a16:creationId xmlns:a16="http://schemas.microsoft.com/office/drawing/2014/main" id="{7DA11B1B-2E50-4E81-AA04-2C91BB87A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3" y="2189"/>
              <a:ext cx="117" cy="1"/>
            </a:xfrm>
            <a:custGeom>
              <a:avLst/>
              <a:gdLst>
                <a:gd name="T0" fmla="*/ 470 w 470"/>
                <a:gd name="T1" fmla="*/ 0 w 470"/>
                <a:gd name="T2" fmla="*/ 1 w 47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470">
                  <a:moveTo>
                    <a:pt x="470" y="0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 cmpd="sng">
              <a:solidFill>
                <a:schemeClr val="tx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8436" name="Freeform 132">
              <a:extLst>
                <a:ext uri="{FF2B5EF4-FFF2-40B4-BE49-F238E27FC236}">
                  <a16:creationId xmlns:a16="http://schemas.microsoft.com/office/drawing/2014/main" id="{8724BC52-C9CC-4508-876C-82B2579484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3" y="1718"/>
              <a:ext cx="117" cy="1"/>
            </a:xfrm>
            <a:custGeom>
              <a:avLst/>
              <a:gdLst>
                <a:gd name="T0" fmla="*/ 470 w 470"/>
                <a:gd name="T1" fmla="*/ 0 w 470"/>
                <a:gd name="T2" fmla="*/ 1 w 47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470">
                  <a:moveTo>
                    <a:pt x="470" y="0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 cmpd="sng">
              <a:solidFill>
                <a:schemeClr val="tx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8437" name="Freeform 133">
              <a:extLst>
                <a:ext uri="{FF2B5EF4-FFF2-40B4-BE49-F238E27FC236}">
                  <a16:creationId xmlns:a16="http://schemas.microsoft.com/office/drawing/2014/main" id="{7112446B-0A2E-44C5-AD2A-7249DD2A05A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0" y="1791"/>
              <a:ext cx="209" cy="1"/>
            </a:xfrm>
            <a:custGeom>
              <a:avLst/>
              <a:gdLst>
                <a:gd name="T0" fmla="*/ 836 w 836"/>
                <a:gd name="T1" fmla="*/ 0 w 836"/>
                <a:gd name="T2" fmla="*/ 2 w 83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836">
                  <a:moveTo>
                    <a:pt x="836" y="0"/>
                  </a:moveTo>
                  <a:lnTo>
                    <a:pt x="0" y="0"/>
                  </a:lnTo>
                  <a:lnTo>
                    <a:pt x="2" y="0"/>
                  </a:lnTo>
                </a:path>
              </a:pathLst>
            </a:custGeom>
            <a:noFill/>
            <a:ln w="38100" cmpd="sng">
              <a:solidFill>
                <a:schemeClr val="tx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8438" name="Freeform 134">
              <a:extLst>
                <a:ext uri="{FF2B5EF4-FFF2-40B4-BE49-F238E27FC236}">
                  <a16:creationId xmlns:a16="http://schemas.microsoft.com/office/drawing/2014/main" id="{0ECB2F56-F1BB-40FC-8EFC-F8362938B940}"/>
                </a:ext>
              </a:extLst>
            </p:cNvPr>
            <p:cNvSpPr>
              <a:spLocks/>
            </p:cNvSpPr>
            <p:nvPr/>
          </p:nvSpPr>
          <p:spPr bwMode="auto">
            <a:xfrm>
              <a:off x="710" y="2116"/>
              <a:ext cx="209" cy="1"/>
            </a:xfrm>
            <a:custGeom>
              <a:avLst/>
              <a:gdLst>
                <a:gd name="T0" fmla="*/ 836 w 836"/>
                <a:gd name="T1" fmla="*/ 0 w 836"/>
                <a:gd name="T2" fmla="*/ 2 w 83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836">
                  <a:moveTo>
                    <a:pt x="836" y="0"/>
                  </a:moveTo>
                  <a:lnTo>
                    <a:pt x="0" y="0"/>
                  </a:lnTo>
                  <a:lnTo>
                    <a:pt x="2" y="0"/>
                  </a:lnTo>
                </a:path>
              </a:pathLst>
            </a:custGeom>
            <a:noFill/>
            <a:ln w="38100" cmpd="sng">
              <a:solidFill>
                <a:schemeClr val="tx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8439" name="Freeform 135">
              <a:extLst>
                <a:ext uri="{FF2B5EF4-FFF2-40B4-BE49-F238E27FC236}">
                  <a16:creationId xmlns:a16="http://schemas.microsoft.com/office/drawing/2014/main" id="{4AC3C363-E70F-441D-9CCE-A5C1A6CD2133}"/>
                </a:ext>
              </a:extLst>
            </p:cNvPr>
            <p:cNvSpPr>
              <a:spLocks/>
            </p:cNvSpPr>
            <p:nvPr/>
          </p:nvSpPr>
          <p:spPr bwMode="auto">
            <a:xfrm>
              <a:off x="710" y="1718"/>
              <a:ext cx="1" cy="471"/>
            </a:xfrm>
            <a:custGeom>
              <a:avLst/>
              <a:gdLst>
                <a:gd name="T0" fmla="*/ 0 w 2"/>
                <a:gd name="T1" fmla="*/ 0 h 1882"/>
                <a:gd name="T2" fmla="*/ 0 w 2"/>
                <a:gd name="T3" fmla="*/ 1882 h 1882"/>
                <a:gd name="T4" fmla="*/ 2 w 2"/>
                <a:gd name="T5" fmla="*/ 1882 h 18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1882">
                  <a:moveTo>
                    <a:pt x="0" y="0"/>
                  </a:moveTo>
                  <a:lnTo>
                    <a:pt x="0" y="1882"/>
                  </a:lnTo>
                  <a:lnTo>
                    <a:pt x="2" y="1882"/>
                  </a:lnTo>
                </a:path>
              </a:pathLst>
            </a:custGeom>
            <a:noFill/>
            <a:ln w="38100" cmpd="sng">
              <a:solidFill>
                <a:schemeClr val="tx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8440" name="Freeform 136">
              <a:extLst>
                <a:ext uri="{FF2B5EF4-FFF2-40B4-BE49-F238E27FC236}">
                  <a16:creationId xmlns:a16="http://schemas.microsoft.com/office/drawing/2014/main" id="{FDE0F834-B53F-495F-A63C-A0A869E936C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3" y="1718"/>
              <a:ext cx="1" cy="471"/>
            </a:xfrm>
            <a:custGeom>
              <a:avLst/>
              <a:gdLst>
                <a:gd name="T0" fmla="*/ 0 w 1"/>
                <a:gd name="T1" fmla="*/ 0 h 1882"/>
                <a:gd name="T2" fmla="*/ 0 w 1"/>
                <a:gd name="T3" fmla="*/ 1882 h 1882"/>
                <a:gd name="T4" fmla="*/ 1 w 1"/>
                <a:gd name="T5" fmla="*/ 1882 h 18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1882">
                  <a:moveTo>
                    <a:pt x="0" y="0"/>
                  </a:moveTo>
                  <a:lnTo>
                    <a:pt x="0" y="1882"/>
                  </a:lnTo>
                  <a:lnTo>
                    <a:pt x="1" y="1882"/>
                  </a:lnTo>
                </a:path>
              </a:pathLst>
            </a:custGeom>
            <a:noFill/>
            <a:ln w="38100" cmpd="sng">
              <a:solidFill>
                <a:schemeClr val="tx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8441" name="Freeform 137">
              <a:extLst>
                <a:ext uri="{FF2B5EF4-FFF2-40B4-BE49-F238E27FC236}">
                  <a16:creationId xmlns:a16="http://schemas.microsoft.com/office/drawing/2014/main" id="{A16B7522-A892-4485-A36E-3A243B04439B}"/>
                </a:ext>
              </a:extLst>
            </p:cNvPr>
            <p:cNvSpPr>
              <a:spLocks/>
            </p:cNvSpPr>
            <p:nvPr/>
          </p:nvSpPr>
          <p:spPr bwMode="auto">
            <a:xfrm>
              <a:off x="919" y="1382"/>
              <a:ext cx="1" cy="409"/>
            </a:xfrm>
            <a:custGeom>
              <a:avLst/>
              <a:gdLst>
                <a:gd name="T0" fmla="*/ 0 w 1"/>
                <a:gd name="T1" fmla="*/ 1637 h 1637"/>
                <a:gd name="T2" fmla="*/ 0 w 1"/>
                <a:gd name="T3" fmla="*/ 0 h 1637"/>
                <a:gd name="T4" fmla="*/ 1 w 1"/>
                <a:gd name="T5" fmla="*/ 0 h 16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1637">
                  <a:moveTo>
                    <a:pt x="0" y="1637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 cmpd="sng">
              <a:solidFill>
                <a:schemeClr val="tx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8442" name="Freeform 138">
              <a:extLst>
                <a:ext uri="{FF2B5EF4-FFF2-40B4-BE49-F238E27FC236}">
                  <a16:creationId xmlns:a16="http://schemas.microsoft.com/office/drawing/2014/main" id="{BD6E4C8D-3E1D-4718-ABCA-09CB36A991CE}"/>
                </a:ext>
              </a:extLst>
            </p:cNvPr>
            <p:cNvSpPr>
              <a:spLocks/>
            </p:cNvSpPr>
            <p:nvPr/>
          </p:nvSpPr>
          <p:spPr bwMode="auto">
            <a:xfrm>
              <a:off x="919" y="1791"/>
              <a:ext cx="38" cy="325"/>
            </a:xfrm>
            <a:custGeom>
              <a:avLst/>
              <a:gdLst>
                <a:gd name="T0" fmla="*/ 0 w 154"/>
                <a:gd name="T1" fmla="*/ 1298 h 1298"/>
                <a:gd name="T2" fmla="*/ 154 w 154"/>
                <a:gd name="T3" fmla="*/ 874 h 1298"/>
                <a:gd name="T4" fmla="*/ 154 w 154"/>
                <a:gd name="T5" fmla="*/ 423 h 1298"/>
                <a:gd name="T6" fmla="*/ 0 w 154"/>
                <a:gd name="T7" fmla="*/ 0 h 1298"/>
                <a:gd name="T8" fmla="*/ 1 w 154"/>
                <a:gd name="T9" fmla="*/ 0 h 12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4" h="1298">
                  <a:moveTo>
                    <a:pt x="0" y="1298"/>
                  </a:moveTo>
                  <a:lnTo>
                    <a:pt x="154" y="874"/>
                  </a:lnTo>
                  <a:lnTo>
                    <a:pt x="154" y="423"/>
                  </a:ln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 cmpd="sng">
              <a:solidFill>
                <a:schemeClr val="tx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98443" name="Group 139">
              <a:extLst>
                <a:ext uri="{FF2B5EF4-FFF2-40B4-BE49-F238E27FC236}">
                  <a16:creationId xmlns:a16="http://schemas.microsoft.com/office/drawing/2014/main" id="{BA12A727-F256-4CFD-A899-7E76CA3BC43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22" y="1220"/>
              <a:ext cx="1" cy="1212"/>
              <a:chOff x="1876" y="1101"/>
              <a:chExt cx="1" cy="1212"/>
            </a:xfrm>
          </p:grpSpPr>
          <p:sp>
            <p:nvSpPr>
              <p:cNvPr id="98444" name="Freeform 140">
                <a:extLst>
                  <a:ext uri="{FF2B5EF4-FFF2-40B4-BE49-F238E27FC236}">
                    <a16:creationId xmlns:a16="http://schemas.microsoft.com/office/drawing/2014/main" id="{B1417E83-0A55-48ED-B602-BF4E055960C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76" y="2243"/>
                <a:ext cx="1" cy="70"/>
              </a:xfrm>
              <a:custGeom>
                <a:avLst/>
                <a:gdLst>
                  <a:gd name="T0" fmla="*/ 0 w 1"/>
                  <a:gd name="T1" fmla="*/ 281 h 281"/>
                  <a:gd name="T2" fmla="*/ 0 w 1"/>
                  <a:gd name="T3" fmla="*/ 0 h 281"/>
                  <a:gd name="T4" fmla="*/ 1 w 1"/>
                  <a:gd name="T5" fmla="*/ 0 h 2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81">
                    <a:moveTo>
                      <a:pt x="0" y="281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chemeClr val="tx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445" name="Freeform 141">
                <a:extLst>
                  <a:ext uri="{FF2B5EF4-FFF2-40B4-BE49-F238E27FC236}">
                    <a16:creationId xmlns:a16="http://schemas.microsoft.com/office/drawing/2014/main" id="{91269038-AF64-4128-98DD-66496C1ED78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76" y="2126"/>
                <a:ext cx="1" cy="93"/>
              </a:xfrm>
              <a:custGeom>
                <a:avLst/>
                <a:gdLst>
                  <a:gd name="T0" fmla="*/ 0 w 1"/>
                  <a:gd name="T1" fmla="*/ 374 h 374"/>
                  <a:gd name="T2" fmla="*/ 0 w 1"/>
                  <a:gd name="T3" fmla="*/ 0 h 374"/>
                  <a:gd name="T4" fmla="*/ 1 w 1"/>
                  <a:gd name="T5" fmla="*/ 0 h 3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374">
                    <a:moveTo>
                      <a:pt x="0" y="374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chemeClr val="tx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446" name="Freeform 142">
                <a:extLst>
                  <a:ext uri="{FF2B5EF4-FFF2-40B4-BE49-F238E27FC236}">
                    <a16:creationId xmlns:a16="http://schemas.microsoft.com/office/drawing/2014/main" id="{33948439-70F0-4017-A19A-2A07BDC5E72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76" y="2009"/>
                <a:ext cx="1" cy="94"/>
              </a:xfrm>
              <a:custGeom>
                <a:avLst/>
                <a:gdLst>
                  <a:gd name="T0" fmla="*/ 0 w 1"/>
                  <a:gd name="T1" fmla="*/ 374 h 374"/>
                  <a:gd name="T2" fmla="*/ 0 w 1"/>
                  <a:gd name="T3" fmla="*/ 0 h 374"/>
                  <a:gd name="T4" fmla="*/ 1 w 1"/>
                  <a:gd name="T5" fmla="*/ 0 h 3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374">
                    <a:moveTo>
                      <a:pt x="0" y="374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chemeClr val="tx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447" name="Freeform 143">
                <a:extLst>
                  <a:ext uri="{FF2B5EF4-FFF2-40B4-BE49-F238E27FC236}">
                    <a16:creationId xmlns:a16="http://schemas.microsoft.com/office/drawing/2014/main" id="{9FCF5611-6058-41D2-80F2-8D6C1D41359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76" y="1916"/>
                <a:ext cx="1" cy="70"/>
              </a:xfrm>
              <a:custGeom>
                <a:avLst/>
                <a:gdLst>
                  <a:gd name="T0" fmla="*/ 0 w 1"/>
                  <a:gd name="T1" fmla="*/ 281 h 281"/>
                  <a:gd name="T2" fmla="*/ 0 w 1"/>
                  <a:gd name="T3" fmla="*/ 0 h 281"/>
                  <a:gd name="T4" fmla="*/ 1 w 1"/>
                  <a:gd name="T5" fmla="*/ 0 h 2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81">
                    <a:moveTo>
                      <a:pt x="0" y="281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chemeClr val="tx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448" name="Freeform 144">
                <a:extLst>
                  <a:ext uri="{FF2B5EF4-FFF2-40B4-BE49-F238E27FC236}">
                    <a16:creationId xmlns:a16="http://schemas.microsoft.com/office/drawing/2014/main" id="{1B314E7E-20FF-486C-BEEB-E259F2C14B3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76" y="1672"/>
                <a:ext cx="1" cy="81"/>
              </a:xfrm>
              <a:custGeom>
                <a:avLst/>
                <a:gdLst>
                  <a:gd name="T0" fmla="*/ 0 w 1"/>
                  <a:gd name="T1" fmla="*/ 324 h 324"/>
                  <a:gd name="T2" fmla="*/ 0 w 1"/>
                  <a:gd name="T3" fmla="*/ 0 h 324"/>
                  <a:gd name="T4" fmla="*/ 1 w 1"/>
                  <a:gd name="T5" fmla="*/ 0 h 3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324">
                    <a:moveTo>
                      <a:pt x="0" y="324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chemeClr val="tx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449" name="Freeform 145">
                <a:extLst>
                  <a:ext uri="{FF2B5EF4-FFF2-40B4-BE49-F238E27FC236}">
                    <a16:creationId xmlns:a16="http://schemas.microsoft.com/office/drawing/2014/main" id="{7C4FED9F-E5AE-496B-A78E-F69E134AF8C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76" y="1556"/>
                <a:ext cx="1" cy="93"/>
              </a:xfrm>
              <a:custGeom>
                <a:avLst/>
                <a:gdLst>
                  <a:gd name="T0" fmla="*/ 0 w 1"/>
                  <a:gd name="T1" fmla="*/ 374 h 374"/>
                  <a:gd name="T2" fmla="*/ 0 w 1"/>
                  <a:gd name="T3" fmla="*/ 0 h 374"/>
                  <a:gd name="T4" fmla="*/ 1 w 1"/>
                  <a:gd name="T5" fmla="*/ 0 h 3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374">
                    <a:moveTo>
                      <a:pt x="0" y="374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chemeClr val="tx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450" name="Freeform 146">
                <a:extLst>
                  <a:ext uri="{FF2B5EF4-FFF2-40B4-BE49-F238E27FC236}">
                    <a16:creationId xmlns:a16="http://schemas.microsoft.com/office/drawing/2014/main" id="{0E44AB23-449D-455C-AC43-C17E6DAA316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76" y="1439"/>
                <a:ext cx="1" cy="93"/>
              </a:xfrm>
              <a:custGeom>
                <a:avLst/>
                <a:gdLst>
                  <a:gd name="T0" fmla="*/ 0 w 1"/>
                  <a:gd name="T1" fmla="*/ 374 h 374"/>
                  <a:gd name="T2" fmla="*/ 0 w 1"/>
                  <a:gd name="T3" fmla="*/ 0 h 374"/>
                  <a:gd name="T4" fmla="*/ 1 w 1"/>
                  <a:gd name="T5" fmla="*/ 0 h 3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374">
                    <a:moveTo>
                      <a:pt x="0" y="374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chemeClr val="tx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451" name="Freeform 147">
                <a:extLst>
                  <a:ext uri="{FF2B5EF4-FFF2-40B4-BE49-F238E27FC236}">
                    <a16:creationId xmlns:a16="http://schemas.microsoft.com/office/drawing/2014/main" id="{F4EFE710-F407-4673-9072-7620060DDDF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76" y="1322"/>
                <a:ext cx="1" cy="93"/>
              </a:xfrm>
              <a:custGeom>
                <a:avLst/>
                <a:gdLst>
                  <a:gd name="T0" fmla="*/ 0 w 1"/>
                  <a:gd name="T1" fmla="*/ 373 h 373"/>
                  <a:gd name="T2" fmla="*/ 0 w 1"/>
                  <a:gd name="T3" fmla="*/ 0 h 373"/>
                  <a:gd name="T4" fmla="*/ 1 w 1"/>
                  <a:gd name="T5" fmla="*/ 0 h 3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373">
                    <a:moveTo>
                      <a:pt x="0" y="373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chemeClr val="tx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452" name="Freeform 148">
                <a:extLst>
                  <a:ext uri="{FF2B5EF4-FFF2-40B4-BE49-F238E27FC236}">
                    <a16:creationId xmlns:a16="http://schemas.microsoft.com/office/drawing/2014/main" id="{469A0F1F-D475-4313-93DD-23E0D7D7847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76" y="1205"/>
                <a:ext cx="1" cy="94"/>
              </a:xfrm>
              <a:custGeom>
                <a:avLst/>
                <a:gdLst>
                  <a:gd name="T0" fmla="*/ 0 w 1"/>
                  <a:gd name="T1" fmla="*/ 374 h 374"/>
                  <a:gd name="T2" fmla="*/ 0 w 1"/>
                  <a:gd name="T3" fmla="*/ 0 h 374"/>
                  <a:gd name="T4" fmla="*/ 1 w 1"/>
                  <a:gd name="T5" fmla="*/ 0 h 3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374">
                    <a:moveTo>
                      <a:pt x="0" y="374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chemeClr val="tx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453" name="Freeform 149">
                <a:extLst>
                  <a:ext uri="{FF2B5EF4-FFF2-40B4-BE49-F238E27FC236}">
                    <a16:creationId xmlns:a16="http://schemas.microsoft.com/office/drawing/2014/main" id="{53DC9047-E8A0-4692-B1E3-9A8A3F6B723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76" y="1101"/>
                <a:ext cx="1" cy="81"/>
              </a:xfrm>
              <a:custGeom>
                <a:avLst/>
                <a:gdLst>
                  <a:gd name="T0" fmla="*/ 0 w 1"/>
                  <a:gd name="T1" fmla="*/ 324 h 324"/>
                  <a:gd name="T2" fmla="*/ 0 w 1"/>
                  <a:gd name="T3" fmla="*/ 0 h 324"/>
                  <a:gd name="T4" fmla="*/ 1 w 1"/>
                  <a:gd name="T5" fmla="*/ 0 h 3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324">
                    <a:moveTo>
                      <a:pt x="0" y="324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chemeClr val="tx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98454" name="Group 150">
              <a:extLst>
                <a:ext uri="{FF2B5EF4-FFF2-40B4-BE49-F238E27FC236}">
                  <a16:creationId xmlns:a16="http://schemas.microsoft.com/office/drawing/2014/main" id="{6A9A9D4B-4C46-4984-AAB6-40FC8477CCE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42" y="1115"/>
              <a:ext cx="1" cy="1419"/>
              <a:chOff x="2096" y="996"/>
              <a:chExt cx="1" cy="1419"/>
            </a:xfrm>
          </p:grpSpPr>
          <p:sp>
            <p:nvSpPr>
              <p:cNvPr id="98455" name="Freeform 151">
                <a:extLst>
                  <a:ext uri="{FF2B5EF4-FFF2-40B4-BE49-F238E27FC236}">
                    <a16:creationId xmlns:a16="http://schemas.microsoft.com/office/drawing/2014/main" id="{0BFD3B06-7730-4D6C-8B50-7BE254672D3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96" y="2036"/>
                <a:ext cx="1" cy="379"/>
              </a:xfrm>
              <a:custGeom>
                <a:avLst/>
                <a:gdLst>
                  <a:gd name="T0" fmla="*/ 0 w 2"/>
                  <a:gd name="T1" fmla="*/ 1517 h 1517"/>
                  <a:gd name="T2" fmla="*/ 0 w 2"/>
                  <a:gd name="T3" fmla="*/ 0 h 1517"/>
                  <a:gd name="T4" fmla="*/ 2 w 2"/>
                  <a:gd name="T5" fmla="*/ 0 h 15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1517">
                    <a:moveTo>
                      <a:pt x="0" y="1517"/>
                    </a:moveTo>
                    <a:lnTo>
                      <a:pt x="0" y="0"/>
                    </a:lnTo>
                    <a:lnTo>
                      <a:pt x="2" y="0"/>
                    </a:lnTo>
                  </a:path>
                </a:pathLst>
              </a:custGeom>
              <a:noFill/>
              <a:ln w="19050" cmpd="sng">
                <a:solidFill>
                  <a:schemeClr val="tx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456" name="Freeform 152">
                <a:extLst>
                  <a:ext uri="{FF2B5EF4-FFF2-40B4-BE49-F238E27FC236}">
                    <a16:creationId xmlns:a16="http://schemas.microsoft.com/office/drawing/2014/main" id="{25ABB8D4-F2DD-4408-BE1E-75985A3CB76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96" y="1984"/>
                <a:ext cx="1" cy="15"/>
              </a:xfrm>
              <a:custGeom>
                <a:avLst/>
                <a:gdLst>
                  <a:gd name="T0" fmla="*/ 0 w 2"/>
                  <a:gd name="T1" fmla="*/ 58 h 58"/>
                  <a:gd name="T2" fmla="*/ 0 w 2"/>
                  <a:gd name="T3" fmla="*/ 0 h 58"/>
                  <a:gd name="T4" fmla="*/ 2 w 2"/>
                  <a:gd name="T5" fmla="*/ 0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58">
                    <a:moveTo>
                      <a:pt x="0" y="58"/>
                    </a:moveTo>
                    <a:lnTo>
                      <a:pt x="0" y="0"/>
                    </a:lnTo>
                    <a:lnTo>
                      <a:pt x="2" y="0"/>
                    </a:lnTo>
                  </a:path>
                </a:pathLst>
              </a:custGeom>
              <a:noFill/>
              <a:ln w="19050" cmpd="sng">
                <a:solidFill>
                  <a:schemeClr val="tx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457" name="Freeform 153">
                <a:extLst>
                  <a:ext uri="{FF2B5EF4-FFF2-40B4-BE49-F238E27FC236}">
                    <a16:creationId xmlns:a16="http://schemas.microsoft.com/office/drawing/2014/main" id="{9740D59A-3BE7-406B-802A-717406E73F2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96" y="1517"/>
                <a:ext cx="1" cy="430"/>
              </a:xfrm>
              <a:custGeom>
                <a:avLst/>
                <a:gdLst>
                  <a:gd name="T0" fmla="*/ 0 w 2"/>
                  <a:gd name="T1" fmla="*/ 1720 h 1720"/>
                  <a:gd name="T2" fmla="*/ 0 w 2"/>
                  <a:gd name="T3" fmla="*/ 0 h 1720"/>
                  <a:gd name="T4" fmla="*/ 2 w 2"/>
                  <a:gd name="T5" fmla="*/ 0 h 17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1720">
                    <a:moveTo>
                      <a:pt x="0" y="1720"/>
                    </a:moveTo>
                    <a:lnTo>
                      <a:pt x="0" y="0"/>
                    </a:lnTo>
                    <a:lnTo>
                      <a:pt x="2" y="0"/>
                    </a:lnTo>
                  </a:path>
                </a:pathLst>
              </a:custGeom>
              <a:noFill/>
              <a:ln w="19050" cmpd="sng">
                <a:solidFill>
                  <a:schemeClr val="tx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458" name="Freeform 154">
                <a:extLst>
                  <a:ext uri="{FF2B5EF4-FFF2-40B4-BE49-F238E27FC236}">
                    <a16:creationId xmlns:a16="http://schemas.microsoft.com/office/drawing/2014/main" id="{E7A55C74-1F14-4CA3-8774-793149D3606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96" y="1465"/>
                <a:ext cx="1" cy="15"/>
              </a:xfrm>
              <a:custGeom>
                <a:avLst/>
                <a:gdLst>
                  <a:gd name="T0" fmla="*/ 0 w 2"/>
                  <a:gd name="T1" fmla="*/ 60 h 60"/>
                  <a:gd name="T2" fmla="*/ 0 w 2"/>
                  <a:gd name="T3" fmla="*/ 0 h 60"/>
                  <a:gd name="T4" fmla="*/ 2 w 2"/>
                  <a:gd name="T5" fmla="*/ 0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60">
                    <a:moveTo>
                      <a:pt x="0" y="60"/>
                    </a:moveTo>
                    <a:lnTo>
                      <a:pt x="0" y="0"/>
                    </a:lnTo>
                    <a:lnTo>
                      <a:pt x="2" y="0"/>
                    </a:lnTo>
                  </a:path>
                </a:pathLst>
              </a:custGeom>
              <a:noFill/>
              <a:ln w="19050" cmpd="sng">
                <a:solidFill>
                  <a:schemeClr val="tx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459" name="Freeform 155">
                <a:extLst>
                  <a:ext uri="{FF2B5EF4-FFF2-40B4-BE49-F238E27FC236}">
                    <a16:creationId xmlns:a16="http://schemas.microsoft.com/office/drawing/2014/main" id="{0ADFDC10-2299-4D25-830B-76B3D3474BF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96" y="996"/>
                <a:ext cx="1" cy="432"/>
              </a:xfrm>
              <a:custGeom>
                <a:avLst/>
                <a:gdLst>
                  <a:gd name="T0" fmla="*/ 0 w 2"/>
                  <a:gd name="T1" fmla="*/ 1731 h 1731"/>
                  <a:gd name="T2" fmla="*/ 0 w 2"/>
                  <a:gd name="T3" fmla="*/ 0 h 1731"/>
                  <a:gd name="T4" fmla="*/ 2 w 2"/>
                  <a:gd name="T5" fmla="*/ 0 h 17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1731">
                    <a:moveTo>
                      <a:pt x="0" y="1731"/>
                    </a:moveTo>
                    <a:lnTo>
                      <a:pt x="0" y="0"/>
                    </a:lnTo>
                    <a:lnTo>
                      <a:pt x="2" y="0"/>
                    </a:lnTo>
                  </a:path>
                </a:pathLst>
              </a:custGeom>
              <a:noFill/>
              <a:ln w="19050" cmpd="sng">
                <a:solidFill>
                  <a:schemeClr val="tx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98460" name="Group 156">
              <a:extLst>
                <a:ext uri="{FF2B5EF4-FFF2-40B4-BE49-F238E27FC236}">
                  <a16:creationId xmlns:a16="http://schemas.microsoft.com/office/drawing/2014/main" id="{258FFA5C-F497-489B-A38A-41FE7844D61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07" y="1953"/>
              <a:ext cx="588" cy="1"/>
              <a:chOff x="1361" y="1834"/>
              <a:chExt cx="588" cy="1"/>
            </a:xfrm>
          </p:grpSpPr>
          <p:sp>
            <p:nvSpPr>
              <p:cNvPr id="98461" name="Freeform 157">
                <a:extLst>
                  <a:ext uri="{FF2B5EF4-FFF2-40B4-BE49-F238E27FC236}">
                    <a16:creationId xmlns:a16="http://schemas.microsoft.com/office/drawing/2014/main" id="{ECA69D13-B746-4F38-A853-DC84D39947F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22" y="1834"/>
                <a:ext cx="227" cy="1"/>
              </a:xfrm>
              <a:custGeom>
                <a:avLst/>
                <a:gdLst>
                  <a:gd name="T0" fmla="*/ 907 w 907"/>
                  <a:gd name="T1" fmla="*/ 0 w 907"/>
                  <a:gd name="T2" fmla="*/ 2 w 907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907">
                    <a:moveTo>
                      <a:pt x="907" y="0"/>
                    </a:moveTo>
                    <a:lnTo>
                      <a:pt x="0" y="0"/>
                    </a:lnTo>
                    <a:lnTo>
                      <a:pt x="2" y="0"/>
                    </a:lnTo>
                  </a:path>
                </a:pathLst>
              </a:custGeom>
              <a:noFill/>
              <a:ln w="19050" cmpd="sng">
                <a:solidFill>
                  <a:schemeClr val="tx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462" name="Freeform 158">
                <a:extLst>
                  <a:ext uri="{FF2B5EF4-FFF2-40B4-BE49-F238E27FC236}">
                    <a16:creationId xmlns:a16="http://schemas.microsoft.com/office/drawing/2014/main" id="{363E1331-C0E4-4847-9F67-3AC2320A5F8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61" y="1834"/>
                <a:ext cx="277" cy="1"/>
              </a:xfrm>
              <a:custGeom>
                <a:avLst/>
                <a:gdLst>
                  <a:gd name="T0" fmla="*/ 1105 w 1105"/>
                  <a:gd name="T1" fmla="*/ 0 w 1105"/>
                  <a:gd name="T2" fmla="*/ 1 w 1105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105">
                    <a:moveTo>
                      <a:pt x="1105" y="0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chemeClr val="tx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463" name="Freeform 159">
                <a:extLst>
                  <a:ext uri="{FF2B5EF4-FFF2-40B4-BE49-F238E27FC236}">
                    <a16:creationId xmlns:a16="http://schemas.microsoft.com/office/drawing/2014/main" id="{BF4691FC-462A-479A-8CF7-96DB03BEC03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69" y="1834"/>
                <a:ext cx="22" cy="1"/>
              </a:xfrm>
              <a:custGeom>
                <a:avLst/>
                <a:gdLst>
                  <a:gd name="T0" fmla="*/ 89 w 89"/>
                  <a:gd name="T1" fmla="*/ 0 w 89"/>
                  <a:gd name="T2" fmla="*/ 1 w 89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89">
                    <a:moveTo>
                      <a:pt x="89" y="0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chemeClr val="tx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98464" name="Group 160">
              <a:extLst>
                <a:ext uri="{FF2B5EF4-FFF2-40B4-BE49-F238E27FC236}">
                  <a16:creationId xmlns:a16="http://schemas.microsoft.com/office/drawing/2014/main" id="{0B83707E-A350-40F0-961E-4E65D5C352A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93" y="1872"/>
              <a:ext cx="429" cy="164"/>
              <a:chOff x="1447" y="1753"/>
              <a:chExt cx="429" cy="164"/>
            </a:xfrm>
          </p:grpSpPr>
          <p:sp>
            <p:nvSpPr>
              <p:cNvPr id="98465" name="Freeform 161">
                <a:extLst>
                  <a:ext uri="{FF2B5EF4-FFF2-40B4-BE49-F238E27FC236}">
                    <a16:creationId xmlns:a16="http://schemas.microsoft.com/office/drawing/2014/main" id="{A984BE2C-CE87-4418-9560-53CC38B61E6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0" y="1753"/>
                <a:ext cx="86" cy="1"/>
              </a:xfrm>
              <a:custGeom>
                <a:avLst/>
                <a:gdLst>
                  <a:gd name="T0" fmla="*/ 344 w 344"/>
                  <a:gd name="T1" fmla="*/ 0 w 344"/>
                  <a:gd name="T2" fmla="*/ 1 w 344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344">
                    <a:moveTo>
                      <a:pt x="344" y="0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chemeClr val="tx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466" name="Freeform 162">
                <a:extLst>
                  <a:ext uri="{FF2B5EF4-FFF2-40B4-BE49-F238E27FC236}">
                    <a16:creationId xmlns:a16="http://schemas.microsoft.com/office/drawing/2014/main" id="{D3326E66-2800-4CA4-B9CB-67009CBC085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73" y="1753"/>
                <a:ext cx="93" cy="1"/>
              </a:xfrm>
              <a:custGeom>
                <a:avLst/>
                <a:gdLst>
                  <a:gd name="T0" fmla="*/ 375 w 375"/>
                  <a:gd name="T1" fmla="*/ 0 w 375"/>
                  <a:gd name="T2" fmla="*/ 2 w 375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375">
                    <a:moveTo>
                      <a:pt x="375" y="0"/>
                    </a:moveTo>
                    <a:lnTo>
                      <a:pt x="0" y="0"/>
                    </a:lnTo>
                    <a:lnTo>
                      <a:pt x="2" y="0"/>
                    </a:lnTo>
                  </a:path>
                </a:pathLst>
              </a:custGeom>
              <a:noFill/>
              <a:ln w="19050" cmpd="sng">
                <a:solidFill>
                  <a:schemeClr val="tx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467" name="Freeform 163">
                <a:extLst>
                  <a:ext uri="{FF2B5EF4-FFF2-40B4-BE49-F238E27FC236}">
                    <a16:creationId xmlns:a16="http://schemas.microsoft.com/office/drawing/2014/main" id="{0083FD25-BCA1-4507-AA39-FE4575A564F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56" y="1753"/>
                <a:ext cx="94" cy="1"/>
              </a:xfrm>
              <a:custGeom>
                <a:avLst/>
                <a:gdLst>
                  <a:gd name="T0" fmla="*/ 374 w 374"/>
                  <a:gd name="T1" fmla="*/ 0 w 374"/>
                  <a:gd name="T2" fmla="*/ 1 w 374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374">
                    <a:moveTo>
                      <a:pt x="374" y="0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chemeClr val="tx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468" name="Freeform 164">
                <a:extLst>
                  <a:ext uri="{FF2B5EF4-FFF2-40B4-BE49-F238E27FC236}">
                    <a16:creationId xmlns:a16="http://schemas.microsoft.com/office/drawing/2014/main" id="{D250A23C-556D-4A8A-AAFE-764A9A6B472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47" y="1753"/>
                <a:ext cx="86" cy="1"/>
              </a:xfrm>
              <a:custGeom>
                <a:avLst/>
                <a:gdLst>
                  <a:gd name="T0" fmla="*/ 344 w 344"/>
                  <a:gd name="T1" fmla="*/ 0 w 344"/>
                  <a:gd name="T2" fmla="*/ 1 w 344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344">
                    <a:moveTo>
                      <a:pt x="344" y="0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chemeClr val="tx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469" name="Freeform 165">
                <a:extLst>
                  <a:ext uri="{FF2B5EF4-FFF2-40B4-BE49-F238E27FC236}">
                    <a16:creationId xmlns:a16="http://schemas.microsoft.com/office/drawing/2014/main" id="{70044DE7-E04B-41DD-87A5-D8DCE12CD8A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25" y="1916"/>
                <a:ext cx="51" cy="1"/>
              </a:xfrm>
              <a:custGeom>
                <a:avLst/>
                <a:gdLst>
                  <a:gd name="T0" fmla="*/ 204 w 204"/>
                  <a:gd name="T1" fmla="*/ 0 w 204"/>
                  <a:gd name="T2" fmla="*/ 2 w 204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204">
                    <a:moveTo>
                      <a:pt x="204" y="0"/>
                    </a:moveTo>
                    <a:lnTo>
                      <a:pt x="0" y="0"/>
                    </a:lnTo>
                    <a:lnTo>
                      <a:pt x="2" y="0"/>
                    </a:lnTo>
                  </a:path>
                </a:pathLst>
              </a:custGeom>
              <a:noFill/>
              <a:ln w="19050" cmpd="sng">
                <a:solidFill>
                  <a:schemeClr val="tx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470" name="Freeform 166">
                <a:extLst>
                  <a:ext uri="{FF2B5EF4-FFF2-40B4-BE49-F238E27FC236}">
                    <a16:creationId xmlns:a16="http://schemas.microsoft.com/office/drawing/2014/main" id="{0038B876-5195-49DC-BFCB-4C0E801C6CD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08" y="1916"/>
                <a:ext cx="93" cy="1"/>
              </a:xfrm>
              <a:custGeom>
                <a:avLst/>
                <a:gdLst>
                  <a:gd name="T0" fmla="*/ 373 w 373"/>
                  <a:gd name="T1" fmla="*/ 0 w 373"/>
                  <a:gd name="T2" fmla="*/ 1 w 373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373">
                    <a:moveTo>
                      <a:pt x="373" y="0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chemeClr val="tx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471" name="Freeform 167">
                <a:extLst>
                  <a:ext uri="{FF2B5EF4-FFF2-40B4-BE49-F238E27FC236}">
                    <a16:creationId xmlns:a16="http://schemas.microsoft.com/office/drawing/2014/main" id="{6691C748-AE1D-401C-BD45-AA2AB5C0FB2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91" y="1916"/>
                <a:ext cx="94" cy="1"/>
              </a:xfrm>
              <a:custGeom>
                <a:avLst/>
                <a:gdLst>
                  <a:gd name="T0" fmla="*/ 374 w 374"/>
                  <a:gd name="T1" fmla="*/ 0 w 374"/>
                  <a:gd name="T2" fmla="*/ 1 w 374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374">
                    <a:moveTo>
                      <a:pt x="374" y="0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chemeClr val="tx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472" name="Freeform 168">
                <a:extLst>
                  <a:ext uri="{FF2B5EF4-FFF2-40B4-BE49-F238E27FC236}">
                    <a16:creationId xmlns:a16="http://schemas.microsoft.com/office/drawing/2014/main" id="{D3523D75-E95E-4E15-9CEE-F0BB1D055E8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17" y="1916"/>
                <a:ext cx="51" cy="1"/>
              </a:xfrm>
              <a:custGeom>
                <a:avLst/>
                <a:gdLst>
                  <a:gd name="T0" fmla="*/ 203 w 203"/>
                  <a:gd name="T1" fmla="*/ 0 w 203"/>
                  <a:gd name="T2" fmla="*/ 1 w 203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203">
                    <a:moveTo>
                      <a:pt x="203" y="0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chemeClr val="tx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473" name="Freeform 169">
                <a:extLst>
                  <a:ext uri="{FF2B5EF4-FFF2-40B4-BE49-F238E27FC236}">
                    <a16:creationId xmlns:a16="http://schemas.microsoft.com/office/drawing/2014/main" id="{4F8D7C21-5BCE-418F-B6EE-75B578F08CA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17" y="1773"/>
                <a:ext cx="47" cy="1"/>
              </a:xfrm>
              <a:custGeom>
                <a:avLst/>
                <a:gdLst>
                  <a:gd name="T0" fmla="*/ 188 w 188"/>
                  <a:gd name="T1" fmla="*/ 0 w 188"/>
                  <a:gd name="T2" fmla="*/ 1 w 188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88">
                    <a:moveTo>
                      <a:pt x="188" y="0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chemeClr val="tx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474" name="Freeform 170">
                <a:extLst>
                  <a:ext uri="{FF2B5EF4-FFF2-40B4-BE49-F238E27FC236}">
                    <a16:creationId xmlns:a16="http://schemas.microsoft.com/office/drawing/2014/main" id="{1F65A699-6DA7-40DC-9F5F-E530AD90E9B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47" y="1773"/>
                <a:ext cx="47" cy="1"/>
              </a:xfrm>
              <a:custGeom>
                <a:avLst/>
                <a:gdLst>
                  <a:gd name="T0" fmla="*/ 189 w 189"/>
                  <a:gd name="T1" fmla="*/ 0 w 189"/>
                  <a:gd name="T2" fmla="*/ 1 w 189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89">
                    <a:moveTo>
                      <a:pt x="189" y="0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chemeClr val="tx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475" name="Freeform 171">
                <a:extLst>
                  <a:ext uri="{FF2B5EF4-FFF2-40B4-BE49-F238E27FC236}">
                    <a16:creationId xmlns:a16="http://schemas.microsoft.com/office/drawing/2014/main" id="{72E8FCFB-3786-49FE-BFDB-C45D5CAF00D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17" y="1896"/>
                <a:ext cx="47" cy="1"/>
              </a:xfrm>
              <a:custGeom>
                <a:avLst/>
                <a:gdLst>
                  <a:gd name="T0" fmla="*/ 188 w 188"/>
                  <a:gd name="T1" fmla="*/ 0 w 188"/>
                  <a:gd name="T2" fmla="*/ 1 w 188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88">
                    <a:moveTo>
                      <a:pt x="188" y="0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chemeClr val="tx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476" name="Freeform 172">
                <a:extLst>
                  <a:ext uri="{FF2B5EF4-FFF2-40B4-BE49-F238E27FC236}">
                    <a16:creationId xmlns:a16="http://schemas.microsoft.com/office/drawing/2014/main" id="{E70BFC36-ECF0-45E0-8813-BED0F6F5855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47" y="1896"/>
                <a:ext cx="47" cy="1"/>
              </a:xfrm>
              <a:custGeom>
                <a:avLst/>
                <a:gdLst>
                  <a:gd name="T0" fmla="*/ 189 w 189"/>
                  <a:gd name="T1" fmla="*/ 0 w 189"/>
                  <a:gd name="T2" fmla="*/ 1 w 189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89">
                    <a:moveTo>
                      <a:pt x="189" y="0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chemeClr val="tx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477" name="Freeform 173">
                <a:extLst>
                  <a:ext uri="{FF2B5EF4-FFF2-40B4-BE49-F238E27FC236}">
                    <a16:creationId xmlns:a16="http://schemas.microsoft.com/office/drawing/2014/main" id="{20EB952A-E459-48DE-ADFD-04E5D34B7F2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47" y="1916"/>
                <a:ext cx="45" cy="1"/>
              </a:xfrm>
              <a:custGeom>
                <a:avLst/>
                <a:gdLst>
                  <a:gd name="T0" fmla="*/ 180 w 180"/>
                  <a:gd name="T1" fmla="*/ 0 w 180"/>
                  <a:gd name="T2" fmla="*/ 1 w 180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80">
                    <a:moveTo>
                      <a:pt x="180" y="0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chemeClr val="tx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98478" name="Group 174">
              <a:extLst>
                <a:ext uri="{FF2B5EF4-FFF2-40B4-BE49-F238E27FC236}">
                  <a16:creationId xmlns:a16="http://schemas.microsoft.com/office/drawing/2014/main" id="{3A785EE1-81A5-40FB-B56E-79645AE5D62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42" y="2664"/>
              <a:ext cx="1" cy="1145"/>
              <a:chOff x="2096" y="2545"/>
              <a:chExt cx="1" cy="1145"/>
            </a:xfrm>
          </p:grpSpPr>
          <p:sp>
            <p:nvSpPr>
              <p:cNvPr id="98479" name="Freeform 175">
                <a:extLst>
                  <a:ext uri="{FF2B5EF4-FFF2-40B4-BE49-F238E27FC236}">
                    <a16:creationId xmlns:a16="http://schemas.microsoft.com/office/drawing/2014/main" id="{76943C97-D04E-4167-8759-34AB4D507DE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96" y="3283"/>
                <a:ext cx="1" cy="407"/>
              </a:xfrm>
              <a:custGeom>
                <a:avLst/>
                <a:gdLst>
                  <a:gd name="T0" fmla="*/ 0 w 2"/>
                  <a:gd name="T1" fmla="*/ 1630 h 1630"/>
                  <a:gd name="T2" fmla="*/ 0 w 2"/>
                  <a:gd name="T3" fmla="*/ 0 h 1630"/>
                  <a:gd name="T4" fmla="*/ 2 w 2"/>
                  <a:gd name="T5" fmla="*/ 0 h 16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1630">
                    <a:moveTo>
                      <a:pt x="0" y="1630"/>
                    </a:moveTo>
                    <a:lnTo>
                      <a:pt x="0" y="0"/>
                    </a:lnTo>
                    <a:lnTo>
                      <a:pt x="2" y="0"/>
                    </a:lnTo>
                  </a:path>
                </a:pathLst>
              </a:custGeom>
              <a:noFill/>
              <a:ln w="19050" cmpd="sng">
                <a:solidFill>
                  <a:schemeClr val="tx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480" name="Freeform 176">
                <a:extLst>
                  <a:ext uri="{FF2B5EF4-FFF2-40B4-BE49-F238E27FC236}">
                    <a16:creationId xmlns:a16="http://schemas.microsoft.com/office/drawing/2014/main" id="{4743575F-42B7-4B27-99A0-FFBB21F11B5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96" y="3240"/>
                <a:ext cx="1" cy="17"/>
              </a:xfrm>
              <a:custGeom>
                <a:avLst/>
                <a:gdLst>
                  <a:gd name="T0" fmla="*/ 0 w 2"/>
                  <a:gd name="T1" fmla="*/ 67 h 67"/>
                  <a:gd name="T2" fmla="*/ 0 w 2"/>
                  <a:gd name="T3" fmla="*/ 0 h 67"/>
                  <a:gd name="T4" fmla="*/ 2 w 2"/>
                  <a:gd name="T5" fmla="*/ 0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67">
                    <a:moveTo>
                      <a:pt x="0" y="67"/>
                    </a:moveTo>
                    <a:lnTo>
                      <a:pt x="0" y="0"/>
                    </a:lnTo>
                    <a:lnTo>
                      <a:pt x="2" y="0"/>
                    </a:lnTo>
                  </a:path>
                </a:pathLst>
              </a:custGeom>
              <a:noFill/>
              <a:ln w="19050" cmpd="sng">
                <a:solidFill>
                  <a:schemeClr val="tx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481" name="Freeform 177">
                <a:extLst>
                  <a:ext uri="{FF2B5EF4-FFF2-40B4-BE49-F238E27FC236}">
                    <a16:creationId xmlns:a16="http://schemas.microsoft.com/office/drawing/2014/main" id="{A57DD407-6578-45AB-8D2B-81019AC017F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96" y="2758"/>
                <a:ext cx="1" cy="453"/>
              </a:xfrm>
              <a:custGeom>
                <a:avLst/>
                <a:gdLst>
                  <a:gd name="T0" fmla="*/ 0 w 2"/>
                  <a:gd name="T1" fmla="*/ 1809 h 1809"/>
                  <a:gd name="T2" fmla="*/ 0 w 2"/>
                  <a:gd name="T3" fmla="*/ 0 h 1809"/>
                  <a:gd name="T4" fmla="*/ 2 w 2"/>
                  <a:gd name="T5" fmla="*/ 0 h 18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1809">
                    <a:moveTo>
                      <a:pt x="0" y="1809"/>
                    </a:moveTo>
                    <a:lnTo>
                      <a:pt x="0" y="0"/>
                    </a:lnTo>
                    <a:lnTo>
                      <a:pt x="2" y="0"/>
                    </a:lnTo>
                  </a:path>
                </a:pathLst>
              </a:custGeom>
              <a:noFill/>
              <a:ln w="19050" cmpd="sng">
                <a:solidFill>
                  <a:schemeClr val="tx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482" name="Freeform 178">
                <a:extLst>
                  <a:ext uri="{FF2B5EF4-FFF2-40B4-BE49-F238E27FC236}">
                    <a16:creationId xmlns:a16="http://schemas.microsoft.com/office/drawing/2014/main" id="{A7943709-976B-4C9C-A836-69C7C5F8BA8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96" y="2716"/>
                <a:ext cx="1" cy="17"/>
              </a:xfrm>
              <a:custGeom>
                <a:avLst/>
                <a:gdLst>
                  <a:gd name="T0" fmla="*/ 0 w 2"/>
                  <a:gd name="T1" fmla="*/ 67 h 67"/>
                  <a:gd name="T2" fmla="*/ 0 w 2"/>
                  <a:gd name="T3" fmla="*/ 0 h 67"/>
                  <a:gd name="T4" fmla="*/ 2 w 2"/>
                  <a:gd name="T5" fmla="*/ 0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67">
                    <a:moveTo>
                      <a:pt x="0" y="67"/>
                    </a:moveTo>
                    <a:lnTo>
                      <a:pt x="0" y="0"/>
                    </a:lnTo>
                    <a:lnTo>
                      <a:pt x="2" y="0"/>
                    </a:lnTo>
                  </a:path>
                </a:pathLst>
              </a:custGeom>
              <a:noFill/>
              <a:ln w="19050" cmpd="sng">
                <a:solidFill>
                  <a:schemeClr val="tx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483" name="Freeform 179">
                <a:extLst>
                  <a:ext uri="{FF2B5EF4-FFF2-40B4-BE49-F238E27FC236}">
                    <a16:creationId xmlns:a16="http://schemas.microsoft.com/office/drawing/2014/main" id="{A27D2E07-35ED-4829-A28C-98EC2149F8E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96" y="2545"/>
                <a:ext cx="1" cy="146"/>
              </a:xfrm>
              <a:custGeom>
                <a:avLst/>
                <a:gdLst>
                  <a:gd name="T0" fmla="*/ 0 w 1"/>
                  <a:gd name="T1" fmla="*/ 146 h 146"/>
                  <a:gd name="T2" fmla="*/ 0 w 1"/>
                  <a:gd name="T3" fmla="*/ 47 h 146"/>
                  <a:gd name="T4" fmla="*/ 1 w 1"/>
                  <a:gd name="T5" fmla="*/ 0 h 1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46">
                    <a:moveTo>
                      <a:pt x="0" y="146"/>
                    </a:moveTo>
                    <a:lnTo>
                      <a:pt x="0" y="47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chemeClr val="tx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98484" name="Group 180">
              <a:extLst>
                <a:ext uri="{FF2B5EF4-FFF2-40B4-BE49-F238E27FC236}">
                  <a16:creationId xmlns:a16="http://schemas.microsoft.com/office/drawing/2014/main" id="{AFC0601A-EC7E-4AD6-A979-1261FA8EA62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07" y="1499"/>
              <a:ext cx="346" cy="1"/>
              <a:chOff x="2261" y="1380"/>
              <a:chExt cx="346" cy="1"/>
            </a:xfrm>
          </p:grpSpPr>
          <p:sp>
            <p:nvSpPr>
              <p:cNvPr id="98485" name="Freeform 181">
                <a:extLst>
                  <a:ext uri="{FF2B5EF4-FFF2-40B4-BE49-F238E27FC236}">
                    <a16:creationId xmlns:a16="http://schemas.microsoft.com/office/drawing/2014/main" id="{06584E22-8AC8-443D-8E59-B4D6A7A2DA5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61" y="1380"/>
                <a:ext cx="156" cy="1"/>
              </a:xfrm>
              <a:custGeom>
                <a:avLst/>
                <a:gdLst>
                  <a:gd name="T0" fmla="*/ 0 w 626"/>
                  <a:gd name="T1" fmla="*/ 625 w 626"/>
                  <a:gd name="T2" fmla="*/ 626 w 626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626">
                    <a:moveTo>
                      <a:pt x="0" y="0"/>
                    </a:moveTo>
                    <a:lnTo>
                      <a:pt x="625" y="0"/>
                    </a:lnTo>
                    <a:lnTo>
                      <a:pt x="626" y="0"/>
                    </a:lnTo>
                  </a:path>
                </a:pathLst>
              </a:custGeom>
              <a:noFill/>
              <a:ln w="19050" cmpd="sng">
                <a:solidFill>
                  <a:schemeClr val="tx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486" name="Freeform 182">
                <a:extLst>
                  <a:ext uri="{FF2B5EF4-FFF2-40B4-BE49-F238E27FC236}">
                    <a16:creationId xmlns:a16="http://schemas.microsoft.com/office/drawing/2014/main" id="{2045E147-55AA-4F6E-A698-FD7A3948CC4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57" y="1380"/>
                <a:ext cx="16" cy="1"/>
              </a:xfrm>
              <a:custGeom>
                <a:avLst/>
                <a:gdLst>
                  <a:gd name="T0" fmla="*/ 0 w 65"/>
                  <a:gd name="T1" fmla="*/ 64 w 65"/>
                  <a:gd name="T2" fmla="*/ 65 w 65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65">
                    <a:moveTo>
                      <a:pt x="0" y="0"/>
                    </a:moveTo>
                    <a:lnTo>
                      <a:pt x="64" y="0"/>
                    </a:lnTo>
                    <a:lnTo>
                      <a:pt x="65" y="0"/>
                    </a:lnTo>
                  </a:path>
                </a:pathLst>
              </a:custGeom>
              <a:noFill/>
              <a:ln w="19050" cmpd="sng">
                <a:solidFill>
                  <a:schemeClr val="tx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487" name="Freeform 183">
                <a:extLst>
                  <a:ext uri="{FF2B5EF4-FFF2-40B4-BE49-F238E27FC236}">
                    <a16:creationId xmlns:a16="http://schemas.microsoft.com/office/drawing/2014/main" id="{2DDE9754-34CA-4BB8-9566-28DC1916108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09" y="1380"/>
                <a:ext cx="98" cy="1"/>
              </a:xfrm>
              <a:custGeom>
                <a:avLst/>
                <a:gdLst>
                  <a:gd name="T0" fmla="*/ 0 w 392"/>
                  <a:gd name="T1" fmla="*/ 391 w 392"/>
                  <a:gd name="T2" fmla="*/ 392 w 392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392">
                    <a:moveTo>
                      <a:pt x="0" y="0"/>
                    </a:moveTo>
                    <a:lnTo>
                      <a:pt x="391" y="0"/>
                    </a:lnTo>
                    <a:lnTo>
                      <a:pt x="392" y="0"/>
                    </a:lnTo>
                  </a:path>
                </a:pathLst>
              </a:custGeom>
              <a:noFill/>
              <a:ln w="19050" cmpd="sng">
                <a:solidFill>
                  <a:schemeClr val="tx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98488" name="Freeform 184">
              <a:extLst>
                <a:ext uri="{FF2B5EF4-FFF2-40B4-BE49-F238E27FC236}">
                  <a16:creationId xmlns:a16="http://schemas.microsoft.com/office/drawing/2014/main" id="{E66C6CCA-AD80-462E-859C-7C8BBE3C125C}"/>
                </a:ext>
              </a:extLst>
            </p:cNvPr>
            <p:cNvSpPr>
              <a:spLocks/>
            </p:cNvSpPr>
            <p:nvPr/>
          </p:nvSpPr>
          <p:spPr bwMode="auto">
            <a:xfrm>
              <a:off x="710" y="3073"/>
              <a:ext cx="63" cy="1"/>
            </a:xfrm>
            <a:custGeom>
              <a:avLst/>
              <a:gdLst>
                <a:gd name="T0" fmla="*/ 252 w 252"/>
                <a:gd name="T1" fmla="*/ 0 w 252"/>
                <a:gd name="T2" fmla="*/ 2 w 25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252">
                  <a:moveTo>
                    <a:pt x="252" y="0"/>
                  </a:moveTo>
                  <a:lnTo>
                    <a:pt x="0" y="0"/>
                  </a:lnTo>
                  <a:lnTo>
                    <a:pt x="2" y="0"/>
                  </a:lnTo>
                </a:path>
              </a:pathLst>
            </a:custGeom>
            <a:noFill/>
            <a:ln w="38100" cmpd="sng">
              <a:solidFill>
                <a:schemeClr val="tx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8489" name="Freeform 185">
              <a:extLst>
                <a:ext uri="{FF2B5EF4-FFF2-40B4-BE49-F238E27FC236}">
                  <a16:creationId xmlns:a16="http://schemas.microsoft.com/office/drawing/2014/main" id="{3E327887-E42E-4303-A7F9-6A5DA22C49F6}"/>
                </a:ext>
              </a:extLst>
            </p:cNvPr>
            <p:cNvSpPr>
              <a:spLocks/>
            </p:cNvSpPr>
            <p:nvPr/>
          </p:nvSpPr>
          <p:spPr bwMode="auto">
            <a:xfrm>
              <a:off x="710" y="3398"/>
              <a:ext cx="63" cy="1"/>
            </a:xfrm>
            <a:custGeom>
              <a:avLst/>
              <a:gdLst>
                <a:gd name="T0" fmla="*/ 252 w 252"/>
                <a:gd name="T1" fmla="*/ 0 w 252"/>
                <a:gd name="T2" fmla="*/ 2 w 25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252">
                  <a:moveTo>
                    <a:pt x="252" y="0"/>
                  </a:moveTo>
                  <a:lnTo>
                    <a:pt x="0" y="0"/>
                  </a:lnTo>
                  <a:lnTo>
                    <a:pt x="2" y="0"/>
                  </a:lnTo>
                </a:path>
              </a:pathLst>
            </a:custGeom>
            <a:noFill/>
            <a:ln w="38100" cmpd="sng">
              <a:solidFill>
                <a:schemeClr val="tx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8490" name="Freeform 186">
              <a:extLst>
                <a:ext uri="{FF2B5EF4-FFF2-40B4-BE49-F238E27FC236}">
                  <a16:creationId xmlns:a16="http://schemas.microsoft.com/office/drawing/2014/main" id="{49C884C3-2C3C-4DDC-B35A-665C6F80D6DF}"/>
                </a:ext>
              </a:extLst>
            </p:cNvPr>
            <p:cNvSpPr>
              <a:spLocks/>
            </p:cNvSpPr>
            <p:nvPr/>
          </p:nvSpPr>
          <p:spPr bwMode="auto">
            <a:xfrm>
              <a:off x="557" y="3515"/>
              <a:ext cx="192" cy="1"/>
            </a:xfrm>
            <a:custGeom>
              <a:avLst/>
              <a:gdLst>
                <a:gd name="T0" fmla="*/ 0 w 769"/>
                <a:gd name="T1" fmla="*/ 768 w 769"/>
                <a:gd name="T2" fmla="*/ 769 w 769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769">
                  <a:moveTo>
                    <a:pt x="0" y="0"/>
                  </a:moveTo>
                  <a:lnTo>
                    <a:pt x="768" y="0"/>
                  </a:lnTo>
                  <a:lnTo>
                    <a:pt x="769" y="0"/>
                  </a:lnTo>
                </a:path>
              </a:pathLst>
            </a:custGeom>
            <a:noFill/>
            <a:ln w="19050" cmpd="sng">
              <a:solidFill>
                <a:schemeClr val="tx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8491" name="Freeform 187">
              <a:extLst>
                <a:ext uri="{FF2B5EF4-FFF2-40B4-BE49-F238E27FC236}">
                  <a16:creationId xmlns:a16="http://schemas.microsoft.com/office/drawing/2014/main" id="{39498D46-3B44-4B01-AE7E-20EB29705E12}"/>
                </a:ext>
              </a:extLst>
            </p:cNvPr>
            <p:cNvSpPr>
              <a:spLocks/>
            </p:cNvSpPr>
            <p:nvPr/>
          </p:nvSpPr>
          <p:spPr bwMode="auto">
            <a:xfrm>
              <a:off x="557" y="2956"/>
              <a:ext cx="192" cy="1"/>
            </a:xfrm>
            <a:custGeom>
              <a:avLst/>
              <a:gdLst>
                <a:gd name="T0" fmla="*/ 0 w 769"/>
                <a:gd name="T1" fmla="*/ 768 w 769"/>
                <a:gd name="T2" fmla="*/ 769 w 769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769">
                  <a:moveTo>
                    <a:pt x="0" y="0"/>
                  </a:moveTo>
                  <a:lnTo>
                    <a:pt x="768" y="0"/>
                  </a:lnTo>
                  <a:lnTo>
                    <a:pt x="769" y="0"/>
                  </a:lnTo>
                </a:path>
              </a:pathLst>
            </a:custGeom>
            <a:noFill/>
            <a:ln w="19050" cmpd="sng">
              <a:solidFill>
                <a:schemeClr val="tx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98492" name="Group 188">
              <a:extLst>
                <a:ext uri="{FF2B5EF4-FFF2-40B4-BE49-F238E27FC236}">
                  <a16:creationId xmlns:a16="http://schemas.microsoft.com/office/drawing/2014/main" id="{99E832AB-C62C-499F-99A2-C486C6E286E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93" y="2897"/>
              <a:ext cx="117" cy="122"/>
              <a:chOff x="1447" y="2778"/>
              <a:chExt cx="117" cy="122"/>
            </a:xfrm>
          </p:grpSpPr>
          <p:sp>
            <p:nvSpPr>
              <p:cNvPr id="98493" name="Freeform 189">
                <a:extLst>
                  <a:ext uri="{FF2B5EF4-FFF2-40B4-BE49-F238E27FC236}">
                    <a16:creationId xmlns:a16="http://schemas.microsoft.com/office/drawing/2014/main" id="{C996370A-2B39-4D0A-A8D1-BC7D60F4F01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47" y="2778"/>
                <a:ext cx="47" cy="1"/>
              </a:xfrm>
              <a:custGeom>
                <a:avLst/>
                <a:gdLst>
                  <a:gd name="T0" fmla="*/ 0 w 190"/>
                  <a:gd name="T1" fmla="*/ 189 w 190"/>
                  <a:gd name="T2" fmla="*/ 190 w 190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90">
                    <a:moveTo>
                      <a:pt x="0" y="0"/>
                    </a:moveTo>
                    <a:lnTo>
                      <a:pt x="189" y="0"/>
                    </a:lnTo>
                    <a:lnTo>
                      <a:pt x="190" y="0"/>
                    </a:lnTo>
                  </a:path>
                </a:pathLst>
              </a:custGeom>
              <a:noFill/>
              <a:ln w="19050" cmpd="sng">
                <a:solidFill>
                  <a:schemeClr val="tx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494" name="Freeform 190">
                <a:extLst>
                  <a:ext uri="{FF2B5EF4-FFF2-40B4-BE49-F238E27FC236}">
                    <a16:creationId xmlns:a16="http://schemas.microsoft.com/office/drawing/2014/main" id="{9FA1AC38-3385-4DCC-BF46-88E66E95A87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17" y="2778"/>
                <a:ext cx="47" cy="1"/>
              </a:xfrm>
              <a:custGeom>
                <a:avLst/>
                <a:gdLst>
                  <a:gd name="T0" fmla="*/ 0 w 190"/>
                  <a:gd name="T1" fmla="*/ 188 w 190"/>
                  <a:gd name="T2" fmla="*/ 190 w 190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90">
                    <a:moveTo>
                      <a:pt x="0" y="0"/>
                    </a:moveTo>
                    <a:lnTo>
                      <a:pt x="188" y="0"/>
                    </a:lnTo>
                    <a:lnTo>
                      <a:pt x="190" y="0"/>
                    </a:lnTo>
                  </a:path>
                </a:pathLst>
              </a:custGeom>
              <a:noFill/>
              <a:ln w="19050" cmpd="sng">
                <a:solidFill>
                  <a:schemeClr val="tx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495" name="Freeform 191">
                <a:extLst>
                  <a:ext uri="{FF2B5EF4-FFF2-40B4-BE49-F238E27FC236}">
                    <a16:creationId xmlns:a16="http://schemas.microsoft.com/office/drawing/2014/main" id="{EBEC0052-4F73-44B5-A92F-3FFEF0EECEB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47" y="2899"/>
                <a:ext cx="47" cy="1"/>
              </a:xfrm>
              <a:custGeom>
                <a:avLst/>
                <a:gdLst>
                  <a:gd name="T0" fmla="*/ 0 w 190"/>
                  <a:gd name="T1" fmla="*/ 189 w 190"/>
                  <a:gd name="T2" fmla="*/ 190 w 190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90">
                    <a:moveTo>
                      <a:pt x="0" y="0"/>
                    </a:moveTo>
                    <a:lnTo>
                      <a:pt x="189" y="0"/>
                    </a:lnTo>
                    <a:lnTo>
                      <a:pt x="190" y="0"/>
                    </a:lnTo>
                  </a:path>
                </a:pathLst>
              </a:custGeom>
              <a:noFill/>
              <a:ln w="19050" cmpd="sng">
                <a:solidFill>
                  <a:schemeClr val="tx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496" name="Freeform 192">
                <a:extLst>
                  <a:ext uri="{FF2B5EF4-FFF2-40B4-BE49-F238E27FC236}">
                    <a16:creationId xmlns:a16="http://schemas.microsoft.com/office/drawing/2014/main" id="{6A421518-A568-4B1D-93FF-EAB9AC53394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17" y="2899"/>
                <a:ext cx="47" cy="1"/>
              </a:xfrm>
              <a:custGeom>
                <a:avLst/>
                <a:gdLst>
                  <a:gd name="T0" fmla="*/ 0 w 190"/>
                  <a:gd name="T1" fmla="*/ 188 w 190"/>
                  <a:gd name="T2" fmla="*/ 190 w 190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90">
                    <a:moveTo>
                      <a:pt x="0" y="0"/>
                    </a:moveTo>
                    <a:lnTo>
                      <a:pt x="188" y="0"/>
                    </a:lnTo>
                    <a:lnTo>
                      <a:pt x="190" y="0"/>
                    </a:lnTo>
                  </a:path>
                </a:pathLst>
              </a:custGeom>
              <a:noFill/>
              <a:ln w="19050" cmpd="sng">
                <a:solidFill>
                  <a:schemeClr val="tx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98497" name="Group 193">
              <a:extLst>
                <a:ext uri="{FF2B5EF4-FFF2-40B4-BE49-F238E27FC236}">
                  <a16:creationId xmlns:a16="http://schemas.microsoft.com/office/drawing/2014/main" id="{0AADD6AD-34A6-4998-9D2D-A018169AB1E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93" y="3453"/>
              <a:ext cx="117" cy="123"/>
              <a:chOff x="1447" y="3334"/>
              <a:chExt cx="117" cy="123"/>
            </a:xfrm>
          </p:grpSpPr>
          <p:sp>
            <p:nvSpPr>
              <p:cNvPr id="98498" name="Freeform 194">
                <a:extLst>
                  <a:ext uri="{FF2B5EF4-FFF2-40B4-BE49-F238E27FC236}">
                    <a16:creationId xmlns:a16="http://schemas.microsoft.com/office/drawing/2014/main" id="{C16B27C6-D8EB-4063-A6FA-D61E551EDC2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47" y="3334"/>
                <a:ext cx="47" cy="1"/>
              </a:xfrm>
              <a:custGeom>
                <a:avLst/>
                <a:gdLst>
                  <a:gd name="T0" fmla="*/ 0 w 190"/>
                  <a:gd name="T1" fmla="*/ 189 w 190"/>
                  <a:gd name="T2" fmla="*/ 190 w 190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90">
                    <a:moveTo>
                      <a:pt x="0" y="0"/>
                    </a:moveTo>
                    <a:lnTo>
                      <a:pt x="189" y="0"/>
                    </a:lnTo>
                    <a:lnTo>
                      <a:pt x="190" y="0"/>
                    </a:lnTo>
                  </a:path>
                </a:pathLst>
              </a:custGeom>
              <a:noFill/>
              <a:ln w="19050" cmpd="sng">
                <a:solidFill>
                  <a:schemeClr val="tx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499" name="Freeform 195">
                <a:extLst>
                  <a:ext uri="{FF2B5EF4-FFF2-40B4-BE49-F238E27FC236}">
                    <a16:creationId xmlns:a16="http://schemas.microsoft.com/office/drawing/2014/main" id="{0731A7D7-292E-40CF-8585-DE05CD14954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17" y="3334"/>
                <a:ext cx="47" cy="1"/>
              </a:xfrm>
              <a:custGeom>
                <a:avLst/>
                <a:gdLst>
                  <a:gd name="T0" fmla="*/ 0 w 190"/>
                  <a:gd name="T1" fmla="*/ 188 w 190"/>
                  <a:gd name="T2" fmla="*/ 190 w 190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90">
                    <a:moveTo>
                      <a:pt x="0" y="0"/>
                    </a:moveTo>
                    <a:lnTo>
                      <a:pt x="188" y="0"/>
                    </a:lnTo>
                    <a:lnTo>
                      <a:pt x="190" y="0"/>
                    </a:lnTo>
                  </a:path>
                </a:pathLst>
              </a:custGeom>
              <a:noFill/>
              <a:ln w="19050" cmpd="sng">
                <a:solidFill>
                  <a:schemeClr val="tx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500" name="Freeform 196">
                <a:extLst>
                  <a:ext uri="{FF2B5EF4-FFF2-40B4-BE49-F238E27FC236}">
                    <a16:creationId xmlns:a16="http://schemas.microsoft.com/office/drawing/2014/main" id="{7CDECA9E-6A17-40CB-873B-03A46E6A89B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47" y="3456"/>
                <a:ext cx="47" cy="1"/>
              </a:xfrm>
              <a:custGeom>
                <a:avLst/>
                <a:gdLst>
                  <a:gd name="T0" fmla="*/ 0 w 190"/>
                  <a:gd name="T1" fmla="*/ 189 w 190"/>
                  <a:gd name="T2" fmla="*/ 190 w 190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90">
                    <a:moveTo>
                      <a:pt x="0" y="0"/>
                    </a:moveTo>
                    <a:lnTo>
                      <a:pt x="189" y="0"/>
                    </a:lnTo>
                    <a:lnTo>
                      <a:pt x="190" y="0"/>
                    </a:lnTo>
                  </a:path>
                </a:pathLst>
              </a:custGeom>
              <a:noFill/>
              <a:ln w="19050" cmpd="sng">
                <a:solidFill>
                  <a:schemeClr val="tx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501" name="Freeform 197">
                <a:extLst>
                  <a:ext uri="{FF2B5EF4-FFF2-40B4-BE49-F238E27FC236}">
                    <a16:creationId xmlns:a16="http://schemas.microsoft.com/office/drawing/2014/main" id="{076759B8-3445-49B3-9904-250EB235CC8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17" y="3456"/>
                <a:ext cx="47" cy="1"/>
              </a:xfrm>
              <a:custGeom>
                <a:avLst/>
                <a:gdLst>
                  <a:gd name="T0" fmla="*/ 0 w 190"/>
                  <a:gd name="T1" fmla="*/ 188 w 190"/>
                  <a:gd name="T2" fmla="*/ 190 w 190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90">
                    <a:moveTo>
                      <a:pt x="0" y="0"/>
                    </a:moveTo>
                    <a:lnTo>
                      <a:pt x="188" y="0"/>
                    </a:lnTo>
                    <a:lnTo>
                      <a:pt x="190" y="0"/>
                    </a:lnTo>
                  </a:path>
                </a:pathLst>
              </a:custGeom>
              <a:noFill/>
              <a:ln w="19050" cmpd="sng">
                <a:solidFill>
                  <a:schemeClr val="tx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98502" name="Group 198">
              <a:extLst>
                <a:ext uri="{FF2B5EF4-FFF2-40B4-BE49-F238E27FC236}">
                  <a16:creationId xmlns:a16="http://schemas.microsoft.com/office/drawing/2014/main" id="{2AE88146-D0A1-4499-AB6B-9863EF7D6D2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03" y="1157"/>
              <a:ext cx="1" cy="282"/>
              <a:chOff x="1757" y="1038"/>
              <a:chExt cx="1" cy="282"/>
            </a:xfrm>
          </p:grpSpPr>
          <p:sp>
            <p:nvSpPr>
              <p:cNvPr id="98503" name="Freeform 199">
                <a:extLst>
                  <a:ext uri="{FF2B5EF4-FFF2-40B4-BE49-F238E27FC236}">
                    <a16:creationId xmlns:a16="http://schemas.microsoft.com/office/drawing/2014/main" id="{EE5D35B7-5B8A-49C1-97A5-788F06314DC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7" y="1218"/>
                <a:ext cx="1" cy="102"/>
              </a:xfrm>
              <a:custGeom>
                <a:avLst/>
                <a:gdLst>
                  <a:gd name="T0" fmla="*/ 0 w 1"/>
                  <a:gd name="T1" fmla="*/ 410 h 410"/>
                  <a:gd name="T2" fmla="*/ 0 w 1"/>
                  <a:gd name="T3" fmla="*/ 0 h 410"/>
                  <a:gd name="T4" fmla="*/ 1 w 1"/>
                  <a:gd name="T5" fmla="*/ 0 h 4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410">
                    <a:moveTo>
                      <a:pt x="0" y="410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chemeClr val="tx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504" name="Freeform 200">
                <a:extLst>
                  <a:ext uri="{FF2B5EF4-FFF2-40B4-BE49-F238E27FC236}">
                    <a16:creationId xmlns:a16="http://schemas.microsoft.com/office/drawing/2014/main" id="{61130425-E925-4AD7-89DC-B0DD97E96A1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7" y="1179"/>
                <a:ext cx="1" cy="13"/>
              </a:xfrm>
              <a:custGeom>
                <a:avLst/>
                <a:gdLst>
                  <a:gd name="T0" fmla="*/ 0 w 1"/>
                  <a:gd name="T1" fmla="*/ 52 h 52"/>
                  <a:gd name="T2" fmla="*/ 0 w 1"/>
                  <a:gd name="T3" fmla="*/ 0 h 52"/>
                  <a:gd name="T4" fmla="*/ 1 w 1"/>
                  <a:gd name="T5" fmla="*/ 0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52">
                    <a:moveTo>
                      <a:pt x="0" y="52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chemeClr val="tx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505" name="Freeform 201">
                <a:extLst>
                  <a:ext uri="{FF2B5EF4-FFF2-40B4-BE49-F238E27FC236}">
                    <a16:creationId xmlns:a16="http://schemas.microsoft.com/office/drawing/2014/main" id="{F3373A3C-EF11-47E2-9D86-C5194B2F5B7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7" y="1038"/>
                <a:ext cx="1" cy="120"/>
              </a:xfrm>
              <a:custGeom>
                <a:avLst/>
                <a:gdLst>
                  <a:gd name="T0" fmla="*/ 0 w 1"/>
                  <a:gd name="T1" fmla="*/ 480 h 480"/>
                  <a:gd name="T2" fmla="*/ 0 w 1"/>
                  <a:gd name="T3" fmla="*/ 0 h 480"/>
                  <a:gd name="T4" fmla="*/ 1 w 1"/>
                  <a:gd name="T5" fmla="*/ 0 h 4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480">
                    <a:moveTo>
                      <a:pt x="0" y="480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chemeClr val="tx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98506" name="Group 202">
              <a:extLst>
                <a:ext uri="{FF2B5EF4-FFF2-40B4-BE49-F238E27FC236}">
                  <a16:creationId xmlns:a16="http://schemas.microsoft.com/office/drawing/2014/main" id="{C074D994-7D79-4115-ABA3-B0198DDB240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80" y="1157"/>
              <a:ext cx="1" cy="299"/>
              <a:chOff x="2434" y="1038"/>
              <a:chExt cx="1" cy="299"/>
            </a:xfrm>
          </p:grpSpPr>
          <p:sp>
            <p:nvSpPr>
              <p:cNvPr id="98507" name="Freeform 203">
                <a:extLst>
                  <a:ext uri="{FF2B5EF4-FFF2-40B4-BE49-F238E27FC236}">
                    <a16:creationId xmlns:a16="http://schemas.microsoft.com/office/drawing/2014/main" id="{62525E47-FFAA-4F64-BC85-14CF7CFF754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34" y="1209"/>
                <a:ext cx="1" cy="128"/>
              </a:xfrm>
              <a:custGeom>
                <a:avLst/>
                <a:gdLst>
                  <a:gd name="T0" fmla="*/ 0 w 1"/>
                  <a:gd name="T1" fmla="*/ 513 h 513"/>
                  <a:gd name="T2" fmla="*/ 0 w 1"/>
                  <a:gd name="T3" fmla="*/ 0 h 513"/>
                  <a:gd name="T4" fmla="*/ 1 w 1"/>
                  <a:gd name="T5" fmla="*/ 0 h 5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513">
                    <a:moveTo>
                      <a:pt x="0" y="513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chemeClr val="tx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508" name="Freeform 204">
                <a:extLst>
                  <a:ext uri="{FF2B5EF4-FFF2-40B4-BE49-F238E27FC236}">
                    <a16:creationId xmlns:a16="http://schemas.microsoft.com/office/drawing/2014/main" id="{FAA5AF33-17A6-415A-9548-BD85910005B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34" y="1179"/>
                <a:ext cx="1" cy="13"/>
              </a:xfrm>
              <a:custGeom>
                <a:avLst/>
                <a:gdLst>
                  <a:gd name="T0" fmla="*/ 0 w 1"/>
                  <a:gd name="T1" fmla="*/ 52 h 52"/>
                  <a:gd name="T2" fmla="*/ 0 w 1"/>
                  <a:gd name="T3" fmla="*/ 0 h 52"/>
                  <a:gd name="T4" fmla="*/ 1 w 1"/>
                  <a:gd name="T5" fmla="*/ 0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52">
                    <a:moveTo>
                      <a:pt x="0" y="52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chemeClr val="tx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509" name="Freeform 205">
                <a:extLst>
                  <a:ext uri="{FF2B5EF4-FFF2-40B4-BE49-F238E27FC236}">
                    <a16:creationId xmlns:a16="http://schemas.microsoft.com/office/drawing/2014/main" id="{6E64653F-995E-4B83-8A75-E933F34F663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34" y="1038"/>
                <a:ext cx="1" cy="124"/>
              </a:xfrm>
              <a:custGeom>
                <a:avLst/>
                <a:gdLst>
                  <a:gd name="T0" fmla="*/ 0 w 1"/>
                  <a:gd name="T1" fmla="*/ 497 h 497"/>
                  <a:gd name="T2" fmla="*/ 0 w 1"/>
                  <a:gd name="T3" fmla="*/ 0 h 497"/>
                  <a:gd name="T4" fmla="*/ 1 w 1"/>
                  <a:gd name="T5" fmla="*/ 0 h 4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497">
                    <a:moveTo>
                      <a:pt x="0" y="497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chemeClr val="tx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98510" name="Group 206">
              <a:extLst>
                <a:ext uri="{FF2B5EF4-FFF2-40B4-BE49-F238E27FC236}">
                  <a16:creationId xmlns:a16="http://schemas.microsoft.com/office/drawing/2014/main" id="{6287F33F-B37D-425B-A366-3A9A98835BB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80" y="2214"/>
              <a:ext cx="1" cy="286"/>
              <a:chOff x="2434" y="2095"/>
              <a:chExt cx="1" cy="286"/>
            </a:xfrm>
          </p:grpSpPr>
          <p:sp>
            <p:nvSpPr>
              <p:cNvPr id="98511" name="Freeform 207">
                <a:extLst>
                  <a:ext uri="{FF2B5EF4-FFF2-40B4-BE49-F238E27FC236}">
                    <a16:creationId xmlns:a16="http://schemas.microsoft.com/office/drawing/2014/main" id="{855DA200-0E1B-4B95-80F6-94CF4655566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34" y="2266"/>
                <a:ext cx="1" cy="115"/>
              </a:xfrm>
              <a:custGeom>
                <a:avLst/>
                <a:gdLst>
                  <a:gd name="T0" fmla="*/ 0 w 1"/>
                  <a:gd name="T1" fmla="*/ 462 h 462"/>
                  <a:gd name="T2" fmla="*/ 0 w 1"/>
                  <a:gd name="T3" fmla="*/ 0 h 462"/>
                  <a:gd name="T4" fmla="*/ 1 w 1"/>
                  <a:gd name="T5" fmla="*/ 0 h 4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462">
                    <a:moveTo>
                      <a:pt x="0" y="462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chemeClr val="tx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512" name="Freeform 208">
                <a:extLst>
                  <a:ext uri="{FF2B5EF4-FFF2-40B4-BE49-F238E27FC236}">
                    <a16:creationId xmlns:a16="http://schemas.microsoft.com/office/drawing/2014/main" id="{7E2ECE64-5693-4527-8312-47220DB057B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34" y="2236"/>
                <a:ext cx="1" cy="13"/>
              </a:xfrm>
              <a:custGeom>
                <a:avLst/>
                <a:gdLst>
                  <a:gd name="T0" fmla="*/ 0 w 1"/>
                  <a:gd name="T1" fmla="*/ 50 h 50"/>
                  <a:gd name="T2" fmla="*/ 0 w 1"/>
                  <a:gd name="T3" fmla="*/ 0 h 50"/>
                  <a:gd name="T4" fmla="*/ 1 w 1"/>
                  <a:gd name="T5" fmla="*/ 0 h 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50">
                    <a:moveTo>
                      <a:pt x="0" y="50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chemeClr val="tx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513" name="Freeform 209">
                <a:extLst>
                  <a:ext uri="{FF2B5EF4-FFF2-40B4-BE49-F238E27FC236}">
                    <a16:creationId xmlns:a16="http://schemas.microsoft.com/office/drawing/2014/main" id="{E453171B-565D-4014-B86A-D1281720DFC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34" y="2095"/>
                <a:ext cx="1" cy="124"/>
              </a:xfrm>
              <a:custGeom>
                <a:avLst/>
                <a:gdLst>
                  <a:gd name="T0" fmla="*/ 0 w 1"/>
                  <a:gd name="T1" fmla="*/ 495 h 495"/>
                  <a:gd name="T2" fmla="*/ 0 w 1"/>
                  <a:gd name="T3" fmla="*/ 0 h 495"/>
                  <a:gd name="T4" fmla="*/ 1 w 1"/>
                  <a:gd name="T5" fmla="*/ 0 h 4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495">
                    <a:moveTo>
                      <a:pt x="0" y="495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chemeClr val="tx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98514" name="Group 210">
              <a:extLst>
                <a:ext uri="{FF2B5EF4-FFF2-40B4-BE49-F238E27FC236}">
                  <a16:creationId xmlns:a16="http://schemas.microsoft.com/office/drawing/2014/main" id="{CD78ED8D-A4A9-4B47-BAA4-DDD15566B4C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03" y="2205"/>
              <a:ext cx="1" cy="295"/>
              <a:chOff x="1757" y="2086"/>
              <a:chExt cx="1" cy="295"/>
            </a:xfrm>
          </p:grpSpPr>
          <p:sp>
            <p:nvSpPr>
              <p:cNvPr id="98515" name="Freeform 211">
                <a:extLst>
                  <a:ext uri="{FF2B5EF4-FFF2-40B4-BE49-F238E27FC236}">
                    <a16:creationId xmlns:a16="http://schemas.microsoft.com/office/drawing/2014/main" id="{C98A635B-E893-4D84-9B14-45C7D156189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7" y="2266"/>
                <a:ext cx="1" cy="115"/>
              </a:xfrm>
              <a:custGeom>
                <a:avLst/>
                <a:gdLst>
                  <a:gd name="T0" fmla="*/ 0 w 1"/>
                  <a:gd name="T1" fmla="*/ 462 h 462"/>
                  <a:gd name="T2" fmla="*/ 0 w 1"/>
                  <a:gd name="T3" fmla="*/ 0 h 462"/>
                  <a:gd name="T4" fmla="*/ 1 w 1"/>
                  <a:gd name="T5" fmla="*/ 0 h 4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462">
                    <a:moveTo>
                      <a:pt x="0" y="462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chemeClr val="tx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516" name="Freeform 212">
                <a:extLst>
                  <a:ext uri="{FF2B5EF4-FFF2-40B4-BE49-F238E27FC236}">
                    <a16:creationId xmlns:a16="http://schemas.microsoft.com/office/drawing/2014/main" id="{4C53A682-E8FF-4EC4-B2CA-EC9F9981738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7" y="2231"/>
                <a:ext cx="1" cy="13"/>
              </a:xfrm>
              <a:custGeom>
                <a:avLst/>
                <a:gdLst>
                  <a:gd name="T0" fmla="*/ 0 w 1"/>
                  <a:gd name="T1" fmla="*/ 51 h 51"/>
                  <a:gd name="T2" fmla="*/ 0 w 1"/>
                  <a:gd name="T3" fmla="*/ 0 h 51"/>
                  <a:gd name="T4" fmla="*/ 1 w 1"/>
                  <a:gd name="T5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51">
                    <a:moveTo>
                      <a:pt x="0" y="51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chemeClr val="tx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517" name="Freeform 213">
                <a:extLst>
                  <a:ext uri="{FF2B5EF4-FFF2-40B4-BE49-F238E27FC236}">
                    <a16:creationId xmlns:a16="http://schemas.microsoft.com/office/drawing/2014/main" id="{BF19B7A5-2799-4845-BF3F-A9E3682C18B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7" y="2086"/>
                <a:ext cx="1" cy="124"/>
              </a:xfrm>
              <a:custGeom>
                <a:avLst/>
                <a:gdLst>
                  <a:gd name="T0" fmla="*/ 0 w 1"/>
                  <a:gd name="T1" fmla="*/ 497 h 497"/>
                  <a:gd name="T2" fmla="*/ 0 w 1"/>
                  <a:gd name="T3" fmla="*/ 0 h 497"/>
                  <a:gd name="T4" fmla="*/ 1 w 1"/>
                  <a:gd name="T5" fmla="*/ 0 h 4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497">
                    <a:moveTo>
                      <a:pt x="0" y="497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chemeClr val="tx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98518" name="Group 214">
              <a:extLst>
                <a:ext uri="{FF2B5EF4-FFF2-40B4-BE49-F238E27FC236}">
                  <a16:creationId xmlns:a16="http://schemas.microsoft.com/office/drawing/2014/main" id="{C959C50E-DEC2-42F1-9EE8-11ADEC10CF3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07" y="3236"/>
              <a:ext cx="1290" cy="1"/>
              <a:chOff x="1361" y="3117"/>
              <a:chExt cx="1290" cy="1"/>
            </a:xfrm>
          </p:grpSpPr>
          <p:sp>
            <p:nvSpPr>
              <p:cNvPr id="98519" name="Freeform 215">
                <a:extLst>
                  <a:ext uri="{FF2B5EF4-FFF2-40B4-BE49-F238E27FC236}">
                    <a16:creationId xmlns:a16="http://schemas.microsoft.com/office/drawing/2014/main" id="{069E0A87-C736-4910-A08B-32081561C01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61" y="3117"/>
                <a:ext cx="301" cy="1"/>
              </a:xfrm>
              <a:custGeom>
                <a:avLst/>
                <a:gdLst>
                  <a:gd name="T0" fmla="*/ 0 w 1204"/>
                  <a:gd name="T1" fmla="*/ 1203 w 1204"/>
                  <a:gd name="T2" fmla="*/ 1204 w 1204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204">
                    <a:moveTo>
                      <a:pt x="0" y="0"/>
                    </a:moveTo>
                    <a:lnTo>
                      <a:pt x="1203" y="0"/>
                    </a:lnTo>
                    <a:lnTo>
                      <a:pt x="1204" y="0"/>
                    </a:lnTo>
                  </a:path>
                </a:pathLst>
              </a:custGeom>
              <a:noFill/>
              <a:ln w="19050" cmpd="sng">
                <a:solidFill>
                  <a:schemeClr val="tx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520" name="Line 216">
                <a:extLst>
                  <a:ext uri="{FF2B5EF4-FFF2-40B4-BE49-F238E27FC236}">
                    <a16:creationId xmlns:a16="http://schemas.microsoft.com/office/drawing/2014/main" id="{4E63368F-334F-444D-ADCD-0610438E759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18" y="3117"/>
                <a:ext cx="1" cy="1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521" name="Freeform 217">
                <a:extLst>
                  <a:ext uri="{FF2B5EF4-FFF2-40B4-BE49-F238E27FC236}">
                    <a16:creationId xmlns:a16="http://schemas.microsoft.com/office/drawing/2014/main" id="{5DDBF37D-C7F0-45D0-A723-E5EFC83463A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91" y="3117"/>
                <a:ext cx="18" cy="1"/>
              </a:xfrm>
              <a:custGeom>
                <a:avLst/>
                <a:gdLst>
                  <a:gd name="T0" fmla="*/ 0 w 69"/>
                  <a:gd name="T1" fmla="*/ 68 w 69"/>
                  <a:gd name="T2" fmla="*/ 69 w 69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69">
                    <a:moveTo>
                      <a:pt x="0" y="0"/>
                    </a:moveTo>
                    <a:lnTo>
                      <a:pt x="68" y="0"/>
                    </a:lnTo>
                    <a:lnTo>
                      <a:pt x="69" y="0"/>
                    </a:lnTo>
                  </a:path>
                </a:pathLst>
              </a:custGeom>
              <a:noFill/>
              <a:ln w="19050" cmpd="sng">
                <a:solidFill>
                  <a:schemeClr val="tx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522" name="Freeform 218">
                <a:extLst>
                  <a:ext uri="{FF2B5EF4-FFF2-40B4-BE49-F238E27FC236}">
                    <a16:creationId xmlns:a16="http://schemas.microsoft.com/office/drawing/2014/main" id="{9F19EF2D-B3F8-45F2-8813-99B2222F67B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98" y="3117"/>
                <a:ext cx="18" cy="1"/>
              </a:xfrm>
              <a:custGeom>
                <a:avLst/>
                <a:gdLst>
                  <a:gd name="T0" fmla="*/ 0 w 69"/>
                  <a:gd name="T1" fmla="*/ 68 w 69"/>
                  <a:gd name="T2" fmla="*/ 69 w 69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69">
                    <a:moveTo>
                      <a:pt x="0" y="0"/>
                    </a:moveTo>
                    <a:lnTo>
                      <a:pt x="68" y="0"/>
                    </a:lnTo>
                    <a:lnTo>
                      <a:pt x="69" y="0"/>
                    </a:lnTo>
                  </a:path>
                </a:pathLst>
              </a:custGeom>
              <a:noFill/>
              <a:ln w="19050" cmpd="sng">
                <a:solidFill>
                  <a:schemeClr val="tx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523" name="Freeform 219">
                <a:extLst>
                  <a:ext uri="{FF2B5EF4-FFF2-40B4-BE49-F238E27FC236}">
                    <a16:creationId xmlns:a16="http://schemas.microsoft.com/office/drawing/2014/main" id="{F05E420E-A4A9-4482-BF83-956C5361D2C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40" y="3117"/>
                <a:ext cx="411" cy="1"/>
              </a:xfrm>
              <a:custGeom>
                <a:avLst/>
                <a:gdLst>
                  <a:gd name="T0" fmla="*/ 0 w 1640"/>
                  <a:gd name="T1" fmla="*/ 1639 w 1640"/>
                  <a:gd name="T2" fmla="*/ 1640 w 1640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640">
                    <a:moveTo>
                      <a:pt x="0" y="0"/>
                    </a:moveTo>
                    <a:lnTo>
                      <a:pt x="1639" y="0"/>
                    </a:lnTo>
                    <a:lnTo>
                      <a:pt x="1640" y="0"/>
                    </a:lnTo>
                  </a:path>
                </a:pathLst>
              </a:custGeom>
              <a:noFill/>
              <a:ln w="19050" cmpd="sng">
                <a:solidFill>
                  <a:schemeClr val="tx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524" name="Freeform 220">
                <a:extLst>
                  <a:ext uri="{FF2B5EF4-FFF2-40B4-BE49-F238E27FC236}">
                    <a16:creationId xmlns:a16="http://schemas.microsoft.com/office/drawing/2014/main" id="{3E0786C6-64DA-4981-A713-B49FDE08A1B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8" y="3117"/>
                <a:ext cx="435" cy="1"/>
              </a:xfrm>
              <a:custGeom>
                <a:avLst/>
                <a:gdLst>
                  <a:gd name="T0" fmla="*/ 0 w 1740"/>
                  <a:gd name="T1" fmla="*/ 1739 w 1740"/>
                  <a:gd name="T2" fmla="*/ 1740 w 1740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740">
                    <a:moveTo>
                      <a:pt x="0" y="0"/>
                    </a:moveTo>
                    <a:lnTo>
                      <a:pt x="1739" y="0"/>
                    </a:lnTo>
                    <a:lnTo>
                      <a:pt x="1740" y="0"/>
                    </a:lnTo>
                  </a:path>
                </a:pathLst>
              </a:custGeom>
              <a:noFill/>
              <a:ln w="19050" cmpd="sng">
                <a:solidFill>
                  <a:schemeClr val="tx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98525" name="Freeform 221">
              <a:extLst>
                <a:ext uri="{FF2B5EF4-FFF2-40B4-BE49-F238E27FC236}">
                  <a16:creationId xmlns:a16="http://schemas.microsoft.com/office/drawing/2014/main" id="{A347D0FF-81A9-420D-828E-3CDFCE2112D7}"/>
                </a:ext>
              </a:extLst>
            </p:cNvPr>
            <p:cNvSpPr>
              <a:spLocks/>
            </p:cNvSpPr>
            <p:nvPr/>
          </p:nvSpPr>
          <p:spPr bwMode="auto">
            <a:xfrm>
              <a:off x="1026" y="1871"/>
              <a:ext cx="24" cy="168"/>
            </a:xfrm>
            <a:custGeom>
              <a:avLst/>
              <a:gdLst>
                <a:gd name="T0" fmla="*/ 0 w 24"/>
                <a:gd name="T1" fmla="*/ 0 h 168"/>
                <a:gd name="T2" fmla="*/ 24 w 24"/>
                <a:gd name="T3" fmla="*/ 80 h 168"/>
                <a:gd name="T4" fmla="*/ 0 w 24"/>
                <a:gd name="T5" fmla="*/ 168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4" h="168">
                  <a:moveTo>
                    <a:pt x="0" y="0"/>
                  </a:moveTo>
                  <a:cubicBezTo>
                    <a:pt x="12" y="26"/>
                    <a:pt x="24" y="52"/>
                    <a:pt x="24" y="80"/>
                  </a:cubicBezTo>
                  <a:cubicBezTo>
                    <a:pt x="24" y="108"/>
                    <a:pt x="12" y="138"/>
                    <a:pt x="0" y="168"/>
                  </a:cubicBez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dash"/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8526" name="Freeform 222">
              <a:extLst>
                <a:ext uri="{FF2B5EF4-FFF2-40B4-BE49-F238E27FC236}">
                  <a16:creationId xmlns:a16="http://schemas.microsoft.com/office/drawing/2014/main" id="{0F3AEE2A-B130-42FB-9176-D75626EEBB52}"/>
                </a:ext>
              </a:extLst>
            </p:cNvPr>
            <p:cNvSpPr>
              <a:spLocks/>
            </p:cNvSpPr>
            <p:nvPr/>
          </p:nvSpPr>
          <p:spPr bwMode="auto">
            <a:xfrm>
              <a:off x="1441" y="1415"/>
              <a:ext cx="25" cy="168"/>
            </a:xfrm>
            <a:custGeom>
              <a:avLst/>
              <a:gdLst>
                <a:gd name="T0" fmla="*/ 25 w 25"/>
                <a:gd name="T1" fmla="*/ 0 h 168"/>
                <a:gd name="T2" fmla="*/ 0 w 25"/>
                <a:gd name="T3" fmla="*/ 88 h 168"/>
                <a:gd name="T4" fmla="*/ 25 w 25"/>
                <a:gd name="T5" fmla="*/ 168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5" h="168">
                  <a:moveTo>
                    <a:pt x="25" y="0"/>
                  </a:moveTo>
                  <a:cubicBezTo>
                    <a:pt x="22" y="15"/>
                    <a:pt x="0" y="60"/>
                    <a:pt x="0" y="88"/>
                  </a:cubicBezTo>
                  <a:cubicBezTo>
                    <a:pt x="0" y="116"/>
                    <a:pt x="11" y="142"/>
                    <a:pt x="25" y="168"/>
                  </a:cubicBez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dash"/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8527" name="Line 223">
              <a:extLst>
                <a:ext uri="{FF2B5EF4-FFF2-40B4-BE49-F238E27FC236}">
                  <a16:creationId xmlns:a16="http://schemas.microsoft.com/office/drawing/2014/main" id="{F629D315-DC57-4E97-8591-3FCFF1F1F3E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73" y="3070"/>
              <a:ext cx="19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lgDash"/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8528" name="Line 224">
              <a:extLst>
                <a:ext uri="{FF2B5EF4-FFF2-40B4-BE49-F238E27FC236}">
                  <a16:creationId xmlns:a16="http://schemas.microsoft.com/office/drawing/2014/main" id="{359D74EA-AF58-48DE-971C-B0A7D751510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73" y="3402"/>
              <a:ext cx="19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lgDash"/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8529" name="Oval 225">
              <a:extLst>
                <a:ext uri="{FF2B5EF4-FFF2-40B4-BE49-F238E27FC236}">
                  <a16:creationId xmlns:a16="http://schemas.microsoft.com/office/drawing/2014/main" id="{5E42B291-43D5-4623-9286-3FDF3AB881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8" y="2826"/>
              <a:ext cx="133" cy="130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8530" name="Oval 226">
              <a:extLst>
                <a:ext uri="{FF2B5EF4-FFF2-40B4-BE49-F238E27FC236}">
                  <a16:creationId xmlns:a16="http://schemas.microsoft.com/office/drawing/2014/main" id="{0F54F75F-FFEA-452E-A4BE-B2B510CB54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16" y="2826"/>
              <a:ext cx="133" cy="130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8531" name="Oval 227">
              <a:extLst>
                <a:ext uri="{FF2B5EF4-FFF2-40B4-BE49-F238E27FC236}">
                  <a16:creationId xmlns:a16="http://schemas.microsoft.com/office/drawing/2014/main" id="{76B208D9-A51D-43AA-9361-54FD55D185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16" y="3509"/>
              <a:ext cx="133" cy="130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8532" name="Arc 228">
              <a:extLst>
                <a:ext uri="{FF2B5EF4-FFF2-40B4-BE49-F238E27FC236}">
                  <a16:creationId xmlns:a16="http://schemas.microsoft.com/office/drawing/2014/main" id="{F7672507-D70A-4B44-96AF-807D1994A3CF}"/>
                </a:ext>
              </a:extLst>
            </p:cNvPr>
            <p:cNvSpPr>
              <a:spLocks/>
            </p:cNvSpPr>
            <p:nvPr/>
          </p:nvSpPr>
          <p:spPr bwMode="auto">
            <a:xfrm>
              <a:off x="1565" y="2761"/>
              <a:ext cx="145" cy="136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8533" name="Line 229">
              <a:extLst>
                <a:ext uri="{FF2B5EF4-FFF2-40B4-BE49-F238E27FC236}">
                  <a16:creationId xmlns:a16="http://schemas.microsoft.com/office/drawing/2014/main" id="{84DDA4DF-8A38-4DAA-B765-13DD6836369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11" y="1221"/>
              <a:ext cx="0" cy="45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 spd="slow">
    <p:cover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8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983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98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985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83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2" dur="500"/>
                                        <p:tgtEl>
                                          <p:spTgt spid="985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8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98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6" dur="500"/>
                                        <p:tgtEl>
                                          <p:spTgt spid="98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98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8307" grpId="0" autoUpdateAnimBg="0"/>
      <p:bldP spid="98308" grpId="0" autoUpdateAnimBg="0"/>
      <p:bldP spid="98309" grpId="0" autoUpdateAnimBg="0"/>
      <p:bldP spid="98310" grpId="0" autoUpdateAnimBg="0"/>
      <p:bldP spid="98311" grpId="0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Text Box 2">
            <a:extLst>
              <a:ext uri="{FF2B5EF4-FFF2-40B4-BE49-F238E27FC236}">
                <a16:creationId xmlns:a16="http://schemas.microsoft.com/office/drawing/2014/main" id="{67C0A2BA-007B-4DCE-A307-DC90DE694B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20446" y="-85725"/>
            <a:ext cx="22288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en-US" altLang="zh-CN" sz="360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4.</a:t>
            </a:r>
            <a:r>
              <a:rPr lang="zh-CN" altLang="en-US" sz="360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斜视图</a:t>
            </a:r>
            <a:endParaRPr lang="zh-CN" altLang="en-US" sz="3600" b="0" dirty="0">
              <a:solidFill>
                <a:schemeClr val="bg1"/>
              </a:solidFill>
              <a:ea typeface="黑体" panose="02010609060101010101" pitchFamily="49" charset="-122"/>
            </a:endParaRPr>
          </a:p>
        </p:txBody>
      </p:sp>
      <p:sp>
        <p:nvSpPr>
          <p:cNvPr id="99331" name="Text Box 3">
            <a:extLst>
              <a:ext uri="{FF2B5EF4-FFF2-40B4-BE49-F238E27FC236}">
                <a16:creationId xmlns:a16="http://schemas.microsoft.com/office/drawing/2014/main" id="{1247D2DF-2412-48DB-88B5-9D3CFEC3C5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1525" y="581025"/>
            <a:ext cx="8343900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zh-CN" altLang="en-US" sz="3200">
                <a:solidFill>
                  <a:srgbClr val="0000CC"/>
                </a:solidFill>
                <a:latin typeface="宋体" panose="02010600030101010101" pitchFamily="2" charset="-122"/>
              </a:rPr>
              <a:t>问题：</a:t>
            </a:r>
            <a:r>
              <a:rPr lang="zh-CN" altLang="en-US" sz="3200">
                <a:latin typeface="宋体" panose="02010600030101010101" pitchFamily="2" charset="-122"/>
              </a:rPr>
              <a:t>当物体的表面与投影面成倾斜位置时，</a:t>
            </a:r>
          </a:p>
          <a:p>
            <a:pPr algn="l"/>
            <a:r>
              <a:rPr lang="zh-CN" altLang="en-US" sz="3200">
                <a:latin typeface="宋体" panose="02010600030101010101" pitchFamily="2" charset="-122"/>
              </a:rPr>
              <a:t>      其投影不反映实形。</a:t>
            </a:r>
          </a:p>
        </p:txBody>
      </p:sp>
      <p:sp>
        <p:nvSpPr>
          <p:cNvPr id="99332" name="Text Box 4">
            <a:extLst>
              <a:ext uri="{FF2B5EF4-FFF2-40B4-BE49-F238E27FC236}">
                <a16:creationId xmlns:a16="http://schemas.microsoft.com/office/drawing/2014/main" id="{BF3E7D0C-7E1D-4DB4-BB5D-0E6817013A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91125" y="2057400"/>
            <a:ext cx="3886200" cy="1554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en-US" altLang="zh-CN" sz="3200">
                <a:latin typeface="宋体" panose="02010600030101010101" pitchFamily="2" charset="-122"/>
              </a:rPr>
              <a:t>★</a:t>
            </a:r>
            <a:r>
              <a:rPr lang="zh-CN" altLang="en-US" sz="3200">
                <a:latin typeface="宋体" panose="02010600030101010101" pitchFamily="2" charset="-122"/>
              </a:rPr>
              <a:t>增设一个与倾斜</a:t>
            </a:r>
          </a:p>
          <a:p>
            <a:pPr algn="l"/>
            <a:r>
              <a:rPr lang="zh-CN" altLang="en-US" sz="3200">
                <a:latin typeface="宋体" panose="02010600030101010101" pitchFamily="2" charset="-122"/>
              </a:rPr>
              <a:t>  表面平行的辅助</a:t>
            </a:r>
          </a:p>
          <a:p>
            <a:pPr algn="l"/>
            <a:r>
              <a:rPr lang="zh-CN" altLang="en-US" sz="3200">
                <a:latin typeface="宋体" panose="02010600030101010101" pitchFamily="2" charset="-122"/>
              </a:rPr>
              <a:t>  投影面。</a:t>
            </a:r>
          </a:p>
        </p:txBody>
      </p:sp>
      <p:sp>
        <p:nvSpPr>
          <p:cNvPr id="99333" name="Text Box 5">
            <a:extLst>
              <a:ext uri="{FF2B5EF4-FFF2-40B4-BE49-F238E27FC236}">
                <a16:creationId xmlns:a16="http://schemas.microsoft.com/office/drawing/2014/main" id="{A8E88EEA-B26B-466A-B2FC-BE9036D0CC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05413" y="1522413"/>
            <a:ext cx="2224087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r>
              <a:rPr lang="zh-CN" altLang="en-US" sz="3200">
                <a:solidFill>
                  <a:srgbClr val="0000CC"/>
                </a:solidFill>
                <a:latin typeface="宋体" panose="02010600030101010101" pitchFamily="2" charset="-122"/>
              </a:rPr>
              <a:t>解决方法：</a:t>
            </a:r>
          </a:p>
        </p:txBody>
      </p:sp>
      <p:sp>
        <p:nvSpPr>
          <p:cNvPr id="99334" name="Text Box 6">
            <a:extLst>
              <a:ext uri="{FF2B5EF4-FFF2-40B4-BE49-F238E27FC236}">
                <a16:creationId xmlns:a16="http://schemas.microsoft.com/office/drawing/2014/main" id="{6AB84A04-9671-4280-8235-C74BD9CF6C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83138" y="3624263"/>
            <a:ext cx="4203700" cy="15541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r>
              <a:rPr lang="en-US" altLang="zh-CN" sz="3200">
                <a:latin typeface="宋体" panose="02010600030101010101" pitchFamily="2" charset="-122"/>
              </a:rPr>
              <a:t>★</a:t>
            </a:r>
            <a:r>
              <a:rPr lang="zh-CN" altLang="en-US" sz="3200">
                <a:latin typeface="宋体" panose="02010600030101010101" pitchFamily="2" charset="-122"/>
              </a:rPr>
              <a:t>将倾斜部分向辅</a:t>
            </a:r>
          </a:p>
          <a:p>
            <a:r>
              <a:rPr lang="zh-CN" altLang="en-US" sz="3200">
                <a:latin typeface="宋体" panose="02010600030101010101" pitchFamily="2" charset="-122"/>
              </a:rPr>
              <a:t>  助投影面投射。</a:t>
            </a:r>
          </a:p>
          <a:p>
            <a:pPr eaLnBrk="1" hangingPunct="1"/>
            <a:endParaRPr lang="en-US" altLang="zh-CN" sz="3200" b="0">
              <a:latin typeface="宋体" panose="02010600030101010101" pitchFamily="2" charset="-122"/>
            </a:endParaRPr>
          </a:p>
        </p:txBody>
      </p:sp>
      <p:sp>
        <p:nvSpPr>
          <p:cNvPr id="99335" name="Text Box 7">
            <a:extLst>
              <a:ext uri="{FF2B5EF4-FFF2-40B4-BE49-F238E27FC236}">
                <a16:creationId xmlns:a16="http://schemas.microsoft.com/office/drawing/2014/main" id="{91812CF2-F50F-4A5D-80DE-5AF98FF112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30375" y="5408613"/>
            <a:ext cx="6473825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66"/>
                </a:solidFill>
              </a14:hiddenFill>
            </a:ext>
            <a:ext uri="{91240B29-F687-4F45-9708-019B960494DF}">
              <a14:hiddenLine xmlns:a14="http://schemas.microsoft.com/office/drawing/2010/main" w="28575">
                <a:pattFill prst="trellis">
                  <a:fgClr>
                    <a:srgbClr val="FF3300"/>
                  </a:fgClr>
                  <a:bgClr>
                    <a:srgbClr val="FFFF66"/>
                  </a:bgClr>
                </a:patt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l" eaLnBrk="1" hangingPunct="1"/>
            <a:r>
              <a:rPr lang="en-US" altLang="zh-CN" sz="3200">
                <a:solidFill>
                  <a:srgbClr val="FF0000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3200">
                <a:solidFill>
                  <a:srgbClr val="FF0000"/>
                </a:solidFill>
                <a:latin typeface="宋体" panose="02010600030101010101" pitchFamily="2" charset="-122"/>
              </a:rPr>
              <a:t>斜视图是物体向不平行于基本投影面的平面投射所得的视图。</a:t>
            </a:r>
          </a:p>
        </p:txBody>
      </p:sp>
      <p:grpSp>
        <p:nvGrpSpPr>
          <p:cNvPr id="99336" name="Group 8">
            <a:extLst>
              <a:ext uri="{FF2B5EF4-FFF2-40B4-BE49-F238E27FC236}">
                <a16:creationId xmlns:a16="http://schemas.microsoft.com/office/drawing/2014/main" id="{83050D88-98F7-4EEB-A891-2C5A34FC0859}"/>
              </a:ext>
            </a:extLst>
          </p:cNvPr>
          <p:cNvGrpSpPr>
            <a:grpSpLocks/>
          </p:cNvGrpSpPr>
          <p:nvPr/>
        </p:nvGrpSpPr>
        <p:grpSpPr bwMode="auto">
          <a:xfrm>
            <a:off x="566738" y="1725613"/>
            <a:ext cx="4638675" cy="3432175"/>
            <a:chOff x="1156" y="896"/>
            <a:chExt cx="2922" cy="2162"/>
          </a:xfrm>
        </p:grpSpPr>
        <p:sp>
          <p:nvSpPr>
            <p:cNvPr id="99337" name="Freeform 9">
              <a:extLst>
                <a:ext uri="{FF2B5EF4-FFF2-40B4-BE49-F238E27FC236}">
                  <a16:creationId xmlns:a16="http://schemas.microsoft.com/office/drawing/2014/main" id="{298685A2-A0EB-4FC3-8964-C5CC8B8B1606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6" y="2270"/>
              <a:ext cx="2922" cy="788"/>
            </a:xfrm>
            <a:custGeom>
              <a:avLst/>
              <a:gdLst>
                <a:gd name="T0" fmla="*/ 0 w 2922"/>
                <a:gd name="T1" fmla="*/ 0 h 788"/>
                <a:gd name="T2" fmla="*/ 788 w 2922"/>
                <a:gd name="T3" fmla="*/ 788 h 788"/>
                <a:gd name="T4" fmla="*/ 2922 w 2922"/>
                <a:gd name="T5" fmla="*/ 788 h 788"/>
                <a:gd name="T6" fmla="*/ 2134 w 2922"/>
                <a:gd name="T7" fmla="*/ 0 h 788"/>
                <a:gd name="T8" fmla="*/ 0 w 2922"/>
                <a:gd name="T9" fmla="*/ 0 h 7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22" h="788">
                  <a:moveTo>
                    <a:pt x="0" y="0"/>
                  </a:moveTo>
                  <a:lnTo>
                    <a:pt x="788" y="788"/>
                  </a:lnTo>
                  <a:lnTo>
                    <a:pt x="2922" y="788"/>
                  </a:lnTo>
                  <a:lnTo>
                    <a:pt x="213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9FF"/>
            </a:solidFill>
            <a:ln w="12700" cap="flat" cmpd="sng">
              <a:solidFill>
                <a:schemeClr val="tx1"/>
              </a:solidFill>
              <a:prstDash val="solid"/>
              <a:round/>
              <a:headEnd type="none" w="sm" len="lg"/>
              <a:tailEnd type="none" w="sm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9338" name="Rectangle 10">
              <a:extLst>
                <a:ext uri="{FF2B5EF4-FFF2-40B4-BE49-F238E27FC236}">
                  <a16:creationId xmlns:a16="http://schemas.microsoft.com/office/drawing/2014/main" id="{5C612022-1D5A-41F3-A17B-8E529F53D8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8" y="923"/>
              <a:ext cx="2135" cy="1352"/>
            </a:xfrm>
            <a:prstGeom prst="rect">
              <a:avLst/>
            </a:prstGeom>
            <a:solidFill>
              <a:srgbClr val="66FF66"/>
            </a:solidFill>
            <a:ln w="12700">
              <a:solidFill>
                <a:schemeClr val="tx1"/>
              </a:solidFill>
              <a:miter lim="800000"/>
              <a:headEnd type="none" w="sm" len="lg"/>
              <a:tailEnd type="none" w="sm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9339" name="Text Box 11">
              <a:extLst>
                <a:ext uri="{FF2B5EF4-FFF2-40B4-BE49-F238E27FC236}">
                  <a16:creationId xmlns:a16="http://schemas.microsoft.com/office/drawing/2014/main" id="{3047EB9E-B3C7-457C-8B47-907F0D288F4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66" y="896"/>
              <a:ext cx="22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lg"/>
                  <a:tailEnd type="none" w="sm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sz="2800" i="1">
                  <a:latin typeface="宋体" panose="02010600030101010101" pitchFamily="2" charset="-122"/>
                </a:rPr>
                <a:t>V</a:t>
              </a:r>
              <a:endParaRPr lang="en-US" altLang="zh-CN" sz="2800" i="1"/>
            </a:p>
          </p:txBody>
        </p:sp>
        <p:sp>
          <p:nvSpPr>
            <p:cNvPr id="99340" name="Text Box 12">
              <a:extLst>
                <a:ext uri="{FF2B5EF4-FFF2-40B4-BE49-F238E27FC236}">
                  <a16:creationId xmlns:a16="http://schemas.microsoft.com/office/drawing/2014/main" id="{6D15BE54-FF15-44FA-9956-09C059A4F20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91" y="2731"/>
              <a:ext cx="22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lg"/>
                  <a:tailEnd type="none" w="sm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sz="2800" i="1">
                  <a:latin typeface="宋体" panose="02010600030101010101" pitchFamily="2" charset="-122"/>
                </a:rPr>
                <a:t>H</a:t>
              </a:r>
              <a:endParaRPr lang="en-US" altLang="zh-CN" sz="2800" i="1"/>
            </a:p>
          </p:txBody>
        </p:sp>
      </p:grpSp>
      <p:grpSp>
        <p:nvGrpSpPr>
          <p:cNvPr id="99341" name="Group 13">
            <a:extLst>
              <a:ext uri="{FF2B5EF4-FFF2-40B4-BE49-F238E27FC236}">
                <a16:creationId xmlns:a16="http://schemas.microsoft.com/office/drawing/2014/main" id="{C4D7F3C2-A89D-4198-8942-C2B83354351D}"/>
              </a:ext>
            </a:extLst>
          </p:cNvPr>
          <p:cNvGrpSpPr>
            <a:grpSpLocks/>
          </p:cNvGrpSpPr>
          <p:nvPr/>
        </p:nvGrpSpPr>
        <p:grpSpPr bwMode="auto">
          <a:xfrm>
            <a:off x="1268413" y="4287838"/>
            <a:ext cx="1909762" cy="568325"/>
            <a:chOff x="1598" y="2510"/>
            <a:chExt cx="1203" cy="358"/>
          </a:xfrm>
        </p:grpSpPr>
        <p:sp>
          <p:nvSpPr>
            <p:cNvPr id="99342" name="Freeform 14">
              <a:extLst>
                <a:ext uri="{FF2B5EF4-FFF2-40B4-BE49-F238E27FC236}">
                  <a16:creationId xmlns:a16="http://schemas.microsoft.com/office/drawing/2014/main" id="{15098F38-B30C-4D60-82E0-6DC9A54C3379}"/>
                </a:ext>
              </a:extLst>
            </p:cNvPr>
            <p:cNvSpPr>
              <a:spLocks/>
            </p:cNvSpPr>
            <p:nvPr/>
          </p:nvSpPr>
          <p:spPr bwMode="auto">
            <a:xfrm>
              <a:off x="1598" y="2549"/>
              <a:ext cx="282" cy="282"/>
            </a:xfrm>
            <a:custGeom>
              <a:avLst/>
              <a:gdLst>
                <a:gd name="T0" fmla="*/ 0 w 845"/>
                <a:gd name="T1" fmla="*/ 0 h 844"/>
                <a:gd name="T2" fmla="*/ 844 w 845"/>
                <a:gd name="T3" fmla="*/ 844 h 844"/>
                <a:gd name="T4" fmla="*/ 845 w 845"/>
                <a:gd name="T5" fmla="*/ 844 h 8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845" h="844">
                  <a:moveTo>
                    <a:pt x="0" y="0"/>
                  </a:moveTo>
                  <a:lnTo>
                    <a:pt x="844" y="844"/>
                  </a:lnTo>
                  <a:lnTo>
                    <a:pt x="845" y="844"/>
                  </a:lnTo>
                </a:path>
              </a:pathLst>
            </a:custGeom>
            <a:noFill/>
            <a:ln w="38100" cmpd="sng">
              <a:solidFill>
                <a:schemeClr val="tx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9343" name="Freeform 15">
              <a:extLst>
                <a:ext uri="{FF2B5EF4-FFF2-40B4-BE49-F238E27FC236}">
                  <a16:creationId xmlns:a16="http://schemas.microsoft.com/office/drawing/2014/main" id="{151C0540-37BC-4038-B969-444455EB92BC}"/>
                </a:ext>
              </a:extLst>
            </p:cNvPr>
            <p:cNvSpPr>
              <a:spLocks/>
            </p:cNvSpPr>
            <p:nvPr/>
          </p:nvSpPr>
          <p:spPr bwMode="auto">
            <a:xfrm>
              <a:off x="1598" y="2549"/>
              <a:ext cx="949" cy="1"/>
            </a:xfrm>
            <a:custGeom>
              <a:avLst/>
              <a:gdLst>
                <a:gd name="T0" fmla="*/ 0 w 2846"/>
                <a:gd name="T1" fmla="*/ 2845 w 2846"/>
                <a:gd name="T2" fmla="*/ 2846 w 284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2846">
                  <a:moveTo>
                    <a:pt x="0" y="0"/>
                  </a:moveTo>
                  <a:lnTo>
                    <a:pt x="2845" y="0"/>
                  </a:lnTo>
                  <a:lnTo>
                    <a:pt x="2846" y="0"/>
                  </a:lnTo>
                </a:path>
              </a:pathLst>
            </a:custGeom>
            <a:noFill/>
            <a:ln w="38100" cmpd="sng">
              <a:solidFill>
                <a:schemeClr val="tx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9344" name="Freeform 16">
              <a:extLst>
                <a:ext uri="{FF2B5EF4-FFF2-40B4-BE49-F238E27FC236}">
                  <a16:creationId xmlns:a16="http://schemas.microsoft.com/office/drawing/2014/main" id="{92225B84-975E-417B-BFB2-4CCF46F9F2ED}"/>
                </a:ext>
              </a:extLst>
            </p:cNvPr>
            <p:cNvSpPr>
              <a:spLocks/>
            </p:cNvSpPr>
            <p:nvPr/>
          </p:nvSpPr>
          <p:spPr bwMode="auto">
            <a:xfrm>
              <a:off x="1879" y="2831"/>
              <a:ext cx="922" cy="1"/>
            </a:xfrm>
            <a:custGeom>
              <a:avLst/>
              <a:gdLst>
                <a:gd name="T0" fmla="*/ 0 w 2766"/>
                <a:gd name="T1" fmla="*/ 2765 w 2766"/>
                <a:gd name="T2" fmla="*/ 2766 w 276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2766">
                  <a:moveTo>
                    <a:pt x="0" y="0"/>
                  </a:moveTo>
                  <a:lnTo>
                    <a:pt x="2765" y="0"/>
                  </a:lnTo>
                  <a:lnTo>
                    <a:pt x="2766" y="0"/>
                  </a:lnTo>
                </a:path>
              </a:pathLst>
            </a:custGeom>
            <a:noFill/>
            <a:ln w="38100" cmpd="sng">
              <a:solidFill>
                <a:schemeClr val="tx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9345" name="Freeform 17">
              <a:extLst>
                <a:ext uri="{FF2B5EF4-FFF2-40B4-BE49-F238E27FC236}">
                  <a16:creationId xmlns:a16="http://schemas.microsoft.com/office/drawing/2014/main" id="{3043D102-263E-4585-9EEA-A1CD53F85A58}"/>
                </a:ext>
              </a:extLst>
            </p:cNvPr>
            <p:cNvSpPr>
              <a:spLocks/>
            </p:cNvSpPr>
            <p:nvPr/>
          </p:nvSpPr>
          <p:spPr bwMode="auto">
            <a:xfrm>
              <a:off x="1972" y="2510"/>
              <a:ext cx="358" cy="358"/>
            </a:xfrm>
            <a:custGeom>
              <a:avLst/>
              <a:gdLst>
                <a:gd name="T0" fmla="*/ 0 w 1075"/>
                <a:gd name="T1" fmla="*/ 0 h 1075"/>
                <a:gd name="T2" fmla="*/ 1074 w 1075"/>
                <a:gd name="T3" fmla="*/ 1075 h 1075"/>
                <a:gd name="T4" fmla="*/ 1075 w 1075"/>
                <a:gd name="T5" fmla="*/ 1075 h 10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075" h="1075">
                  <a:moveTo>
                    <a:pt x="0" y="0"/>
                  </a:moveTo>
                  <a:lnTo>
                    <a:pt x="1074" y="1075"/>
                  </a:lnTo>
                  <a:lnTo>
                    <a:pt x="1075" y="1075"/>
                  </a:lnTo>
                </a:path>
              </a:pathLst>
            </a:custGeom>
            <a:noFill/>
            <a:ln w="19050" cmpd="sng">
              <a:solidFill>
                <a:schemeClr val="tx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9346" name="Freeform 18">
              <a:extLst>
                <a:ext uri="{FF2B5EF4-FFF2-40B4-BE49-F238E27FC236}">
                  <a16:creationId xmlns:a16="http://schemas.microsoft.com/office/drawing/2014/main" id="{1182576A-0D9C-455E-9906-CF37DC91A8AC}"/>
                </a:ext>
              </a:extLst>
            </p:cNvPr>
            <p:cNvSpPr>
              <a:spLocks/>
            </p:cNvSpPr>
            <p:nvPr/>
          </p:nvSpPr>
          <p:spPr bwMode="auto">
            <a:xfrm>
              <a:off x="1887" y="2587"/>
              <a:ext cx="486" cy="163"/>
            </a:xfrm>
            <a:custGeom>
              <a:avLst/>
              <a:gdLst>
                <a:gd name="T0" fmla="*/ 0 w 1460"/>
                <a:gd name="T1" fmla="*/ 153 h 487"/>
                <a:gd name="T2" fmla="*/ 8 w 1460"/>
                <a:gd name="T3" fmla="*/ 198 h 487"/>
                <a:gd name="T4" fmla="*/ 43 w 1460"/>
                <a:gd name="T5" fmla="*/ 245 h 487"/>
                <a:gd name="T6" fmla="*/ 102 w 1460"/>
                <a:gd name="T7" fmla="*/ 290 h 487"/>
                <a:gd name="T8" fmla="*/ 183 w 1460"/>
                <a:gd name="T9" fmla="*/ 335 h 487"/>
                <a:gd name="T10" fmla="*/ 285 w 1460"/>
                <a:gd name="T11" fmla="*/ 376 h 487"/>
                <a:gd name="T12" fmla="*/ 402 w 1460"/>
                <a:gd name="T13" fmla="*/ 412 h 487"/>
                <a:gd name="T14" fmla="*/ 531 w 1460"/>
                <a:gd name="T15" fmla="*/ 443 h 487"/>
                <a:gd name="T16" fmla="*/ 668 w 1460"/>
                <a:gd name="T17" fmla="*/ 465 h 487"/>
                <a:gd name="T18" fmla="*/ 807 w 1460"/>
                <a:gd name="T19" fmla="*/ 480 h 487"/>
                <a:gd name="T20" fmla="*/ 943 w 1460"/>
                <a:gd name="T21" fmla="*/ 487 h 487"/>
                <a:gd name="T22" fmla="*/ 1072 w 1460"/>
                <a:gd name="T23" fmla="*/ 484 h 487"/>
                <a:gd name="T24" fmla="*/ 1188 w 1460"/>
                <a:gd name="T25" fmla="*/ 473 h 487"/>
                <a:gd name="T26" fmla="*/ 1287 w 1460"/>
                <a:gd name="T27" fmla="*/ 454 h 487"/>
                <a:gd name="T28" fmla="*/ 1367 w 1460"/>
                <a:gd name="T29" fmla="*/ 427 h 487"/>
                <a:gd name="T30" fmla="*/ 1423 w 1460"/>
                <a:gd name="T31" fmla="*/ 394 h 487"/>
                <a:gd name="T32" fmla="*/ 1455 w 1460"/>
                <a:gd name="T33" fmla="*/ 354 h 487"/>
                <a:gd name="T34" fmla="*/ 1460 w 1460"/>
                <a:gd name="T35" fmla="*/ 311 h 487"/>
                <a:gd name="T36" fmla="*/ 1439 w 1460"/>
                <a:gd name="T37" fmla="*/ 266 h 487"/>
                <a:gd name="T38" fmla="*/ 1392 w 1460"/>
                <a:gd name="T39" fmla="*/ 220 h 487"/>
                <a:gd name="T40" fmla="*/ 1322 w 1460"/>
                <a:gd name="T41" fmla="*/ 174 h 487"/>
                <a:gd name="T42" fmla="*/ 1230 w 1460"/>
                <a:gd name="T43" fmla="*/ 130 h 487"/>
                <a:gd name="T44" fmla="*/ 1120 w 1460"/>
                <a:gd name="T45" fmla="*/ 92 h 487"/>
                <a:gd name="T46" fmla="*/ 996 w 1460"/>
                <a:gd name="T47" fmla="*/ 59 h 487"/>
                <a:gd name="T48" fmla="*/ 862 w 1460"/>
                <a:gd name="T49" fmla="*/ 32 h 487"/>
                <a:gd name="T50" fmla="*/ 724 w 1460"/>
                <a:gd name="T51" fmla="*/ 12 h 487"/>
                <a:gd name="T52" fmla="*/ 585 w 1460"/>
                <a:gd name="T53" fmla="*/ 2 h 487"/>
                <a:gd name="T54" fmla="*/ 453 w 1460"/>
                <a:gd name="T55" fmla="*/ 0 h 487"/>
                <a:gd name="T56" fmla="*/ 330 w 1460"/>
                <a:gd name="T57" fmla="*/ 7 h 487"/>
                <a:gd name="T58" fmla="*/ 221 w 1460"/>
                <a:gd name="T59" fmla="*/ 21 h 487"/>
                <a:gd name="T60" fmla="*/ 132 w 1460"/>
                <a:gd name="T61" fmla="*/ 45 h 487"/>
                <a:gd name="T62" fmla="*/ 63 w 1460"/>
                <a:gd name="T63" fmla="*/ 76 h 487"/>
                <a:gd name="T64" fmla="*/ 19 w 1460"/>
                <a:gd name="T65" fmla="*/ 112 h 487"/>
                <a:gd name="T66" fmla="*/ 0 w 1460"/>
                <a:gd name="T67" fmla="*/ 153 h 487"/>
                <a:gd name="T68" fmla="*/ 2 w 1460"/>
                <a:gd name="T69" fmla="*/ 153 h 4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460" h="487">
                  <a:moveTo>
                    <a:pt x="0" y="153"/>
                  </a:moveTo>
                  <a:lnTo>
                    <a:pt x="8" y="198"/>
                  </a:lnTo>
                  <a:lnTo>
                    <a:pt x="43" y="245"/>
                  </a:lnTo>
                  <a:lnTo>
                    <a:pt x="102" y="290"/>
                  </a:lnTo>
                  <a:lnTo>
                    <a:pt x="183" y="335"/>
                  </a:lnTo>
                  <a:lnTo>
                    <a:pt x="285" y="376"/>
                  </a:lnTo>
                  <a:lnTo>
                    <a:pt x="402" y="412"/>
                  </a:lnTo>
                  <a:lnTo>
                    <a:pt x="531" y="443"/>
                  </a:lnTo>
                  <a:lnTo>
                    <a:pt x="668" y="465"/>
                  </a:lnTo>
                  <a:lnTo>
                    <a:pt x="807" y="480"/>
                  </a:lnTo>
                  <a:lnTo>
                    <a:pt x="943" y="487"/>
                  </a:lnTo>
                  <a:lnTo>
                    <a:pt x="1072" y="484"/>
                  </a:lnTo>
                  <a:lnTo>
                    <a:pt x="1188" y="473"/>
                  </a:lnTo>
                  <a:lnTo>
                    <a:pt x="1287" y="454"/>
                  </a:lnTo>
                  <a:lnTo>
                    <a:pt x="1367" y="427"/>
                  </a:lnTo>
                  <a:lnTo>
                    <a:pt x="1423" y="394"/>
                  </a:lnTo>
                  <a:lnTo>
                    <a:pt x="1455" y="354"/>
                  </a:lnTo>
                  <a:lnTo>
                    <a:pt x="1460" y="311"/>
                  </a:lnTo>
                  <a:lnTo>
                    <a:pt x="1439" y="266"/>
                  </a:lnTo>
                  <a:lnTo>
                    <a:pt x="1392" y="220"/>
                  </a:lnTo>
                  <a:lnTo>
                    <a:pt x="1322" y="174"/>
                  </a:lnTo>
                  <a:lnTo>
                    <a:pt x="1230" y="130"/>
                  </a:lnTo>
                  <a:lnTo>
                    <a:pt x="1120" y="92"/>
                  </a:lnTo>
                  <a:lnTo>
                    <a:pt x="996" y="59"/>
                  </a:lnTo>
                  <a:lnTo>
                    <a:pt x="862" y="32"/>
                  </a:lnTo>
                  <a:lnTo>
                    <a:pt x="724" y="12"/>
                  </a:lnTo>
                  <a:lnTo>
                    <a:pt x="585" y="2"/>
                  </a:lnTo>
                  <a:lnTo>
                    <a:pt x="453" y="0"/>
                  </a:lnTo>
                  <a:lnTo>
                    <a:pt x="330" y="7"/>
                  </a:lnTo>
                  <a:lnTo>
                    <a:pt x="221" y="21"/>
                  </a:lnTo>
                  <a:lnTo>
                    <a:pt x="132" y="45"/>
                  </a:lnTo>
                  <a:lnTo>
                    <a:pt x="63" y="76"/>
                  </a:lnTo>
                  <a:lnTo>
                    <a:pt x="19" y="112"/>
                  </a:lnTo>
                  <a:lnTo>
                    <a:pt x="0" y="153"/>
                  </a:lnTo>
                  <a:lnTo>
                    <a:pt x="2" y="153"/>
                  </a:lnTo>
                </a:path>
              </a:pathLst>
            </a:custGeom>
            <a:noFill/>
            <a:ln w="38100" cmpd="sng">
              <a:solidFill>
                <a:schemeClr val="tx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9347" name="Freeform 19">
              <a:extLst>
                <a:ext uri="{FF2B5EF4-FFF2-40B4-BE49-F238E27FC236}">
                  <a16:creationId xmlns:a16="http://schemas.microsoft.com/office/drawing/2014/main" id="{0D9F455E-FD9C-4C6B-9712-26390A09C6BB}"/>
                </a:ext>
              </a:extLst>
            </p:cNvPr>
            <p:cNvSpPr>
              <a:spLocks/>
            </p:cNvSpPr>
            <p:nvPr/>
          </p:nvSpPr>
          <p:spPr bwMode="auto">
            <a:xfrm>
              <a:off x="2407" y="2549"/>
              <a:ext cx="281" cy="282"/>
            </a:xfrm>
            <a:custGeom>
              <a:avLst/>
              <a:gdLst>
                <a:gd name="T0" fmla="*/ 0 w 844"/>
                <a:gd name="T1" fmla="*/ 0 h 844"/>
                <a:gd name="T2" fmla="*/ 843 w 844"/>
                <a:gd name="T3" fmla="*/ 844 h 844"/>
                <a:gd name="T4" fmla="*/ 844 w 844"/>
                <a:gd name="T5" fmla="*/ 844 h 8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844" h="844">
                  <a:moveTo>
                    <a:pt x="0" y="0"/>
                  </a:moveTo>
                  <a:lnTo>
                    <a:pt x="843" y="844"/>
                  </a:lnTo>
                  <a:lnTo>
                    <a:pt x="844" y="844"/>
                  </a:lnTo>
                </a:path>
              </a:pathLst>
            </a:custGeom>
            <a:noFill/>
            <a:ln w="38100" cmpd="sng">
              <a:solidFill>
                <a:schemeClr val="tx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9348" name="Freeform 20">
              <a:extLst>
                <a:ext uri="{FF2B5EF4-FFF2-40B4-BE49-F238E27FC236}">
                  <a16:creationId xmlns:a16="http://schemas.microsoft.com/office/drawing/2014/main" id="{9F8B7701-6A29-433F-A754-62E860ECD671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6" y="2549"/>
              <a:ext cx="255" cy="282"/>
            </a:xfrm>
            <a:custGeom>
              <a:avLst/>
              <a:gdLst>
                <a:gd name="T0" fmla="*/ 0 w 765"/>
                <a:gd name="T1" fmla="*/ 0 h 844"/>
                <a:gd name="T2" fmla="*/ 244 w 765"/>
                <a:gd name="T3" fmla="*/ 256 h 844"/>
                <a:gd name="T4" fmla="*/ 391 w 765"/>
                <a:gd name="T5" fmla="*/ 383 h 844"/>
                <a:gd name="T6" fmla="*/ 522 w 765"/>
                <a:gd name="T7" fmla="*/ 575 h 844"/>
                <a:gd name="T8" fmla="*/ 573 w 765"/>
                <a:gd name="T9" fmla="*/ 696 h 844"/>
                <a:gd name="T10" fmla="*/ 638 w 765"/>
                <a:gd name="T11" fmla="*/ 751 h 844"/>
                <a:gd name="T12" fmla="*/ 764 w 765"/>
                <a:gd name="T13" fmla="*/ 844 h 844"/>
                <a:gd name="T14" fmla="*/ 765 w 765"/>
                <a:gd name="T15" fmla="*/ 844 h 8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65" h="844">
                  <a:moveTo>
                    <a:pt x="0" y="0"/>
                  </a:moveTo>
                  <a:lnTo>
                    <a:pt x="244" y="256"/>
                  </a:lnTo>
                  <a:lnTo>
                    <a:pt x="391" y="383"/>
                  </a:lnTo>
                  <a:lnTo>
                    <a:pt x="522" y="575"/>
                  </a:lnTo>
                  <a:lnTo>
                    <a:pt x="573" y="696"/>
                  </a:lnTo>
                  <a:lnTo>
                    <a:pt x="638" y="751"/>
                  </a:lnTo>
                  <a:lnTo>
                    <a:pt x="764" y="844"/>
                  </a:lnTo>
                  <a:lnTo>
                    <a:pt x="765" y="844"/>
                  </a:lnTo>
                </a:path>
              </a:pathLst>
            </a:custGeom>
            <a:noFill/>
            <a:ln w="19050" cmpd="sng">
              <a:solidFill>
                <a:schemeClr val="tx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99349" name="Group 21">
              <a:extLst>
                <a:ext uri="{FF2B5EF4-FFF2-40B4-BE49-F238E27FC236}">
                  <a16:creationId xmlns:a16="http://schemas.microsoft.com/office/drawing/2014/main" id="{B5635294-C8C3-4AF5-B918-0222C96FC32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92" y="2668"/>
              <a:ext cx="669" cy="1"/>
              <a:chOff x="1792" y="2668"/>
              <a:chExt cx="669" cy="1"/>
            </a:xfrm>
          </p:grpSpPr>
          <p:sp>
            <p:nvSpPr>
              <p:cNvPr id="99350" name="Freeform 22">
                <a:extLst>
                  <a:ext uri="{FF2B5EF4-FFF2-40B4-BE49-F238E27FC236}">
                    <a16:creationId xmlns:a16="http://schemas.microsoft.com/office/drawing/2014/main" id="{4BCF4971-5322-484A-AFD8-BBF2BA25719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2" y="2668"/>
                <a:ext cx="403" cy="1"/>
              </a:xfrm>
              <a:custGeom>
                <a:avLst/>
                <a:gdLst>
                  <a:gd name="T0" fmla="*/ 0 w 1207"/>
                  <a:gd name="T1" fmla="*/ 1206 w 1207"/>
                  <a:gd name="T2" fmla="*/ 1207 w 1207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207">
                    <a:moveTo>
                      <a:pt x="0" y="0"/>
                    </a:moveTo>
                    <a:lnTo>
                      <a:pt x="1206" y="0"/>
                    </a:lnTo>
                    <a:lnTo>
                      <a:pt x="1207" y="0"/>
                    </a:lnTo>
                  </a:path>
                </a:pathLst>
              </a:custGeom>
              <a:noFill/>
              <a:ln w="19050" cmpd="sng">
                <a:solidFill>
                  <a:schemeClr val="tx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9351" name="Freeform 23">
                <a:extLst>
                  <a:ext uri="{FF2B5EF4-FFF2-40B4-BE49-F238E27FC236}">
                    <a16:creationId xmlns:a16="http://schemas.microsoft.com/office/drawing/2014/main" id="{5C59A341-4AA4-4431-BD1E-44601C2D409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36" y="2668"/>
                <a:ext cx="21" cy="1"/>
              </a:xfrm>
              <a:custGeom>
                <a:avLst/>
                <a:gdLst>
                  <a:gd name="T0" fmla="*/ 0 w 64"/>
                  <a:gd name="T1" fmla="*/ 63 w 64"/>
                  <a:gd name="T2" fmla="*/ 64 w 64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64">
                    <a:moveTo>
                      <a:pt x="0" y="0"/>
                    </a:moveTo>
                    <a:lnTo>
                      <a:pt x="63" y="0"/>
                    </a:lnTo>
                    <a:lnTo>
                      <a:pt x="64" y="0"/>
                    </a:lnTo>
                  </a:path>
                </a:pathLst>
              </a:custGeom>
              <a:noFill/>
              <a:ln w="19050" cmpd="sng">
                <a:solidFill>
                  <a:schemeClr val="tx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9352" name="Freeform 24">
                <a:extLst>
                  <a:ext uri="{FF2B5EF4-FFF2-40B4-BE49-F238E27FC236}">
                    <a16:creationId xmlns:a16="http://schemas.microsoft.com/office/drawing/2014/main" id="{B513C97B-497F-4EEF-93E5-90E6193CC81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99" y="2668"/>
                <a:ext cx="162" cy="1"/>
              </a:xfrm>
              <a:custGeom>
                <a:avLst/>
                <a:gdLst>
                  <a:gd name="T0" fmla="*/ 0 w 485"/>
                  <a:gd name="T1" fmla="*/ 484 w 485"/>
                  <a:gd name="T2" fmla="*/ 485 w 485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485">
                    <a:moveTo>
                      <a:pt x="0" y="0"/>
                    </a:moveTo>
                    <a:lnTo>
                      <a:pt x="484" y="0"/>
                    </a:lnTo>
                    <a:lnTo>
                      <a:pt x="485" y="0"/>
                    </a:lnTo>
                  </a:path>
                </a:pathLst>
              </a:custGeom>
              <a:noFill/>
              <a:ln w="19050" cmpd="sng">
                <a:solidFill>
                  <a:schemeClr val="tx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pSp>
        <p:nvGrpSpPr>
          <p:cNvPr id="99353" name="Group 25">
            <a:extLst>
              <a:ext uri="{FF2B5EF4-FFF2-40B4-BE49-F238E27FC236}">
                <a16:creationId xmlns:a16="http://schemas.microsoft.com/office/drawing/2014/main" id="{2323D40A-EA00-4881-94D4-4F113BC77B0E}"/>
              </a:ext>
            </a:extLst>
          </p:cNvPr>
          <p:cNvGrpSpPr>
            <a:grpSpLocks/>
          </p:cNvGrpSpPr>
          <p:nvPr/>
        </p:nvGrpSpPr>
        <p:grpSpPr bwMode="auto">
          <a:xfrm>
            <a:off x="833438" y="1895475"/>
            <a:ext cx="2108200" cy="1033463"/>
            <a:chOff x="1324" y="1003"/>
            <a:chExt cx="1328" cy="651"/>
          </a:xfrm>
        </p:grpSpPr>
        <p:sp>
          <p:nvSpPr>
            <p:cNvPr id="99354" name="Line 26">
              <a:extLst>
                <a:ext uri="{FF2B5EF4-FFF2-40B4-BE49-F238E27FC236}">
                  <a16:creationId xmlns:a16="http://schemas.microsoft.com/office/drawing/2014/main" id="{D11DC7CF-2414-435F-9D46-B064E53BD26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31" y="1105"/>
              <a:ext cx="115" cy="11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9355" name="Line 27">
              <a:extLst>
                <a:ext uri="{FF2B5EF4-FFF2-40B4-BE49-F238E27FC236}">
                  <a16:creationId xmlns:a16="http://schemas.microsoft.com/office/drawing/2014/main" id="{D4C99CD4-DDB6-4F94-850A-12BC9AF8F2B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60" y="1376"/>
              <a:ext cx="119" cy="11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9356" name="Line 28">
              <a:extLst>
                <a:ext uri="{FF2B5EF4-FFF2-40B4-BE49-F238E27FC236}">
                  <a16:creationId xmlns:a16="http://schemas.microsoft.com/office/drawing/2014/main" id="{75B75189-3DCD-4562-A936-9FA955169C7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75" y="1448"/>
              <a:ext cx="0" cy="16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9357" name="Line 29">
              <a:extLst>
                <a:ext uri="{FF2B5EF4-FFF2-40B4-BE49-F238E27FC236}">
                  <a16:creationId xmlns:a16="http://schemas.microsoft.com/office/drawing/2014/main" id="{6D65B53E-A861-490E-9B74-8E7E2147496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63" y="1448"/>
              <a:ext cx="0" cy="16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9358" name="Line 30">
              <a:extLst>
                <a:ext uri="{FF2B5EF4-FFF2-40B4-BE49-F238E27FC236}">
                  <a16:creationId xmlns:a16="http://schemas.microsoft.com/office/drawing/2014/main" id="{F55EEA74-2C2D-4875-A345-21F649AA4AC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65" y="1200"/>
              <a:ext cx="177" cy="17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9359" name="Freeform 31">
              <a:extLst>
                <a:ext uri="{FF2B5EF4-FFF2-40B4-BE49-F238E27FC236}">
                  <a16:creationId xmlns:a16="http://schemas.microsoft.com/office/drawing/2014/main" id="{C25CA208-9212-4D10-AAB0-27643C4A5186}"/>
                </a:ext>
              </a:extLst>
            </p:cNvPr>
            <p:cNvSpPr>
              <a:spLocks/>
            </p:cNvSpPr>
            <p:nvPr/>
          </p:nvSpPr>
          <p:spPr bwMode="auto">
            <a:xfrm>
              <a:off x="1324" y="1447"/>
              <a:ext cx="765" cy="1"/>
            </a:xfrm>
            <a:custGeom>
              <a:avLst/>
              <a:gdLst>
                <a:gd name="T0" fmla="*/ 0 w 2297"/>
                <a:gd name="T1" fmla="*/ 2296 w 2297"/>
                <a:gd name="T2" fmla="*/ 2297 w 2297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2297">
                  <a:moveTo>
                    <a:pt x="0" y="0"/>
                  </a:moveTo>
                  <a:lnTo>
                    <a:pt x="2296" y="0"/>
                  </a:lnTo>
                  <a:lnTo>
                    <a:pt x="2297" y="0"/>
                  </a:lnTo>
                </a:path>
              </a:pathLst>
            </a:custGeom>
            <a:noFill/>
            <a:ln w="38100" cmpd="sng">
              <a:solidFill>
                <a:schemeClr val="tx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9360" name="Freeform 32">
              <a:extLst>
                <a:ext uri="{FF2B5EF4-FFF2-40B4-BE49-F238E27FC236}">
                  <a16:creationId xmlns:a16="http://schemas.microsoft.com/office/drawing/2014/main" id="{CE6D3DC4-541D-4B1D-A9E4-F0E7838762AB}"/>
                </a:ext>
              </a:extLst>
            </p:cNvPr>
            <p:cNvSpPr>
              <a:spLocks/>
            </p:cNvSpPr>
            <p:nvPr/>
          </p:nvSpPr>
          <p:spPr bwMode="auto">
            <a:xfrm>
              <a:off x="1324" y="1447"/>
              <a:ext cx="1" cy="168"/>
            </a:xfrm>
            <a:custGeom>
              <a:avLst/>
              <a:gdLst>
                <a:gd name="T0" fmla="*/ 0 w 1"/>
                <a:gd name="T1" fmla="*/ 0 h 503"/>
                <a:gd name="T2" fmla="*/ 0 w 1"/>
                <a:gd name="T3" fmla="*/ 503 h 503"/>
                <a:gd name="T4" fmla="*/ 1 w 1"/>
                <a:gd name="T5" fmla="*/ 503 h 5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503">
                  <a:moveTo>
                    <a:pt x="0" y="0"/>
                  </a:moveTo>
                  <a:lnTo>
                    <a:pt x="0" y="503"/>
                  </a:lnTo>
                  <a:lnTo>
                    <a:pt x="1" y="503"/>
                  </a:lnTo>
                </a:path>
              </a:pathLst>
            </a:custGeom>
            <a:noFill/>
            <a:ln w="38100" cmpd="sng">
              <a:solidFill>
                <a:schemeClr val="tx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9361" name="Freeform 33">
              <a:extLst>
                <a:ext uri="{FF2B5EF4-FFF2-40B4-BE49-F238E27FC236}">
                  <a16:creationId xmlns:a16="http://schemas.microsoft.com/office/drawing/2014/main" id="{F06FE6E2-DA7E-46E1-B2B2-8BDF4DED19BB}"/>
                </a:ext>
              </a:extLst>
            </p:cNvPr>
            <p:cNvSpPr>
              <a:spLocks/>
            </p:cNvSpPr>
            <p:nvPr/>
          </p:nvSpPr>
          <p:spPr bwMode="auto">
            <a:xfrm>
              <a:off x="2089" y="1003"/>
              <a:ext cx="444" cy="444"/>
            </a:xfrm>
            <a:custGeom>
              <a:avLst/>
              <a:gdLst>
                <a:gd name="T0" fmla="*/ 0 w 1332"/>
                <a:gd name="T1" fmla="*/ 1332 h 1332"/>
                <a:gd name="T2" fmla="*/ 1331 w 1332"/>
                <a:gd name="T3" fmla="*/ 0 h 1332"/>
                <a:gd name="T4" fmla="*/ 1332 w 1332"/>
                <a:gd name="T5" fmla="*/ 0 h 13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332" h="1332">
                  <a:moveTo>
                    <a:pt x="0" y="1332"/>
                  </a:moveTo>
                  <a:lnTo>
                    <a:pt x="1331" y="0"/>
                  </a:lnTo>
                  <a:lnTo>
                    <a:pt x="1332" y="0"/>
                  </a:lnTo>
                </a:path>
              </a:pathLst>
            </a:custGeom>
            <a:noFill/>
            <a:ln w="38100" cmpd="sng">
              <a:solidFill>
                <a:schemeClr val="tx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9362" name="Freeform 34">
              <a:extLst>
                <a:ext uri="{FF2B5EF4-FFF2-40B4-BE49-F238E27FC236}">
                  <a16:creationId xmlns:a16="http://schemas.microsoft.com/office/drawing/2014/main" id="{2FBE9D72-ADCA-450F-BC92-4517FF65E879}"/>
                </a:ext>
              </a:extLst>
            </p:cNvPr>
            <p:cNvSpPr>
              <a:spLocks/>
            </p:cNvSpPr>
            <p:nvPr/>
          </p:nvSpPr>
          <p:spPr bwMode="auto">
            <a:xfrm>
              <a:off x="1324" y="1615"/>
              <a:ext cx="834" cy="1"/>
            </a:xfrm>
            <a:custGeom>
              <a:avLst/>
              <a:gdLst>
                <a:gd name="T0" fmla="*/ 0 w 2504"/>
                <a:gd name="T1" fmla="*/ 2503 w 2504"/>
                <a:gd name="T2" fmla="*/ 2504 w 250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2504">
                  <a:moveTo>
                    <a:pt x="0" y="0"/>
                  </a:moveTo>
                  <a:lnTo>
                    <a:pt x="2503" y="0"/>
                  </a:lnTo>
                  <a:lnTo>
                    <a:pt x="2504" y="0"/>
                  </a:lnTo>
                </a:path>
              </a:pathLst>
            </a:custGeom>
            <a:noFill/>
            <a:ln w="38100" cmpd="sng">
              <a:solidFill>
                <a:schemeClr val="tx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9363" name="Freeform 35">
              <a:extLst>
                <a:ext uri="{FF2B5EF4-FFF2-40B4-BE49-F238E27FC236}">
                  <a16:creationId xmlns:a16="http://schemas.microsoft.com/office/drawing/2014/main" id="{209C48C4-C862-421C-9540-4311463A37C8}"/>
                </a:ext>
              </a:extLst>
            </p:cNvPr>
            <p:cNvSpPr>
              <a:spLocks/>
            </p:cNvSpPr>
            <p:nvPr/>
          </p:nvSpPr>
          <p:spPr bwMode="auto">
            <a:xfrm>
              <a:off x="2158" y="1122"/>
              <a:ext cx="494" cy="493"/>
            </a:xfrm>
            <a:custGeom>
              <a:avLst/>
              <a:gdLst>
                <a:gd name="T0" fmla="*/ 0 w 1481"/>
                <a:gd name="T1" fmla="*/ 1479 h 1479"/>
                <a:gd name="T2" fmla="*/ 1480 w 1481"/>
                <a:gd name="T3" fmla="*/ 0 h 1479"/>
                <a:gd name="T4" fmla="*/ 1481 w 1481"/>
                <a:gd name="T5" fmla="*/ 0 h 14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481" h="1479">
                  <a:moveTo>
                    <a:pt x="0" y="1479"/>
                  </a:moveTo>
                  <a:lnTo>
                    <a:pt x="1480" y="0"/>
                  </a:lnTo>
                  <a:lnTo>
                    <a:pt x="1481" y="0"/>
                  </a:lnTo>
                </a:path>
              </a:pathLst>
            </a:custGeom>
            <a:noFill/>
            <a:ln w="38100" cmpd="sng">
              <a:solidFill>
                <a:schemeClr val="tx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9364" name="Freeform 36">
              <a:extLst>
                <a:ext uri="{FF2B5EF4-FFF2-40B4-BE49-F238E27FC236}">
                  <a16:creationId xmlns:a16="http://schemas.microsoft.com/office/drawing/2014/main" id="{7921EC03-E27C-4103-8AA3-40EBA2C6CD8C}"/>
                </a:ext>
              </a:extLst>
            </p:cNvPr>
            <p:cNvSpPr>
              <a:spLocks/>
            </p:cNvSpPr>
            <p:nvPr/>
          </p:nvSpPr>
          <p:spPr bwMode="auto">
            <a:xfrm>
              <a:off x="2533" y="1003"/>
              <a:ext cx="119" cy="119"/>
            </a:xfrm>
            <a:custGeom>
              <a:avLst/>
              <a:gdLst>
                <a:gd name="T0" fmla="*/ 0 w 357"/>
                <a:gd name="T1" fmla="*/ 0 h 356"/>
                <a:gd name="T2" fmla="*/ 356 w 357"/>
                <a:gd name="T3" fmla="*/ 356 h 356"/>
                <a:gd name="T4" fmla="*/ 357 w 357"/>
                <a:gd name="T5" fmla="*/ 356 h 3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57" h="356">
                  <a:moveTo>
                    <a:pt x="0" y="0"/>
                  </a:moveTo>
                  <a:lnTo>
                    <a:pt x="356" y="356"/>
                  </a:lnTo>
                  <a:lnTo>
                    <a:pt x="357" y="356"/>
                  </a:lnTo>
                </a:path>
              </a:pathLst>
            </a:custGeom>
            <a:noFill/>
            <a:ln w="38100" cmpd="sng">
              <a:solidFill>
                <a:schemeClr val="tx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9365" name="Line 37">
              <a:extLst>
                <a:ext uri="{FF2B5EF4-FFF2-40B4-BE49-F238E27FC236}">
                  <a16:creationId xmlns:a16="http://schemas.microsoft.com/office/drawing/2014/main" id="{D3493295-157A-4F85-844A-F0230460D11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18" y="1411"/>
              <a:ext cx="0" cy="24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99366" name="Freeform 38">
            <a:extLst>
              <a:ext uri="{FF2B5EF4-FFF2-40B4-BE49-F238E27FC236}">
                <a16:creationId xmlns:a16="http://schemas.microsoft.com/office/drawing/2014/main" id="{1A7CD198-432B-4FF1-AD19-01ED4F29582E}"/>
              </a:ext>
            </a:extLst>
          </p:cNvPr>
          <p:cNvSpPr>
            <a:spLocks/>
          </p:cNvSpPr>
          <p:nvPr/>
        </p:nvSpPr>
        <p:spPr bwMode="auto">
          <a:xfrm>
            <a:off x="2613025" y="2579688"/>
            <a:ext cx="2573338" cy="2571750"/>
          </a:xfrm>
          <a:custGeom>
            <a:avLst/>
            <a:gdLst>
              <a:gd name="T0" fmla="*/ 0 w 1621"/>
              <a:gd name="T1" fmla="*/ 844 h 1620"/>
              <a:gd name="T2" fmla="*/ 844 w 1621"/>
              <a:gd name="T3" fmla="*/ 0 h 1620"/>
              <a:gd name="T4" fmla="*/ 1621 w 1621"/>
              <a:gd name="T5" fmla="*/ 777 h 1620"/>
              <a:gd name="T6" fmla="*/ 778 w 1621"/>
              <a:gd name="T7" fmla="*/ 1620 h 1620"/>
              <a:gd name="T8" fmla="*/ 0 w 1621"/>
              <a:gd name="T9" fmla="*/ 844 h 16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621" h="1620">
                <a:moveTo>
                  <a:pt x="0" y="844"/>
                </a:moveTo>
                <a:lnTo>
                  <a:pt x="844" y="0"/>
                </a:lnTo>
                <a:lnTo>
                  <a:pt x="1621" y="777"/>
                </a:lnTo>
                <a:lnTo>
                  <a:pt x="778" y="1620"/>
                </a:lnTo>
                <a:lnTo>
                  <a:pt x="0" y="844"/>
                </a:lnTo>
                <a:close/>
              </a:path>
            </a:pathLst>
          </a:custGeom>
          <a:solidFill>
            <a:srgbClr val="FFFFCC"/>
          </a:solidFill>
          <a:ln w="12700" cap="flat" cmpd="sng">
            <a:solidFill>
              <a:schemeClr val="tx1"/>
            </a:solidFill>
            <a:prstDash val="solid"/>
            <a:round/>
            <a:headEnd type="none" w="sm" len="lg"/>
            <a:tailEnd type="none" w="sm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99367" name="Group 39">
            <a:extLst>
              <a:ext uri="{FF2B5EF4-FFF2-40B4-BE49-F238E27FC236}">
                <a16:creationId xmlns:a16="http://schemas.microsoft.com/office/drawing/2014/main" id="{C3D2A2A3-E316-44F9-9FAE-849004E3704F}"/>
              </a:ext>
            </a:extLst>
          </p:cNvPr>
          <p:cNvGrpSpPr>
            <a:grpSpLocks/>
          </p:cNvGrpSpPr>
          <p:nvPr/>
        </p:nvGrpSpPr>
        <p:grpSpPr bwMode="auto">
          <a:xfrm>
            <a:off x="3341688" y="2609850"/>
            <a:ext cx="1041400" cy="1803400"/>
            <a:chOff x="2904" y="1453"/>
            <a:chExt cx="656" cy="1136"/>
          </a:xfrm>
        </p:grpSpPr>
        <p:grpSp>
          <p:nvGrpSpPr>
            <p:cNvPr id="99368" name="Group 40">
              <a:extLst>
                <a:ext uri="{FF2B5EF4-FFF2-40B4-BE49-F238E27FC236}">
                  <a16:creationId xmlns:a16="http://schemas.microsoft.com/office/drawing/2014/main" id="{0EEAFA59-6B42-4AC2-9396-52E6DBCAAF8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82" y="1453"/>
              <a:ext cx="532" cy="532"/>
              <a:chOff x="2982" y="1453"/>
              <a:chExt cx="532" cy="532"/>
            </a:xfrm>
          </p:grpSpPr>
          <p:sp>
            <p:nvSpPr>
              <p:cNvPr id="99369" name="Freeform 41">
                <a:extLst>
                  <a:ext uri="{FF2B5EF4-FFF2-40B4-BE49-F238E27FC236}">
                    <a16:creationId xmlns:a16="http://schemas.microsoft.com/office/drawing/2014/main" id="{5F1AD50F-0BE5-4BDD-A8C5-B4E74CF72E2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82" y="1453"/>
                <a:ext cx="532" cy="532"/>
              </a:xfrm>
              <a:custGeom>
                <a:avLst/>
                <a:gdLst>
                  <a:gd name="T0" fmla="*/ 0 w 1596"/>
                  <a:gd name="T1" fmla="*/ 0 h 1598"/>
                  <a:gd name="T2" fmla="*/ 1595 w 1596"/>
                  <a:gd name="T3" fmla="*/ 1598 h 1598"/>
                  <a:gd name="T4" fmla="*/ 1596 w 1596"/>
                  <a:gd name="T5" fmla="*/ 1598 h 15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596" h="1598">
                    <a:moveTo>
                      <a:pt x="0" y="0"/>
                    </a:moveTo>
                    <a:lnTo>
                      <a:pt x="1595" y="1598"/>
                    </a:lnTo>
                    <a:lnTo>
                      <a:pt x="1596" y="1598"/>
                    </a:lnTo>
                  </a:path>
                </a:pathLst>
              </a:custGeom>
              <a:noFill/>
              <a:ln w="19050" cmpd="sng">
                <a:solidFill>
                  <a:schemeClr val="tx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9370" name="Freeform 42">
                <a:extLst>
                  <a:ext uri="{FF2B5EF4-FFF2-40B4-BE49-F238E27FC236}">
                    <a16:creationId xmlns:a16="http://schemas.microsoft.com/office/drawing/2014/main" id="{8D7E5A1E-117C-4336-A7BE-C004619D517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09" y="1659"/>
                <a:ext cx="144" cy="166"/>
              </a:xfrm>
              <a:custGeom>
                <a:avLst/>
                <a:gdLst>
                  <a:gd name="T0" fmla="*/ 432 w 432"/>
                  <a:gd name="T1" fmla="*/ 496 h 496"/>
                  <a:gd name="T2" fmla="*/ 0 w 432"/>
                  <a:gd name="T3" fmla="*/ 0 h 496"/>
                  <a:gd name="T4" fmla="*/ 1 w 432"/>
                  <a:gd name="T5" fmla="*/ 0 h 4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2" h="496">
                    <a:moveTo>
                      <a:pt x="432" y="496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chemeClr val="tx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9371" name="Freeform 43">
                <a:extLst>
                  <a:ext uri="{FF2B5EF4-FFF2-40B4-BE49-F238E27FC236}">
                    <a16:creationId xmlns:a16="http://schemas.microsoft.com/office/drawing/2014/main" id="{58676804-1CB0-4BA0-91CC-7056038FAFE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88" y="1659"/>
                <a:ext cx="21" cy="22"/>
              </a:xfrm>
              <a:custGeom>
                <a:avLst/>
                <a:gdLst>
                  <a:gd name="T0" fmla="*/ 64 w 64"/>
                  <a:gd name="T1" fmla="*/ 0 h 64"/>
                  <a:gd name="T2" fmla="*/ 0 w 64"/>
                  <a:gd name="T3" fmla="*/ 64 h 64"/>
                  <a:gd name="T4" fmla="*/ 1 w 64"/>
                  <a:gd name="T5" fmla="*/ 64 h 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64" h="64">
                    <a:moveTo>
                      <a:pt x="64" y="0"/>
                    </a:moveTo>
                    <a:lnTo>
                      <a:pt x="0" y="64"/>
                    </a:lnTo>
                    <a:lnTo>
                      <a:pt x="1" y="64"/>
                    </a:lnTo>
                  </a:path>
                </a:pathLst>
              </a:custGeom>
              <a:noFill/>
              <a:ln w="19050" cmpd="sng">
                <a:solidFill>
                  <a:schemeClr val="tx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9372" name="Freeform 44">
                <a:extLst>
                  <a:ext uri="{FF2B5EF4-FFF2-40B4-BE49-F238E27FC236}">
                    <a16:creationId xmlns:a16="http://schemas.microsoft.com/office/drawing/2014/main" id="{D87745AA-D937-4AB0-A16D-D8D5E20C7B0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88" y="1681"/>
                <a:ext cx="166" cy="144"/>
              </a:xfrm>
              <a:custGeom>
                <a:avLst/>
                <a:gdLst>
                  <a:gd name="T0" fmla="*/ 0 w 497"/>
                  <a:gd name="T1" fmla="*/ 0 h 432"/>
                  <a:gd name="T2" fmla="*/ 496 w 497"/>
                  <a:gd name="T3" fmla="*/ 432 h 432"/>
                  <a:gd name="T4" fmla="*/ 497 w 497"/>
                  <a:gd name="T5" fmla="*/ 432 h 4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97" h="432">
                    <a:moveTo>
                      <a:pt x="0" y="0"/>
                    </a:moveTo>
                    <a:lnTo>
                      <a:pt x="496" y="432"/>
                    </a:lnTo>
                    <a:lnTo>
                      <a:pt x="497" y="432"/>
                    </a:lnTo>
                  </a:path>
                </a:pathLst>
              </a:custGeom>
              <a:noFill/>
              <a:ln w="19050" cmpd="sng">
                <a:solidFill>
                  <a:schemeClr val="tx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99373" name="Group 45">
              <a:extLst>
                <a:ext uri="{FF2B5EF4-FFF2-40B4-BE49-F238E27FC236}">
                  <a16:creationId xmlns:a16="http://schemas.microsoft.com/office/drawing/2014/main" id="{FC71A432-C12B-457B-B6D5-90DF9D657E0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04" y="1939"/>
              <a:ext cx="656" cy="650"/>
              <a:chOff x="2904" y="1939"/>
              <a:chExt cx="656" cy="650"/>
            </a:xfrm>
          </p:grpSpPr>
          <p:sp>
            <p:nvSpPr>
              <p:cNvPr id="99374" name="Freeform 46">
                <a:extLst>
                  <a:ext uri="{FF2B5EF4-FFF2-40B4-BE49-F238E27FC236}">
                    <a16:creationId xmlns:a16="http://schemas.microsoft.com/office/drawing/2014/main" id="{8730E433-141C-47CD-BFB5-65212F49FC2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77" y="2023"/>
                <a:ext cx="383" cy="383"/>
              </a:xfrm>
              <a:custGeom>
                <a:avLst/>
                <a:gdLst>
                  <a:gd name="T0" fmla="*/ 0 w 1149"/>
                  <a:gd name="T1" fmla="*/ 0 h 1148"/>
                  <a:gd name="T2" fmla="*/ 1148 w 1149"/>
                  <a:gd name="T3" fmla="*/ 1148 h 1148"/>
                  <a:gd name="T4" fmla="*/ 1149 w 1149"/>
                  <a:gd name="T5" fmla="*/ 1148 h 11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149" h="1148">
                    <a:moveTo>
                      <a:pt x="0" y="0"/>
                    </a:moveTo>
                    <a:lnTo>
                      <a:pt x="1148" y="1148"/>
                    </a:lnTo>
                    <a:lnTo>
                      <a:pt x="1149" y="1148"/>
                    </a:lnTo>
                  </a:path>
                </a:pathLst>
              </a:custGeom>
              <a:noFill/>
              <a:ln w="19050" cmpd="sng">
                <a:solidFill>
                  <a:schemeClr val="tx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9375" name="Freeform 47">
                <a:extLst>
                  <a:ext uri="{FF2B5EF4-FFF2-40B4-BE49-F238E27FC236}">
                    <a16:creationId xmlns:a16="http://schemas.microsoft.com/office/drawing/2014/main" id="{BC3DCAE2-B2AD-4F4C-A4A3-7E3F28CE5E2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36" y="1947"/>
                <a:ext cx="415" cy="416"/>
              </a:xfrm>
              <a:custGeom>
                <a:avLst/>
                <a:gdLst>
                  <a:gd name="T0" fmla="*/ 843 w 1247"/>
                  <a:gd name="T1" fmla="*/ 1249 h 1249"/>
                  <a:gd name="T2" fmla="*/ 966 w 1247"/>
                  <a:gd name="T3" fmla="*/ 1110 h 1249"/>
                  <a:gd name="T4" fmla="*/ 1071 w 1247"/>
                  <a:gd name="T5" fmla="*/ 963 h 1249"/>
                  <a:gd name="T6" fmla="*/ 1155 w 1247"/>
                  <a:gd name="T7" fmla="*/ 811 h 1249"/>
                  <a:gd name="T8" fmla="*/ 1212 w 1247"/>
                  <a:gd name="T9" fmla="*/ 658 h 1249"/>
                  <a:gd name="T10" fmla="*/ 1244 w 1247"/>
                  <a:gd name="T11" fmla="*/ 512 h 1249"/>
                  <a:gd name="T12" fmla="*/ 1247 w 1247"/>
                  <a:gd name="T13" fmla="*/ 376 h 1249"/>
                  <a:gd name="T14" fmla="*/ 1222 w 1247"/>
                  <a:gd name="T15" fmla="*/ 257 h 1249"/>
                  <a:gd name="T16" fmla="*/ 1168 w 1247"/>
                  <a:gd name="T17" fmla="*/ 156 h 1249"/>
                  <a:gd name="T18" fmla="*/ 1091 w 1247"/>
                  <a:gd name="T19" fmla="*/ 79 h 1249"/>
                  <a:gd name="T20" fmla="*/ 990 w 1247"/>
                  <a:gd name="T21" fmla="*/ 25 h 1249"/>
                  <a:gd name="T22" fmla="*/ 871 w 1247"/>
                  <a:gd name="T23" fmla="*/ 0 h 1249"/>
                  <a:gd name="T24" fmla="*/ 735 w 1247"/>
                  <a:gd name="T25" fmla="*/ 3 h 1249"/>
                  <a:gd name="T26" fmla="*/ 589 w 1247"/>
                  <a:gd name="T27" fmla="*/ 35 h 1249"/>
                  <a:gd name="T28" fmla="*/ 437 w 1247"/>
                  <a:gd name="T29" fmla="*/ 92 h 1249"/>
                  <a:gd name="T30" fmla="*/ 286 w 1247"/>
                  <a:gd name="T31" fmla="*/ 176 h 1249"/>
                  <a:gd name="T32" fmla="*/ 138 w 1247"/>
                  <a:gd name="T33" fmla="*/ 281 h 1249"/>
                  <a:gd name="T34" fmla="*/ 0 w 1247"/>
                  <a:gd name="T35" fmla="*/ 404 h 1249"/>
                  <a:gd name="T36" fmla="*/ 1 w 1247"/>
                  <a:gd name="T37" fmla="*/ 404 h 12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47" h="1249">
                    <a:moveTo>
                      <a:pt x="843" y="1249"/>
                    </a:moveTo>
                    <a:lnTo>
                      <a:pt x="966" y="1110"/>
                    </a:lnTo>
                    <a:lnTo>
                      <a:pt x="1071" y="963"/>
                    </a:lnTo>
                    <a:lnTo>
                      <a:pt x="1155" y="811"/>
                    </a:lnTo>
                    <a:lnTo>
                      <a:pt x="1212" y="658"/>
                    </a:lnTo>
                    <a:lnTo>
                      <a:pt x="1244" y="512"/>
                    </a:lnTo>
                    <a:lnTo>
                      <a:pt x="1247" y="376"/>
                    </a:lnTo>
                    <a:lnTo>
                      <a:pt x="1222" y="257"/>
                    </a:lnTo>
                    <a:lnTo>
                      <a:pt x="1168" y="156"/>
                    </a:lnTo>
                    <a:lnTo>
                      <a:pt x="1091" y="79"/>
                    </a:lnTo>
                    <a:lnTo>
                      <a:pt x="990" y="25"/>
                    </a:lnTo>
                    <a:lnTo>
                      <a:pt x="871" y="0"/>
                    </a:lnTo>
                    <a:lnTo>
                      <a:pt x="735" y="3"/>
                    </a:lnTo>
                    <a:lnTo>
                      <a:pt x="589" y="35"/>
                    </a:lnTo>
                    <a:lnTo>
                      <a:pt x="437" y="92"/>
                    </a:lnTo>
                    <a:lnTo>
                      <a:pt x="286" y="176"/>
                    </a:lnTo>
                    <a:lnTo>
                      <a:pt x="138" y="281"/>
                    </a:lnTo>
                    <a:lnTo>
                      <a:pt x="0" y="404"/>
                    </a:lnTo>
                    <a:lnTo>
                      <a:pt x="1" y="404"/>
                    </a:lnTo>
                  </a:path>
                </a:pathLst>
              </a:custGeom>
              <a:noFill/>
              <a:ln w="38100" cmpd="sng">
                <a:solidFill>
                  <a:schemeClr val="tx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9376" name="Freeform 48">
                <a:extLst>
                  <a:ext uri="{FF2B5EF4-FFF2-40B4-BE49-F238E27FC236}">
                    <a16:creationId xmlns:a16="http://schemas.microsoft.com/office/drawing/2014/main" id="{A10B04E6-E74B-4990-BE77-E82F0E7803F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04" y="2082"/>
                <a:ext cx="232" cy="232"/>
              </a:xfrm>
              <a:custGeom>
                <a:avLst/>
                <a:gdLst>
                  <a:gd name="T0" fmla="*/ 0 w 696"/>
                  <a:gd name="T1" fmla="*/ 697 h 697"/>
                  <a:gd name="T2" fmla="*/ 695 w 696"/>
                  <a:gd name="T3" fmla="*/ 0 h 697"/>
                  <a:gd name="T4" fmla="*/ 696 w 696"/>
                  <a:gd name="T5" fmla="*/ 0 h 6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696" h="697">
                    <a:moveTo>
                      <a:pt x="0" y="697"/>
                    </a:moveTo>
                    <a:lnTo>
                      <a:pt x="695" y="0"/>
                    </a:lnTo>
                    <a:lnTo>
                      <a:pt x="696" y="0"/>
                    </a:lnTo>
                  </a:path>
                </a:pathLst>
              </a:custGeom>
              <a:noFill/>
              <a:ln w="38100" cmpd="sng">
                <a:solidFill>
                  <a:schemeClr val="tx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9377" name="Freeform 49">
                <a:extLst>
                  <a:ext uri="{FF2B5EF4-FFF2-40B4-BE49-F238E27FC236}">
                    <a16:creationId xmlns:a16="http://schemas.microsoft.com/office/drawing/2014/main" id="{A2E49DD8-99E2-4E64-90D5-6451B12686F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2" y="2363"/>
                <a:ext cx="225" cy="226"/>
              </a:xfrm>
              <a:custGeom>
                <a:avLst/>
                <a:gdLst>
                  <a:gd name="T0" fmla="*/ 0 w 675"/>
                  <a:gd name="T1" fmla="*/ 676 h 676"/>
                  <a:gd name="T2" fmla="*/ 674 w 675"/>
                  <a:gd name="T3" fmla="*/ 0 h 676"/>
                  <a:gd name="T4" fmla="*/ 675 w 675"/>
                  <a:gd name="T5" fmla="*/ 0 h 6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675" h="676">
                    <a:moveTo>
                      <a:pt x="0" y="676"/>
                    </a:moveTo>
                    <a:lnTo>
                      <a:pt x="674" y="0"/>
                    </a:lnTo>
                    <a:lnTo>
                      <a:pt x="675" y="0"/>
                    </a:lnTo>
                  </a:path>
                </a:pathLst>
              </a:custGeom>
              <a:noFill/>
              <a:ln w="38100" cmpd="sng">
                <a:solidFill>
                  <a:schemeClr val="tx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9378" name="Freeform 50">
                <a:extLst>
                  <a:ext uri="{FF2B5EF4-FFF2-40B4-BE49-F238E27FC236}">
                    <a16:creationId xmlns:a16="http://schemas.microsoft.com/office/drawing/2014/main" id="{38662B24-D670-410C-9EC7-AD57D1AE274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29" y="2289"/>
                <a:ext cx="282" cy="281"/>
              </a:xfrm>
              <a:custGeom>
                <a:avLst/>
                <a:gdLst>
                  <a:gd name="T0" fmla="*/ 0 w 845"/>
                  <a:gd name="T1" fmla="*/ 0 h 844"/>
                  <a:gd name="T2" fmla="*/ 843 w 845"/>
                  <a:gd name="T3" fmla="*/ 844 h 844"/>
                  <a:gd name="T4" fmla="*/ 845 w 845"/>
                  <a:gd name="T5" fmla="*/ 844 h 8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845" h="844">
                    <a:moveTo>
                      <a:pt x="0" y="0"/>
                    </a:moveTo>
                    <a:lnTo>
                      <a:pt x="843" y="844"/>
                    </a:lnTo>
                    <a:lnTo>
                      <a:pt x="845" y="844"/>
                    </a:lnTo>
                  </a:path>
                </a:pathLst>
              </a:custGeom>
              <a:noFill/>
              <a:ln w="38100" cmpd="sng">
                <a:solidFill>
                  <a:schemeClr val="tx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9379" name="Freeform 51">
                <a:extLst>
                  <a:ext uri="{FF2B5EF4-FFF2-40B4-BE49-F238E27FC236}">
                    <a16:creationId xmlns:a16="http://schemas.microsoft.com/office/drawing/2014/main" id="{990E07E9-0EBD-457D-926F-2F51760874E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18" y="2063"/>
                <a:ext cx="317" cy="318"/>
              </a:xfrm>
              <a:custGeom>
                <a:avLst/>
                <a:gdLst>
                  <a:gd name="T0" fmla="*/ 876 w 952"/>
                  <a:gd name="T1" fmla="*/ 75 h 953"/>
                  <a:gd name="T2" fmla="*/ 820 w 952"/>
                  <a:gd name="T3" fmla="*/ 34 h 953"/>
                  <a:gd name="T4" fmla="*/ 752 w 952"/>
                  <a:gd name="T5" fmla="*/ 9 h 953"/>
                  <a:gd name="T6" fmla="*/ 674 w 952"/>
                  <a:gd name="T7" fmla="*/ 0 h 953"/>
                  <a:gd name="T8" fmla="*/ 587 w 952"/>
                  <a:gd name="T9" fmla="*/ 9 h 953"/>
                  <a:gd name="T10" fmla="*/ 498 w 952"/>
                  <a:gd name="T11" fmla="*/ 34 h 953"/>
                  <a:gd name="T12" fmla="*/ 408 w 952"/>
                  <a:gd name="T13" fmla="*/ 77 h 953"/>
                  <a:gd name="T14" fmla="*/ 319 w 952"/>
                  <a:gd name="T15" fmla="*/ 132 h 953"/>
                  <a:gd name="T16" fmla="*/ 236 w 952"/>
                  <a:gd name="T17" fmla="*/ 202 h 953"/>
                  <a:gd name="T18" fmla="*/ 163 w 952"/>
                  <a:gd name="T19" fmla="*/ 280 h 953"/>
                  <a:gd name="T20" fmla="*/ 101 w 952"/>
                  <a:gd name="T21" fmla="*/ 366 h 953"/>
                  <a:gd name="T22" fmla="*/ 52 w 952"/>
                  <a:gd name="T23" fmla="*/ 455 h 953"/>
                  <a:gd name="T24" fmla="*/ 17 w 952"/>
                  <a:gd name="T25" fmla="*/ 546 h 953"/>
                  <a:gd name="T26" fmla="*/ 0 w 952"/>
                  <a:gd name="T27" fmla="*/ 635 h 953"/>
                  <a:gd name="T28" fmla="*/ 0 w 952"/>
                  <a:gd name="T29" fmla="*/ 717 h 953"/>
                  <a:gd name="T30" fmla="*/ 17 w 952"/>
                  <a:gd name="T31" fmla="*/ 791 h 953"/>
                  <a:gd name="T32" fmla="*/ 50 w 952"/>
                  <a:gd name="T33" fmla="*/ 853 h 953"/>
                  <a:gd name="T34" fmla="*/ 99 w 952"/>
                  <a:gd name="T35" fmla="*/ 902 h 953"/>
                  <a:gd name="T36" fmla="*/ 162 w 952"/>
                  <a:gd name="T37" fmla="*/ 935 h 953"/>
                  <a:gd name="T38" fmla="*/ 235 w 952"/>
                  <a:gd name="T39" fmla="*/ 953 h 953"/>
                  <a:gd name="T40" fmla="*/ 317 w 952"/>
                  <a:gd name="T41" fmla="*/ 953 h 953"/>
                  <a:gd name="T42" fmla="*/ 405 w 952"/>
                  <a:gd name="T43" fmla="*/ 935 h 953"/>
                  <a:gd name="T44" fmla="*/ 496 w 952"/>
                  <a:gd name="T45" fmla="*/ 902 h 953"/>
                  <a:gd name="T46" fmla="*/ 586 w 952"/>
                  <a:gd name="T47" fmla="*/ 853 h 953"/>
                  <a:gd name="T48" fmla="*/ 672 w 952"/>
                  <a:gd name="T49" fmla="*/ 789 h 953"/>
                  <a:gd name="T50" fmla="*/ 751 w 952"/>
                  <a:gd name="T51" fmla="*/ 716 h 953"/>
                  <a:gd name="T52" fmla="*/ 819 w 952"/>
                  <a:gd name="T53" fmla="*/ 632 h 953"/>
                  <a:gd name="T54" fmla="*/ 876 w 952"/>
                  <a:gd name="T55" fmla="*/ 545 h 953"/>
                  <a:gd name="T56" fmla="*/ 917 w 952"/>
                  <a:gd name="T57" fmla="*/ 454 h 953"/>
                  <a:gd name="T58" fmla="*/ 942 w 952"/>
                  <a:gd name="T59" fmla="*/ 364 h 953"/>
                  <a:gd name="T60" fmla="*/ 952 w 952"/>
                  <a:gd name="T61" fmla="*/ 279 h 953"/>
                  <a:gd name="T62" fmla="*/ 944 w 952"/>
                  <a:gd name="T63" fmla="*/ 200 h 953"/>
                  <a:gd name="T64" fmla="*/ 918 w 952"/>
                  <a:gd name="T65" fmla="*/ 131 h 953"/>
                  <a:gd name="T66" fmla="*/ 876 w 952"/>
                  <a:gd name="T67" fmla="*/ 75 h 953"/>
                  <a:gd name="T68" fmla="*/ 877 w 952"/>
                  <a:gd name="T69" fmla="*/ 75 h 9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952" h="953">
                    <a:moveTo>
                      <a:pt x="876" y="75"/>
                    </a:moveTo>
                    <a:lnTo>
                      <a:pt x="820" y="34"/>
                    </a:lnTo>
                    <a:lnTo>
                      <a:pt x="752" y="9"/>
                    </a:lnTo>
                    <a:lnTo>
                      <a:pt x="674" y="0"/>
                    </a:lnTo>
                    <a:lnTo>
                      <a:pt x="587" y="9"/>
                    </a:lnTo>
                    <a:lnTo>
                      <a:pt x="498" y="34"/>
                    </a:lnTo>
                    <a:lnTo>
                      <a:pt x="408" y="77"/>
                    </a:lnTo>
                    <a:lnTo>
                      <a:pt x="319" y="132"/>
                    </a:lnTo>
                    <a:lnTo>
                      <a:pt x="236" y="202"/>
                    </a:lnTo>
                    <a:lnTo>
                      <a:pt x="163" y="280"/>
                    </a:lnTo>
                    <a:lnTo>
                      <a:pt x="101" y="366"/>
                    </a:lnTo>
                    <a:lnTo>
                      <a:pt x="52" y="455"/>
                    </a:lnTo>
                    <a:lnTo>
                      <a:pt x="17" y="546"/>
                    </a:lnTo>
                    <a:lnTo>
                      <a:pt x="0" y="635"/>
                    </a:lnTo>
                    <a:lnTo>
                      <a:pt x="0" y="717"/>
                    </a:lnTo>
                    <a:lnTo>
                      <a:pt x="17" y="791"/>
                    </a:lnTo>
                    <a:lnTo>
                      <a:pt x="50" y="853"/>
                    </a:lnTo>
                    <a:lnTo>
                      <a:pt x="99" y="902"/>
                    </a:lnTo>
                    <a:lnTo>
                      <a:pt x="162" y="935"/>
                    </a:lnTo>
                    <a:lnTo>
                      <a:pt x="235" y="953"/>
                    </a:lnTo>
                    <a:lnTo>
                      <a:pt x="317" y="953"/>
                    </a:lnTo>
                    <a:lnTo>
                      <a:pt x="405" y="935"/>
                    </a:lnTo>
                    <a:lnTo>
                      <a:pt x="496" y="902"/>
                    </a:lnTo>
                    <a:lnTo>
                      <a:pt x="586" y="853"/>
                    </a:lnTo>
                    <a:lnTo>
                      <a:pt x="672" y="789"/>
                    </a:lnTo>
                    <a:lnTo>
                      <a:pt x="751" y="716"/>
                    </a:lnTo>
                    <a:lnTo>
                      <a:pt x="819" y="632"/>
                    </a:lnTo>
                    <a:lnTo>
                      <a:pt x="876" y="545"/>
                    </a:lnTo>
                    <a:lnTo>
                      <a:pt x="917" y="454"/>
                    </a:lnTo>
                    <a:lnTo>
                      <a:pt x="942" y="364"/>
                    </a:lnTo>
                    <a:lnTo>
                      <a:pt x="952" y="279"/>
                    </a:lnTo>
                    <a:lnTo>
                      <a:pt x="944" y="200"/>
                    </a:lnTo>
                    <a:lnTo>
                      <a:pt x="918" y="131"/>
                    </a:lnTo>
                    <a:lnTo>
                      <a:pt x="876" y="75"/>
                    </a:lnTo>
                    <a:lnTo>
                      <a:pt x="877" y="75"/>
                    </a:lnTo>
                  </a:path>
                </a:pathLst>
              </a:custGeom>
              <a:noFill/>
              <a:ln w="38100" cmpd="sng">
                <a:solidFill>
                  <a:schemeClr val="tx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9380" name="Freeform 52">
                <a:extLst>
                  <a:ext uri="{FF2B5EF4-FFF2-40B4-BE49-F238E27FC236}">
                    <a16:creationId xmlns:a16="http://schemas.microsoft.com/office/drawing/2014/main" id="{5965E5B0-AEA3-4F30-96F0-E1CC6FAC4B6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04" y="2314"/>
                <a:ext cx="288" cy="275"/>
              </a:xfrm>
              <a:custGeom>
                <a:avLst/>
                <a:gdLst>
                  <a:gd name="T0" fmla="*/ 0 w 865"/>
                  <a:gd name="T1" fmla="*/ 0 h 824"/>
                  <a:gd name="T2" fmla="*/ 118 w 865"/>
                  <a:gd name="T3" fmla="*/ 96 h 824"/>
                  <a:gd name="T4" fmla="*/ 176 w 865"/>
                  <a:gd name="T5" fmla="*/ 243 h 824"/>
                  <a:gd name="T6" fmla="*/ 244 w 865"/>
                  <a:gd name="T7" fmla="*/ 378 h 824"/>
                  <a:gd name="T8" fmla="*/ 401 w 865"/>
                  <a:gd name="T9" fmla="*/ 432 h 824"/>
                  <a:gd name="T10" fmla="*/ 515 w 865"/>
                  <a:gd name="T11" fmla="*/ 529 h 824"/>
                  <a:gd name="T12" fmla="*/ 579 w 865"/>
                  <a:gd name="T13" fmla="*/ 675 h 824"/>
                  <a:gd name="T14" fmla="*/ 864 w 865"/>
                  <a:gd name="T15" fmla="*/ 824 h 824"/>
                  <a:gd name="T16" fmla="*/ 865 w 865"/>
                  <a:gd name="T17" fmla="*/ 824 h 8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65" h="824">
                    <a:moveTo>
                      <a:pt x="0" y="0"/>
                    </a:moveTo>
                    <a:lnTo>
                      <a:pt x="118" y="96"/>
                    </a:lnTo>
                    <a:lnTo>
                      <a:pt x="176" y="243"/>
                    </a:lnTo>
                    <a:lnTo>
                      <a:pt x="244" y="378"/>
                    </a:lnTo>
                    <a:lnTo>
                      <a:pt x="401" y="432"/>
                    </a:lnTo>
                    <a:lnTo>
                      <a:pt x="515" y="529"/>
                    </a:lnTo>
                    <a:lnTo>
                      <a:pt x="579" y="675"/>
                    </a:lnTo>
                    <a:lnTo>
                      <a:pt x="864" y="824"/>
                    </a:lnTo>
                    <a:lnTo>
                      <a:pt x="865" y="824"/>
                    </a:lnTo>
                  </a:path>
                </a:pathLst>
              </a:custGeom>
              <a:noFill/>
              <a:ln w="19050" cmpd="sng">
                <a:solidFill>
                  <a:schemeClr val="tx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99381" name="Group 53">
                <a:extLst>
                  <a:ext uri="{FF2B5EF4-FFF2-40B4-BE49-F238E27FC236}">
                    <a16:creationId xmlns:a16="http://schemas.microsoft.com/office/drawing/2014/main" id="{A860110F-0931-41FB-A5B4-6BDC8CFF44F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972" y="1939"/>
                <a:ext cx="588" cy="588"/>
                <a:chOff x="2972" y="1939"/>
                <a:chExt cx="588" cy="588"/>
              </a:xfrm>
            </p:grpSpPr>
            <p:sp>
              <p:nvSpPr>
                <p:cNvPr id="99382" name="Freeform 54">
                  <a:extLst>
                    <a:ext uri="{FF2B5EF4-FFF2-40B4-BE49-F238E27FC236}">
                      <a16:creationId xmlns:a16="http://schemas.microsoft.com/office/drawing/2014/main" id="{8C89888B-B008-4D90-AD3F-DF7728F28D9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972" y="2303"/>
                  <a:ext cx="224" cy="224"/>
                </a:xfrm>
                <a:custGeom>
                  <a:avLst/>
                  <a:gdLst>
                    <a:gd name="T0" fmla="*/ 0 w 672"/>
                    <a:gd name="T1" fmla="*/ 670 h 670"/>
                    <a:gd name="T2" fmla="*/ 670 w 672"/>
                    <a:gd name="T3" fmla="*/ 0 h 670"/>
                    <a:gd name="T4" fmla="*/ 672 w 672"/>
                    <a:gd name="T5" fmla="*/ 0 h 67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672" h="670">
                      <a:moveTo>
                        <a:pt x="0" y="670"/>
                      </a:moveTo>
                      <a:lnTo>
                        <a:pt x="670" y="0"/>
                      </a:lnTo>
                      <a:lnTo>
                        <a:pt x="672" y="0"/>
                      </a:lnTo>
                    </a:path>
                  </a:pathLst>
                </a:custGeom>
                <a:noFill/>
                <a:ln w="19050" cmpd="sng">
                  <a:solidFill>
                    <a:schemeClr val="tx2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9383" name="Freeform 55">
                  <a:extLst>
                    <a:ext uri="{FF2B5EF4-FFF2-40B4-BE49-F238E27FC236}">
                      <a16:creationId xmlns:a16="http://schemas.microsoft.com/office/drawing/2014/main" id="{6EABAF4E-DBA2-44B0-86A7-E6BF85C2811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13" y="2272"/>
                  <a:ext cx="14" cy="14"/>
                </a:xfrm>
                <a:custGeom>
                  <a:avLst/>
                  <a:gdLst>
                    <a:gd name="T0" fmla="*/ 0 w 43"/>
                    <a:gd name="T1" fmla="*/ 41 h 41"/>
                    <a:gd name="T2" fmla="*/ 41 w 43"/>
                    <a:gd name="T3" fmla="*/ 0 h 41"/>
                    <a:gd name="T4" fmla="*/ 43 w 43"/>
                    <a:gd name="T5" fmla="*/ 0 h 4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43" h="41">
                      <a:moveTo>
                        <a:pt x="0" y="41"/>
                      </a:moveTo>
                      <a:lnTo>
                        <a:pt x="41" y="0"/>
                      </a:lnTo>
                      <a:lnTo>
                        <a:pt x="43" y="0"/>
                      </a:lnTo>
                    </a:path>
                  </a:pathLst>
                </a:custGeom>
                <a:noFill/>
                <a:ln w="19050" cmpd="sng">
                  <a:solidFill>
                    <a:schemeClr val="tx2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9384" name="Freeform 56">
                  <a:extLst>
                    <a:ext uri="{FF2B5EF4-FFF2-40B4-BE49-F238E27FC236}">
                      <a16:creationId xmlns:a16="http://schemas.microsoft.com/office/drawing/2014/main" id="{FC15C4D3-4A1C-4467-B0A5-E5F807D8391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44" y="1939"/>
                  <a:ext cx="316" cy="316"/>
                </a:xfrm>
                <a:custGeom>
                  <a:avLst/>
                  <a:gdLst>
                    <a:gd name="T0" fmla="*/ 0 w 946"/>
                    <a:gd name="T1" fmla="*/ 947 h 947"/>
                    <a:gd name="T2" fmla="*/ 945 w 946"/>
                    <a:gd name="T3" fmla="*/ 0 h 947"/>
                    <a:gd name="T4" fmla="*/ 946 w 946"/>
                    <a:gd name="T5" fmla="*/ 0 h 94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946" h="947">
                      <a:moveTo>
                        <a:pt x="0" y="947"/>
                      </a:moveTo>
                      <a:lnTo>
                        <a:pt x="945" y="0"/>
                      </a:lnTo>
                      <a:lnTo>
                        <a:pt x="946" y="0"/>
                      </a:lnTo>
                    </a:path>
                  </a:pathLst>
                </a:custGeom>
                <a:noFill/>
                <a:ln w="19050" cmpd="sng">
                  <a:solidFill>
                    <a:schemeClr val="tx2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</p:grpSp>
      <p:grpSp>
        <p:nvGrpSpPr>
          <p:cNvPr id="99385" name="Group 57">
            <a:extLst>
              <a:ext uri="{FF2B5EF4-FFF2-40B4-BE49-F238E27FC236}">
                <a16:creationId xmlns:a16="http://schemas.microsoft.com/office/drawing/2014/main" id="{4A73838F-DC1F-40B8-A482-5F7DDDB7B948}"/>
              </a:ext>
            </a:extLst>
          </p:cNvPr>
          <p:cNvGrpSpPr>
            <a:grpSpLocks/>
          </p:cNvGrpSpPr>
          <p:nvPr/>
        </p:nvGrpSpPr>
        <p:grpSpPr bwMode="auto">
          <a:xfrm>
            <a:off x="1565275" y="1717675"/>
            <a:ext cx="633413" cy="522288"/>
            <a:chOff x="3831" y="912"/>
            <a:chExt cx="399" cy="329"/>
          </a:xfrm>
        </p:grpSpPr>
        <p:sp>
          <p:nvSpPr>
            <p:cNvPr id="99386" name="Line 58">
              <a:extLst>
                <a:ext uri="{FF2B5EF4-FFF2-40B4-BE49-F238E27FC236}">
                  <a16:creationId xmlns:a16="http://schemas.microsoft.com/office/drawing/2014/main" id="{253F8E57-66F4-4F9E-A8B1-5E77A1AD562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61" y="1072"/>
              <a:ext cx="169" cy="16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lg"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9387" name="Text Box 59">
              <a:extLst>
                <a:ext uri="{FF2B5EF4-FFF2-40B4-BE49-F238E27FC236}">
                  <a16:creationId xmlns:a16="http://schemas.microsoft.com/office/drawing/2014/main" id="{2663B894-C002-4995-A3EE-A0B9B647C4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31" y="912"/>
              <a:ext cx="21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lg"/>
                  <a:tailEnd type="none" w="sm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i="1">
                  <a:latin typeface="宋体" panose="02010600030101010101" pitchFamily="2" charset="-122"/>
                </a:rPr>
                <a:t>A</a:t>
              </a:r>
              <a:endParaRPr lang="en-US" altLang="zh-CN"/>
            </a:p>
          </p:txBody>
        </p:sp>
      </p:grpSp>
      <p:grpSp>
        <p:nvGrpSpPr>
          <p:cNvPr id="99388" name="Group 60">
            <a:extLst>
              <a:ext uri="{FF2B5EF4-FFF2-40B4-BE49-F238E27FC236}">
                <a16:creationId xmlns:a16="http://schemas.microsoft.com/office/drawing/2014/main" id="{1C1A287E-0601-4F0E-BC1B-3E2322E7497F}"/>
              </a:ext>
            </a:extLst>
          </p:cNvPr>
          <p:cNvGrpSpPr>
            <a:grpSpLocks/>
          </p:cNvGrpSpPr>
          <p:nvPr/>
        </p:nvGrpSpPr>
        <p:grpSpPr bwMode="auto">
          <a:xfrm>
            <a:off x="1271588" y="2500313"/>
            <a:ext cx="2386012" cy="1257300"/>
            <a:chOff x="801" y="1575"/>
            <a:chExt cx="1503" cy="792"/>
          </a:xfrm>
        </p:grpSpPr>
        <p:sp>
          <p:nvSpPr>
            <p:cNvPr id="99389" name="Freeform 61">
              <a:extLst>
                <a:ext uri="{FF2B5EF4-FFF2-40B4-BE49-F238E27FC236}">
                  <a16:creationId xmlns:a16="http://schemas.microsoft.com/office/drawing/2014/main" id="{05B6B975-A71F-4964-A5C8-6C95D0DE1BB7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3" y="1607"/>
              <a:ext cx="1231" cy="760"/>
            </a:xfrm>
            <a:custGeom>
              <a:avLst/>
              <a:gdLst>
                <a:gd name="T0" fmla="*/ 0 w 1231"/>
                <a:gd name="T1" fmla="*/ 568 h 760"/>
                <a:gd name="T2" fmla="*/ 0 w 1231"/>
                <a:gd name="T3" fmla="*/ 760 h 760"/>
                <a:gd name="T4" fmla="*/ 847 w 1231"/>
                <a:gd name="T5" fmla="*/ 753 h 760"/>
                <a:gd name="T6" fmla="*/ 1167 w 1231"/>
                <a:gd name="T7" fmla="*/ 433 h 760"/>
                <a:gd name="T8" fmla="*/ 1207 w 1231"/>
                <a:gd name="T9" fmla="*/ 353 h 760"/>
                <a:gd name="T10" fmla="*/ 1231 w 1231"/>
                <a:gd name="T11" fmla="*/ 265 h 760"/>
                <a:gd name="T12" fmla="*/ 1231 w 1231"/>
                <a:gd name="T13" fmla="*/ 185 h 760"/>
                <a:gd name="T14" fmla="*/ 1223 w 1231"/>
                <a:gd name="T15" fmla="*/ 129 h 760"/>
                <a:gd name="T16" fmla="*/ 1088 w 1231"/>
                <a:gd name="T17" fmla="*/ 0 h 760"/>
                <a:gd name="T18" fmla="*/ 1064 w 1231"/>
                <a:gd name="T19" fmla="*/ 72 h 760"/>
                <a:gd name="T20" fmla="*/ 1112 w 1231"/>
                <a:gd name="T21" fmla="*/ 128 h 760"/>
                <a:gd name="T22" fmla="*/ 1096 w 1231"/>
                <a:gd name="T23" fmla="*/ 184 h 760"/>
                <a:gd name="T24" fmla="*/ 1056 w 1231"/>
                <a:gd name="T25" fmla="*/ 248 h 760"/>
                <a:gd name="T26" fmla="*/ 1024 w 1231"/>
                <a:gd name="T27" fmla="*/ 320 h 760"/>
                <a:gd name="T28" fmla="*/ 768 w 1231"/>
                <a:gd name="T29" fmla="*/ 576 h 760"/>
                <a:gd name="T30" fmla="*/ 0 w 1231"/>
                <a:gd name="T31" fmla="*/ 568 h 7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231" h="760">
                  <a:moveTo>
                    <a:pt x="0" y="568"/>
                  </a:moveTo>
                  <a:lnTo>
                    <a:pt x="0" y="760"/>
                  </a:lnTo>
                  <a:lnTo>
                    <a:pt x="847" y="753"/>
                  </a:lnTo>
                  <a:lnTo>
                    <a:pt x="1167" y="433"/>
                  </a:lnTo>
                  <a:lnTo>
                    <a:pt x="1207" y="353"/>
                  </a:lnTo>
                  <a:lnTo>
                    <a:pt x="1231" y="265"/>
                  </a:lnTo>
                  <a:lnTo>
                    <a:pt x="1231" y="185"/>
                  </a:lnTo>
                  <a:lnTo>
                    <a:pt x="1223" y="129"/>
                  </a:lnTo>
                  <a:lnTo>
                    <a:pt x="1088" y="0"/>
                  </a:lnTo>
                  <a:lnTo>
                    <a:pt x="1064" y="72"/>
                  </a:lnTo>
                  <a:lnTo>
                    <a:pt x="1112" y="128"/>
                  </a:lnTo>
                  <a:lnTo>
                    <a:pt x="1096" y="184"/>
                  </a:lnTo>
                  <a:lnTo>
                    <a:pt x="1056" y="248"/>
                  </a:lnTo>
                  <a:lnTo>
                    <a:pt x="1024" y="320"/>
                  </a:lnTo>
                  <a:lnTo>
                    <a:pt x="768" y="576"/>
                  </a:lnTo>
                  <a:lnTo>
                    <a:pt x="0" y="568"/>
                  </a:lnTo>
                  <a:close/>
                </a:path>
              </a:pathLst>
            </a:custGeom>
            <a:gradFill rotWithShape="0">
              <a:gsLst>
                <a:gs pos="0">
                  <a:srgbClr val="00CC99"/>
                </a:gs>
                <a:gs pos="100000">
                  <a:srgbClr val="00CC99">
                    <a:gamma/>
                    <a:shade val="46275"/>
                    <a:invGamma/>
                  </a:srgbClr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chemeClr val="tx1"/>
                  </a:solidFill>
                  <a:prstDash val="solid"/>
                  <a:round/>
                  <a:headEnd type="none" w="sm" len="lg"/>
                  <a:tailEnd type="none" w="sm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9390" name="Freeform 62">
              <a:extLst>
                <a:ext uri="{FF2B5EF4-FFF2-40B4-BE49-F238E27FC236}">
                  <a16:creationId xmlns:a16="http://schemas.microsoft.com/office/drawing/2014/main" id="{0CC68935-FB94-4057-ABD3-551C4FD72D20}"/>
                </a:ext>
              </a:extLst>
            </p:cNvPr>
            <p:cNvSpPr>
              <a:spLocks/>
            </p:cNvSpPr>
            <p:nvPr/>
          </p:nvSpPr>
          <p:spPr bwMode="auto">
            <a:xfrm>
              <a:off x="1561" y="1575"/>
              <a:ext cx="632" cy="616"/>
            </a:xfrm>
            <a:custGeom>
              <a:avLst/>
              <a:gdLst>
                <a:gd name="T0" fmla="*/ 0 w 632"/>
                <a:gd name="T1" fmla="*/ 336 h 616"/>
                <a:gd name="T2" fmla="*/ 208 w 632"/>
                <a:gd name="T3" fmla="*/ 128 h 616"/>
                <a:gd name="T4" fmla="*/ 272 w 632"/>
                <a:gd name="T5" fmla="*/ 72 h 616"/>
                <a:gd name="T6" fmla="*/ 344 w 632"/>
                <a:gd name="T7" fmla="*/ 24 h 616"/>
                <a:gd name="T8" fmla="*/ 416 w 632"/>
                <a:gd name="T9" fmla="*/ 0 h 616"/>
                <a:gd name="T10" fmla="*/ 504 w 632"/>
                <a:gd name="T11" fmla="*/ 0 h 616"/>
                <a:gd name="T12" fmla="*/ 592 w 632"/>
                <a:gd name="T13" fmla="*/ 32 h 616"/>
                <a:gd name="T14" fmla="*/ 632 w 632"/>
                <a:gd name="T15" fmla="*/ 112 h 616"/>
                <a:gd name="T16" fmla="*/ 624 w 632"/>
                <a:gd name="T17" fmla="*/ 192 h 616"/>
                <a:gd name="T18" fmla="*/ 592 w 632"/>
                <a:gd name="T19" fmla="*/ 264 h 616"/>
                <a:gd name="T20" fmla="*/ 552 w 632"/>
                <a:gd name="T21" fmla="*/ 336 h 616"/>
                <a:gd name="T22" fmla="*/ 528 w 632"/>
                <a:gd name="T23" fmla="*/ 376 h 616"/>
                <a:gd name="T24" fmla="*/ 288 w 632"/>
                <a:gd name="T25" fmla="*/ 616 h 616"/>
                <a:gd name="T26" fmla="*/ 0 w 632"/>
                <a:gd name="T27" fmla="*/ 336 h 6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32" h="616">
                  <a:moveTo>
                    <a:pt x="0" y="336"/>
                  </a:moveTo>
                  <a:lnTo>
                    <a:pt x="208" y="128"/>
                  </a:lnTo>
                  <a:lnTo>
                    <a:pt x="272" y="72"/>
                  </a:lnTo>
                  <a:lnTo>
                    <a:pt x="344" y="24"/>
                  </a:lnTo>
                  <a:lnTo>
                    <a:pt x="416" y="0"/>
                  </a:lnTo>
                  <a:lnTo>
                    <a:pt x="504" y="0"/>
                  </a:lnTo>
                  <a:lnTo>
                    <a:pt x="592" y="32"/>
                  </a:lnTo>
                  <a:lnTo>
                    <a:pt x="632" y="112"/>
                  </a:lnTo>
                  <a:lnTo>
                    <a:pt x="624" y="192"/>
                  </a:lnTo>
                  <a:lnTo>
                    <a:pt x="592" y="264"/>
                  </a:lnTo>
                  <a:lnTo>
                    <a:pt x="552" y="336"/>
                  </a:lnTo>
                  <a:lnTo>
                    <a:pt x="528" y="376"/>
                  </a:lnTo>
                  <a:lnTo>
                    <a:pt x="288" y="616"/>
                  </a:lnTo>
                  <a:lnTo>
                    <a:pt x="0" y="336"/>
                  </a:lnTo>
                  <a:close/>
                </a:path>
              </a:pathLst>
            </a:custGeom>
            <a:gradFill rotWithShape="0">
              <a:gsLst>
                <a:gs pos="0">
                  <a:srgbClr val="00CC00">
                    <a:gamma/>
                    <a:shade val="46275"/>
                    <a:invGamma/>
                  </a:srgbClr>
                </a:gs>
                <a:gs pos="100000">
                  <a:srgbClr val="00CC0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chemeClr val="tx1"/>
                  </a:solidFill>
                  <a:prstDash val="solid"/>
                  <a:round/>
                  <a:headEnd type="none" w="sm" len="lg"/>
                  <a:tailEnd type="none" w="sm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9391" name="Freeform 63">
              <a:extLst>
                <a:ext uri="{FF2B5EF4-FFF2-40B4-BE49-F238E27FC236}">
                  <a16:creationId xmlns:a16="http://schemas.microsoft.com/office/drawing/2014/main" id="{3DE308A6-4521-4784-8A6A-B48198B62DEF}"/>
                </a:ext>
              </a:extLst>
            </p:cNvPr>
            <p:cNvSpPr>
              <a:spLocks/>
            </p:cNvSpPr>
            <p:nvPr/>
          </p:nvSpPr>
          <p:spPr bwMode="auto">
            <a:xfrm>
              <a:off x="801" y="1911"/>
              <a:ext cx="1048" cy="280"/>
            </a:xfrm>
            <a:custGeom>
              <a:avLst/>
              <a:gdLst>
                <a:gd name="T0" fmla="*/ 0 w 1048"/>
                <a:gd name="T1" fmla="*/ 0 h 280"/>
                <a:gd name="T2" fmla="*/ 768 w 1048"/>
                <a:gd name="T3" fmla="*/ 0 h 280"/>
                <a:gd name="T4" fmla="*/ 1048 w 1048"/>
                <a:gd name="T5" fmla="*/ 280 h 280"/>
                <a:gd name="T6" fmla="*/ 272 w 1048"/>
                <a:gd name="T7" fmla="*/ 280 h 280"/>
                <a:gd name="T8" fmla="*/ 0 w 1048"/>
                <a:gd name="T9" fmla="*/ 0 h 2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48" h="280">
                  <a:moveTo>
                    <a:pt x="0" y="0"/>
                  </a:moveTo>
                  <a:lnTo>
                    <a:pt x="768" y="0"/>
                  </a:lnTo>
                  <a:lnTo>
                    <a:pt x="1048" y="280"/>
                  </a:lnTo>
                  <a:lnTo>
                    <a:pt x="272" y="28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00CC00"/>
                </a:gs>
                <a:gs pos="100000">
                  <a:srgbClr val="00CC00">
                    <a:gamma/>
                    <a:shade val="46275"/>
                    <a:invGamma/>
                  </a:srgbClr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chemeClr val="tx1"/>
                  </a:solidFill>
                  <a:prstDash val="solid"/>
                  <a:round/>
                  <a:headEnd type="none" w="sm" len="lg"/>
                  <a:tailEnd type="none" w="sm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9392" name="Freeform 64">
              <a:extLst>
                <a:ext uri="{FF2B5EF4-FFF2-40B4-BE49-F238E27FC236}">
                  <a16:creationId xmlns:a16="http://schemas.microsoft.com/office/drawing/2014/main" id="{903E936E-D1F2-4069-8702-242ECAEE6872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0" y="1973"/>
              <a:ext cx="487" cy="162"/>
            </a:xfrm>
            <a:custGeom>
              <a:avLst/>
              <a:gdLst>
                <a:gd name="T0" fmla="*/ 0 w 1460"/>
                <a:gd name="T1" fmla="*/ 155 h 487"/>
                <a:gd name="T2" fmla="*/ 8 w 1460"/>
                <a:gd name="T3" fmla="*/ 198 h 487"/>
                <a:gd name="T4" fmla="*/ 41 w 1460"/>
                <a:gd name="T5" fmla="*/ 245 h 487"/>
                <a:gd name="T6" fmla="*/ 101 w 1460"/>
                <a:gd name="T7" fmla="*/ 291 h 487"/>
                <a:gd name="T8" fmla="*/ 182 w 1460"/>
                <a:gd name="T9" fmla="*/ 335 h 487"/>
                <a:gd name="T10" fmla="*/ 283 w 1460"/>
                <a:gd name="T11" fmla="*/ 377 h 487"/>
                <a:gd name="T12" fmla="*/ 402 w 1460"/>
                <a:gd name="T13" fmla="*/ 412 h 487"/>
                <a:gd name="T14" fmla="*/ 531 w 1460"/>
                <a:gd name="T15" fmla="*/ 443 h 487"/>
                <a:gd name="T16" fmla="*/ 668 w 1460"/>
                <a:gd name="T17" fmla="*/ 466 h 487"/>
                <a:gd name="T18" fmla="*/ 807 w 1460"/>
                <a:gd name="T19" fmla="*/ 482 h 487"/>
                <a:gd name="T20" fmla="*/ 943 w 1460"/>
                <a:gd name="T21" fmla="*/ 487 h 487"/>
                <a:gd name="T22" fmla="*/ 1072 w 1460"/>
                <a:gd name="T23" fmla="*/ 486 h 487"/>
                <a:gd name="T24" fmla="*/ 1187 w 1460"/>
                <a:gd name="T25" fmla="*/ 474 h 487"/>
                <a:gd name="T26" fmla="*/ 1287 w 1460"/>
                <a:gd name="T27" fmla="*/ 455 h 487"/>
                <a:gd name="T28" fmla="*/ 1367 w 1460"/>
                <a:gd name="T29" fmla="*/ 427 h 487"/>
                <a:gd name="T30" fmla="*/ 1423 w 1460"/>
                <a:gd name="T31" fmla="*/ 394 h 487"/>
                <a:gd name="T32" fmla="*/ 1455 w 1460"/>
                <a:gd name="T33" fmla="*/ 355 h 487"/>
                <a:gd name="T34" fmla="*/ 1460 w 1460"/>
                <a:gd name="T35" fmla="*/ 311 h 487"/>
                <a:gd name="T36" fmla="*/ 1439 w 1460"/>
                <a:gd name="T37" fmla="*/ 266 h 487"/>
                <a:gd name="T38" fmla="*/ 1392 w 1460"/>
                <a:gd name="T39" fmla="*/ 220 h 487"/>
                <a:gd name="T40" fmla="*/ 1322 w 1460"/>
                <a:gd name="T41" fmla="*/ 174 h 487"/>
                <a:gd name="T42" fmla="*/ 1230 w 1460"/>
                <a:gd name="T43" fmla="*/ 131 h 487"/>
                <a:gd name="T44" fmla="*/ 1120 w 1460"/>
                <a:gd name="T45" fmla="*/ 92 h 487"/>
                <a:gd name="T46" fmla="*/ 996 w 1460"/>
                <a:gd name="T47" fmla="*/ 59 h 487"/>
                <a:gd name="T48" fmla="*/ 862 w 1460"/>
                <a:gd name="T49" fmla="*/ 32 h 487"/>
                <a:gd name="T50" fmla="*/ 723 w 1460"/>
                <a:gd name="T51" fmla="*/ 14 h 487"/>
                <a:gd name="T52" fmla="*/ 585 w 1460"/>
                <a:gd name="T53" fmla="*/ 2 h 487"/>
                <a:gd name="T54" fmla="*/ 452 w 1460"/>
                <a:gd name="T55" fmla="*/ 0 h 487"/>
                <a:gd name="T56" fmla="*/ 330 w 1460"/>
                <a:gd name="T57" fmla="*/ 7 h 487"/>
                <a:gd name="T58" fmla="*/ 221 w 1460"/>
                <a:gd name="T59" fmla="*/ 23 h 487"/>
                <a:gd name="T60" fmla="*/ 130 w 1460"/>
                <a:gd name="T61" fmla="*/ 46 h 487"/>
                <a:gd name="T62" fmla="*/ 63 w 1460"/>
                <a:gd name="T63" fmla="*/ 76 h 487"/>
                <a:gd name="T64" fmla="*/ 19 w 1460"/>
                <a:gd name="T65" fmla="*/ 113 h 487"/>
                <a:gd name="T66" fmla="*/ 0 w 1460"/>
                <a:gd name="T67" fmla="*/ 155 h 487"/>
                <a:gd name="T68" fmla="*/ 1 w 1460"/>
                <a:gd name="T69" fmla="*/ 155 h 4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460" h="487">
                  <a:moveTo>
                    <a:pt x="0" y="155"/>
                  </a:moveTo>
                  <a:lnTo>
                    <a:pt x="8" y="198"/>
                  </a:lnTo>
                  <a:lnTo>
                    <a:pt x="41" y="245"/>
                  </a:lnTo>
                  <a:lnTo>
                    <a:pt x="101" y="291"/>
                  </a:lnTo>
                  <a:lnTo>
                    <a:pt x="182" y="335"/>
                  </a:lnTo>
                  <a:lnTo>
                    <a:pt x="283" y="377"/>
                  </a:lnTo>
                  <a:lnTo>
                    <a:pt x="402" y="412"/>
                  </a:lnTo>
                  <a:lnTo>
                    <a:pt x="531" y="443"/>
                  </a:lnTo>
                  <a:lnTo>
                    <a:pt x="668" y="466"/>
                  </a:lnTo>
                  <a:lnTo>
                    <a:pt x="807" y="482"/>
                  </a:lnTo>
                  <a:lnTo>
                    <a:pt x="943" y="487"/>
                  </a:lnTo>
                  <a:lnTo>
                    <a:pt x="1072" y="486"/>
                  </a:lnTo>
                  <a:lnTo>
                    <a:pt x="1187" y="474"/>
                  </a:lnTo>
                  <a:lnTo>
                    <a:pt x="1287" y="455"/>
                  </a:lnTo>
                  <a:lnTo>
                    <a:pt x="1367" y="427"/>
                  </a:lnTo>
                  <a:lnTo>
                    <a:pt x="1423" y="394"/>
                  </a:lnTo>
                  <a:lnTo>
                    <a:pt x="1455" y="355"/>
                  </a:lnTo>
                  <a:lnTo>
                    <a:pt x="1460" y="311"/>
                  </a:lnTo>
                  <a:lnTo>
                    <a:pt x="1439" y="266"/>
                  </a:lnTo>
                  <a:lnTo>
                    <a:pt x="1392" y="220"/>
                  </a:lnTo>
                  <a:lnTo>
                    <a:pt x="1322" y="174"/>
                  </a:lnTo>
                  <a:lnTo>
                    <a:pt x="1230" y="131"/>
                  </a:lnTo>
                  <a:lnTo>
                    <a:pt x="1120" y="92"/>
                  </a:lnTo>
                  <a:lnTo>
                    <a:pt x="996" y="59"/>
                  </a:lnTo>
                  <a:lnTo>
                    <a:pt x="862" y="32"/>
                  </a:lnTo>
                  <a:lnTo>
                    <a:pt x="723" y="14"/>
                  </a:lnTo>
                  <a:lnTo>
                    <a:pt x="585" y="2"/>
                  </a:lnTo>
                  <a:lnTo>
                    <a:pt x="452" y="0"/>
                  </a:lnTo>
                  <a:lnTo>
                    <a:pt x="330" y="7"/>
                  </a:lnTo>
                  <a:lnTo>
                    <a:pt x="221" y="23"/>
                  </a:lnTo>
                  <a:lnTo>
                    <a:pt x="130" y="46"/>
                  </a:lnTo>
                  <a:lnTo>
                    <a:pt x="63" y="76"/>
                  </a:lnTo>
                  <a:lnTo>
                    <a:pt x="19" y="113"/>
                  </a:lnTo>
                  <a:lnTo>
                    <a:pt x="0" y="155"/>
                  </a:lnTo>
                  <a:lnTo>
                    <a:pt x="1" y="155"/>
                  </a:lnTo>
                </a:path>
              </a:pathLst>
            </a:custGeom>
            <a:gradFill rotWithShape="0">
              <a:gsLst>
                <a:gs pos="0">
                  <a:srgbClr val="FFCC00">
                    <a:gamma/>
                    <a:shade val="46275"/>
                    <a:invGamma/>
                  </a:srgbClr>
                </a:gs>
                <a:gs pos="50000">
                  <a:srgbClr val="FFCC00"/>
                </a:gs>
                <a:gs pos="100000">
                  <a:srgbClr val="FFCC00">
                    <a:gamma/>
                    <a:shade val="46275"/>
                    <a:invGamma/>
                  </a:srgbClr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FF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9393" name="Freeform 65">
              <a:extLst>
                <a:ext uri="{FF2B5EF4-FFF2-40B4-BE49-F238E27FC236}">
                  <a16:creationId xmlns:a16="http://schemas.microsoft.com/office/drawing/2014/main" id="{7F5A71B9-1A61-4761-96A4-9D4D6832DC90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3" y="1688"/>
              <a:ext cx="317" cy="318"/>
            </a:xfrm>
            <a:custGeom>
              <a:avLst/>
              <a:gdLst>
                <a:gd name="T0" fmla="*/ 877 w 952"/>
                <a:gd name="T1" fmla="*/ 75 h 953"/>
                <a:gd name="T2" fmla="*/ 822 w 952"/>
                <a:gd name="T3" fmla="*/ 34 h 953"/>
                <a:gd name="T4" fmla="*/ 752 w 952"/>
                <a:gd name="T5" fmla="*/ 9 h 953"/>
                <a:gd name="T6" fmla="*/ 674 w 952"/>
                <a:gd name="T7" fmla="*/ 0 h 953"/>
                <a:gd name="T8" fmla="*/ 589 w 952"/>
                <a:gd name="T9" fmla="*/ 9 h 953"/>
                <a:gd name="T10" fmla="*/ 499 w 952"/>
                <a:gd name="T11" fmla="*/ 34 h 953"/>
                <a:gd name="T12" fmla="*/ 408 w 952"/>
                <a:gd name="T13" fmla="*/ 77 h 953"/>
                <a:gd name="T14" fmla="*/ 320 w 952"/>
                <a:gd name="T15" fmla="*/ 132 h 953"/>
                <a:gd name="T16" fmla="*/ 238 w 952"/>
                <a:gd name="T17" fmla="*/ 202 h 953"/>
                <a:gd name="T18" fmla="*/ 164 w 952"/>
                <a:gd name="T19" fmla="*/ 280 h 953"/>
                <a:gd name="T20" fmla="*/ 101 w 952"/>
                <a:gd name="T21" fmla="*/ 366 h 953"/>
                <a:gd name="T22" fmla="*/ 52 w 952"/>
                <a:gd name="T23" fmla="*/ 456 h 953"/>
                <a:gd name="T24" fmla="*/ 17 w 952"/>
                <a:gd name="T25" fmla="*/ 546 h 953"/>
                <a:gd name="T26" fmla="*/ 0 w 952"/>
                <a:gd name="T27" fmla="*/ 635 h 953"/>
                <a:gd name="T28" fmla="*/ 0 w 952"/>
                <a:gd name="T29" fmla="*/ 717 h 953"/>
                <a:gd name="T30" fmla="*/ 17 w 952"/>
                <a:gd name="T31" fmla="*/ 791 h 953"/>
                <a:gd name="T32" fmla="*/ 51 w 952"/>
                <a:gd name="T33" fmla="*/ 853 h 953"/>
                <a:gd name="T34" fmla="*/ 100 w 952"/>
                <a:gd name="T35" fmla="*/ 902 h 953"/>
                <a:gd name="T36" fmla="*/ 162 w 952"/>
                <a:gd name="T37" fmla="*/ 935 h 953"/>
                <a:gd name="T38" fmla="*/ 235 w 952"/>
                <a:gd name="T39" fmla="*/ 953 h 953"/>
                <a:gd name="T40" fmla="*/ 318 w 952"/>
                <a:gd name="T41" fmla="*/ 953 h 953"/>
                <a:gd name="T42" fmla="*/ 407 w 952"/>
                <a:gd name="T43" fmla="*/ 935 h 953"/>
                <a:gd name="T44" fmla="*/ 497 w 952"/>
                <a:gd name="T45" fmla="*/ 902 h 953"/>
                <a:gd name="T46" fmla="*/ 586 w 952"/>
                <a:gd name="T47" fmla="*/ 852 h 953"/>
                <a:gd name="T48" fmla="*/ 673 w 952"/>
                <a:gd name="T49" fmla="*/ 789 h 953"/>
                <a:gd name="T50" fmla="*/ 751 w 952"/>
                <a:gd name="T51" fmla="*/ 716 h 953"/>
                <a:gd name="T52" fmla="*/ 820 w 952"/>
                <a:gd name="T53" fmla="*/ 632 h 953"/>
                <a:gd name="T54" fmla="*/ 876 w 952"/>
                <a:gd name="T55" fmla="*/ 545 h 953"/>
                <a:gd name="T56" fmla="*/ 917 w 952"/>
                <a:gd name="T57" fmla="*/ 454 h 953"/>
                <a:gd name="T58" fmla="*/ 944 w 952"/>
                <a:gd name="T59" fmla="*/ 364 h 953"/>
                <a:gd name="T60" fmla="*/ 952 w 952"/>
                <a:gd name="T61" fmla="*/ 279 h 953"/>
                <a:gd name="T62" fmla="*/ 944 w 952"/>
                <a:gd name="T63" fmla="*/ 200 h 953"/>
                <a:gd name="T64" fmla="*/ 919 w 952"/>
                <a:gd name="T65" fmla="*/ 131 h 953"/>
                <a:gd name="T66" fmla="*/ 877 w 952"/>
                <a:gd name="T67" fmla="*/ 75 h 953"/>
                <a:gd name="T68" fmla="*/ 879 w 952"/>
                <a:gd name="T69" fmla="*/ 75 h 9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952" h="953">
                  <a:moveTo>
                    <a:pt x="877" y="75"/>
                  </a:moveTo>
                  <a:lnTo>
                    <a:pt x="822" y="34"/>
                  </a:lnTo>
                  <a:lnTo>
                    <a:pt x="752" y="9"/>
                  </a:lnTo>
                  <a:lnTo>
                    <a:pt x="674" y="0"/>
                  </a:lnTo>
                  <a:lnTo>
                    <a:pt x="589" y="9"/>
                  </a:lnTo>
                  <a:lnTo>
                    <a:pt x="499" y="34"/>
                  </a:lnTo>
                  <a:lnTo>
                    <a:pt x="408" y="77"/>
                  </a:lnTo>
                  <a:lnTo>
                    <a:pt x="320" y="132"/>
                  </a:lnTo>
                  <a:lnTo>
                    <a:pt x="238" y="202"/>
                  </a:lnTo>
                  <a:lnTo>
                    <a:pt x="164" y="280"/>
                  </a:lnTo>
                  <a:lnTo>
                    <a:pt x="101" y="366"/>
                  </a:lnTo>
                  <a:lnTo>
                    <a:pt x="52" y="456"/>
                  </a:lnTo>
                  <a:lnTo>
                    <a:pt x="17" y="546"/>
                  </a:lnTo>
                  <a:lnTo>
                    <a:pt x="0" y="635"/>
                  </a:lnTo>
                  <a:lnTo>
                    <a:pt x="0" y="717"/>
                  </a:lnTo>
                  <a:lnTo>
                    <a:pt x="17" y="791"/>
                  </a:lnTo>
                  <a:lnTo>
                    <a:pt x="51" y="853"/>
                  </a:lnTo>
                  <a:lnTo>
                    <a:pt x="100" y="902"/>
                  </a:lnTo>
                  <a:lnTo>
                    <a:pt x="162" y="935"/>
                  </a:lnTo>
                  <a:lnTo>
                    <a:pt x="235" y="953"/>
                  </a:lnTo>
                  <a:lnTo>
                    <a:pt x="318" y="953"/>
                  </a:lnTo>
                  <a:lnTo>
                    <a:pt x="407" y="935"/>
                  </a:lnTo>
                  <a:lnTo>
                    <a:pt x="497" y="902"/>
                  </a:lnTo>
                  <a:lnTo>
                    <a:pt x="586" y="852"/>
                  </a:lnTo>
                  <a:lnTo>
                    <a:pt x="673" y="789"/>
                  </a:lnTo>
                  <a:lnTo>
                    <a:pt x="751" y="716"/>
                  </a:lnTo>
                  <a:lnTo>
                    <a:pt x="820" y="632"/>
                  </a:lnTo>
                  <a:lnTo>
                    <a:pt x="876" y="545"/>
                  </a:lnTo>
                  <a:lnTo>
                    <a:pt x="917" y="454"/>
                  </a:lnTo>
                  <a:lnTo>
                    <a:pt x="944" y="364"/>
                  </a:lnTo>
                  <a:lnTo>
                    <a:pt x="952" y="279"/>
                  </a:lnTo>
                  <a:lnTo>
                    <a:pt x="944" y="200"/>
                  </a:lnTo>
                  <a:lnTo>
                    <a:pt x="919" y="131"/>
                  </a:lnTo>
                  <a:lnTo>
                    <a:pt x="877" y="75"/>
                  </a:lnTo>
                  <a:lnTo>
                    <a:pt x="879" y="75"/>
                  </a:lnTo>
                </a:path>
              </a:pathLst>
            </a:custGeom>
            <a:gradFill rotWithShape="0">
              <a:gsLst>
                <a:gs pos="0">
                  <a:srgbClr val="FFCC00">
                    <a:gamma/>
                    <a:shade val="46275"/>
                    <a:invGamma/>
                  </a:srgbClr>
                </a:gs>
                <a:gs pos="50000">
                  <a:srgbClr val="FFCC00"/>
                </a:gs>
                <a:gs pos="100000">
                  <a:srgbClr val="FFCC00">
                    <a:gamma/>
                    <a:shade val="46275"/>
                    <a:invGamma/>
                  </a:srgbClr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FF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9394" name="Freeform 66">
              <a:extLst>
                <a:ext uri="{FF2B5EF4-FFF2-40B4-BE49-F238E27FC236}">
                  <a16:creationId xmlns:a16="http://schemas.microsoft.com/office/drawing/2014/main" id="{F3C5E24E-79E3-4633-BEB1-EBA1A4C50DEC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9" y="2107"/>
              <a:ext cx="196" cy="32"/>
            </a:xfrm>
            <a:custGeom>
              <a:avLst/>
              <a:gdLst>
                <a:gd name="T0" fmla="*/ 0 w 196"/>
                <a:gd name="T1" fmla="*/ 4 h 32"/>
                <a:gd name="T2" fmla="*/ 52 w 196"/>
                <a:gd name="T3" fmla="*/ 0 h 32"/>
                <a:gd name="T4" fmla="*/ 92 w 196"/>
                <a:gd name="T5" fmla="*/ 4 h 32"/>
                <a:gd name="T6" fmla="*/ 152 w 196"/>
                <a:gd name="T7" fmla="*/ 16 h 32"/>
                <a:gd name="T8" fmla="*/ 196 w 196"/>
                <a:gd name="T9" fmla="*/ 28 h 32"/>
                <a:gd name="T10" fmla="*/ 156 w 196"/>
                <a:gd name="T11" fmla="*/ 32 h 32"/>
                <a:gd name="T12" fmla="*/ 116 w 196"/>
                <a:gd name="T13" fmla="*/ 28 h 32"/>
                <a:gd name="T14" fmla="*/ 80 w 196"/>
                <a:gd name="T15" fmla="*/ 20 h 32"/>
                <a:gd name="T16" fmla="*/ 32 w 196"/>
                <a:gd name="T17" fmla="*/ 16 h 32"/>
                <a:gd name="T18" fmla="*/ 0 w 196"/>
                <a:gd name="T19" fmla="*/ 4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6" h="32">
                  <a:moveTo>
                    <a:pt x="0" y="4"/>
                  </a:moveTo>
                  <a:lnTo>
                    <a:pt x="52" y="0"/>
                  </a:lnTo>
                  <a:lnTo>
                    <a:pt x="92" y="4"/>
                  </a:lnTo>
                  <a:lnTo>
                    <a:pt x="152" y="16"/>
                  </a:lnTo>
                  <a:lnTo>
                    <a:pt x="196" y="28"/>
                  </a:lnTo>
                  <a:lnTo>
                    <a:pt x="156" y="32"/>
                  </a:lnTo>
                  <a:lnTo>
                    <a:pt x="116" y="28"/>
                  </a:lnTo>
                  <a:lnTo>
                    <a:pt x="80" y="20"/>
                  </a:lnTo>
                  <a:lnTo>
                    <a:pt x="32" y="16"/>
                  </a:lnTo>
                  <a:lnTo>
                    <a:pt x="0" y="4"/>
                  </a:lnTo>
                  <a:close/>
                </a:path>
              </a:pathLst>
            </a:custGeom>
            <a:solidFill>
              <a:srgbClr val="00FF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chemeClr val="tx1"/>
                  </a:solidFill>
                  <a:prstDash val="solid"/>
                  <a:round/>
                  <a:headEnd type="none" w="sm" len="lg"/>
                  <a:tailEnd type="none" w="sm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9395" name="Freeform 67">
              <a:extLst>
                <a:ext uri="{FF2B5EF4-FFF2-40B4-BE49-F238E27FC236}">
                  <a16:creationId xmlns:a16="http://schemas.microsoft.com/office/drawing/2014/main" id="{F84243DF-4434-45F0-B5F7-C9FBFA8F26A1}"/>
                </a:ext>
              </a:extLst>
            </p:cNvPr>
            <p:cNvSpPr>
              <a:spLocks/>
            </p:cNvSpPr>
            <p:nvPr/>
          </p:nvSpPr>
          <p:spPr bwMode="auto">
            <a:xfrm>
              <a:off x="1833" y="1767"/>
              <a:ext cx="232" cy="240"/>
            </a:xfrm>
            <a:custGeom>
              <a:avLst/>
              <a:gdLst>
                <a:gd name="T0" fmla="*/ 232 w 232"/>
                <a:gd name="T1" fmla="*/ 0 h 240"/>
                <a:gd name="T2" fmla="*/ 184 w 232"/>
                <a:gd name="T3" fmla="*/ 0 h 240"/>
                <a:gd name="T4" fmla="*/ 104 w 232"/>
                <a:gd name="T5" fmla="*/ 32 h 240"/>
                <a:gd name="T6" fmla="*/ 40 w 232"/>
                <a:gd name="T7" fmla="*/ 96 h 240"/>
                <a:gd name="T8" fmla="*/ 0 w 232"/>
                <a:gd name="T9" fmla="*/ 168 h 240"/>
                <a:gd name="T10" fmla="*/ 0 w 232"/>
                <a:gd name="T11" fmla="*/ 240 h 240"/>
                <a:gd name="T12" fmla="*/ 64 w 232"/>
                <a:gd name="T13" fmla="*/ 232 h 240"/>
                <a:gd name="T14" fmla="*/ 128 w 232"/>
                <a:gd name="T15" fmla="*/ 200 h 240"/>
                <a:gd name="T16" fmla="*/ 184 w 232"/>
                <a:gd name="T17" fmla="*/ 144 h 240"/>
                <a:gd name="T18" fmla="*/ 232 w 232"/>
                <a:gd name="T19" fmla="*/ 64 h 240"/>
                <a:gd name="T20" fmla="*/ 232 w 232"/>
                <a:gd name="T21" fmla="*/ 0 h 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32" h="240">
                  <a:moveTo>
                    <a:pt x="232" y="0"/>
                  </a:moveTo>
                  <a:lnTo>
                    <a:pt x="184" y="0"/>
                  </a:lnTo>
                  <a:lnTo>
                    <a:pt x="104" y="32"/>
                  </a:lnTo>
                  <a:lnTo>
                    <a:pt x="40" y="96"/>
                  </a:lnTo>
                  <a:lnTo>
                    <a:pt x="0" y="168"/>
                  </a:lnTo>
                  <a:lnTo>
                    <a:pt x="0" y="240"/>
                  </a:lnTo>
                  <a:lnTo>
                    <a:pt x="64" y="232"/>
                  </a:lnTo>
                  <a:lnTo>
                    <a:pt x="128" y="200"/>
                  </a:lnTo>
                  <a:lnTo>
                    <a:pt x="184" y="144"/>
                  </a:lnTo>
                  <a:lnTo>
                    <a:pt x="232" y="64"/>
                  </a:lnTo>
                  <a:lnTo>
                    <a:pt x="232" y="0"/>
                  </a:lnTo>
                  <a:close/>
                </a:path>
              </a:pathLst>
            </a:custGeom>
            <a:solidFill>
              <a:srgbClr val="66FF66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chemeClr val="tx1"/>
                  </a:solidFill>
                  <a:prstDash val="solid"/>
                  <a:round/>
                  <a:headEnd type="none" w="sm" len="lg"/>
                  <a:tailEnd type="none" w="sm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9396" name="Freeform 68">
              <a:extLst>
                <a:ext uri="{FF2B5EF4-FFF2-40B4-BE49-F238E27FC236}">
                  <a16:creationId xmlns:a16="http://schemas.microsoft.com/office/drawing/2014/main" id="{54F22F66-0645-4C15-8780-4EBD7E378742}"/>
                </a:ext>
              </a:extLst>
            </p:cNvPr>
            <p:cNvSpPr>
              <a:spLocks/>
            </p:cNvSpPr>
            <p:nvPr/>
          </p:nvSpPr>
          <p:spPr bwMode="auto">
            <a:xfrm>
              <a:off x="801" y="1911"/>
              <a:ext cx="280" cy="456"/>
            </a:xfrm>
            <a:custGeom>
              <a:avLst/>
              <a:gdLst>
                <a:gd name="T0" fmla="*/ 0 w 280"/>
                <a:gd name="T1" fmla="*/ 0 h 456"/>
                <a:gd name="T2" fmla="*/ 280 w 280"/>
                <a:gd name="T3" fmla="*/ 272 h 456"/>
                <a:gd name="T4" fmla="*/ 280 w 280"/>
                <a:gd name="T5" fmla="*/ 456 h 456"/>
                <a:gd name="T6" fmla="*/ 0 w 280"/>
                <a:gd name="T7" fmla="*/ 176 h 456"/>
                <a:gd name="T8" fmla="*/ 0 w 280"/>
                <a:gd name="T9" fmla="*/ 0 h 4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0" h="456">
                  <a:moveTo>
                    <a:pt x="0" y="0"/>
                  </a:moveTo>
                  <a:lnTo>
                    <a:pt x="280" y="272"/>
                  </a:lnTo>
                  <a:lnTo>
                    <a:pt x="280" y="456"/>
                  </a:lnTo>
                  <a:lnTo>
                    <a:pt x="0" y="176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00CC99">
                    <a:gamma/>
                    <a:shade val="46275"/>
                    <a:invGamma/>
                  </a:srgbClr>
                </a:gs>
                <a:gs pos="100000">
                  <a:srgbClr val="00CC99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chemeClr val="tx1"/>
                  </a:solidFill>
                  <a:prstDash val="solid"/>
                  <a:round/>
                  <a:headEnd type="none" w="sm" len="lg"/>
                  <a:tailEnd type="none" w="sm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 spd="slow">
    <p:cover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993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9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993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99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99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993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93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99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41" dur="500"/>
                                        <p:tgtEl>
                                          <p:spTgt spid="99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6" dur="500"/>
                                        <p:tgtEl>
                                          <p:spTgt spid="993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993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99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1" dur="500"/>
                                        <p:tgtEl>
                                          <p:spTgt spid="993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331" grpId="0" autoUpdateAnimBg="0"/>
      <p:bldP spid="99332" grpId="0" autoUpdateAnimBg="0"/>
      <p:bldP spid="99333" grpId="0" autoUpdateAnimBg="0"/>
      <p:bldP spid="99334" grpId="0" autoUpdateAnimBg="0"/>
      <p:bldP spid="99335" grpId="0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2">
            <a:extLst>
              <a:ext uri="{FF2B5EF4-FFF2-40B4-BE49-F238E27FC236}">
                <a16:creationId xmlns:a16="http://schemas.microsoft.com/office/drawing/2014/main" id="{FCE9C3C5-F754-421E-BBD8-258C4BB39B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95850" y="2200275"/>
            <a:ext cx="15557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eaLnBrk="1" hangingPunct="1"/>
            <a:r>
              <a:rPr lang="en-US" altLang="zh-CN" i="1">
                <a:latin typeface="宋体" panose="02010600030101010101" pitchFamily="2" charset="-122"/>
              </a:rPr>
              <a:t>A</a:t>
            </a:r>
            <a:endParaRPr lang="en-US" altLang="zh-CN"/>
          </a:p>
        </p:txBody>
      </p:sp>
      <p:grpSp>
        <p:nvGrpSpPr>
          <p:cNvPr id="100429" name="Group 77">
            <a:extLst>
              <a:ext uri="{FF2B5EF4-FFF2-40B4-BE49-F238E27FC236}">
                <a16:creationId xmlns:a16="http://schemas.microsoft.com/office/drawing/2014/main" id="{F6EA2CE5-C459-4ACF-959D-DDFE70D62059}"/>
              </a:ext>
            </a:extLst>
          </p:cNvPr>
          <p:cNvGrpSpPr>
            <a:grpSpLocks/>
          </p:cNvGrpSpPr>
          <p:nvPr/>
        </p:nvGrpSpPr>
        <p:grpSpPr bwMode="auto">
          <a:xfrm>
            <a:off x="2751138" y="1044575"/>
            <a:ext cx="414337" cy="700088"/>
            <a:chOff x="1733" y="658"/>
            <a:chExt cx="261" cy="441"/>
          </a:xfrm>
        </p:grpSpPr>
        <p:sp>
          <p:nvSpPr>
            <p:cNvPr id="100356" name="Rectangle 4">
              <a:extLst>
                <a:ext uri="{FF2B5EF4-FFF2-40B4-BE49-F238E27FC236}">
                  <a16:creationId xmlns:a16="http://schemas.microsoft.com/office/drawing/2014/main" id="{9D3809AC-85F3-41AB-895E-2758FBF7F5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55" y="658"/>
              <a:ext cx="98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i="1">
                  <a:latin typeface="宋体" panose="02010600030101010101" pitchFamily="2" charset="-122"/>
                </a:rPr>
                <a:t>A</a:t>
              </a:r>
              <a:endParaRPr lang="en-US" altLang="zh-CN" sz="9600"/>
            </a:p>
          </p:txBody>
        </p:sp>
        <p:sp>
          <p:nvSpPr>
            <p:cNvPr id="100357" name="Freeform 5">
              <a:extLst>
                <a:ext uri="{FF2B5EF4-FFF2-40B4-BE49-F238E27FC236}">
                  <a16:creationId xmlns:a16="http://schemas.microsoft.com/office/drawing/2014/main" id="{2AF140CE-F81C-4958-B378-77109167D3A4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3" y="843"/>
              <a:ext cx="261" cy="256"/>
            </a:xfrm>
            <a:custGeom>
              <a:avLst/>
              <a:gdLst>
                <a:gd name="T0" fmla="*/ 0 w 546"/>
                <a:gd name="T1" fmla="*/ 0 h 546"/>
                <a:gd name="T2" fmla="*/ 545 w 546"/>
                <a:gd name="T3" fmla="*/ 546 h 546"/>
                <a:gd name="T4" fmla="*/ 546 w 546"/>
                <a:gd name="T5" fmla="*/ 546 h 5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46" h="546">
                  <a:moveTo>
                    <a:pt x="0" y="0"/>
                  </a:moveTo>
                  <a:lnTo>
                    <a:pt x="545" y="546"/>
                  </a:lnTo>
                  <a:lnTo>
                    <a:pt x="546" y="546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00361" name="Group 9">
            <a:extLst>
              <a:ext uri="{FF2B5EF4-FFF2-40B4-BE49-F238E27FC236}">
                <a16:creationId xmlns:a16="http://schemas.microsoft.com/office/drawing/2014/main" id="{7246189D-F709-4E4E-8560-985165A164E7}"/>
              </a:ext>
            </a:extLst>
          </p:cNvPr>
          <p:cNvGrpSpPr>
            <a:grpSpLocks/>
          </p:cNvGrpSpPr>
          <p:nvPr/>
        </p:nvGrpSpPr>
        <p:grpSpPr bwMode="auto">
          <a:xfrm>
            <a:off x="5989638" y="2133600"/>
            <a:ext cx="642937" cy="365125"/>
            <a:chOff x="3773" y="1344"/>
            <a:chExt cx="405" cy="230"/>
          </a:xfrm>
        </p:grpSpPr>
        <p:sp>
          <p:nvSpPr>
            <p:cNvPr id="100362" name="Rectangle 10">
              <a:extLst>
                <a:ext uri="{FF2B5EF4-FFF2-40B4-BE49-F238E27FC236}">
                  <a16:creationId xmlns:a16="http://schemas.microsoft.com/office/drawing/2014/main" id="{FC481A36-BECC-49BA-837A-ECDB17D21C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73" y="1344"/>
              <a:ext cx="98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i="1">
                  <a:latin typeface="宋体" panose="02010600030101010101" pitchFamily="2" charset="-122"/>
                </a:rPr>
                <a:t>A</a:t>
              </a:r>
              <a:endParaRPr lang="en-US" altLang="zh-CN"/>
            </a:p>
          </p:txBody>
        </p:sp>
        <p:sp>
          <p:nvSpPr>
            <p:cNvPr id="100363" name="Freeform 11">
              <a:extLst>
                <a:ext uri="{FF2B5EF4-FFF2-40B4-BE49-F238E27FC236}">
                  <a16:creationId xmlns:a16="http://schemas.microsoft.com/office/drawing/2014/main" id="{8A1076F5-6B09-4F18-86FC-77BB255CBC07}"/>
                </a:ext>
              </a:extLst>
            </p:cNvPr>
            <p:cNvSpPr>
              <a:spLocks/>
            </p:cNvSpPr>
            <p:nvPr/>
          </p:nvSpPr>
          <p:spPr bwMode="auto">
            <a:xfrm>
              <a:off x="3917" y="1399"/>
              <a:ext cx="261" cy="128"/>
            </a:xfrm>
            <a:custGeom>
              <a:avLst/>
              <a:gdLst>
                <a:gd name="T0" fmla="*/ 550 w 550"/>
                <a:gd name="T1" fmla="*/ 275 h 275"/>
                <a:gd name="T2" fmla="*/ 469 w 550"/>
                <a:gd name="T3" fmla="*/ 80 h 275"/>
                <a:gd name="T4" fmla="*/ 275 w 550"/>
                <a:gd name="T5" fmla="*/ 0 h 275"/>
                <a:gd name="T6" fmla="*/ 80 w 550"/>
                <a:gd name="T7" fmla="*/ 80 h 275"/>
                <a:gd name="T8" fmla="*/ 0 w 550"/>
                <a:gd name="T9" fmla="*/ 275 h 275"/>
                <a:gd name="T10" fmla="*/ 1 w 550"/>
                <a:gd name="T11" fmla="*/ 275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50" h="275">
                  <a:moveTo>
                    <a:pt x="550" y="275"/>
                  </a:moveTo>
                  <a:lnTo>
                    <a:pt x="469" y="80"/>
                  </a:lnTo>
                  <a:lnTo>
                    <a:pt x="275" y="0"/>
                  </a:lnTo>
                  <a:lnTo>
                    <a:pt x="80" y="80"/>
                  </a:lnTo>
                  <a:lnTo>
                    <a:pt x="0" y="275"/>
                  </a:lnTo>
                  <a:lnTo>
                    <a:pt x="1" y="275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364" name="Freeform 12">
              <a:extLst>
                <a:ext uri="{FF2B5EF4-FFF2-40B4-BE49-F238E27FC236}">
                  <a16:creationId xmlns:a16="http://schemas.microsoft.com/office/drawing/2014/main" id="{EB365030-D402-466B-AC8D-F52054F1149E}"/>
                </a:ext>
              </a:extLst>
            </p:cNvPr>
            <p:cNvSpPr>
              <a:spLocks/>
            </p:cNvSpPr>
            <p:nvPr/>
          </p:nvSpPr>
          <p:spPr bwMode="auto">
            <a:xfrm>
              <a:off x="3917" y="1407"/>
              <a:ext cx="60" cy="120"/>
            </a:xfrm>
            <a:custGeom>
              <a:avLst/>
              <a:gdLst>
                <a:gd name="T0" fmla="*/ 121 w 121"/>
                <a:gd name="T1" fmla="*/ 0 h 255"/>
                <a:gd name="T2" fmla="*/ 0 w 121"/>
                <a:gd name="T3" fmla="*/ 255 h 255"/>
                <a:gd name="T4" fmla="*/ 1 w 121"/>
                <a:gd name="T5" fmla="*/ 255 h 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21" h="255">
                  <a:moveTo>
                    <a:pt x="121" y="0"/>
                  </a:moveTo>
                  <a:lnTo>
                    <a:pt x="0" y="255"/>
                  </a:lnTo>
                  <a:lnTo>
                    <a:pt x="1" y="255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365" name="Freeform 13">
              <a:extLst>
                <a:ext uri="{FF2B5EF4-FFF2-40B4-BE49-F238E27FC236}">
                  <a16:creationId xmlns:a16="http://schemas.microsoft.com/office/drawing/2014/main" id="{E500F6AC-8FB8-4B63-AE45-CD61F72F8B8C}"/>
                </a:ext>
              </a:extLst>
            </p:cNvPr>
            <p:cNvSpPr>
              <a:spLocks/>
            </p:cNvSpPr>
            <p:nvPr/>
          </p:nvSpPr>
          <p:spPr bwMode="auto">
            <a:xfrm>
              <a:off x="3977" y="1407"/>
              <a:ext cx="13" cy="17"/>
            </a:xfrm>
            <a:custGeom>
              <a:avLst/>
              <a:gdLst>
                <a:gd name="T0" fmla="*/ 0 w 33"/>
                <a:gd name="T1" fmla="*/ 0 h 39"/>
                <a:gd name="T2" fmla="*/ 32 w 33"/>
                <a:gd name="T3" fmla="*/ 39 h 39"/>
                <a:gd name="T4" fmla="*/ 33 w 33"/>
                <a:gd name="T5" fmla="*/ 3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3" h="39">
                  <a:moveTo>
                    <a:pt x="0" y="0"/>
                  </a:moveTo>
                  <a:lnTo>
                    <a:pt x="32" y="39"/>
                  </a:lnTo>
                  <a:lnTo>
                    <a:pt x="33" y="39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366" name="Freeform 14">
              <a:extLst>
                <a:ext uri="{FF2B5EF4-FFF2-40B4-BE49-F238E27FC236}">
                  <a16:creationId xmlns:a16="http://schemas.microsoft.com/office/drawing/2014/main" id="{77B37066-84D8-43B5-B887-417B3CAF93E9}"/>
                </a:ext>
              </a:extLst>
            </p:cNvPr>
            <p:cNvSpPr>
              <a:spLocks/>
            </p:cNvSpPr>
            <p:nvPr/>
          </p:nvSpPr>
          <p:spPr bwMode="auto">
            <a:xfrm>
              <a:off x="3917" y="1424"/>
              <a:ext cx="73" cy="107"/>
            </a:xfrm>
            <a:custGeom>
              <a:avLst/>
              <a:gdLst>
                <a:gd name="T0" fmla="*/ 153 w 153"/>
                <a:gd name="T1" fmla="*/ 0 h 219"/>
                <a:gd name="T2" fmla="*/ 40 w 153"/>
                <a:gd name="T3" fmla="*/ 83 h 219"/>
                <a:gd name="T4" fmla="*/ 0 w 153"/>
                <a:gd name="T5" fmla="*/ 219 h 219"/>
                <a:gd name="T6" fmla="*/ 1 w 153"/>
                <a:gd name="T7" fmla="*/ 219 h 2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53" h="219">
                  <a:moveTo>
                    <a:pt x="153" y="0"/>
                  </a:moveTo>
                  <a:lnTo>
                    <a:pt x="40" y="83"/>
                  </a:lnTo>
                  <a:lnTo>
                    <a:pt x="0" y="219"/>
                  </a:lnTo>
                  <a:lnTo>
                    <a:pt x="1" y="219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00367" name="Group 15">
            <a:extLst>
              <a:ext uri="{FF2B5EF4-FFF2-40B4-BE49-F238E27FC236}">
                <a16:creationId xmlns:a16="http://schemas.microsoft.com/office/drawing/2014/main" id="{7097D71A-6C31-4A9B-B06E-006E07FDB838}"/>
              </a:ext>
            </a:extLst>
          </p:cNvPr>
          <p:cNvGrpSpPr>
            <a:grpSpLocks/>
          </p:cNvGrpSpPr>
          <p:nvPr/>
        </p:nvGrpSpPr>
        <p:grpSpPr bwMode="auto">
          <a:xfrm>
            <a:off x="3646488" y="2352675"/>
            <a:ext cx="1514475" cy="1708150"/>
            <a:chOff x="2704" y="1713"/>
            <a:chExt cx="954" cy="1076"/>
          </a:xfrm>
        </p:grpSpPr>
        <p:sp>
          <p:nvSpPr>
            <p:cNvPr id="100368" name="Arc 16">
              <a:extLst>
                <a:ext uri="{FF2B5EF4-FFF2-40B4-BE49-F238E27FC236}">
                  <a16:creationId xmlns:a16="http://schemas.microsoft.com/office/drawing/2014/main" id="{7A0823C2-C27B-47E8-9180-564D5977F50B}"/>
                </a:ext>
              </a:extLst>
            </p:cNvPr>
            <p:cNvSpPr>
              <a:spLocks/>
            </p:cNvSpPr>
            <p:nvPr/>
          </p:nvSpPr>
          <p:spPr bwMode="auto">
            <a:xfrm rot="2732034">
              <a:off x="3086" y="1897"/>
              <a:ext cx="736" cy="368"/>
            </a:xfrm>
            <a:custGeom>
              <a:avLst/>
              <a:gdLst>
                <a:gd name="G0" fmla="+- 21600 0 0"/>
                <a:gd name="G1" fmla="+- 21600 0 0"/>
                <a:gd name="G2" fmla="+- 21600 0 0"/>
                <a:gd name="T0" fmla="*/ 0 w 43200"/>
                <a:gd name="T1" fmla="*/ 21471 h 21600"/>
                <a:gd name="T2" fmla="*/ 43200 w 43200"/>
                <a:gd name="T3" fmla="*/ 21600 h 21600"/>
                <a:gd name="T4" fmla="*/ 21600 w 432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3200" h="21600" fill="none" extrusionOk="0">
                  <a:moveTo>
                    <a:pt x="0" y="21471"/>
                  </a:moveTo>
                  <a:cubicBezTo>
                    <a:pt x="71" y="9592"/>
                    <a:pt x="9720" y="0"/>
                    <a:pt x="21600" y="0"/>
                  </a:cubicBezTo>
                  <a:cubicBezTo>
                    <a:pt x="33529" y="0"/>
                    <a:pt x="43200" y="9670"/>
                    <a:pt x="43200" y="21600"/>
                  </a:cubicBezTo>
                </a:path>
                <a:path w="43200" h="21600" stroke="0" extrusionOk="0">
                  <a:moveTo>
                    <a:pt x="0" y="21471"/>
                  </a:moveTo>
                  <a:cubicBezTo>
                    <a:pt x="71" y="9592"/>
                    <a:pt x="9720" y="0"/>
                    <a:pt x="21600" y="0"/>
                  </a:cubicBezTo>
                  <a:cubicBezTo>
                    <a:pt x="33529" y="0"/>
                    <a:pt x="43200" y="9670"/>
                    <a:pt x="43200" y="21600"/>
                  </a:cubicBezTo>
                  <a:lnTo>
                    <a:pt x="21600" y="21600"/>
                  </a:lnTo>
                  <a:close/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0369" name="Oval 17">
              <a:extLst>
                <a:ext uri="{FF2B5EF4-FFF2-40B4-BE49-F238E27FC236}">
                  <a16:creationId xmlns:a16="http://schemas.microsoft.com/office/drawing/2014/main" id="{42914188-FE7A-4B23-9F9F-3475EFF040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11" y="2004"/>
              <a:ext cx="419" cy="405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0370" name="Freeform 18">
              <a:extLst>
                <a:ext uri="{FF2B5EF4-FFF2-40B4-BE49-F238E27FC236}">
                  <a16:creationId xmlns:a16="http://schemas.microsoft.com/office/drawing/2014/main" id="{B85104A0-486C-4CD3-BC1F-3211C92B7393}"/>
                </a:ext>
              </a:extLst>
            </p:cNvPr>
            <p:cNvSpPr>
              <a:spLocks/>
            </p:cNvSpPr>
            <p:nvPr/>
          </p:nvSpPr>
          <p:spPr bwMode="auto">
            <a:xfrm>
              <a:off x="3256" y="2455"/>
              <a:ext cx="333" cy="334"/>
            </a:xfrm>
            <a:custGeom>
              <a:avLst/>
              <a:gdLst>
                <a:gd name="T0" fmla="*/ 0 w 333"/>
                <a:gd name="T1" fmla="*/ 334 h 334"/>
                <a:gd name="T2" fmla="*/ 333 w 333"/>
                <a:gd name="T3" fmla="*/ 0 h 334"/>
                <a:gd name="T4" fmla="*/ 325 w 333"/>
                <a:gd name="T5" fmla="*/ 4 h 3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33" h="334">
                  <a:moveTo>
                    <a:pt x="0" y="334"/>
                  </a:moveTo>
                  <a:lnTo>
                    <a:pt x="333" y="0"/>
                  </a:lnTo>
                  <a:lnTo>
                    <a:pt x="325" y="4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371" name="Freeform 19">
              <a:extLst>
                <a:ext uri="{FF2B5EF4-FFF2-40B4-BE49-F238E27FC236}">
                  <a16:creationId xmlns:a16="http://schemas.microsoft.com/office/drawing/2014/main" id="{2B6CB35F-BF4A-41E1-8497-E058425ADAD6}"/>
                </a:ext>
              </a:extLst>
            </p:cNvPr>
            <p:cNvSpPr>
              <a:spLocks/>
            </p:cNvSpPr>
            <p:nvPr/>
          </p:nvSpPr>
          <p:spPr bwMode="auto">
            <a:xfrm>
              <a:off x="2704" y="1942"/>
              <a:ext cx="360" cy="359"/>
            </a:xfrm>
            <a:custGeom>
              <a:avLst/>
              <a:gdLst>
                <a:gd name="T0" fmla="*/ 0 w 755"/>
                <a:gd name="T1" fmla="*/ 755 h 755"/>
                <a:gd name="T2" fmla="*/ 754 w 755"/>
                <a:gd name="T3" fmla="*/ 0 h 755"/>
                <a:gd name="T4" fmla="*/ 755 w 755"/>
                <a:gd name="T5" fmla="*/ 0 h 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755" h="755">
                  <a:moveTo>
                    <a:pt x="0" y="755"/>
                  </a:moveTo>
                  <a:lnTo>
                    <a:pt x="754" y="0"/>
                  </a:lnTo>
                  <a:lnTo>
                    <a:pt x="755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372" name="Freeform 20">
              <a:extLst>
                <a:ext uri="{FF2B5EF4-FFF2-40B4-BE49-F238E27FC236}">
                  <a16:creationId xmlns:a16="http://schemas.microsoft.com/office/drawing/2014/main" id="{354D7A4C-C961-474A-AC5C-8CF46898DB1C}"/>
                </a:ext>
              </a:extLst>
            </p:cNvPr>
            <p:cNvSpPr>
              <a:spLocks/>
            </p:cNvSpPr>
            <p:nvPr/>
          </p:nvSpPr>
          <p:spPr bwMode="auto">
            <a:xfrm>
              <a:off x="2837" y="2169"/>
              <a:ext cx="518" cy="517"/>
            </a:xfrm>
            <a:custGeom>
              <a:avLst/>
              <a:gdLst>
                <a:gd name="T0" fmla="*/ 0 w 1091"/>
                <a:gd name="T1" fmla="*/ 0 h 1092"/>
                <a:gd name="T2" fmla="*/ 1090 w 1091"/>
                <a:gd name="T3" fmla="*/ 1092 h 1092"/>
                <a:gd name="T4" fmla="*/ 1091 w 1091"/>
                <a:gd name="T5" fmla="*/ 1092 h 10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091" h="1092">
                  <a:moveTo>
                    <a:pt x="0" y="0"/>
                  </a:moveTo>
                  <a:lnTo>
                    <a:pt x="1090" y="1092"/>
                  </a:lnTo>
                  <a:lnTo>
                    <a:pt x="1091" y="1092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373" name="Freeform 21">
              <a:extLst>
                <a:ext uri="{FF2B5EF4-FFF2-40B4-BE49-F238E27FC236}">
                  <a16:creationId xmlns:a16="http://schemas.microsoft.com/office/drawing/2014/main" id="{B7FDB5AE-EE7D-4CC7-ACA7-B8A81136F78E}"/>
                </a:ext>
              </a:extLst>
            </p:cNvPr>
            <p:cNvSpPr>
              <a:spLocks/>
            </p:cNvSpPr>
            <p:nvPr/>
          </p:nvSpPr>
          <p:spPr bwMode="auto">
            <a:xfrm>
              <a:off x="2704" y="2301"/>
              <a:ext cx="552" cy="488"/>
            </a:xfrm>
            <a:custGeom>
              <a:avLst/>
              <a:gdLst>
                <a:gd name="T0" fmla="*/ 0 w 552"/>
                <a:gd name="T1" fmla="*/ 0 h 488"/>
                <a:gd name="T2" fmla="*/ 152 w 552"/>
                <a:gd name="T3" fmla="*/ 188 h 488"/>
                <a:gd name="T4" fmla="*/ 374 w 552"/>
                <a:gd name="T5" fmla="*/ 299 h 488"/>
                <a:gd name="T6" fmla="*/ 552 w 552"/>
                <a:gd name="T7" fmla="*/ 488 h 488"/>
                <a:gd name="T8" fmla="*/ 552 w 552"/>
                <a:gd name="T9" fmla="*/ 488 h 4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52" h="488">
                  <a:moveTo>
                    <a:pt x="0" y="0"/>
                  </a:moveTo>
                  <a:lnTo>
                    <a:pt x="152" y="188"/>
                  </a:lnTo>
                  <a:lnTo>
                    <a:pt x="374" y="299"/>
                  </a:lnTo>
                  <a:lnTo>
                    <a:pt x="552" y="488"/>
                  </a:lnTo>
                  <a:lnTo>
                    <a:pt x="552" y="488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00374" name="Group 22">
              <a:extLst>
                <a:ext uri="{FF2B5EF4-FFF2-40B4-BE49-F238E27FC236}">
                  <a16:creationId xmlns:a16="http://schemas.microsoft.com/office/drawing/2014/main" id="{E80A4492-7984-4818-B0ED-96ACF5806F5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01" y="1865"/>
              <a:ext cx="757" cy="757"/>
              <a:chOff x="2901" y="1865"/>
              <a:chExt cx="757" cy="757"/>
            </a:xfrm>
          </p:grpSpPr>
          <p:sp>
            <p:nvSpPr>
              <p:cNvPr id="100375" name="Freeform 23">
                <a:extLst>
                  <a:ext uri="{FF2B5EF4-FFF2-40B4-BE49-F238E27FC236}">
                    <a16:creationId xmlns:a16="http://schemas.microsoft.com/office/drawing/2014/main" id="{45B0C6FC-97D8-48B6-8A3B-0DBCFEF91DD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73" y="1865"/>
                <a:ext cx="385" cy="385"/>
              </a:xfrm>
              <a:custGeom>
                <a:avLst/>
                <a:gdLst>
                  <a:gd name="T0" fmla="*/ 813 w 813"/>
                  <a:gd name="T1" fmla="*/ 0 h 814"/>
                  <a:gd name="T2" fmla="*/ 0 w 813"/>
                  <a:gd name="T3" fmla="*/ 814 h 814"/>
                  <a:gd name="T4" fmla="*/ 1 w 813"/>
                  <a:gd name="T5" fmla="*/ 814 h 8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813" h="814">
                    <a:moveTo>
                      <a:pt x="813" y="0"/>
                    </a:moveTo>
                    <a:lnTo>
                      <a:pt x="0" y="814"/>
                    </a:lnTo>
                    <a:lnTo>
                      <a:pt x="1" y="814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0376" name="Freeform 24">
                <a:extLst>
                  <a:ext uri="{FF2B5EF4-FFF2-40B4-BE49-F238E27FC236}">
                    <a16:creationId xmlns:a16="http://schemas.microsoft.com/office/drawing/2014/main" id="{B0C602DA-4113-44C8-8D9B-9000A550541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01" y="2314"/>
                <a:ext cx="308" cy="308"/>
              </a:xfrm>
              <a:custGeom>
                <a:avLst/>
                <a:gdLst>
                  <a:gd name="T0" fmla="*/ 653 w 653"/>
                  <a:gd name="T1" fmla="*/ 0 h 654"/>
                  <a:gd name="T2" fmla="*/ 0 w 653"/>
                  <a:gd name="T3" fmla="*/ 654 h 654"/>
                  <a:gd name="T4" fmla="*/ 1 w 653"/>
                  <a:gd name="T5" fmla="*/ 654 h 6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653" h="654">
                    <a:moveTo>
                      <a:pt x="653" y="0"/>
                    </a:moveTo>
                    <a:lnTo>
                      <a:pt x="0" y="654"/>
                    </a:lnTo>
                    <a:lnTo>
                      <a:pt x="1" y="654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0377" name="Freeform 25">
                <a:extLst>
                  <a:ext uri="{FF2B5EF4-FFF2-40B4-BE49-F238E27FC236}">
                    <a16:creationId xmlns:a16="http://schemas.microsoft.com/office/drawing/2014/main" id="{47B01D2D-EC87-4D35-AE3F-9E51A9B0EDF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35" y="2276"/>
                <a:ext cx="13" cy="12"/>
              </a:xfrm>
              <a:custGeom>
                <a:avLst/>
                <a:gdLst>
                  <a:gd name="T0" fmla="*/ 24 w 24"/>
                  <a:gd name="T1" fmla="*/ 0 h 23"/>
                  <a:gd name="T2" fmla="*/ 0 w 24"/>
                  <a:gd name="T3" fmla="*/ 23 h 23"/>
                  <a:gd name="T4" fmla="*/ 1 w 24"/>
                  <a:gd name="T5" fmla="*/ 23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4" h="23">
                    <a:moveTo>
                      <a:pt x="24" y="0"/>
                    </a:moveTo>
                    <a:lnTo>
                      <a:pt x="0" y="23"/>
                    </a:lnTo>
                    <a:lnTo>
                      <a:pt x="1" y="23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00378" name="Group 26">
              <a:extLst>
                <a:ext uri="{FF2B5EF4-FFF2-40B4-BE49-F238E27FC236}">
                  <a16:creationId xmlns:a16="http://schemas.microsoft.com/office/drawing/2014/main" id="{DDC843BB-8507-4B4D-85BF-BE318F21AA5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91" y="1869"/>
              <a:ext cx="667" cy="667"/>
              <a:chOff x="2991" y="1869"/>
              <a:chExt cx="667" cy="667"/>
            </a:xfrm>
          </p:grpSpPr>
          <p:sp>
            <p:nvSpPr>
              <p:cNvPr id="100379" name="Freeform 27">
                <a:extLst>
                  <a:ext uri="{FF2B5EF4-FFF2-40B4-BE49-F238E27FC236}">
                    <a16:creationId xmlns:a16="http://schemas.microsoft.com/office/drawing/2014/main" id="{D7D1D4CE-24B9-443A-AEA7-16B1C18E200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91" y="1869"/>
                <a:ext cx="376" cy="377"/>
              </a:xfrm>
              <a:custGeom>
                <a:avLst/>
                <a:gdLst>
                  <a:gd name="T0" fmla="*/ 0 w 792"/>
                  <a:gd name="T1" fmla="*/ 0 h 794"/>
                  <a:gd name="T2" fmla="*/ 791 w 792"/>
                  <a:gd name="T3" fmla="*/ 794 h 794"/>
                  <a:gd name="T4" fmla="*/ 792 w 792"/>
                  <a:gd name="T5" fmla="*/ 794 h 7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792" h="794">
                    <a:moveTo>
                      <a:pt x="0" y="0"/>
                    </a:moveTo>
                    <a:lnTo>
                      <a:pt x="791" y="794"/>
                    </a:lnTo>
                    <a:lnTo>
                      <a:pt x="792" y="794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0380" name="Freeform 28">
                <a:extLst>
                  <a:ext uri="{FF2B5EF4-FFF2-40B4-BE49-F238E27FC236}">
                    <a16:creationId xmlns:a16="http://schemas.microsoft.com/office/drawing/2014/main" id="{034F83F4-C921-4D3F-885A-959D6F5E545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93" y="2271"/>
                <a:ext cx="4" cy="5"/>
              </a:xfrm>
              <a:custGeom>
                <a:avLst/>
                <a:gdLst>
                  <a:gd name="T0" fmla="*/ 0 w 9"/>
                  <a:gd name="T1" fmla="*/ 0 h 7"/>
                  <a:gd name="T2" fmla="*/ 8 w 9"/>
                  <a:gd name="T3" fmla="*/ 7 h 7"/>
                  <a:gd name="T4" fmla="*/ 9 w 9"/>
                  <a:gd name="T5" fmla="*/ 7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" h="7">
                    <a:moveTo>
                      <a:pt x="0" y="0"/>
                    </a:moveTo>
                    <a:lnTo>
                      <a:pt x="8" y="7"/>
                    </a:lnTo>
                    <a:lnTo>
                      <a:pt x="9" y="7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0381" name="Freeform 29">
                <a:extLst>
                  <a:ext uri="{FF2B5EF4-FFF2-40B4-BE49-F238E27FC236}">
                    <a16:creationId xmlns:a16="http://schemas.microsoft.com/office/drawing/2014/main" id="{DE738D4E-8764-4BC2-A4AB-137B7E558AD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32" y="2314"/>
                <a:ext cx="226" cy="222"/>
              </a:xfrm>
              <a:custGeom>
                <a:avLst/>
                <a:gdLst>
                  <a:gd name="T0" fmla="*/ 0 w 475"/>
                  <a:gd name="T1" fmla="*/ 0 h 475"/>
                  <a:gd name="T2" fmla="*/ 474 w 475"/>
                  <a:gd name="T3" fmla="*/ 475 h 475"/>
                  <a:gd name="T4" fmla="*/ 475 w 475"/>
                  <a:gd name="T5" fmla="*/ 475 h 4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75" h="475">
                    <a:moveTo>
                      <a:pt x="0" y="0"/>
                    </a:moveTo>
                    <a:lnTo>
                      <a:pt x="474" y="475"/>
                    </a:lnTo>
                    <a:lnTo>
                      <a:pt x="475" y="475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pSp>
        <p:nvGrpSpPr>
          <p:cNvPr id="100382" name="Group 30">
            <a:extLst>
              <a:ext uri="{FF2B5EF4-FFF2-40B4-BE49-F238E27FC236}">
                <a16:creationId xmlns:a16="http://schemas.microsoft.com/office/drawing/2014/main" id="{B5910EDC-9F64-4578-A8D9-68AC29C9A21C}"/>
              </a:ext>
            </a:extLst>
          </p:cNvPr>
          <p:cNvGrpSpPr>
            <a:grpSpLocks/>
          </p:cNvGrpSpPr>
          <p:nvPr/>
        </p:nvGrpSpPr>
        <p:grpSpPr bwMode="auto">
          <a:xfrm>
            <a:off x="5668963" y="2424113"/>
            <a:ext cx="1500187" cy="1643062"/>
            <a:chOff x="3901" y="1307"/>
            <a:chExt cx="945" cy="1035"/>
          </a:xfrm>
        </p:grpSpPr>
        <p:sp>
          <p:nvSpPr>
            <p:cNvPr id="100383" name="Arc 31">
              <a:extLst>
                <a:ext uri="{FF2B5EF4-FFF2-40B4-BE49-F238E27FC236}">
                  <a16:creationId xmlns:a16="http://schemas.microsoft.com/office/drawing/2014/main" id="{61C682A5-BC06-48A8-B9A2-5C2A36B50A67}"/>
                </a:ext>
              </a:extLst>
            </p:cNvPr>
            <p:cNvSpPr>
              <a:spLocks/>
            </p:cNvSpPr>
            <p:nvPr/>
          </p:nvSpPr>
          <p:spPr bwMode="auto">
            <a:xfrm>
              <a:off x="4000" y="1420"/>
              <a:ext cx="736" cy="368"/>
            </a:xfrm>
            <a:custGeom>
              <a:avLst/>
              <a:gdLst>
                <a:gd name="G0" fmla="+- 21600 0 0"/>
                <a:gd name="G1" fmla="+- 21600 0 0"/>
                <a:gd name="G2" fmla="+- 21600 0 0"/>
                <a:gd name="T0" fmla="*/ 0 w 43200"/>
                <a:gd name="T1" fmla="*/ 21471 h 21600"/>
                <a:gd name="T2" fmla="*/ 43200 w 43200"/>
                <a:gd name="T3" fmla="*/ 21600 h 21600"/>
                <a:gd name="T4" fmla="*/ 21600 w 432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3200" h="21600" fill="none" extrusionOk="0">
                  <a:moveTo>
                    <a:pt x="0" y="21471"/>
                  </a:moveTo>
                  <a:cubicBezTo>
                    <a:pt x="71" y="9592"/>
                    <a:pt x="9720" y="0"/>
                    <a:pt x="21600" y="0"/>
                  </a:cubicBezTo>
                  <a:cubicBezTo>
                    <a:pt x="33529" y="0"/>
                    <a:pt x="43200" y="9670"/>
                    <a:pt x="43200" y="21600"/>
                  </a:cubicBezTo>
                </a:path>
                <a:path w="43200" h="21600" stroke="0" extrusionOk="0">
                  <a:moveTo>
                    <a:pt x="0" y="21471"/>
                  </a:moveTo>
                  <a:cubicBezTo>
                    <a:pt x="71" y="9592"/>
                    <a:pt x="9720" y="0"/>
                    <a:pt x="21600" y="0"/>
                  </a:cubicBezTo>
                  <a:cubicBezTo>
                    <a:pt x="33529" y="0"/>
                    <a:pt x="43200" y="9670"/>
                    <a:pt x="43200" y="21600"/>
                  </a:cubicBezTo>
                  <a:lnTo>
                    <a:pt x="21600" y="21600"/>
                  </a:lnTo>
                  <a:close/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0384" name="Freeform 32">
              <a:extLst>
                <a:ext uri="{FF2B5EF4-FFF2-40B4-BE49-F238E27FC236}">
                  <a16:creationId xmlns:a16="http://schemas.microsoft.com/office/drawing/2014/main" id="{5E624D49-5E75-4E64-8EF7-786F8CDFB995}"/>
                </a:ext>
              </a:extLst>
            </p:cNvPr>
            <p:cNvSpPr>
              <a:spLocks/>
            </p:cNvSpPr>
            <p:nvPr/>
          </p:nvSpPr>
          <p:spPr bwMode="auto">
            <a:xfrm>
              <a:off x="4003" y="2227"/>
              <a:ext cx="732" cy="64"/>
            </a:xfrm>
            <a:custGeom>
              <a:avLst/>
              <a:gdLst>
                <a:gd name="T0" fmla="*/ 0 w 732"/>
                <a:gd name="T1" fmla="*/ 64 h 64"/>
                <a:gd name="T2" fmla="*/ 208 w 732"/>
                <a:gd name="T3" fmla="*/ 0 h 64"/>
                <a:gd name="T4" fmla="*/ 453 w 732"/>
                <a:gd name="T5" fmla="*/ 44 h 64"/>
                <a:gd name="T6" fmla="*/ 732 w 732"/>
                <a:gd name="T7" fmla="*/ 17 h 64"/>
                <a:gd name="T8" fmla="*/ 732 w 732"/>
                <a:gd name="T9" fmla="*/ 17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32" h="64">
                  <a:moveTo>
                    <a:pt x="0" y="64"/>
                  </a:moveTo>
                  <a:lnTo>
                    <a:pt x="208" y="0"/>
                  </a:lnTo>
                  <a:lnTo>
                    <a:pt x="453" y="44"/>
                  </a:lnTo>
                  <a:lnTo>
                    <a:pt x="732" y="17"/>
                  </a:lnTo>
                  <a:lnTo>
                    <a:pt x="732" y="17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385" name="Freeform 33">
              <a:extLst>
                <a:ext uri="{FF2B5EF4-FFF2-40B4-BE49-F238E27FC236}">
                  <a16:creationId xmlns:a16="http://schemas.microsoft.com/office/drawing/2014/main" id="{D8DE51F6-817B-4E96-B76C-0430A701CF95}"/>
                </a:ext>
              </a:extLst>
            </p:cNvPr>
            <p:cNvSpPr>
              <a:spLocks/>
            </p:cNvSpPr>
            <p:nvPr/>
          </p:nvSpPr>
          <p:spPr bwMode="auto">
            <a:xfrm>
              <a:off x="4003" y="2103"/>
              <a:ext cx="732" cy="4"/>
            </a:xfrm>
            <a:custGeom>
              <a:avLst/>
              <a:gdLst>
                <a:gd name="T0" fmla="*/ 0 w 1544"/>
                <a:gd name="T1" fmla="*/ 1543 w 1544"/>
                <a:gd name="T2" fmla="*/ 1544 w 154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1544">
                  <a:moveTo>
                    <a:pt x="0" y="0"/>
                  </a:moveTo>
                  <a:lnTo>
                    <a:pt x="1543" y="0"/>
                  </a:lnTo>
                  <a:lnTo>
                    <a:pt x="1544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386" name="Freeform 34">
              <a:extLst>
                <a:ext uri="{FF2B5EF4-FFF2-40B4-BE49-F238E27FC236}">
                  <a16:creationId xmlns:a16="http://schemas.microsoft.com/office/drawing/2014/main" id="{E33B101E-430D-4029-BF54-3692C7DBFE35}"/>
                </a:ext>
              </a:extLst>
            </p:cNvPr>
            <p:cNvSpPr>
              <a:spLocks/>
            </p:cNvSpPr>
            <p:nvPr/>
          </p:nvSpPr>
          <p:spPr bwMode="auto">
            <a:xfrm>
              <a:off x="4003" y="1782"/>
              <a:ext cx="5" cy="509"/>
            </a:xfrm>
            <a:custGeom>
              <a:avLst/>
              <a:gdLst>
                <a:gd name="T0" fmla="*/ 0 w 1"/>
                <a:gd name="T1" fmla="*/ 1068 h 1068"/>
                <a:gd name="T2" fmla="*/ 0 w 1"/>
                <a:gd name="T3" fmla="*/ 0 h 1068"/>
                <a:gd name="T4" fmla="*/ 1 w 1"/>
                <a:gd name="T5" fmla="*/ 0 h 10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1068">
                  <a:moveTo>
                    <a:pt x="0" y="1068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387" name="Freeform 35">
              <a:extLst>
                <a:ext uri="{FF2B5EF4-FFF2-40B4-BE49-F238E27FC236}">
                  <a16:creationId xmlns:a16="http://schemas.microsoft.com/office/drawing/2014/main" id="{A04FE0F1-A925-4388-A9E8-7CB1AAB89230}"/>
                </a:ext>
              </a:extLst>
            </p:cNvPr>
            <p:cNvSpPr>
              <a:spLocks/>
            </p:cNvSpPr>
            <p:nvPr/>
          </p:nvSpPr>
          <p:spPr bwMode="auto">
            <a:xfrm>
              <a:off x="4735" y="1782"/>
              <a:ext cx="4" cy="462"/>
            </a:xfrm>
            <a:custGeom>
              <a:avLst/>
              <a:gdLst>
                <a:gd name="T0" fmla="*/ 0 w 1"/>
                <a:gd name="T1" fmla="*/ 971 h 971"/>
                <a:gd name="T2" fmla="*/ 0 w 1"/>
                <a:gd name="T3" fmla="*/ 0 h 971"/>
                <a:gd name="T4" fmla="*/ 1 w 1"/>
                <a:gd name="T5" fmla="*/ 0 h 9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971">
                  <a:moveTo>
                    <a:pt x="0" y="971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00388" name="Group 36">
              <a:extLst>
                <a:ext uri="{FF2B5EF4-FFF2-40B4-BE49-F238E27FC236}">
                  <a16:creationId xmlns:a16="http://schemas.microsoft.com/office/drawing/2014/main" id="{1464940B-F80E-4694-A8ED-360E89D1DAD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71" y="1307"/>
              <a:ext cx="5" cy="1035"/>
              <a:chOff x="4338" y="1758"/>
              <a:chExt cx="5" cy="1035"/>
            </a:xfrm>
          </p:grpSpPr>
          <p:sp>
            <p:nvSpPr>
              <p:cNvPr id="100389" name="Freeform 37">
                <a:extLst>
                  <a:ext uri="{FF2B5EF4-FFF2-40B4-BE49-F238E27FC236}">
                    <a16:creationId xmlns:a16="http://schemas.microsoft.com/office/drawing/2014/main" id="{10A07442-3E48-4B7D-A779-67A44BA259D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38" y="1758"/>
                <a:ext cx="5" cy="539"/>
              </a:xfrm>
              <a:custGeom>
                <a:avLst/>
                <a:gdLst>
                  <a:gd name="T0" fmla="*/ 0 w 1"/>
                  <a:gd name="T1" fmla="*/ 0 h 1136"/>
                  <a:gd name="T2" fmla="*/ 0 w 1"/>
                  <a:gd name="T3" fmla="*/ 1136 h 1136"/>
                  <a:gd name="T4" fmla="*/ 1 w 1"/>
                  <a:gd name="T5" fmla="*/ 1136 h 11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136">
                    <a:moveTo>
                      <a:pt x="0" y="0"/>
                    </a:moveTo>
                    <a:lnTo>
                      <a:pt x="0" y="1136"/>
                    </a:lnTo>
                    <a:lnTo>
                      <a:pt x="1" y="1136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0390" name="Freeform 38">
                <a:extLst>
                  <a:ext uri="{FF2B5EF4-FFF2-40B4-BE49-F238E27FC236}">
                    <a16:creationId xmlns:a16="http://schemas.microsoft.com/office/drawing/2014/main" id="{697D6ADB-2BDA-42B5-9B76-FCFC5AB2FA0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38" y="2382"/>
                <a:ext cx="5" cy="411"/>
              </a:xfrm>
              <a:custGeom>
                <a:avLst/>
                <a:gdLst>
                  <a:gd name="T0" fmla="*/ 0 w 1"/>
                  <a:gd name="T1" fmla="*/ 0 h 861"/>
                  <a:gd name="T2" fmla="*/ 0 w 1"/>
                  <a:gd name="T3" fmla="*/ 861 h 861"/>
                  <a:gd name="T4" fmla="*/ 1 w 1"/>
                  <a:gd name="T5" fmla="*/ 861 h 8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861">
                    <a:moveTo>
                      <a:pt x="0" y="0"/>
                    </a:moveTo>
                    <a:lnTo>
                      <a:pt x="0" y="861"/>
                    </a:lnTo>
                    <a:lnTo>
                      <a:pt x="1" y="861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0391" name="Freeform 39">
                <a:extLst>
                  <a:ext uri="{FF2B5EF4-FFF2-40B4-BE49-F238E27FC236}">
                    <a16:creationId xmlns:a16="http://schemas.microsoft.com/office/drawing/2014/main" id="{28071496-87AF-40FE-8759-5E9103C827C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38" y="2331"/>
                <a:ext cx="5" cy="9"/>
              </a:xfrm>
              <a:custGeom>
                <a:avLst/>
                <a:gdLst>
                  <a:gd name="T0" fmla="*/ 0 w 1"/>
                  <a:gd name="T1" fmla="*/ 0 h 15"/>
                  <a:gd name="T2" fmla="*/ 0 w 1"/>
                  <a:gd name="T3" fmla="*/ 15 h 15"/>
                  <a:gd name="T4" fmla="*/ 1 w 1"/>
                  <a:gd name="T5" fmla="*/ 15 h 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5">
                    <a:moveTo>
                      <a:pt x="0" y="0"/>
                    </a:moveTo>
                    <a:lnTo>
                      <a:pt x="0" y="15"/>
                    </a:lnTo>
                    <a:lnTo>
                      <a:pt x="1" y="15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00392" name="Group 40">
              <a:extLst>
                <a:ext uri="{FF2B5EF4-FFF2-40B4-BE49-F238E27FC236}">
                  <a16:creationId xmlns:a16="http://schemas.microsoft.com/office/drawing/2014/main" id="{6A944DD2-9BC2-4590-81DD-A7DA40CBA55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01" y="1782"/>
              <a:ext cx="945" cy="4"/>
              <a:chOff x="3868" y="2233"/>
              <a:chExt cx="945" cy="4"/>
            </a:xfrm>
          </p:grpSpPr>
          <p:sp>
            <p:nvSpPr>
              <p:cNvPr id="100393" name="Freeform 41">
                <a:extLst>
                  <a:ext uri="{FF2B5EF4-FFF2-40B4-BE49-F238E27FC236}">
                    <a16:creationId xmlns:a16="http://schemas.microsoft.com/office/drawing/2014/main" id="{125FFF6D-99C6-4051-A30C-7B0AD00C8C6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68" y="2233"/>
                <a:ext cx="308" cy="4"/>
              </a:xfrm>
              <a:custGeom>
                <a:avLst/>
                <a:gdLst>
                  <a:gd name="T0" fmla="*/ 0 w 650"/>
                  <a:gd name="T1" fmla="*/ 649 w 650"/>
                  <a:gd name="T2" fmla="*/ 650 w 650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650">
                    <a:moveTo>
                      <a:pt x="0" y="0"/>
                    </a:moveTo>
                    <a:lnTo>
                      <a:pt x="649" y="0"/>
                    </a:lnTo>
                    <a:lnTo>
                      <a:pt x="650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0394" name="Freeform 42">
                <a:extLst>
                  <a:ext uri="{FF2B5EF4-FFF2-40B4-BE49-F238E27FC236}">
                    <a16:creationId xmlns:a16="http://schemas.microsoft.com/office/drawing/2014/main" id="{87B4057E-2CF9-4FF2-9371-117422E56BD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14" y="2233"/>
                <a:ext cx="9" cy="4"/>
              </a:xfrm>
              <a:custGeom>
                <a:avLst/>
                <a:gdLst>
                  <a:gd name="T0" fmla="*/ 0 w 17"/>
                  <a:gd name="T1" fmla="*/ 16 w 17"/>
                  <a:gd name="T2" fmla="*/ 17 w 17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7">
                    <a:moveTo>
                      <a:pt x="0" y="0"/>
                    </a:moveTo>
                    <a:lnTo>
                      <a:pt x="16" y="0"/>
                    </a:lnTo>
                    <a:lnTo>
                      <a:pt x="17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0395" name="Freeform 43">
                <a:extLst>
                  <a:ext uri="{FF2B5EF4-FFF2-40B4-BE49-F238E27FC236}">
                    <a16:creationId xmlns:a16="http://schemas.microsoft.com/office/drawing/2014/main" id="{3C9C00DB-EC58-4E8A-973B-A4AC8FCAC4D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57" y="2233"/>
                <a:ext cx="556" cy="4"/>
              </a:xfrm>
              <a:custGeom>
                <a:avLst/>
                <a:gdLst>
                  <a:gd name="T0" fmla="*/ 0 w 1170"/>
                  <a:gd name="T1" fmla="*/ 1169 w 1170"/>
                  <a:gd name="T2" fmla="*/ 1170 w 1170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170">
                    <a:moveTo>
                      <a:pt x="0" y="0"/>
                    </a:moveTo>
                    <a:lnTo>
                      <a:pt x="1169" y="0"/>
                    </a:lnTo>
                    <a:lnTo>
                      <a:pt x="1170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00396" name="Oval 44">
              <a:extLst>
                <a:ext uri="{FF2B5EF4-FFF2-40B4-BE49-F238E27FC236}">
                  <a16:creationId xmlns:a16="http://schemas.microsoft.com/office/drawing/2014/main" id="{1C1FE517-0192-4B5B-A9B1-A91EF75716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59" y="1577"/>
              <a:ext cx="419" cy="405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00422" name="Text Box 70">
            <a:extLst>
              <a:ext uri="{FF2B5EF4-FFF2-40B4-BE49-F238E27FC236}">
                <a16:creationId xmlns:a16="http://schemas.microsoft.com/office/drawing/2014/main" id="{60D4129B-B614-441D-98DF-8EC4A2E03D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99582" y="-35265"/>
            <a:ext cx="4094163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l" eaLnBrk="1" hangingPunct="1"/>
            <a:r>
              <a:rPr lang="zh-CN" altLang="en-US" sz="3600" dirty="0">
                <a:solidFill>
                  <a:schemeClr val="bg1"/>
                </a:solidFill>
                <a:latin typeface="宋体" panose="02010600030101010101" pitchFamily="2" charset="-122"/>
              </a:rPr>
              <a:t>斜视图的画法：</a:t>
            </a:r>
          </a:p>
        </p:txBody>
      </p:sp>
      <p:sp>
        <p:nvSpPr>
          <p:cNvPr id="100423" name="Text Box 71">
            <a:extLst>
              <a:ext uri="{FF2B5EF4-FFF2-40B4-BE49-F238E27FC236}">
                <a16:creationId xmlns:a16="http://schemas.microsoft.com/office/drawing/2014/main" id="{73ACD01D-7B90-4053-9363-1DEDA8E649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1688" y="4368800"/>
            <a:ext cx="426402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zh-CN" altLang="en-US" sz="3200">
                <a:solidFill>
                  <a:srgbClr val="0000CC"/>
                </a:solidFill>
                <a:latin typeface="宋体" panose="02010600030101010101" pitchFamily="2" charset="-122"/>
              </a:rPr>
              <a:t>画斜视图的注意事项：</a:t>
            </a:r>
          </a:p>
        </p:txBody>
      </p:sp>
      <p:sp>
        <p:nvSpPr>
          <p:cNvPr id="100424" name="Text Box 72">
            <a:extLst>
              <a:ext uri="{FF2B5EF4-FFF2-40B4-BE49-F238E27FC236}">
                <a16:creationId xmlns:a16="http://schemas.microsoft.com/office/drawing/2014/main" id="{64DF3042-A0B2-4033-B67B-4C04B2085A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5394325"/>
            <a:ext cx="679926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zh-CN" sz="2800">
                <a:latin typeface="宋体" panose="02010600030101010101" pitchFamily="2" charset="-122"/>
                <a:sym typeface="Symbol" panose="05050102010706020507" pitchFamily="18" charset="2"/>
              </a:rPr>
              <a:t> </a:t>
            </a:r>
            <a:r>
              <a:rPr lang="zh-CN" altLang="en-US" sz="2800">
                <a:latin typeface="宋体" panose="02010600030101010101" pitchFamily="2" charset="-122"/>
                <a:sym typeface="Symbol" panose="05050102010706020507" pitchFamily="18" charset="2"/>
              </a:rPr>
              <a:t>斜视图通常按投射方向配置和标注。   </a:t>
            </a:r>
          </a:p>
        </p:txBody>
      </p:sp>
      <p:sp>
        <p:nvSpPr>
          <p:cNvPr id="100425" name="Text Box 73">
            <a:extLst>
              <a:ext uri="{FF2B5EF4-FFF2-40B4-BE49-F238E27FC236}">
                <a16:creationId xmlns:a16="http://schemas.microsoft.com/office/drawing/2014/main" id="{0BD74B37-1A73-4BF2-AEE4-5BCD269297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5827713"/>
            <a:ext cx="85344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en-US" altLang="zh-CN" sz="2800">
                <a:latin typeface="宋体" panose="02010600030101010101" pitchFamily="2" charset="-122"/>
                <a:sym typeface="Symbol" panose="05050102010706020507" pitchFamily="18" charset="2"/>
              </a:rPr>
              <a:t> </a:t>
            </a:r>
            <a:r>
              <a:rPr lang="zh-CN" altLang="en-US" sz="2800">
                <a:latin typeface="宋体" panose="02010600030101010101" pitchFamily="2" charset="-122"/>
                <a:sym typeface="Symbol" panose="05050102010706020507" pitchFamily="18" charset="2"/>
              </a:rPr>
              <a:t>允许将斜视图旋转配置，但需在斜视图上方注明</a:t>
            </a:r>
            <a:r>
              <a:rPr lang="zh-CN" altLang="en-US" sz="2800">
                <a:latin typeface="宋体" panose="02010600030101010101" pitchFamily="2" charset="-122"/>
                <a:sym typeface="CommercialPi BT" panose="05020102010206080802" pitchFamily="18" charset="2"/>
              </a:rPr>
              <a:t>。</a:t>
            </a:r>
          </a:p>
        </p:txBody>
      </p:sp>
      <p:sp>
        <p:nvSpPr>
          <p:cNvPr id="100426" name="Text Box 74">
            <a:extLst>
              <a:ext uri="{FF2B5EF4-FFF2-40B4-BE49-F238E27FC236}">
                <a16:creationId xmlns:a16="http://schemas.microsoft.com/office/drawing/2014/main" id="{2574EC86-3B66-4CE8-9B1A-82CFD961F6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4922838"/>
            <a:ext cx="7342188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lg"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l" eaLnBrk="1" hangingPunct="1"/>
            <a:r>
              <a:rPr lang="en-US" altLang="zh-CN" sz="2800">
                <a:latin typeface="宋体" panose="02010600030101010101" pitchFamily="2" charset="-122"/>
                <a:sym typeface="Symbol" panose="05050102010706020507" pitchFamily="18" charset="2"/>
              </a:rPr>
              <a:t> </a:t>
            </a:r>
            <a:r>
              <a:rPr lang="zh-CN" altLang="en-US" sz="2800">
                <a:latin typeface="宋体" panose="02010600030101010101" pitchFamily="2" charset="-122"/>
                <a:sym typeface="Symbol" panose="05050102010706020507" pitchFamily="18" charset="2"/>
              </a:rPr>
              <a:t>斜视图的断裂边界用波浪线或双折线表示。</a:t>
            </a:r>
          </a:p>
        </p:txBody>
      </p:sp>
      <p:sp>
        <p:nvSpPr>
          <p:cNvPr id="100427" name="AutoShape 75">
            <a:extLst>
              <a:ext uri="{FF2B5EF4-FFF2-40B4-BE49-F238E27FC236}">
                <a16:creationId xmlns:a16="http://schemas.microsoft.com/office/drawing/2014/main" id="{DD94C617-6DD4-4488-B1C3-F52902D5F2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02300" y="363538"/>
            <a:ext cx="3065463" cy="1770062"/>
          </a:xfrm>
          <a:prstGeom prst="cloudCallout">
            <a:avLst>
              <a:gd name="adj1" fmla="val -21153"/>
              <a:gd name="adj2" fmla="val 48477"/>
            </a:avLst>
          </a:prstGeom>
          <a:gradFill rotWithShape="0">
            <a:gsLst>
              <a:gs pos="0">
                <a:srgbClr val="DDDDDD"/>
              </a:gs>
              <a:gs pos="100000">
                <a:srgbClr val="FFFFFF"/>
              </a:gs>
            </a:gsLst>
            <a:lin ang="5400000" scaled="1"/>
          </a:gradFill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l" eaLnBrk="1" hangingPunct="1"/>
            <a:r>
              <a:rPr lang="zh-CN" altLang="en-US"/>
              <a:t>字母靠近箭头端，</a:t>
            </a:r>
          </a:p>
          <a:p>
            <a:pPr algn="l" eaLnBrk="1" hangingPunct="1"/>
            <a:r>
              <a:rPr lang="zh-CN" altLang="en-US"/>
              <a:t>符号方向与旋转</a:t>
            </a:r>
          </a:p>
          <a:p>
            <a:pPr algn="l" eaLnBrk="1" hangingPunct="1"/>
            <a:r>
              <a:rPr lang="zh-CN" altLang="en-US"/>
              <a:t>方向一致。</a:t>
            </a:r>
          </a:p>
        </p:txBody>
      </p:sp>
      <p:grpSp>
        <p:nvGrpSpPr>
          <p:cNvPr id="100433" name="Group 81">
            <a:extLst>
              <a:ext uri="{FF2B5EF4-FFF2-40B4-BE49-F238E27FC236}">
                <a16:creationId xmlns:a16="http://schemas.microsoft.com/office/drawing/2014/main" id="{838F8764-4D87-4CCA-866C-27EB7F085214}"/>
              </a:ext>
            </a:extLst>
          </p:cNvPr>
          <p:cNvGrpSpPr>
            <a:grpSpLocks/>
          </p:cNvGrpSpPr>
          <p:nvPr/>
        </p:nvGrpSpPr>
        <p:grpSpPr bwMode="auto">
          <a:xfrm>
            <a:off x="1576388" y="1524000"/>
            <a:ext cx="2481262" cy="2643188"/>
            <a:chOff x="993" y="960"/>
            <a:chExt cx="1563" cy="1665"/>
          </a:xfrm>
        </p:grpSpPr>
        <p:sp>
          <p:nvSpPr>
            <p:cNvPr id="100434" name="Freeform 82">
              <a:extLst>
                <a:ext uri="{FF2B5EF4-FFF2-40B4-BE49-F238E27FC236}">
                  <a16:creationId xmlns:a16="http://schemas.microsoft.com/office/drawing/2014/main" id="{77996F5F-74C5-4682-92E0-44FE6FDDBBB7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0" y="960"/>
              <a:ext cx="1456" cy="668"/>
            </a:xfrm>
            <a:custGeom>
              <a:avLst/>
              <a:gdLst>
                <a:gd name="T0" fmla="*/ 0 w 1456"/>
                <a:gd name="T1" fmla="*/ 668 h 668"/>
                <a:gd name="T2" fmla="*/ 928 w 1456"/>
                <a:gd name="T3" fmla="*/ 668 h 668"/>
                <a:gd name="T4" fmla="*/ 1456 w 1456"/>
                <a:gd name="T5" fmla="*/ 132 h 668"/>
                <a:gd name="T6" fmla="*/ 1328 w 1456"/>
                <a:gd name="T7" fmla="*/ 0 h 668"/>
                <a:gd name="T8" fmla="*/ 848 w 1456"/>
                <a:gd name="T9" fmla="*/ 484 h 668"/>
                <a:gd name="T10" fmla="*/ 0 w 1456"/>
                <a:gd name="T11" fmla="*/ 492 h 668"/>
                <a:gd name="T12" fmla="*/ 0 w 1456"/>
                <a:gd name="T13" fmla="*/ 668 h 6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56" h="668">
                  <a:moveTo>
                    <a:pt x="0" y="668"/>
                  </a:moveTo>
                  <a:lnTo>
                    <a:pt x="928" y="668"/>
                  </a:lnTo>
                  <a:lnTo>
                    <a:pt x="1456" y="132"/>
                  </a:lnTo>
                  <a:lnTo>
                    <a:pt x="1328" y="0"/>
                  </a:lnTo>
                  <a:lnTo>
                    <a:pt x="848" y="484"/>
                  </a:lnTo>
                  <a:lnTo>
                    <a:pt x="0" y="492"/>
                  </a:lnTo>
                  <a:lnTo>
                    <a:pt x="0" y="668"/>
                  </a:lnTo>
                  <a:close/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435" name="Line 83">
              <a:extLst>
                <a:ext uri="{FF2B5EF4-FFF2-40B4-BE49-F238E27FC236}">
                  <a16:creationId xmlns:a16="http://schemas.microsoft.com/office/drawing/2014/main" id="{4216B03F-37B8-4144-A499-4FC08A56A5B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10" y="1069"/>
              <a:ext cx="129" cy="12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0436" name="Oval 84">
              <a:extLst>
                <a:ext uri="{FF2B5EF4-FFF2-40B4-BE49-F238E27FC236}">
                  <a16:creationId xmlns:a16="http://schemas.microsoft.com/office/drawing/2014/main" id="{9DBDFF43-F59B-422B-86AD-3D519DF3DF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0" y="2008"/>
              <a:ext cx="564" cy="507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0437" name="Line 85">
              <a:extLst>
                <a:ext uri="{FF2B5EF4-FFF2-40B4-BE49-F238E27FC236}">
                  <a16:creationId xmlns:a16="http://schemas.microsoft.com/office/drawing/2014/main" id="{1D4D0AD7-ED29-462C-B478-915AB43CF61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15" y="1364"/>
              <a:ext cx="128" cy="12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0438" name="Line 86">
              <a:extLst>
                <a:ext uri="{FF2B5EF4-FFF2-40B4-BE49-F238E27FC236}">
                  <a16:creationId xmlns:a16="http://schemas.microsoft.com/office/drawing/2014/main" id="{55B17D2D-25B6-4641-B3A9-227EB73993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50" y="1441"/>
              <a:ext cx="0" cy="17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0439" name="Line 87">
              <a:extLst>
                <a:ext uri="{FF2B5EF4-FFF2-40B4-BE49-F238E27FC236}">
                  <a16:creationId xmlns:a16="http://schemas.microsoft.com/office/drawing/2014/main" id="{9F819FBA-AD3B-4B39-ACC2-C9DFDA912AC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14" y="1441"/>
              <a:ext cx="0" cy="19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0440" name="Freeform 88">
              <a:extLst>
                <a:ext uri="{FF2B5EF4-FFF2-40B4-BE49-F238E27FC236}">
                  <a16:creationId xmlns:a16="http://schemas.microsoft.com/office/drawing/2014/main" id="{4ADE0EB5-BD03-49AA-86F6-1B38BB0AA337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0" y="2621"/>
              <a:ext cx="919" cy="4"/>
            </a:xfrm>
            <a:custGeom>
              <a:avLst/>
              <a:gdLst>
                <a:gd name="T0" fmla="*/ 0 w 1933"/>
                <a:gd name="T1" fmla="*/ 1932 w 1933"/>
                <a:gd name="T2" fmla="*/ 1933 w 193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1933">
                  <a:moveTo>
                    <a:pt x="0" y="0"/>
                  </a:moveTo>
                  <a:lnTo>
                    <a:pt x="1932" y="0"/>
                  </a:lnTo>
                  <a:lnTo>
                    <a:pt x="1933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441" name="Freeform 89">
              <a:extLst>
                <a:ext uri="{FF2B5EF4-FFF2-40B4-BE49-F238E27FC236}">
                  <a16:creationId xmlns:a16="http://schemas.microsoft.com/office/drawing/2014/main" id="{4E22FBCB-BDD7-4853-9936-DDFE638D05EF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0" y="1885"/>
              <a:ext cx="915" cy="4"/>
            </a:xfrm>
            <a:custGeom>
              <a:avLst/>
              <a:gdLst>
                <a:gd name="T0" fmla="*/ 0 w 1928"/>
                <a:gd name="T1" fmla="*/ 1927 w 1928"/>
                <a:gd name="T2" fmla="*/ 1928 w 1928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1928">
                  <a:moveTo>
                    <a:pt x="0" y="0"/>
                  </a:moveTo>
                  <a:lnTo>
                    <a:pt x="1927" y="0"/>
                  </a:lnTo>
                  <a:lnTo>
                    <a:pt x="1928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442" name="Freeform 90">
              <a:extLst>
                <a:ext uri="{FF2B5EF4-FFF2-40B4-BE49-F238E27FC236}">
                  <a16:creationId xmlns:a16="http://schemas.microsoft.com/office/drawing/2014/main" id="{5FA2D02A-B03F-4503-809C-1FE52803795F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0" y="1876"/>
              <a:ext cx="1" cy="749"/>
            </a:xfrm>
            <a:custGeom>
              <a:avLst/>
              <a:gdLst>
                <a:gd name="T0" fmla="*/ 0 w 1"/>
                <a:gd name="T1" fmla="*/ 749 h 749"/>
                <a:gd name="T2" fmla="*/ 0 w 1"/>
                <a:gd name="T3" fmla="*/ 0 h 7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749">
                  <a:moveTo>
                    <a:pt x="0" y="749"/>
                  </a:moveTo>
                  <a:lnTo>
                    <a:pt x="0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443" name="Freeform 91">
              <a:extLst>
                <a:ext uri="{FF2B5EF4-FFF2-40B4-BE49-F238E27FC236}">
                  <a16:creationId xmlns:a16="http://schemas.microsoft.com/office/drawing/2014/main" id="{33E90D93-022C-42C5-9D2A-2E0070A0A4B2}"/>
                </a:ext>
              </a:extLst>
            </p:cNvPr>
            <p:cNvSpPr>
              <a:spLocks/>
            </p:cNvSpPr>
            <p:nvPr/>
          </p:nvSpPr>
          <p:spPr bwMode="auto">
            <a:xfrm>
              <a:off x="1960" y="1885"/>
              <a:ext cx="4" cy="736"/>
            </a:xfrm>
            <a:custGeom>
              <a:avLst/>
              <a:gdLst>
                <a:gd name="T0" fmla="*/ 0 w 1"/>
                <a:gd name="T1" fmla="*/ 1545 h 1545"/>
                <a:gd name="T2" fmla="*/ 0 w 1"/>
                <a:gd name="T3" fmla="*/ 0 h 1545"/>
                <a:gd name="T4" fmla="*/ 1 w 1"/>
                <a:gd name="T5" fmla="*/ 0 h 15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1545">
                  <a:moveTo>
                    <a:pt x="0" y="1545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444" name="Freeform 92">
              <a:extLst>
                <a:ext uri="{FF2B5EF4-FFF2-40B4-BE49-F238E27FC236}">
                  <a16:creationId xmlns:a16="http://schemas.microsoft.com/office/drawing/2014/main" id="{800C15B3-A6FB-42E1-9B2C-F505210FFDB2}"/>
                </a:ext>
              </a:extLst>
            </p:cNvPr>
            <p:cNvSpPr>
              <a:spLocks/>
            </p:cNvSpPr>
            <p:nvPr/>
          </p:nvSpPr>
          <p:spPr bwMode="auto">
            <a:xfrm>
              <a:off x="2016" y="1885"/>
              <a:ext cx="55" cy="736"/>
            </a:xfrm>
            <a:custGeom>
              <a:avLst/>
              <a:gdLst>
                <a:gd name="T0" fmla="*/ 0 w 55"/>
                <a:gd name="T1" fmla="*/ 0 h 736"/>
                <a:gd name="T2" fmla="*/ 44 w 55"/>
                <a:gd name="T3" fmla="*/ 118 h 736"/>
                <a:gd name="T4" fmla="*/ 44 w 55"/>
                <a:gd name="T5" fmla="*/ 218 h 736"/>
                <a:gd name="T6" fmla="*/ 11 w 55"/>
                <a:gd name="T7" fmla="*/ 341 h 736"/>
                <a:gd name="T8" fmla="*/ 55 w 55"/>
                <a:gd name="T9" fmla="*/ 518 h 736"/>
                <a:gd name="T10" fmla="*/ 33 w 55"/>
                <a:gd name="T11" fmla="*/ 629 h 736"/>
                <a:gd name="T12" fmla="*/ 2 w 55"/>
                <a:gd name="T13" fmla="*/ 736 h 736"/>
                <a:gd name="T14" fmla="*/ 3 w 55"/>
                <a:gd name="T15" fmla="*/ 736 h 7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5" h="736">
                  <a:moveTo>
                    <a:pt x="0" y="0"/>
                  </a:moveTo>
                  <a:lnTo>
                    <a:pt x="44" y="118"/>
                  </a:lnTo>
                  <a:lnTo>
                    <a:pt x="44" y="218"/>
                  </a:lnTo>
                  <a:lnTo>
                    <a:pt x="11" y="341"/>
                  </a:lnTo>
                  <a:lnTo>
                    <a:pt x="55" y="518"/>
                  </a:lnTo>
                  <a:lnTo>
                    <a:pt x="33" y="629"/>
                  </a:lnTo>
                  <a:lnTo>
                    <a:pt x="2" y="736"/>
                  </a:lnTo>
                  <a:lnTo>
                    <a:pt x="3" y="736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445" name="Freeform 93">
              <a:extLst>
                <a:ext uri="{FF2B5EF4-FFF2-40B4-BE49-F238E27FC236}">
                  <a16:creationId xmlns:a16="http://schemas.microsoft.com/office/drawing/2014/main" id="{58CE7468-4C7C-4E3B-8835-07E9153ECC38}"/>
                </a:ext>
              </a:extLst>
            </p:cNvPr>
            <p:cNvSpPr>
              <a:spLocks/>
            </p:cNvSpPr>
            <p:nvPr/>
          </p:nvSpPr>
          <p:spPr bwMode="auto">
            <a:xfrm>
              <a:off x="1532" y="1364"/>
              <a:ext cx="4" cy="342"/>
            </a:xfrm>
            <a:custGeom>
              <a:avLst/>
              <a:gdLst>
                <a:gd name="T0" fmla="*/ 0 w 1"/>
                <a:gd name="T1" fmla="*/ 0 h 721"/>
                <a:gd name="T2" fmla="*/ 0 w 1"/>
                <a:gd name="T3" fmla="*/ 721 h 721"/>
                <a:gd name="T4" fmla="*/ 1 w 1"/>
                <a:gd name="T5" fmla="*/ 721 h 7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721">
                  <a:moveTo>
                    <a:pt x="0" y="0"/>
                  </a:moveTo>
                  <a:lnTo>
                    <a:pt x="0" y="721"/>
                  </a:lnTo>
                  <a:lnTo>
                    <a:pt x="1" y="721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lg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446" name="Freeform 94">
              <a:extLst>
                <a:ext uri="{FF2B5EF4-FFF2-40B4-BE49-F238E27FC236}">
                  <a16:creationId xmlns:a16="http://schemas.microsoft.com/office/drawing/2014/main" id="{3E4EC675-8D52-4EDE-B635-B5DC62127C6F}"/>
                </a:ext>
              </a:extLst>
            </p:cNvPr>
            <p:cNvSpPr>
              <a:spLocks/>
            </p:cNvSpPr>
            <p:nvPr/>
          </p:nvSpPr>
          <p:spPr bwMode="auto">
            <a:xfrm>
              <a:off x="2118" y="1172"/>
              <a:ext cx="205" cy="209"/>
            </a:xfrm>
            <a:custGeom>
              <a:avLst/>
              <a:gdLst>
                <a:gd name="T0" fmla="*/ 0 w 434"/>
                <a:gd name="T1" fmla="*/ 0 h 434"/>
                <a:gd name="T2" fmla="*/ 433 w 434"/>
                <a:gd name="T3" fmla="*/ 434 h 434"/>
                <a:gd name="T4" fmla="*/ 434 w 434"/>
                <a:gd name="T5" fmla="*/ 434 h 4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34" h="434">
                  <a:moveTo>
                    <a:pt x="0" y="0"/>
                  </a:moveTo>
                  <a:lnTo>
                    <a:pt x="433" y="434"/>
                  </a:lnTo>
                  <a:lnTo>
                    <a:pt x="434" y="434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447" name="Freeform 95">
              <a:extLst>
                <a:ext uri="{FF2B5EF4-FFF2-40B4-BE49-F238E27FC236}">
                  <a16:creationId xmlns:a16="http://schemas.microsoft.com/office/drawing/2014/main" id="{24174A50-A8E1-48F8-94F4-51AF254AB489}"/>
                </a:ext>
              </a:extLst>
            </p:cNvPr>
            <p:cNvSpPr>
              <a:spLocks/>
            </p:cNvSpPr>
            <p:nvPr/>
          </p:nvSpPr>
          <p:spPr bwMode="auto">
            <a:xfrm>
              <a:off x="1532" y="1929"/>
              <a:ext cx="4" cy="586"/>
            </a:xfrm>
            <a:custGeom>
              <a:avLst/>
              <a:gdLst>
                <a:gd name="T0" fmla="*/ 0 w 1"/>
                <a:gd name="T1" fmla="*/ 0 h 1239"/>
                <a:gd name="T2" fmla="*/ 0 w 1"/>
                <a:gd name="T3" fmla="*/ 1239 h 1239"/>
                <a:gd name="T4" fmla="*/ 1 w 1"/>
                <a:gd name="T5" fmla="*/ 1239 h 12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1239">
                  <a:moveTo>
                    <a:pt x="0" y="0"/>
                  </a:moveTo>
                  <a:lnTo>
                    <a:pt x="0" y="1239"/>
                  </a:lnTo>
                  <a:lnTo>
                    <a:pt x="1" y="1239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lg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00448" name="Group 96">
              <a:extLst>
                <a:ext uri="{FF2B5EF4-FFF2-40B4-BE49-F238E27FC236}">
                  <a16:creationId xmlns:a16="http://schemas.microsoft.com/office/drawing/2014/main" id="{A1061A64-9A82-4464-A6EE-E34E4ECB527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93" y="2253"/>
              <a:ext cx="1099" cy="4"/>
              <a:chOff x="1400" y="2605"/>
              <a:chExt cx="1099" cy="4"/>
            </a:xfrm>
          </p:grpSpPr>
          <p:sp>
            <p:nvSpPr>
              <p:cNvPr id="100449" name="Freeform 97">
                <a:extLst>
                  <a:ext uri="{FF2B5EF4-FFF2-40B4-BE49-F238E27FC236}">
                    <a16:creationId xmlns:a16="http://schemas.microsoft.com/office/drawing/2014/main" id="{DDCDF791-C544-4BF3-98DA-2BAF0240097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00" y="2605"/>
                <a:ext cx="599" cy="4"/>
              </a:xfrm>
              <a:custGeom>
                <a:avLst/>
                <a:gdLst>
                  <a:gd name="T0" fmla="*/ 0 w 1258"/>
                  <a:gd name="T1" fmla="*/ 1257 w 1258"/>
                  <a:gd name="T2" fmla="*/ 1258 w 1258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258">
                    <a:moveTo>
                      <a:pt x="0" y="0"/>
                    </a:moveTo>
                    <a:lnTo>
                      <a:pt x="1257" y="0"/>
                    </a:lnTo>
                    <a:lnTo>
                      <a:pt x="1258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0450" name="Freeform 98">
                <a:extLst>
                  <a:ext uri="{FF2B5EF4-FFF2-40B4-BE49-F238E27FC236}">
                    <a16:creationId xmlns:a16="http://schemas.microsoft.com/office/drawing/2014/main" id="{45C46B8E-233E-4AD0-87C4-5C89BD15DAD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54" y="2605"/>
                <a:ext cx="13" cy="4"/>
              </a:xfrm>
              <a:custGeom>
                <a:avLst/>
                <a:gdLst>
                  <a:gd name="T0" fmla="*/ 0 w 31"/>
                  <a:gd name="T1" fmla="*/ 30 w 31"/>
                  <a:gd name="T2" fmla="*/ 31 w 3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31">
                    <a:moveTo>
                      <a:pt x="0" y="0"/>
                    </a:moveTo>
                    <a:lnTo>
                      <a:pt x="30" y="0"/>
                    </a:lnTo>
                    <a:lnTo>
                      <a:pt x="31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0451" name="Freeform 99">
                <a:extLst>
                  <a:ext uri="{FF2B5EF4-FFF2-40B4-BE49-F238E27FC236}">
                    <a16:creationId xmlns:a16="http://schemas.microsoft.com/office/drawing/2014/main" id="{E1C316D8-7E16-4683-BF52-133B8951A02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19" y="2605"/>
                <a:ext cx="380" cy="4"/>
              </a:xfrm>
              <a:custGeom>
                <a:avLst/>
                <a:gdLst>
                  <a:gd name="T0" fmla="*/ 0 w 804"/>
                  <a:gd name="T1" fmla="*/ 803 w 804"/>
                  <a:gd name="T2" fmla="*/ 804 w 804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804">
                    <a:moveTo>
                      <a:pt x="0" y="0"/>
                    </a:moveTo>
                    <a:lnTo>
                      <a:pt x="803" y="0"/>
                    </a:lnTo>
                    <a:lnTo>
                      <a:pt x="804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00452" name="Line 100">
              <a:extLst>
                <a:ext uri="{FF2B5EF4-FFF2-40B4-BE49-F238E27FC236}">
                  <a16:creationId xmlns:a16="http://schemas.microsoft.com/office/drawing/2014/main" id="{609C1202-1452-4B8D-8B6F-2F68052F6DB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32" y="1938"/>
              <a:ext cx="0" cy="6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lgDashDot"/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 spd="slow">
    <p:cover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04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004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00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0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6" dur="500"/>
                                        <p:tgtEl>
                                          <p:spTgt spid="1004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1" dur="500"/>
                                        <p:tgtEl>
                                          <p:spTgt spid="1004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003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003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2" dur="500"/>
                                        <p:tgtEl>
                                          <p:spTgt spid="1004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7" dur="500"/>
                                        <p:tgtEl>
                                          <p:spTgt spid="1003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2" dur="500"/>
                                        <p:tgtEl>
                                          <p:spTgt spid="1003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004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004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354" grpId="0" autoUpdateAnimBg="0"/>
      <p:bldP spid="100423" grpId="0" autoUpdateAnimBg="0"/>
      <p:bldP spid="100424" grpId="0" autoUpdateAnimBg="0"/>
      <p:bldP spid="100425" grpId="0" autoUpdateAnimBg="0"/>
      <p:bldP spid="100426" grpId="0" autoUpdateAnimBg="0"/>
      <p:bldP spid="100427" grpId="0" animBg="1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1378" name="Group 2">
            <a:extLst>
              <a:ext uri="{FF2B5EF4-FFF2-40B4-BE49-F238E27FC236}">
                <a16:creationId xmlns:a16="http://schemas.microsoft.com/office/drawing/2014/main" id="{EE001792-0C1B-4023-9558-48A1A9FD4072}"/>
              </a:ext>
            </a:extLst>
          </p:cNvPr>
          <p:cNvGrpSpPr>
            <a:grpSpLocks/>
          </p:cNvGrpSpPr>
          <p:nvPr/>
        </p:nvGrpSpPr>
        <p:grpSpPr bwMode="auto">
          <a:xfrm>
            <a:off x="863600" y="1498600"/>
            <a:ext cx="282575" cy="4021138"/>
            <a:chOff x="533" y="944"/>
            <a:chExt cx="178" cy="2533"/>
          </a:xfrm>
        </p:grpSpPr>
        <p:sp>
          <p:nvSpPr>
            <p:cNvPr id="101379" name="Line 3">
              <a:extLst>
                <a:ext uri="{FF2B5EF4-FFF2-40B4-BE49-F238E27FC236}">
                  <a16:creationId xmlns:a16="http://schemas.microsoft.com/office/drawing/2014/main" id="{5D8017E4-66B2-4934-87EA-366AF83366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2" y="944"/>
              <a:ext cx="0" cy="253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1380" name="Line 4">
              <a:extLst>
                <a:ext uri="{FF2B5EF4-FFF2-40B4-BE49-F238E27FC236}">
                  <a16:creationId xmlns:a16="http://schemas.microsoft.com/office/drawing/2014/main" id="{1F9DD7A9-9CF5-45F6-A830-6B950CFB13C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3" y="2255"/>
              <a:ext cx="89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1381" name="Line 5">
              <a:extLst>
                <a:ext uri="{FF2B5EF4-FFF2-40B4-BE49-F238E27FC236}">
                  <a16:creationId xmlns:a16="http://schemas.microsoft.com/office/drawing/2014/main" id="{1FE2293F-F552-460C-9951-28F487EC87C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2" y="944"/>
              <a:ext cx="7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1382" name="Line 6">
              <a:extLst>
                <a:ext uri="{FF2B5EF4-FFF2-40B4-BE49-F238E27FC236}">
                  <a16:creationId xmlns:a16="http://schemas.microsoft.com/office/drawing/2014/main" id="{636B4273-1479-4CDB-84CA-05D41F631CC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2" y="1544"/>
              <a:ext cx="7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1383" name="Line 7">
              <a:extLst>
                <a:ext uri="{FF2B5EF4-FFF2-40B4-BE49-F238E27FC236}">
                  <a16:creationId xmlns:a16="http://schemas.microsoft.com/office/drawing/2014/main" id="{7EC30A84-D18A-4A0B-9247-A1B9C5AB010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2" y="2422"/>
              <a:ext cx="7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1384" name="Line 8">
              <a:extLst>
                <a:ext uri="{FF2B5EF4-FFF2-40B4-BE49-F238E27FC236}">
                  <a16:creationId xmlns:a16="http://schemas.microsoft.com/office/drawing/2014/main" id="{36CC55FD-378E-42BE-804B-9197E158818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2" y="3477"/>
              <a:ext cx="89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01385" name="Text Box 9">
            <a:extLst>
              <a:ext uri="{FF2B5EF4-FFF2-40B4-BE49-F238E27FC236}">
                <a16:creationId xmlns:a16="http://schemas.microsoft.com/office/drawing/2014/main" id="{BD23E0B6-9D7C-4B5D-BB5C-37A507D47D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84425" y="149225"/>
            <a:ext cx="4621213" cy="758825"/>
          </a:xfrm>
          <a:prstGeom prst="rect">
            <a:avLst/>
          </a:prstGeom>
          <a:gradFill rotWithShape="0">
            <a:gsLst>
              <a:gs pos="0">
                <a:srgbClr val="FF99FF"/>
              </a:gs>
              <a:gs pos="50000">
                <a:srgbClr val="FFFF00"/>
              </a:gs>
              <a:gs pos="100000">
                <a:srgbClr val="FF99FF"/>
              </a:gs>
            </a:gsLst>
            <a:lin ang="5400000" scaled="1"/>
          </a:gradFill>
          <a:ln w="57150">
            <a:pattFill prst="pct30">
              <a:fgClr>
                <a:srgbClr val="FFFF00"/>
              </a:fgClr>
              <a:bgClr>
                <a:srgbClr val="FF3300"/>
              </a:bgClr>
            </a:patt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/>
            <a:r>
              <a:rPr lang="en-US" altLang="zh-CN" sz="4000"/>
              <a:t>※</a:t>
            </a:r>
            <a:r>
              <a:rPr lang="en-US" altLang="zh-CN" sz="4000">
                <a:latin typeface="宋体" panose="02010600030101010101" pitchFamily="2" charset="-122"/>
              </a:rPr>
              <a:t> </a:t>
            </a:r>
            <a:r>
              <a:rPr lang="zh-CN" altLang="en-US" sz="4000"/>
              <a:t>视图小结</a:t>
            </a:r>
            <a:r>
              <a:rPr lang="zh-CN" altLang="en-US" sz="4000">
                <a:latin typeface="宋体" panose="02010600030101010101" pitchFamily="2" charset="-122"/>
              </a:rPr>
              <a:t> </a:t>
            </a:r>
            <a:r>
              <a:rPr lang="en-US" altLang="zh-CN" sz="4000"/>
              <a:t>※</a:t>
            </a:r>
          </a:p>
        </p:txBody>
      </p:sp>
      <p:sp>
        <p:nvSpPr>
          <p:cNvPr id="101386" name="Text Box 10">
            <a:extLst>
              <a:ext uri="{FF2B5EF4-FFF2-40B4-BE49-F238E27FC236}">
                <a16:creationId xmlns:a16="http://schemas.microsoft.com/office/drawing/2014/main" id="{68384272-EA1C-4A35-BD19-447ED760D5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27138" y="1263650"/>
            <a:ext cx="1641475" cy="547688"/>
          </a:xfrm>
          <a:prstGeom prst="rect">
            <a:avLst/>
          </a:prstGeom>
          <a:solidFill>
            <a:srgbClr val="FFCCFF"/>
          </a:solidFill>
          <a:ln w="28575">
            <a:solidFill>
              <a:srgbClr val="FF33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2800"/>
              <a:t>基本视图</a:t>
            </a:r>
          </a:p>
        </p:txBody>
      </p:sp>
      <p:sp>
        <p:nvSpPr>
          <p:cNvPr id="101387" name="Text Box 11">
            <a:extLst>
              <a:ext uri="{FF2B5EF4-FFF2-40B4-BE49-F238E27FC236}">
                <a16:creationId xmlns:a16="http://schemas.microsoft.com/office/drawing/2014/main" id="{9CE6D52E-0864-4AC7-9B83-77BEA90C28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03325" y="2208213"/>
            <a:ext cx="1284288" cy="547687"/>
          </a:xfrm>
          <a:prstGeom prst="rect">
            <a:avLst/>
          </a:prstGeom>
          <a:solidFill>
            <a:srgbClr val="FFCCFF"/>
          </a:solidFill>
          <a:ln w="28575">
            <a:solidFill>
              <a:srgbClr val="FF33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2800"/>
              <a:t>向视图</a:t>
            </a:r>
          </a:p>
        </p:txBody>
      </p:sp>
      <p:sp>
        <p:nvSpPr>
          <p:cNvPr id="101388" name="Text Box 12">
            <a:extLst>
              <a:ext uri="{FF2B5EF4-FFF2-40B4-BE49-F238E27FC236}">
                <a16:creationId xmlns:a16="http://schemas.microsoft.com/office/drawing/2014/main" id="{4EE101E4-A01B-4508-AD2F-4586CC77E3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9200" y="3590925"/>
            <a:ext cx="1641475" cy="547688"/>
          </a:xfrm>
          <a:prstGeom prst="rect">
            <a:avLst/>
          </a:prstGeom>
          <a:solidFill>
            <a:srgbClr val="FFCCFF"/>
          </a:solidFill>
          <a:ln w="28575">
            <a:solidFill>
              <a:srgbClr val="FF33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2800"/>
              <a:t>局部视图</a:t>
            </a:r>
          </a:p>
        </p:txBody>
      </p:sp>
      <p:sp>
        <p:nvSpPr>
          <p:cNvPr id="101389" name="Text Box 13">
            <a:extLst>
              <a:ext uri="{FF2B5EF4-FFF2-40B4-BE49-F238E27FC236}">
                <a16:creationId xmlns:a16="http://schemas.microsoft.com/office/drawing/2014/main" id="{6C9F8B72-F7D5-4BB5-9965-35CC49BA02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93800" y="5191125"/>
            <a:ext cx="1335088" cy="608013"/>
          </a:xfrm>
          <a:prstGeom prst="rect">
            <a:avLst/>
          </a:prstGeom>
          <a:solidFill>
            <a:srgbClr val="FFCCFF"/>
          </a:solidFill>
          <a:ln w="28575">
            <a:solidFill>
              <a:srgbClr val="FF33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2800"/>
              <a:t>斜视</a:t>
            </a:r>
            <a:r>
              <a:rPr lang="zh-CN" altLang="en-US" sz="3200"/>
              <a:t>图</a:t>
            </a:r>
          </a:p>
        </p:txBody>
      </p:sp>
      <p:sp>
        <p:nvSpPr>
          <p:cNvPr id="101390" name="Text Box 14">
            <a:extLst>
              <a:ext uri="{FF2B5EF4-FFF2-40B4-BE49-F238E27FC236}">
                <a16:creationId xmlns:a16="http://schemas.microsoft.com/office/drawing/2014/main" id="{94EE4BF2-6522-4716-A39D-1215DEDC79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95650" y="1263650"/>
            <a:ext cx="1641475" cy="547688"/>
          </a:xfrm>
          <a:prstGeom prst="rect">
            <a:avLst/>
          </a:prstGeom>
          <a:solidFill>
            <a:srgbClr val="66FFFF"/>
          </a:solidFill>
          <a:ln w="28575">
            <a:solidFill>
              <a:srgbClr val="3366CC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2800"/>
              <a:t>六面视图</a:t>
            </a:r>
          </a:p>
        </p:txBody>
      </p:sp>
      <p:sp>
        <p:nvSpPr>
          <p:cNvPr id="101391" name="Text Box 15">
            <a:extLst>
              <a:ext uri="{FF2B5EF4-FFF2-40B4-BE49-F238E27FC236}">
                <a16:creationId xmlns:a16="http://schemas.microsoft.com/office/drawing/2014/main" id="{64BC64B7-5D02-4D19-A6F2-A2FD935874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95650" y="2208213"/>
            <a:ext cx="1641475" cy="547687"/>
          </a:xfrm>
          <a:prstGeom prst="rect">
            <a:avLst/>
          </a:prstGeom>
          <a:solidFill>
            <a:srgbClr val="66FFFF"/>
          </a:solidFill>
          <a:ln w="28575">
            <a:solidFill>
              <a:srgbClr val="3366CC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2800"/>
              <a:t>六面视图</a:t>
            </a:r>
          </a:p>
        </p:txBody>
      </p:sp>
      <p:sp>
        <p:nvSpPr>
          <p:cNvPr id="101392" name="Text Box 16">
            <a:extLst>
              <a:ext uri="{FF2B5EF4-FFF2-40B4-BE49-F238E27FC236}">
                <a16:creationId xmlns:a16="http://schemas.microsoft.com/office/drawing/2014/main" id="{245B1E52-6957-4796-93CF-481CC5D2F3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95650" y="3176588"/>
            <a:ext cx="1641475" cy="547687"/>
          </a:xfrm>
          <a:prstGeom prst="rect">
            <a:avLst/>
          </a:prstGeom>
          <a:solidFill>
            <a:srgbClr val="66FFFF"/>
          </a:solidFill>
          <a:ln w="28575">
            <a:solidFill>
              <a:srgbClr val="3366CC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2800"/>
              <a:t>局部图形</a:t>
            </a:r>
          </a:p>
        </p:txBody>
      </p:sp>
      <p:sp>
        <p:nvSpPr>
          <p:cNvPr id="101393" name="Text Box 17">
            <a:extLst>
              <a:ext uri="{FF2B5EF4-FFF2-40B4-BE49-F238E27FC236}">
                <a16:creationId xmlns:a16="http://schemas.microsoft.com/office/drawing/2014/main" id="{5C3A168B-A611-4D44-9983-CD149F9F28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00413" y="3952875"/>
            <a:ext cx="1641475" cy="547688"/>
          </a:xfrm>
          <a:prstGeom prst="rect">
            <a:avLst/>
          </a:prstGeom>
          <a:solidFill>
            <a:srgbClr val="66FFFF"/>
          </a:solidFill>
          <a:ln w="28575">
            <a:solidFill>
              <a:srgbClr val="3366CC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2800"/>
              <a:t>完整图形</a:t>
            </a:r>
          </a:p>
        </p:txBody>
      </p:sp>
      <p:sp>
        <p:nvSpPr>
          <p:cNvPr id="101394" name="Text Box 18">
            <a:extLst>
              <a:ext uri="{FF2B5EF4-FFF2-40B4-BE49-F238E27FC236}">
                <a16:creationId xmlns:a16="http://schemas.microsoft.com/office/drawing/2014/main" id="{C23ADB28-9043-45BB-B0B6-7650579417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95650" y="4868863"/>
            <a:ext cx="1641475" cy="547687"/>
          </a:xfrm>
          <a:prstGeom prst="rect">
            <a:avLst/>
          </a:prstGeom>
          <a:solidFill>
            <a:srgbClr val="66FFFF"/>
          </a:solidFill>
          <a:ln w="28575">
            <a:solidFill>
              <a:srgbClr val="3366CC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2800"/>
              <a:t>局部图形</a:t>
            </a:r>
          </a:p>
        </p:txBody>
      </p:sp>
      <p:sp>
        <p:nvSpPr>
          <p:cNvPr id="101395" name="Text Box 19">
            <a:extLst>
              <a:ext uri="{FF2B5EF4-FFF2-40B4-BE49-F238E27FC236}">
                <a16:creationId xmlns:a16="http://schemas.microsoft.com/office/drawing/2014/main" id="{D45A90A1-E560-4549-B91C-5E506E1215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00413" y="5662613"/>
            <a:ext cx="1641475" cy="547687"/>
          </a:xfrm>
          <a:prstGeom prst="rect">
            <a:avLst/>
          </a:prstGeom>
          <a:solidFill>
            <a:srgbClr val="66FFFF"/>
          </a:solidFill>
          <a:ln w="28575">
            <a:solidFill>
              <a:srgbClr val="3366CC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2800"/>
              <a:t>完整图形</a:t>
            </a:r>
          </a:p>
        </p:txBody>
      </p:sp>
      <p:sp>
        <p:nvSpPr>
          <p:cNvPr id="101396" name="Text Box 20">
            <a:extLst>
              <a:ext uri="{FF2B5EF4-FFF2-40B4-BE49-F238E27FC236}">
                <a16:creationId xmlns:a16="http://schemas.microsoft.com/office/drawing/2014/main" id="{697EAF72-A3E8-4F92-A1AD-FEEED61227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64200" y="1263650"/>
            <a:ext cx="3070225" cy="547688"/>
          </a:xfrm>
          <a:prstGeom prst="rect">
            <a:avLst/>
          </a:prstGeom>
          <a:solidFill>
            <a:srgbClr val="FFFF00"/>
          </a:solidFill>
          <a:ln w="28575">
            <a:solidFill>
              <a:srgbClr val="CC66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2800"/>
              <a:t>固定配置、不标注</a:t>
            </a:r>
          </a:p>
        </p:txBody>
      </p:sp>
      <p:sp>
        <p:nvSpPr>
          <p:cNvPr id="101397" name="Text Box 21">
            <a:extLst>
              <a:ext uri="{FF2B5EF4-FFF2-40B4-BE49-F238E27FC236}">
                <a16:creationId xmlns:a16="http://schemas.microsoft.com/office/drawing/2014/main" id="{C5AF1C99-6682-4213-AFBB-F5C605206A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38800" y="2208213"/>
            <a:ext cx="2713038" cy="547687"/>
          </a:xfrm>
          <a:prstGeom prst="rect">
            <a:avLst/>
          </a:prstGeom>
          <a:solidFill>
            <a:srgbClr val="FFFF00"/>
          </a:solidFill>
          <a:ln w="28575">
            <a:solidFill>
              <a:srgbClr val="CC66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2800"/>
              <a:t>任意配置、标注</a:t>
            </a:r>
          </a:p>
        </p:txBody>
      </p:sp>
      <p:sp>
        <p:nvSpPr>
          <p:cNvPr id="101398" name="Text Box 22">
            <a:extLst>
              <a:ext uri="{FF2B5EF4-FFF2-40B4-BE49-F238E27FC236}">
                <a16:creationId xmlns:a16="http://schemas.microsoft.com/office/drawing/2014/main" id="{1373E830-4199-4D21-A60B-C58DCDF542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56263" y="3176588"/>
            <a:ext cx="3070225" cy="547687"/>
          </a:xfrm>
          <a:prstGeom prst="rect">
            <a:avLst/>
          </a:prstGeom>
          <a:solidFill>
            <a:srgbClr val="FFFF00"/>
          </a:solidFill>
          <a:ln w="28575">
            <a:solidFill>
              <a:srgbClr val="CC66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2800"/>
              <a:t>基本视图方式配置</a:t>
            </a:r>
          </a:p>
        </p:txBody>
      </p:sp>
      <p:sp>
        <p:nvSpPr>
          <p:cNvPr id="101399" name="Text Box 23">
            <a:extLst>
              <a:ext uri="{FF2B5EF4-FFF2-40B4-BE49-F238E27FC236}">
                <a16:creationId xmlns:a16="http://schemas.microsoft.com/office/drawing/2014/main" id="{BE02C702-8D45-42ED-A024-CA14684E13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32450" y="3952875"/>
            <a:ext cx="2713038" cy="547688"/>
          </a:xfrm>
          <a:prstGeom prst="rect">
            <a:avLst/>
          </a:prstGeom>
          <a:solidFill>
            <a:srgbClr val="FFFF00"/>
          </a:solidFill>
          <a:ln w="28575">
            <a:solidFill>
              <a:srgbClr val="CC66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2800"/>
              <a:t>向视图方式配置</a:t>
            </a:r>
          </a:p>
        </p:txBody>
      </p:sp>
      <p:sp>
        <p:nvSpPr>
          <p:cNvPr id="101400" name="Text Box 24">
            <a:extLst>
              <a:ext uri="{FF2B5EF4-FFF2-40B4-BE49-F238E27FC236}">
                <a16:creationId xmlns:a16="http://schemas.microsoft.com/office/drawing/2014/main" id="{A37A7049-7A0C-4F4F-9D74-8C5C6866DA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61000" y="4973638"/>
            <a:ext cx="3387725" cy="974725"/>
          </a:xfrm>
          <a:prstGeom prst="rect">
            <a:avLst/>
          </a:prstGeom>
          <a:solidFill>
            <a:srgbClr val="FFFF00"/>
          </a:solidFill>
          <a:ln w="28575">
            <a:solidFill>
              <a:srgbClr val="CC66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 eaLnBrk="1" hangingPunct="1"/>
            <a:r>
              <a:rPr lang="zh-CN" altLang="en-US" sz="2800"/>
              <a:t>按投射方向或旋转配置、标注</a:t>
            </a:r>
          </a:p>
        </p:txBody>
      </p:sp>
      <p:sp>
        <p:nvSpPr>
          <p:cNvPr id="101401" name="Text Box 25">
            <a:extLst>
              <a:ext uri="{FF2B5EF4-FFF2-40B4-BE49-F238E27FC236}">
                <a16:creationId xmlns:a16="http://schemas.microsoft.com/office/drawing/2014/main" id="{80C7B613-0483-47D2-94A3-ADC43633EF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3363" y="2943225"/>
            <a:ext cx="639762" cy="1565275"/>
          </a:xfrm>
          <a:prstGeom prst="rect">
            <a:avLst/>
          </a:prstGeom>
          <a:solidFill>
            <a:srgbClr val="CC99FF"/>
          </a:solidFill>
          <a:ln w="28575">
            <a:solidFill>
              <a:srgbClr val="FF33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eaVert">
            <a:spAutoFit/>
          </a:bodyPr>
          <a:lstStyle/>
          <a:p>
            <a:pPr eaLnBrk="1" hangingPunct="1"/>
            <a:r>
              <a:rPr lang="zh-CN" altLang="en-US" sz="2800"/>
              <a:t>视    图</a:t>
            </a:r>
          </a:p>
        </p:txBody>
      </p:sp>
      <p:sp>
        <p:nvSpPr>
          <p:cNvPr id="101402" name="Line 26">
            <a:extLst>
              <a:ext uri="{FF2B5EF4-FFF2-40B4-BE49-F238E27FC236}">
                <a16:creationId xmlns:a16="http://schemas.microsoft.com/office/drawing/2014/main" id="{73D9DA75-CAEE-442F-972D-45E7941C0329}"/>
              </a:ext>
            </a:extLst>
          </p:cNvPr>
          <p:cNvSpPr>
            <a:spLocks noChangeShapeType="1"/>
          </p:cNvSpPr>
          <p:nvPr/>
        </p:nvSpPr>
        <p:spPr bwMode="auto">
          <a:xfrm>
            <a:off x="2963863" y="1535113"/>
            <a:ext cx="24606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1403" name="Line 27">
            <a:extLst>
              <a:ext uri="{FF2B5EF4-FFF2-40B4-BE49-F238E27FC236}">
                <a16:creationId xmlns:a16="http://schemas.microsoft.com/office/drawing/2014/main" id="{908B6A40-3399-4DAA-956A-587E9044EF8C}"/>
              </a:ext>
            </a:extLst>
          </p:cNvPr>
          <p:cNvSpPr>
            <a:spLocks noChangeShapeType="1"/>
          </p:cNvSpPr>
          <p:nvPr/>
        </p:nvSpPr>
        <p:spPr bwMode="auto">
          <a:xfrm>
            <a:off x="5027613" y="1516063"/>
            <a:ext cx="439737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1404" name="Line 28">
            <a:extLst>
              <a:ext uri="{FF2B5EF4-FFF2-40B4-BE49-F238E27FC236}">
                <a16:creationId xmlns:a16="http://schemas.microsoft.com/office/drawing/2014/main" id="{CCD9D92A-902D-4CF9-964B-F51AE955040B}"/>
              </a:ext>
            </a:extLst>
          </p:cNvPr>
          <p:cNvSpPr>
            <a:spLocks noChangeShapeType="1"/>
          </p:cNvSpPr>
          <p:nvPr/>
        </p:nvSpPr>
        <p:spPr bwMode="auto">
          <a:xfrm>
            <a:off x="2540000" y="2451100"/>
            <a:ext cx="652463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1405" name="Line 29">
            <a:extLst>
              <a:ext uri="{FF2B5EF4-FFF2-40B4-BE49-F238E27FC236}">
                <a16:creationId xmlns:a16="http://schemas.microsoft.com/office/drawing/2014/main" id="{23405C93-7C07-425D-A446-9357922E7FFE}"/>
              </a:ext>
            </a:extLst>
          </p:cNvPr>
          <p:cNvSpPr>
            <a:spLocks noChangeShapeType="1"/>
          </p:cNvSpPr>
          <p:nvPr/>
        </p:nvSpPr>
        <p:spPr bwMode="auto">
          <a:xfrm>
            <a:off x="5027613" y="2468563"/>
            <a:ext cx="439737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01406" name="Group 30">
            <a:extLst>
              <a:ext uri="{FF2B5EF4-FFF2-40B4-BE49-F238E27FC236}">
                <a16:creationId xmlns:a16="http://schemas.microsoft.com/office/drawing/2014/main" id="{58F0E729-2BEC-45DA-9F1E-AC04B470A64C}"/>
              </a:ext>
            </a:extLst>
          </p:cNvPr>
          <p:cNvGrpSpPr>
            <a:grpSpLocks/>
          </p:cNvGrpSpPr>
          <p:nvPr/>
        </p:nvGrpSpPr>
        <p:grpSpPr bwMode="auto">
          <a:xfrm>
            <a:off x="2928938" y="3403600"/>
            <a:ext cx="280987" cy="793750"/>
            <a:chOff x="1845" y="2144"/>
            <a:chExt cx="177" cy="500"/>
          </a:xfrm>
        </p:grpSpPr>
        <p:sp>
          <p:nvSpPr>
            <p:cNvPr id="101407" name="Line 31">
              <a:extLst>
                <a:ext uri="{FF2B5EF4-FFF2-40B4-BE49-F238E27FC236}">
                  <a16:creationId xmlns:a16="http://schemas.microsoft.com/office/drawing/2014/main" id="{C0255BC8-7017-4113-95FB-EE7DDD3513F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34" y="2144"/>
              <a:ext cx="0" cy="49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1408" name="Line 32">
              <a:extLst>
                <a:ext uri="{FF2B5EF4-FFF2-40B4-BE49-F238E27FC236}">
                  <a16:creationId xmlns:a16="http://schemas.microsoft.com/office/drawing/2014/main" id="{E92FED4A-7B94-4F12-9112-C67A429F672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34" y="2155"/>
              <a:ext cx="7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1409" name="Line 33">
              <a:extLst>
                <a:ext uri="{FF2B5EF4-FFF2-40B4-BE49-F238E27FC236}">
                  <a16:creationId xmlns:a16="http://schemas.microsoft.com/office/drawing/2014/main" id="{FCC16379-91FA-454D-B8C8-2025E70AFCE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34" y="2644"/>
              <a:ext cx="8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1410" name="Line 34">
              <a:extLst>
                <a:ext uri="{FF2B5EF4-FFF2-40B4-BE49-F238E27FC236}">
                  <a16:creationId xmlns:a16="http://schemas.microsoft.com/office/drawing/2014/main" id="{1AAD389A-79EB-445D-A1C7-0FD01D952EB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45" y="2422"/>
              <a:ext cx="89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01411" name="Group 35">
            <a:extLst>
              <a:ext uri="{FF2B5EF4-FFF2-40B4-BE49-F238E27FC236}">
                <a16:creationId xmlns:a16="http://schemas.microsoft.com/office/drawing/2014/main" id="{274D5FF0-B035-475D-A254-C81A92C5177E}"/>
              </a:ext>
            </a:extLst>
          </p:cNvPr>
          <p:cNvGrpSpPr>
            <a:grpSpLocks/>
          </p:cNvGrpSpPr>
          <p:nvPr/>
        </p:nvGrpSpPr>
        <p:grpSpPr bwMode="auto">
          <a:xfrm>
            <a:off x="2557463" y="5132388"/>
            <a:ext cx="635000" cy="793750"/>
            <a:chOff x="1611" y="3233"/>
            <a:chExt cx="400" cy="500"/>
          </a:xfrm>
        </p:grpSpPr>
        <p:sp>
          <p:nvSpPr>
            <p:cNvPr id="101412" name="Line 36">
              <a:extLst>
                <a:ext uri="{FF2B5EF4-FFF2-40B4-BE49-F238E27FC236}">
                  <a16:creationId xmlns:a16="http://schemas.microsoft.com/office/drawing/2014/main" id="{707D4E9E-DFA5-4BA9-AF2F-AF701DF74AD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11" y="3233"/>
              <a:ext cx="0" cy="5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1413" name="Line 37">
              <a:extLst>
                <a:ext uri="{FF2B5EF4-FFF2-40B4-BE49-F238E27FC236}">
                  <a16:creationId xmlns:a16="http://schemas.microsoft.com/office/drawing/2014/main" id="{EC010398-67A8-49CA-AF9E-55BAA482DF2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22" y="3233"/>
              <a:ext cx="189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1414" name="Line 38">
              <a:extLst>
                <a:ext uri="{FF2B5EF4-FFF2-40B4-BE49-F238E27FC236}">
                  <a16:creationId xmlns:a16="http://schemas.microsoft.com/office/drawing/2014/main" id="{00C80241-B5DD-4E35-ADF5-7636DD702E2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11" y="3733"/>
              <a:ext cx="2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1415" name="Line 39">
              <a:extLst>
                <a:ext uri="{FF2B5EF4-FFF2-40B4-BE49-F238E27FC236}">
                  <a16:creationId xmlns:a16="http://schemas.microsoft.com/office/drawing/2014/main" id="{A5F0E890-9A57-4658-9A36-DE92064B8D4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11" y="3466"/>
              <a:ext cx="2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01416" name="Group 40">
            <a:extLst>
              <a:ext uri="{FF2B5EF4-FFF2-40B4-BE49-F238E27FC236}">
                <a16:creationId xmlns:a16="http://schemas.microsoft.com/office/drawing/2014/main" id="{AFAC21CA-3367-4B92-833C-B522BE31E4B3}"/>
              </a:ext>
            </a:extLst>
          </p:cNvPr>
          <p:cNvGrpSpPr>
            <a:grpSpLocks/>
          </p:cNvGrpSpPr>
          <p:nvPr/>
        </p:nvGrpSpPr>
        <p:grpSpPr bwMode="auto">
          <a:xfrm>
            <a:off x="5022850" y="3421063"/>
            <a:ext cx="444500" cy="776287"/>
            <a:chOff x="3164" y="2155"/>
            <a:chExt cx="280" cy="489"/>
          </a:xfrm>
        </p:grpSpPr>
        <p:sp>
          <p:nvSpPr>
            <p:cNvPr id="101417" name="Line 41">
              <a:extLst>
                <a:ext uri="{FF2B5EF4-FFF2-40B4-BE49-F238E27FC236}">
                  <a16:creationId xmlns:a16="http://schemas.microsoft.com/office/drawing/2014/main" id="{F23E371E-6866-46B7-844F-0EC9BA861EF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49" y="2155"/>
              <a:ext cx="0" cy="48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1418" name="Line 42">
              <a:extLst>
                <a:ext uri="{FF2B5EF4-FFF2-40B4-BE49-F238E27FC236}">
                  <a16:creationId xmlns:a16="http://schemas.microsoft.com/office/drawing/2014/main" id="{5812E40B-EF29-4A89-9565-86DE3964D30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45" y="2155"/>
              <a:ext cx="0" cy="48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1419" name="Line 43">
              <a:extLst>
                <a:ext uri="{FF2B5EF4-FFF2-40B4-BE49-F238E27FC236}">
                  <a16:creationId xmlns:a16="http://schemas.microsoft.com/office/drawing/2014/main" id="{4F3DF3FC-459B-487C-A986-C6FA118ECA5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45" y="2155"/>
              <a:ext cx="99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1420" name="Line 44">
              <a:extLst>
                <a:ext uri="{FF2B5EF4-FFF2-40B4-BE49-F238E27FC236}">
                  <a16:creationId xmlns:a16="http://schemas.microsoft.com/office/drawing/2014/main" id="{1742463F-E843-4DA3-8E4A-39582F56049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45" y="2634"/>
              <a:ext cx="99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1421" name="Line 45">
              <a:extLst>
                <a:ext uri="{FF2B5EF4-FFF2-40B4-BE49-F238E27FC236}">
                  <a16:creationId xmlns:a16="http://schemas.microsoft.com/office/drawing/2014/main" id="{10CD5916-8DD3-4CB8-9215-53634218D6E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164" y="2155"/>
              <a:ext cx="85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1422" name="Line 46">
              <a:extLst>
                <a:ext uri="{FF2B5EF4-FFF2-40B4-BE49-F238E27FC236}">
                  <a16:creationId xmlns:a16="http://schemas.microsoft.com/office/drawing/2014/main" id="{B4F08027-64CA-440B-B6E7-0826B0C0D11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164" y="2643"/>
              <a:ext cx="85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1423" name="Line 47">
              <a:extLst>
                <a:ext uri="{FF2B5EF4-FFF2-40B4-BE49-F238E27FC236}">
                  <a16:creationId xmlns:a16="http://schemas.microsoft.com/office/drawing/2014/main" id="{9D51E1A5-18AB-46DA-B855-1AF74D112E7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49" y="2400"/>
              <a:ext cx="9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01424" name="Group 48">
            <a:extLst>
              <a:ext uri="{FF2B5EF4-FFF2-40B4-BE49-F238E27FC236}">
                <a16:creationId xmlns:a16="http://schemas.microsoft.com/office/drawing/2014/main" id="{3CF1F8F6-8674-4C42-BF69-250EACF5766D}"/>
              </a:ext>
            </a:extLst>
          </p:cNvPr>
          <p:cNvGrpSpPr>
            <a:grpSpLocks/>
          </p:cNvGrpSpPr>
          <p:nvPr/>
        </p:nvGrpSpPr>
        <p:grpSpPr bwMode="auto">
          <a:xfrm>
            <a:off x="5022850" y="5113338"/>
            <a:ext cx="444500" cy="812800"/>
            <a:chOff x="3164" y="3221"/>
            <a:chExt cx="280" cy="512"/>
          </a:xfrm>
        </p:grpSpPr>
        <p:sp>
          <p:nvSpPr>
            <p:cNvPr id="101425" name="Line 49">
              <a:extLst>
                <a:ext uri="{FF2B5EF4-FFF2-40B4-BE49-F238E27FC236}">
                  <a16:creationId xmlns:a16="http://schemas.microsoft.com/office/drawing/2014/main" id="{AB4FD2BF-03E2-46D1-B23C-CF87513739F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2" y="3221"/>
              <a:ext cx="0" cy="51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1426" name="Line 50">
              <a:extLst>
                <a:ext uri="{FF2B5EF4-FFF2-40B4-BE49-F238E27FC236}">
                  <a16:creationId xmlns:a16="http://schemas.microsoft.com/office/drawing/2014/main" id="{17CA3074-11E7-4935-8543-EA73CAA83C0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164" y="3221"/>
              <a:ext cx="14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1427" name="Line 51">
              <a:extLst>
                <a:ext uri="{FF2B5EF4-FFF2-40B4-BE49-F238E27FC236}">
                  <a16:creationId xmlns:a16="http://schemas.microsoft.com/office/drawing/2014/main" id="{70D9DF46-110E-41C1-BE20-A65D545730D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164" y="3733"/>
              <a:ext cx="14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1428" name="Line 52">
              <a:extLst>
                <a:ext uri="{FF2B5EF4-FFF2-40B4-BE49-F238E27FC236}">
                  <a16:creationId xmlns:a16="http://schemas.microsoft.com/office/drawing/2014/main" id="{ADBD24AA-6E10-4148-9C53-56BD91B0DF8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2" y="3477"/>
              <a:ext cx="13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 spd="slow">
    <p:cover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14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14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013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01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01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01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01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014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01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014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01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014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1013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1013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101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101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101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1014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101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 nodeType="clickPar">
                      <p:stCondLst>
                        <p:cond delay="indefinite"/>
                      </p:stCondLst>
                      <p:childTnLst>
                        <p:par>
                          <p:cTn id="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1014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 nodeType="clickPar">
                      <p:stCondLst>
                        <p:cond delay="indefinite"/>
                      </p:stCondLst>
                      <p:childTnLst>
                        <p:par>
                          <p:cTn id="1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101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 nodeType="clickPar">
                      <p:stCondLst>
                        <p:cond delay="indefinite"/>
                      </p:stCondLst>
                      <p:childTnLst>
                        <p:par>
                          <p:cTn id="10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1014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 nodeType="clickPar">
                      <p:stCondLst>
                        <p:cond delay="indefinite"/>
                      </p:stCondLst>
                      <p:childTnLst>
                        <p:par>
                          <p:cTn id="1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500"/>
                                        <p:tgtEl>
                                          <p:spTgt spid="1013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 nodeType="clickPar">
                      <p:stCondLst>
                        <p:cond delay="indefinite"/>
                      </p:stCondLst>
                      <p:childTnLst>
                        <p:par>
                          <p:cTn id="1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500"/>
                                        <p:tgtEl>
                                          <p:spTgt spid="1013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 nodeType="clickPar">
                      <p:stCondLst>
                        <p:cond delay="indefinite"/>
                      </p:stCondLst>
                      <p:childTnLst>
                        <p:par>
                          <p:cTn id="1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500"/>
                                        <p:tgtEl>
                                          <p:spTgt spid="1014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 nodeType="clickPar">
                      <p:stCondLst>
                        <p:cond delay="indefinite"/>
                      </p:stCondLst>
                      <p:childTnLst>
                        <p:par>
                          <p:cTn id="1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8" dur="500"/>
                                        <p:tgtEl>
                                          <p:spTgt spid="1014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1386" grpId="0" animBg="1" autoUpdateAnimBg="0"/>
      <p:bldP spid="101387" grpId="0" animBg="1" autoUpdateAnimBg="0"/>
      <p:bldP spid="101388" grpId="0" animBg="1" autoUpdateAnimBg="0"/>
      <p:bldP spid="101389" grpId="0" animBg="1" autoUpdateAnimBg="0"/>
      <p:bldP spid="101390" grpId="0" animBg="1" autoUpdateAnimBg="0"/>
      <p:bldP spid="101391" grpId="0" animBg="1" autoUpdateAnimBg="0"/>
      <p:bldP spid="101392" grpId="0" animBg="1" autoUpdateAnimBg="0"/>
      <p:bldP spid="101393" grpId="0" animBg="1" autoUpdateAnimBg="0"/>
      <p:bldP spid="101394" grpId="0" animBg="1" autoUpdateAnimBg="0"/>
      <p:bldP spid="101395" grpId="0" animBg="1" autoUpdateAnimBg="0"/>
      <p:bldP spid="101396" grpId="0" animBg="1" autoUpdateAnimBg="0"/>
      <p:bldP spid="101397" grpId="0" animBg="1" autoUpdateAnimBg="0"/>
      <p:bldP spid="101398" grpId="0" animBg="1" autoUpdateAnimBg="0"/>
      <p:bldP spid="101399" grpId="0" animBg="1" autoUpdateAnimBg="0"/>
      <p:bldP spid="101400" grpId="0" animBg="1" autoUpdateAnimBg="0"/>
      <p:bldP spid="101401" grpId="0" animBg="1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Text Box 2">
            <a:extLst>
              <a:ext uri="{FF2B5EF4-FFF2-40B4-BE49-F238E27FC236}">
                <a16:creationId xmlns:a16="http://schemas.microsoft.com/office/drawing/2014/main" id="{54FA4C0B-7A89-4D70-AA41-2AE8C27541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07394" y="-89573"/>
            <a:ext cx="4643438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FFCCFF"/>
                    </a:gs>
                    <a:gs pos="50000">
                      <a:srgbClr val="FFFF00"/>
                    </a:gs>
                    <a:gs pos="100000">
                      <a:srgbClr val="FFCCFF"/>
                    </a:gs>
                  </a:gsLst>
                  <a:lin ang="5400000" scaled="1"/>
                </a:gradFill>
              </a14:hiddenFill>
            </a:ext>
            <a:ext uri="{91240B29-F687-4F45-9708-019B960494DF}">
              <a14:hiddenLine xmlns:a14="http://schemas.microsoft.com/office/drawing/2010/main" w="76200">
                <a:pattFill prst="dkUpDiag">
                  <a:fgClr>
                    <a:srgbClr val="FF3300"/>
                  </a:fgClr>
                  <a:bgClr>
                    <a:srgbClr val="FFCCFF"/>
                  </a:bgClr>
                </a:patt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en-US" altLang="zh-CN" sz="400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7.2 </a:t>
            </a:r>
            <a:r>
              <a:rPr lang="zh-CN" altLang="en-US" sz="400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剖视图</a:t>
            </a:r>
            <a:endParaRPr lang="zh-CN" altLang="en-US" sz="4000" b="0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03427" name="Text Box 3">
            <a:extLst>
              <a:ext uri="{FF2B5EF4-FFF2-40B4-BE49-F238E27FC236}">
                <a16:creationId xmlns:a16="http://schemas.microsoft.com/office/drawing/2014/main" id="{B39C7CD5-2194-4D23-8801-7A3DFC42D1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8813" y="922338"/>
            <a:ext cx="8382000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zh-CN" altLang="en-US" sz="3200">
                <a:solidFill>
                  <a:srgbClr val="0000CC"/>
                </a:solidFill>
                <a:latin typeface="宋体" panose="02010600030101010101" pitchFamily="2" charset="-122"/>
              </a:rPr>
              <a:t>问题：</a:t>
            </a:r>
            <a:r>
              <a:rPr lang="zh-CN" altLang="en-US" sz="3200">
                <a:latin typeface="宋体" panose="02010600030101010101" pitchFamily="2" charset="-122"/>
              </a:rPr>
              <a:t>当机件的内部形状较复杂时，视图上将出现许多虚线，不便于看图和标注尺寸。</a:t>
            </a:r>
            <a:endParaRPr lang="zh-CN" altLang="en-US" sz="3200">
              <a:solidFill>
                <a:srgbClr val="3333CC"/>
              </a:solidFill>
              <a:latin typeface="宋体" panose="02010600030101010101" pitchFamily="2" charset="-122"/>
            </a:endParaRPr>
          </a:p>
        </p:txBody>
      </p:sp>
      <p:sp>
        <p:nvSpPr>
          <p:cNvPr id="103428" name="Text Box 4">
            <a:extLst>
              <a:ext uri="{FF2B5EF4-FFF2-40B4-BE49-F238E27FC236}">
                <a16:creationId xmlns:a16="http://schemas.microsoft.com/office/drawing/2014/main" id="{8CDE7C0D-EFEA-43F8-BF0F-03A4F43B6A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33525" y="5789613"/>
            <a:ext cx="2392363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1" hangingPunct="1"/>
            <a:r>
              <a:rPr lang="zh-CN" altLang="en-US" sz="3200"/>
              <a:t>解决办法？</a:t>
            </a:r>
            <a:endParaRPr lang="zh-CN" altLang="en-US" b="0"/>
          </a:p>
        </p:txBody>
      </p:sp>
      <p:sp>
        <p:nvSpPr>
          <p:cNvPr id="103429" name="Text Box 5">
            <a:extLst>
              <a:ext uri="{FF2B5EF4-FFF2-40B4-BE49-F238E27FC236}">
                <a16:creationId xmlns:a16="http://schemas.microsoft.com/office/drawing/2014/main" id="{3CD091ED-5738-43E9-B570-5C740AD6FC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5900" y="5792788"/>
            <a:ext cx="2224088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r>
              <a:rPr lang="zh-CN" altLang="en-US" sz="3200">
                <a:solidFill>
                  <a:srgbClr val="FF0000"/>
                </a:solidFill>
              </a:rPr>
              <a:t>采用剖视图</a:t>
            </a:r>
          </a:p>
        </p:txBody>
      </p:sp>
      <p:grpSp>
        <p:nvGrpSpPr>
          <p:cNvPr id="103430" name="Group 6">
            <a:extLst>
              <a:ext uri="{FF2B5EF4-FFF2-40B4-BE49-F238E27FC236}">
                <a16:creationId xmlns:a16="http://schemas.microsoft.com/office/drawing/2014/main" id="{569E0C1F-7AB0-4C69-B96D-A6F23C148218}"/>
              </a:ext>
            </a:extLst>
          </p:cNvPr>
          <p:cNvGrpSpPr>
            <a:grpSpLocks/>
          </p:cNvGrpSpPr>
          <p:nvPr/>
        </p:nvGrpSpPr>
        <p:grpSpPr bwMode="auto">
          <a:xfrm>
            <a:off x="4873625" y="2651125"/>
            <a:ext cx="2605088" cy="2584450"/>
            <a:chOff x="847" y="1424"/>
            <a:chExt cx="1697" cy="1684"/>
          </a:xfrm>
        </p:grpSpPr>
        <p:sp>
          <p:nvSpPr>
            <p:cNvPr id="103431" name="Freeform 7">
              <a:extLst>
                <a:ext uri="{FF2B5EF4-FFF2-40B4-BE49-F238E27FC236}">
                  <a16:creationId xmlns:a16="http://schemas.microsoft.com/office/drawing/2014/main" id="{9EB8464A-EA12-4F83-919F-B658F8A4A48E}"/>
                </a:ext>
              </a:extLst>
            </p:cNvPr>
            <p:cNvSpPr>
              <a:spLocks/>
            </p:cNvSpPr>
            <p:nvPr/>
          </p:nvSpPr>
          <p:spPr bwMode="auto">
            <a:xfrm>
              <a:off x="1022" y="2368"/>
              <a:ext cx="494" cy="508"/>
            </a:xfrm>
            <a:custGeom>
              <a:avLst/>
              <a:gdLst>
                <a:gd name="T0" fmla="*/ 2 w 494"/>
                <a:gd name="T1" fmla="*/ 164 h 508"/>
                <a:gd name="T2" fmla="*/ 286 w 494"/>
                <a:gd name="T3" fmla="*/ 0 h 508"/>
                <a:gd name="T4" fmla="*/ 494 w 494"/>
                <a:gd name="T5" fmla="*/ 180 h 508"/>
                <a:gd name="T6" fmla="*/ 280 w 494"/>
                <a:gd name="T7" fmla="*/ 304 h 508"/>
                <a:gd name="T8" fmla="*/ 238 w 494"/>
                <a:gd name="T9" fmla="*/ 308 h 508"/>
                <a:gd name="T10" fmla="*/ 238 w 494"/>
                <a:gd name="T11" fmla="*/ 404 h 508"/>
                <a:gd name="T12" fmla="*/ 186 w 494"/>
                <a:gd name="T13" fmla="*/ 412 h 508"/>
                <a:gd name="T14" fmla="*/ 138 w 494"/>
                <a:gd name="T15" fmla="*/ 428 h 508"/>
                <a:gd name="T16" fmla="*/ 0 w 494"/>
                <a:gd name="T17" fmla="*/ 508 h 508"/>
                <a:gd name="T18" fmla="*/ 2 w 494"/>
                <a:gd name="T19" fmla="*/ 164 h 5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94" h="508">
                  <a:moveTo>
                    <a:pt x="2" y="164"/>
                  </a:moveTo>
                  <a:lnTo>
                    <a:pt x="286" y="0"/>
                  </a:lnTo>
                  <a:lnTo>
                    <a:pt x="494" y="180"/>
                  </a:lnTo>
                  <a:lnTo>
                    <a:pt x="280" y="304"/>
                  </a:lnTo>
                  <a:lnTo>
                    <a:pt x="238" y="308"/>
                  </a:lnTo>
                  <a:lnTo>
                    <a:pt x="238" y="404"/>
                  </a:lnTo>
                  <a:lnTo>
                    <a:pt x="186" y="412"/>
                  </a:lnTo>
                  <a:lnTo>
                    <a:pt x="138" y="428"/>
                  </a:lnTo>
                  <a:lnTo>
                    <a:pt x="0" y="508"/>
                  </a:lnTo>
                  <a:lnTo>
                    <a:pt x="2" y="164"/>
                  </a:lnTo>
                  <a:close/>
                </a:path>
              </a:pathLst>
            </a:custGeom>
            <a:gradFill rotWithShape="0">
              <a:gsLst>
                <a:gs pos="0">
                  <a:srgbClr val="FFCC66"/>
                </a:gs>
                <a:gs pos="100000">
                  <a:srgbClr val="FFCC66">
                    <a:gamma/>
                    <a:shade val="46275"/>
                    <a:invGamma/>
                  </a:srgbClr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chemeClr val="tx1"/>
                  </a:solidFill>
                  <a:prstDash val="solid"/>
                  <a:round/>
                  <a:headEnd type="none" w="sm" len="lg"/>
                  <a:tailEnd type="none" w="sm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3432" name="Freeform 8">
              <a:extLst>
                <a:ext uri="{FF2B5EF4-FFF2-40B4-BE49-F238E27FC236}">
                  <a16:creationId xmlns:a16="http://schemas.microsoft.com/office/drawing/2014/main" id="{BD24FD48-78A6-48A1-90B6-8F515E14298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59" y="2676"/>
              <a:ext cx="173" cy="432"/>
            </a:xfrm>
            <a:custGeom>
              <a:avLst/>
              <a:gdLst>
                <a:gd name="T0" fmla="*/ 1 w 173"/>
                <a:gd name="T1" fmla="*/ 0 h 432"/>
                <a:gd name="T2" fmla="*/ 173 w 173"/>
                <a:gd name="T3" fmla="*/ 99 h 432"/>
                <a:gd name="T4" fmla="*/ 173 w 173"/>
                <a:gd name="T5" fmla="*/ 432 h 432"/>
                <a:gd name="T6" fmla="*/ 0 w 173"/>
                <a:gd name="T7" fmla="*/ 332 h 432"/>
                <a:gd name="T8" fmla="*/ 1 w 173"/>
                <a:gd name="T9" fmla="*/ 0 h 4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3" h="432">
                  <a:moveTo>
                    <a:pt x="1" y="0"/>
                  </a:moveTo>
                  <a:lnTo>
                    <a:pt x="173" y="99"/>
                  </a:lnTo>
                  <a:lnTo>
                    <a:pt x="173" y="432"/>
                  </a:lnTo>
                  <a:lnTo>
                    <a:pt x="0" y="33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CC33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chemeClr val="tx1"/>
                  </a:solidFill>
                  <a:prstDash val="solid"/>
                  <a:round/>
                  <a:headEnd type="none" w="sm" len="lg"/>
                  <a:tailEnd type="none" w="sm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3433" name="Freeform 9">
              <a:extLst>
                <a:ext uri="{FF2B5EF4-FFF2-40B4-BE49-F238E27FC236}">
                  <a16:creationId xmlns:a16="http://schemas.microsoft.com/office/drawing/2014/main" id="{CA551231-032B-42F6-912B-F484E26852BC}"/>
                </a:ext>
              </a:extLst>
            </p:cNvPr>
            <p:cNvSpPr>
              <a:spLocks/>
            </p:cNvSpPr>
            <p:nvPr/>
          </p:nvSpPr>
          <p:spPr bwMode="auto">
            <a:xfrm>
              <a:off x="847" y="2428"/>
              <a:ext cx="181" cy="452"/>
            </a:xfrm>
            <a:custGeom>
              <a:avLst/>
              <a:gdLst>
                <a:gd name="T0" fmla="*/ 1 w 181"/>
                <a:gd name="T1" fmla="*/ 0 h 452"/>
                <a:gd name="T2" fmla="*/ 181 w 181"/>
                <a:gd name="T3" fmla="*/ 104 h 452"/>
                <a:gd name="T4" fmla="*/ 181 w 181"/>
                <a:gd name="T5" fmla="*/ 452 h 452"/>
                <a:gd name="T6" fmla="*/ 0 w 181"/>
                <a:gd name="T7" fmla="*/ 348 h 452"/>
                <a:gd name="T8" fmla="*/ 1 w 181"/>
                <a:gd name="T9" fmla="*/ 0 h 4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1" h="452">
                  <a:moveTo>
                    <a:pt x="1" y="0"/>
                  </a:moveTo>
                  <a:lnTo>
                    <a:pt x="181" y="104"/>
                  </a:lnTo>
                  <a:lnTo>
                    <a:pt x="181" y="452"/>
                  </a:lnTo>
                  <a:lnTo>
                    <a:pt x="0" y="34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CC33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chemeClr val="tx1"/>
                  </a:solidFill>
                  <a:prstDash val="solid"/>
                  <a:round/>
                  <a:headEnd type="none" w="sm" len="lg"/>
                  <a:tailEnd type="none" w="sm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3434" name="Freeform 10">
              <a:extLst>
                <a:ext uri="{FF2B5EF4-FFF2-40B4-BE49-F238E27FC236}">
                  <a16:creationId xmlns:a16="http://schemas.microsoft.com/office/drawing/2014/main" id="{C1BBAC59-0B2F-476B-A9B3-8172842F0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848" y="1875"/>
              <a:ext cx="1685" cy="921"/>
            </a:xfrm>
            <a:custGeom>
              <a:avLst/>
              <a:gdLst>
                <a:gd name="T0" fmla="*/ 900 w 1685"/>
                <a:gd name="T1" fmla="*/ 41 h 921"/>
                <a:gd name="T2" fmla="*/ 0 w 1685"/>
                <a:gd name="T3" fmla="*/ 557 h 921"/>
                <a:gd name="T4" fmla="*/ 176 w 1685"/>
                <a:gd name="T5" fmla="*/ 661 h 921"/>
                <a:gd name="T6" fmla="*/ 300 w 1685"/>
                <a:gd name="T7" fmla="*/ 597 h 921"/>
                <a:gd name="T8" fmla="*/ 340 w 1685"/>
                <a:gd name="T9" fmla="*/ 577 h 921"/>
                <a:gd name="T10" fmla="*/ 392 w 1685"/>
                <a:gd name="T11" fmla="*/ 561 h 921"/>
                <a:gd name="T12" fmla="*/ 424 w 1685"/>
                <a:gd name="T13" fmla="*/ 557 h 921"/>
                <a:gd name="T14" fmla="*/ 492 w 1685"/>
                <a:gd name="T15" fmla="*/ 569 h 921"/>
                <a:gd name="T16" fmla="*/ 544 w 1685"/>
                <a:gd name="T17" fmla="*/ 593 h 921"/>
                <a:gd name="T18" fmla="*/ 568 w 1685"/>
                <a:gd name="T19" fmla="*/ 621 h 921"/>
                <a:gd name="T20" fmla="*/ 580 w 1685"/>
                <a:gd name="T21" fmla="*/ 653 h 921"/>
                <a:gd name="T22" fmla="*/ 572 w 1685"/>
                <a:gd name="T23" fmla="*/ 689 h 921"/>
                <a:gd name="T24" fmla="*/ 548 w 1685"/>
                <a:gd name="T25" fmla="*/ 721 h 921"/>
                <a:gd name="T26" fmla="*/ 412 w 1685"/>
                <a:gd name="T27" fmla="*/ 800 h 921"/>
                <a:gd name="T28" fmla="*/ 612 w 1685"/>
                <a:gd name="T29" fmla="*/ 921 h 921"/>
                <a:gd name="T30" fmla="*/ 1632 w 1685"/>
                <a:gd name="T31" fmla="*/ 309 h 921"/>
                <a:gd name="T32" fmla="*/ 900 w 1685"/>
                <a:gd name="T33" fmla="*/ 41 h 9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685" h="921">
                  <a:moveTo>
                    <a:pt x="900" y="41"/>
                  </a:moveTo>
                  <a:lnTo>
                    <a:pt x="0" y="557"/>
                  </a:lnTo>
                  <a:lnTo>
                    <a:pt x="176" y="661"/>
                  </a:lnTo>
                  <a:lnTo>
                    <a:pt x="300" y="597"/>
                  </a:lnTo>
                  <a:lnTo>
                    <a:pt x="340" y="577"/>
                  </a:lnTo>
                  <a:lnTo>
                    <a:pt x="392" y="561"/>
                  </a:lnTo>
                  <a:lnTo>
                    <a:pt x="424" y="557"/>
                  </a:lnTo>
                  <a:lnTo>
                    <a:pt x="492" y="569"/>
                  </a:lnTo>
                  <a:lnTo>
                    <a:pt x="544" y="593"/>
                  </a:lnTo>
                  <a:lnTo>
                    <a:pt x="568" y="621"/>
                  </a:lnTo>
                  <a:lnTo>
                    <a:pt x="580" y="653"/>
                  </a:lnTo>
                  <a:lnTo>
                    <a:pt x="572" y="689"/>
                  </a:lnTo>
                  <a:lnTo>
                    <a:pt x="548" y="721"/>
                  </a:lnTo>
                  <a:lnTo>
                    <a:pt x="412" y="800"/>
                  </a:lnTo>
                  <a:lnTo>
                    <a:pt x="612" y="921"/>
                  </a:lnTo>
                  <a:lnTo>
                    <a:pt x="1632" y="309"/>
                  </a:lnTo>
                  <a:cubicBezTo>
                    <a:pt x="1685" y="166"/>
                    <a:pt x="1172" y="0"/>
                    <a:pt x="900" y="41"/>
                  </a:cubicBezTo>
                  <a:close/>
                </a:path>
              </a:pathLst>
            </a:custGeom>
            <a:gradFill rotWithShape="0">
              <a:gsLst>
                <a:gs pos="0">
                  <a:srgbClr val="FF3300">
                    <a:gamma/>
                    <a:shade val="56471"/>
                    <a:invGamma/>
                  </a:srgbClr>
                </a:gs>
                <a:gs pos="100000">
                  <a:srgbClr val="FF3300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chemeClr val="tx1"/>
                  </a:solidFill>
                  <a:prstDash val="solid"/>
                  <a:round/>
                  <a:headEnd type="none" w="sm" len="lg"/>
                  <a:tailEnd type="none" w="sm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3435" name="Freeform 11">
              <a:extLst>
                <a:ext uri="{FF2B5EF4-FFF2-40B4-BE49-F238E27FC236}">
                  <a16:creationId xmlns:a16="http://schemas.microsoft.com/office/drawing/2014/main" id="{3D8E5E88-093C-4A1A-86BF-ED972F165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1432" y="1636"/>
              <a:ext cx="1112" cy="1472"/>
            </a:xfrm>
            <a:custGeom>
              <a:avLst/>
              <a:gdLst>
                <a:gd name="T0" fmla="*/ 320 w 1112"/>
                <a:gd name="T1" fmla="*/ 4 h 1472"/>
                <a:gd name="T2" fmla="*/ 320 w 1112"/>
                <a:gd name="T3" fmla="*/ 404 h 1472"/>
                <a:gd name="T4" fmla="*/ 332 w 1112"/>
                <a:gd name="T5" fmla="*/ 460 h 1472"/>
                <a:gd name="T6" fmla="*/ 364 w 1112"/>
                <a:gd name="T7" fmla="*/ 516 h 1472"/>
                <a:gd name="T8" fmla="*/ 428 w 1112"/>
                <a:gd name="T9" fmla="*/ 568 h 1472"/>
                <a:gd name="T10" fmla="*/ 516 w 1112"/>
                <a:gd name="T11" fmla="*/ 608 h 1472"/>
                <a:gd name="T12" fmla="*/ 604 w 1112"/>
                <a:gd name="T13" fmla="*/ 632 h 1472"/>
                <a:gd name="T14" fmla="*/ 692 w 1112"/>
                <a:gd name="T15" fmla="*/ 644 h 1472"/>
                <a:gd name="T16" fmla="*/ 772 w 1112"/>
                <a:gd name="T17" fmla="*/ 640 h 1472"/>
                <a:gd name="T18" fmla="*/ 844 w 1112"/>
                <a:gd name="T19" fmla="*/ 624 h 1472"/>
                <a:gd name="T20" fmla="*/ 912 w 1112"/>
                <a:gd name="T21" fmla="*/ 604 h 1472"/>
                <a:gd name="T22" fmla="*/ 1004 w 1112"/>
                <a:gd name="T23" fmla="*/ 568 h 1472"/>
                <a:gd name="T24" fmla="*/ 0 w 1112"/>
                <a:gd name="T25" fmla="*/ 1148 h 1472"/>
                <a:gd name="T26" fmla="*/ 0 w 1112"/>
                <a:gd name="T27" fmla="*/ 1472 h 1472"/>
                <a:gd name="T28" fmla="*/ 983 w 1112"/>
                <a:gd name="T29" fmla="*/ 904 h 1472"/>
                <a:gd name="T30" fmla="*/ 1060 w 1112"/>
                <a:gd name="T31" fmla="*/ 852 h 1472"/>
                <a:gd name="T32" fmla="*/ 1092 w 1112"/>
                <a:gd name="T33" fmla="*/ 816 h 1472"/>
                <a:gd name="T34" fmla="*/ 1104 w 1112"/>
                <a:gd name="T35" fmla="*/ 768 h 1472"/>
                <a:gd name="T36" fmla="*/ 1112 w 1112"/>
                <a:gd name="T37" fmla="*/ 732 h 1472"/>
                <a:gd name="T38" fmla="*/ 1112 w 1112"/>
                <a:gd name="T39" fmla="*/ 0 h 1472"/>
                <a:gd name="T40" fmla="*/ 320 w 1112"/>
                <a:gd name="T41" fmla="*/ 4 h 14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112" h="1472">
                  <a:moveTo>
                    <a:pt x="320" y="4"/>
                  </a:moveTo>
                  <a:lnTo>
                    <a:pt x="320" y="404"/>
                  </a:lnTo>
                  <a:lnTo>
                    <a:pt x="332" y="460"/>
                  </a:lnTo>
                  <a:lnTo>
                    <a:pt x="364" y="516"/>
                  </a:lnTo>
                  <a:lnTo>
                    <a:pt x="428" y="568"/>
                  </a:lnTo>
                  <a:lnTo>
                    <a:pt x="516" y="608"/>
                  </a:lnTo>
                  <a:lnTo>
                    <a:pt x="604" y="632"/>
                  </a:lnTo>
                  <a:lnTo>
                    <a:pt x="692" y="644"/>
                  </a:lnTo>
                  <a:lnTo>
                    <a:pt x="772" y="640"/>
                  </a:lnTo>
                  <a:lnTo>
                    <a:pt x="844" y="624"/>
                  </a:lnTo>
                  <a:lnTo>
                    <a:pt x="912" y="604"/>
                  </a:lnTo>
                  <a:lnTo>
                    <a:pt x="1004" y="568"/>
                  </a:lnTo>
                  <a:lnTo>
                    <a:pt x="0" y="1148"/>
                  </a:lnTo>
                  <a:lnTo>
                    <a:pt x="0" y="1472"/>
                  </a:lnTo>
                  <a:lnTo>
                    <a:pt x="983" y="904"/>
                  </a:lnTo>
                  <a:lnTo>
                    <a:pt x="1060" y="852"/>
                  </a:lnTo>
                  <a:lnTo>
                    <a:pt x="1092" y="816"/>
                  </a:lnTo>
                  <a:lnTo>
                    <a:pt x="1104" y="768"/>
                  </a:lnTo>
                  <a:lnTo>
                    <a:pt x="1112" y="732"/>
                  </a:lnTo>
                  <a:lnTo>
                    <a:pt x="1112" y="0"/>
                  </a:lnTo>
                  <a:lnTo>
                    <a:pt x="320" y="4"/>
                  </a:lnTo>
                  <a:close/>
                </a:path>
              </a:pathLst>
            </a:custGeom>
            <a:gradFill rotWithShape="0">
              <a:gsLst>
                <a:gs pos="0">
                  <a:srgbClr val="CC0066">
                    <a:gamma/>
                    <a:shade val="65882"/>
                    <a:invGamma/>
                  </a:srgbClr>
                </a:gs>
                <a:gs pos="50000">
                  <a:srgbClr val="CC0066"/>
                </a:gs>
                <a:gs pos="100000">
                  <a:srgbClr val="CC0066">
                    <a:gamma/>
                    <a:shade val="65882"/>
                    <a:invGamma/>
                  </a:srgbClr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chemeClr val="tx1"/>
                  </a:solidFill>
                  <a:prstDash val="solid"/>
                  <a:round/>
                  <a:headEnd type="none" w="sm" len="lg"/>
                  <a:tailEnd type="none" w="sm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3436" name="Oval 12">
              <a:extLst>
                <a:ext uri="{FF2B5EF4-FFF2-40B4-BE49-F238E27FC236}">
                  <a16:creationId xmlns:a16="http://schemas.microsoft.com/office/drawing/2014/main" id="{20741547-317E-49D6-B612-976D80EE54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52" y="1424"/>
              <a:ext cx="787" cy="482"/>
            </a:xfrm>
            <a:prstGeom prst="ellipse">
              <a:avLst/>
            </a:prstGeom>
            <a:solidFill>
              <a:srgbClr val="FF7C8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FF7C80"/>
                  </a:solidFill>
                  <a:round/>
                  <a:headEnd type="none" w="sm" len="lg"/>
                  <a:tailEnd type="none" w="sm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3437" name="Oval 13">
              <a:extLst>
                <a:ext uri="{FF2B5EF4-FFF2-40B4-BE49-F238E27FC236}">
                  <a16:creationId xmlns:a16="http://schemas.microsoft.com/office/drawing/2014/main" id="{077796DE-7E05-4293-9C0D-5A028B2D45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4" y="1491"/>
              <a:ext cx="538" cy="345"/>
            </a:xfrm>
            <a:prstGeom prst="ellipse">
              <a:avLst/>
            </a:prstGeom>
            <a:gradFill rotWithShape="0">
              <a:gsLst>
                <a:gs pos="0">
                  <a:srgbClr val="FFFF00">
                    <a:gamma/>
                    <a:shade val="46275"/>
                    <a:invGamma/>
                  </a:srgbClr>
                </a:gs>
                <a:gs pos="50000">
                  <a:srgbClr val="FFFF00"/>
                </a:gs>
                <a:gs pos="100000">
                  <a:srgbClr val="FFFF00">
                    <a:gamma/>
                    <a:shade val="46275"/>
                    <a:invGamma/>
                  </a:srgbClr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round/>
                  <a:headEnd type="none" w="sm" len="lg"/>
                  <a:tailEnd type="none" w="sm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3438" name="Oval 14">
              <a:extLst>
                <a:ext uri="{FF2B5EF4-FFF2-40B4-BE49-F238E27FC236}">
                  <a16:creationId xmlns:a16="http://schemas.microsoft.com/office/drawing/2014/main" id="{053518FC-918A-4CD5-9BAE-7EB47BC860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86" y="1580"/>
              <a:ext cx="510" cy="256"/>
            </a:xfrm>
            <a:prstGeom prst="ellipse">
              <a:avLst/>
            </a:prstGeom>
            <a:solidFill>
              <a:srgbClr val="FF99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FF7C80"/>
                  </a:solidFill>
                  <a:round/>
                  <a:headEnd type="none" w="sm" len="lg"/>
                  <a:tailEnd type="none" w="sm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3439" name="Freeform 15">
              <a:extLst>
                <a:ext uri="{FF2B5EF4-FFF2-40B4-BE49-F238E27FC236}">
                  <a16:creationId xmlns:a16="http://schemas.microsoft.com/office/drawing/2014/main" id="{943F1FDA-29B3-48FC-B130-87EC15B7D3D5}"/>
                </a:ext>
              </a:extLst>
            </p:cNvPr>
            <p:cNvSpPr>
              <a:spLocks/>
            </p:cNvSpPr>
            <p:nvPr/>
          </p:nvSpPr>
          <p:spPr bwMode="auto">
            <a:xfrm>
              <a:off x="1968" y="1636"/>
              <a:ext cx="384" cy="212"/>
            </a:xfrm>
            <a:custGeom>
              <a:avLst/>
              <a:gdLst>
                <a:gd name="T0" fmla="*/ 308 w 384"/>
                <a:gd name="T1" fmla="*/ 4 h 212"/>
                <a:gd name="T2" fmla="*/ 384 w 384"/>
                <a:gd name="T3" fmla="*/ 48 h 212"/>
                <a:gd name="T4" fmla="*/ 332 w 384"/>
                <a:gd name="T5" fmla="*/ 76 h 212"/>
                <a:gd name="T6" fmla="*/ 356 w 384"/>
                <a:gd name="T7" fmla="*/ 104 h 212"/>
                <a:gd name="T8" fmla="*/ 348 w 384"/>
                <a:gd name="T9" fmla="*/ 148 h 212"/>
                <a:gd name="T10" fmla="*/ 316 w 384"/>
                <a:gd name="T11" fmla="*/ 176 h 212"/>
                <a:gd name="T12" fmla="*/ 268 w 384"/>
                <a:gd name="T13" fmla="*/ 200 h 212"/>
                <a:gd name="T14" fmla="*/ 192 w 384"/>
                <a:gd name="T15" fmla="*/ 212 h 212"/>
                <a:gd name="T16" fmla="*/ 104 w 384"/>
                <a:gd name="T17" fmla="*/ 204 h 212"/>
                <a:gd name="T18" fmla="*/ 48 w 384"/>
                <a:gd name="T19" fmla="*/ 188 h 212"/>
                <a:gd name="T20" fmla="*/ 12 w 384"/>
                <a:gd name="T21" fmla="*/ 148 h 212"/>
                <a:gd name="T22" fmla="*/ 0 w 384"/>
                <a:gd name="T23" fmla="*/ 92 h 212"/>
                <a:gd name="T24" fmla="*/ 28 w 384"/>
                <a:gd name="T25" fmla="*/ 52 h 212"/>
                <a:gd name="T26" fmla="*/ 80 w 384"/>
                <a:gd name="T27" fmla="*/ 20 h 212"/>
                <a:gd name="T28" fmla="*/ 132 w 384"/>
                <a:gd name="T29" fmla="*/ 4 h 212"/>
                <a:gd name="T30" fmla="*/ 180 w 384"/>
                <a:gd name="T31" fmla="*/ 0 h 212"/>
                <a:gd name="T32" fmla="*/ 216 w 384"/>
                <a:gd name="T33" fmla="*/ 8 h 212"/>
                <a:gd name="T34" fmla="*/ 264 w 384"/>
                <a:gd name="T35" fmla="*/ 24 h 212"/>
                <a:gd name="T36" fmla="*/ 308 w 384"/>
                <a:gd name="T37" fmla="*/ 4 h 2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84" h="212">
                  <a:moveTo>
                    <a:pt x="308" y="4"/>
                  </a:moveTo>
                  <a:lnTo>
                    <a:pt x="384" y="48"/>
                  </a:lnTo>
                  <a:lnTo>
                    <a:pt x="332" y="76"/>
                  </a:lnTo>
                  <a:lnTo>
                    <a:pt x="356" y="104"/>
                  </a:lnTo>
                  <a:lnTo>
                    <a:pt x="348" y="148"/>
                  </a:lnTo>
                  <a:lnTo>
                    <a:pt x="316" y="176"/>
                  </a:lnTo>
                  <a:lnTo>
                    <a:pt x="268" y="200"/>
                  </a:lnTo>
                  <a:lnTo>
                    <a:pt x="192" y="212"/>
                  </a:lnTo>
                  <a:lnTo>
                    <a:pt x="104" y="204"/>
                  </a:lnTo>
                  <a:lnTo>
                    <a:pt x="48" y="188"/>
                  </a:lnTo>
                  <a:lnTo>
                    <a:pt x="12" y="148"/>
                  </a:lnTo>
                  <a:lnTo>
                    <a:pt x="0" y="92"/>
                  </a:lnTo>
                  <a:lnTo>
                    <a:pt x="28" y="52"/>
                  </a:lnTo>
                  <a:lnTo>
                    <a:pt x="80" y="20"/>
                  </a:lnTo>
                  <a:lnTo>
                    <a:pt x="132" y="4"/>
                  </a:lnTo>
                  <a:lnTo>
                    <a:pt x="180" y="0"/>
                  </a:lnTo>
                  <a:lnTo>
                    <a:pt x="216" y="8"/>
                  </a:lnTo>
                  <a:lnTo>
                    <a:pt x="264" y="24"/>
                  </a:lnTo>
                  <a:lnTo>
                    <a:pt x="308" y="4"/>
                  </a:lnTo>
                  <a:close/>
                </a:path>
              </a:pathLst>
            </a:custGeom>
            <a:gradFill rotWithShape="0">
              <a:gsLst>
                <a:gs pos="0">
                  <a:srgbClr val="FFCC66">
                    <a:gamma/>
                    <a:shade val="54118"/>
                    <a:invGamma/>
                  </a:srgbClr>
                </a:gs>
                <a:gs pos="50000">
                  <a:srgbClr val="FFCC66"/>
                </a:gs>
                <a:gs pos="100000">
                  <a:srgbClr val="FFCC66">
                    <a:gamma/>
                    <a:shade val="54118"/>
                    <a:invGamma/>
                  </a:srgbClr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chemeClr val="tx1"/>
                  </a:solidFill>
                  <a:prstDash val="solid"/>
                  <a:round/>
                  <a:headEnd type="none" w="sm" len="lg"/>
                  <a:tailEnd type="none" w="sm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3440" name="Oval 16">
              <a:extLst>
                <a:ext uri="{FF2B5EF4-FFF2-40B4-BE49-F238E27FC236}">
                  <a16:creationId xmlns:a16="http://schemas.microsoft.com/office/drawing/2014/main" id="{8C1A7D19-3F90-44A2-94D4-CAFAD3F874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2" y="2245"/>
              <a:ext cx="328" cy="187"/>
            </a:xfrm>
            <a:prstGeom prst="ellipse">
              <a:avLst/>
            </a:prstGeom>
            <a:gradFill rotWithShape="0">
              <a:gsLst>
                <a:gs pos="0">
                  <a:srgbClr val="FFFF66">
                    <a:gamma/>
                    <a:shade val="46275"/>
                    <a:invGamma/>
                  </a:srgbClr>
                </a:gs>
                <a:gs pos="50000">
                  <a:srgbClr val="FFFF66"/>
                </a:gs>
                <a:gs pos="100000">
                  <a:srgbClr val="FFFF66">
                    <a:gamma/>
                    <a:shade val="46275"/>
                    <a:invGamma/>
                  </a:srgbClr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round/>
                  <a:headEnd type="none" w="sm" len="lg"/>
                  <a:tailEnd type="none" w="sm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3441" name="Freeform 17">
              <a:extLst>
                <a:ext uri="{FF2B5EF4-FFF2-40B4-BE49-F238E27FC236}">
                  <a16:creationId xmlns:a16="http://schemas.microsoft.com/office/drawing/2014/main" id="{F3A0CE9D-A3E8-4806-AF08-C94A29F136AD}"/>
                </a:ext>
              </a:extLst>
            </p:cNvPr>
            <p:cNvSpPr>
              <a:spLocks/>
            </p:cNvSpPr>
            <p:nvPr/>
          </p:nvSpPr>
          <p:spPr bwMode="auto">
            <a:xfrm>
              <a:off x="2240" y="1644"/>
              <a:ext cx="36" cy="188"/>
            </a:xfrm>
            <a:custGeom>
              <a:avLst/>
              <a:gdLst>
                <a:gd name="T0" fmla="*/ 0 w 36"/>
                <a:gd name="T1" fmla="*/ 20 h 188"/>
                <a:gd name="T2" fmla="*/ 0 w 36"/>
                <a:gd name="T3" fmla="*/ 188 h 188"/>
                <a:gd name="T4" fmla="*/ 36 w 36"/>
                <a:gd name="T5" fmla="*/ 168 h 188"/>
                <a:gd name="T6" fmla="*/ 36 w 36"/>
                <a:gd name="T7" fmla="*/ 0 h 188"/>
                <a:gd name="T8" fmla="*/ 0 w 36"/>
                <a:gd name="T9" fmla="*/ 20 h 1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88">
                  <a:moveTo>
                    <a:pt x="0" y="20"/>
                  </a:moveTo>
                  <a:lnTo>
                    <a:pt x="0" y="188"/>
                  </a:lnTo>
                  <a:lnTo>
                    <a:pt x="36" y="168"/>
                  </a:lnTo>
                  <a:lnTo>
                    <a:pt x="36" y="0"/>
                  </a:lnTo>
                  <a:lnTo>
                    <a:pt x="0" y="20"/>
                  </a:lnTo>
                  <a:close/>
                </a:path>
              </a:pathLst>
            </a:custGeom>
            <a:solidFill>
              <a:srgbClr val="0099FF"/>
            </a:solidFill>
            <a:ln w="12700" cap="flat" cmpd="sng">
              <a:solidFill>
                <a:srgbClr val="6699FF"/>
              </a:solidFill>
              <a:prstDash val="solid"/>
              <a:round/>
              <a:headEnd type="none" w="sm" len="lg"/>
              <a:tailEnd type="none" w="sm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3442" name="Freeform 18">
              <a:extLst>
                <a:ext uri="{FF2B5EF4-FFF2-40B4-BE49-F238E27FC236}">
                  <a16:creationId xmlns:a16="http://schemas.microsoft.com/office/drawing/2014/main" id="{03343E06-76BC-4DA2-B94E-9B247388D198}"/>
                </a:ext>
              </a:extLst>
            </p:cNvPr>
            <p:cNvSpPr>
              <a:spLocks/>
            </p:cNvSpPr>
            <p:nvPr/>
          </p:nvSpPr>
          <p:spPr bwMode="auto">
            <a:xfrm>
              <a:off x="2272" y="1640"/>
              <a:ext cx="76" cy="180"/>
            </a:xfrm>
            <a:custGeom>
              <a:avLst/>
              <a:gdLst>
                <a:gd name="T0" fmla="*/ 0 w 76"/>
                <a:gd name="T1" fmla="*/ 0 h 180"/>
                <a:gd name="T2" fmla="*/ 0 w 76"/>
                <a:gd name="T3" fmla="*/ 180 h 180"/>
                <a:gd name="T4" fmla="*/ 24 w 76"/>
                <a:gd name="T5" fmla="*/ 160 h 180"/>
                <a:gd name="T6" fmla="*/ 24 w 76"/>
                <a:gd name="T7" fmla="*/ 72 h 180"/>
                <a:gd name="T8" fmla="*/ 76 w 76"/>
                <a:gd name="T9" fmla="*/ 44 h 180"/>
                <a:gd name="T10" fmla="*/ 0 w 76"/>
                <a:gd name="T11" fmla="*/ 0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6" h="180">
                  <a:moveTo>
                    <a:pt x="0" y="0"/>
                  </a:moveTo>
                  <a:lnTo>
                    <a:pt x="0" y="180"/>
                  </a:lnTo>
                  <a:lnTo>
                    <a:pt x="24" y="160"/>
                  </a:lnTo>
                  <a:lnTo>
                    <a:pt x="24" y="72"/>
                  </a:lnTo>
                  <a:lnTo>
                    <a:pt x="76" y="4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chemeClr val="tx1"/>
                  </a:solidFill>
                  <a:prstDash val="solid"/>
                  <a:round/>
                  <a:headEnd type="none" w="sm" len="lg"/>
                  <a:tailEnd type="none" w="sm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3443" name="Freeform 19">
              <a:extLst>
                <a:ext uri="{FF2B5EF4-FFF2-40B4-BE49-F238E27FC236}">
                  <a16:creationId xmlns:a16="http://schemas.microsoft.com/office/drawing/2014/main" id="{BE4240A4-C675-4222-A155-E6D79387EA8B}"/>
                </a:ext>
              </a:extLst>
            </p:cNvPr>
            <p:cNvSpPr>
              <a:spLocks/>
            </p:cNvSpPr>
            <p:nvPr/>
          </p:nvSpPr>
          <p:spPr bwMode="auto">
            <a:xfrm>
              <a:off x="1476" y="2340"/>
              <a:ext cx="282" cy="87"/>
            </a:xfrm>
            <a:custGeom>
              <a:avLst/>
              <a:gdLst>
                <a:gd name="T0" fmla="*/ 0 w 282"/>
                <a:gd name="T1" fmla="*/ 48 h 87"/>
                <a:gd name="T2" fmla="*/ 33 w 282"/>
                <a:gd name="T3" fmla="*/ 72 h 87"/>
                <a:gd name="T4" fmla="*/ 78 w 282"/>
                <a:gd name="T5" fmla="*/ 87 h 87"/>
                <a:gd name="T6" fmla="*/ 204 w 282"/>
                <a:gd name="T7" fmla="*/ 84 h 87"/>
                <a:gd name="T8" fmla="*/ 258 w 282"/>
                <a:gd name="T9" fmla="*/ 66 h 87"/>
                <a:gd name="T10" fmla="*/ 282 w 282"/>
                <a:gd name="T11" fmla="*/ 48 h 87"/>
                <a:gd name="T12" fmla="*/ 261 w 282"/>
                <a:gd name="T13" fmla="*/ 30 h 87"/>
                <a:gd name="T14" fmla="*/ 225 w 282"/>
                <a:gd name="T15" fmla="*/ 12 h 87"/>
                <a:gd name="T16" fmla="*/ 162 w 282"/>
                <a:gd name="T17" fmla="*/ 0 h 87"/>
                <a:gd name="T18" fmla="*/ 108 w 282"/>
                <a:gd name="T19" fmla="*/ 0 h 87"/>
                <a:gd name="T20" fmla="*/ 57 w 282"/>
                <a:gd name="T21" fmla="*/ 12 h 87"/>
                <a:gd name="T22" fmla="*/ 21 w 282"/>
                <a:gd name="T23" fmla="*/ 30 h 87"/>
                <a:gd name="T24" fmla="*/ 0 w 282"/>
                <a:gd name="T25" fmla="*/ 48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82" h="87">
                  <a:moveTo>
                    <a:pt x="0" y="48"/>
                  </a:moveTo>
                  <a:lnTo>
                    <a:pt x="33" y="72"/>
                  </a:lnTo>
                  <a:lnTo>
                    <a:pt x="78" y="87"/>
                  </a:lnTo>
                  <a:lnTo>
                    <a:pt x="204" y="84"/>
                  </a:lnTo>
                  <a:lnTo>
                    <a:pt x="258" y="66"/>
                  </a:lnTo>
                  <a:lnTo>
                    <a:pt x="282" y="48"/>
                  </a:lnTo>
                  <a:lnTo>
                    <a:pt x="261" y="30"/>
                  </a:lnTo>
                  <a:lnTo>
                    <a:pt x="225" y="12"/>
                  </a:lnTo>
                  <a:lnTo>
                    <a:pt x="162" y="0"/>
                  </a:lnTo>
                  <a:lnTo>
                    <a:pt x="108" y="0"/>
                  </a:lnTo>
                  <a:lnTo>
                    <a:pt x="57" y="12"/>
                  </a:lnTo>
                  <a:lnTo>
                    <a:pt x="21" y="30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rgbClr val="FF66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chemeClr val="tx1"/>
                  </a:solidFill>
                  <a:prstDash val="solid"/>
                  <a:round/>
                  <a:headEnd type="none" w="sm" len="lg"/>
                  <a:tailEnd type="none" w="sm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3444" name="Freeform 20">
              <a:extLst>
                <a:ext uri="{FF2B5EF4-FFF2-40B4-BE49-F238E27FC236}">
                  <a16:creationId xmlns:a16="http://schemas.microsoft.com/office/drawing/2014/main" id="{62251B0F-35D8-4D40-A1B2-A301B0DF7E15}"/>
                </a:ext>
              </a:extLst>
            </p:cNvPr>
            <p:cNvSpPr>
              <a:spLocks/>
            </p:cNvSpPr>
            <p:nvPr/>
          </p:nvSpPr>
          <p:spPr bwMode="auto">
            <a:xfrm>
              <a:off x="1551" y="2400"/>
              <a:ext cx="135" cy="33"/>
            </a:xfrm>
            <a:custGeom>
              <a:avLst/>
              <a:gdLst>
                <a:gd name="T0" fmla="*/ 0 w 135"/>
                <a:gd name="T1" fmla="*/ 27 h 33"/>
                <a:gd name="T2" fmla="*/ 51 w 135"/>
                <a:gd name="T3" fmla="*/ 33 h 33"/>
                <a:gd name="T4" fmla="*/ 96 w 135"/>
                <a:gd name="T5" fmla="*/ 33 h 33"/>
                <a:gd name="T6" fmla="*/ 135 w 135"/>
                <a:gd name="T7" fmla="*/ 27 h 33"/>
                <a:gd name="T8" fmla="*/ 123 w 135"/>
                <a:gd name="T9" fmla="*/ 12 h 33"/>
                <a:gd name="T10" fmla="*/ 96 w 135"/>
                <a:gd name="T11" fmla="*/ 0 h 33"/>
                <a:gd name="T12" fmla="*/ 57 w 135"/>
                <a:gd name="T13" fmla="*/ 0 h 33"/>
                <a:gd name="T14" fmla="*/ 18 w 135"/>
                <a:gd name="T15" fmla="*/ 6 h 33"/>
                <a:gd name="T16" fmla="*/ 0 w 135"/>
                <a:gd name="T17" fmla="*/ 27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35" h="33">
                  <a:moveTo>
                    <a:pt x="0" y="27"/>
                  </a:moveTo>
                  <a:lnTo>
                    <a:pt x="51" y="33"/>
                  </a:lnTo>
                  <a:lnTo>
                    <a:pt x="96" y="33"/>
                  </a:lnTo>
                  <a:lnTo>
                    <a:pt x="135" y="27"/>
                  </a:lnTo>
                  <a:lnTo>
                    <a:pt x="123" y="12"/>
                  </a:lnTo>
                  <a:lnTo>
                    <a:pt x="96" y="0"/>
                  </a:lnTo>
                  <a:lnTo>
                    <a:pt x="57" y="0"/>
                  </a:lnTo>
                  <a:lnTo>
                    <a:pt x="18" y="6"/>
                  </a:lnTo>
                  <a:lnTo>
                    <a:pt x="0" y="27"/>
                  </a:lnTo>
                  <a:close/>
                </a:path>
              </a:pathLst>
            </a:custGeom>
            <a:gradFill rotWithShape="0">
              <a:gsLst>
                <a:gs pos="0">
                  <a:srgbClr val="FFCC00">
                    <a:gamma/>
                    <a:shade val="46275"/>
                    <a:invGamma/>
                  </a:srgbClr>
                </a:gs>
                <a:gs pos="50000">
                  <a:srgbClr val="FFCC00"/>
                </a:gs>
                <a:gs pos="100000">
                  <a:srgbClr val="FFCC00">
                    <a:gamma/>
                    <a:shade val="46275"/>
                    <a:invGamma/>
                  </a:srgbClr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chemeClr val="tx1"/>
                  </a:solidFill>
                  <a:prstDash val="solid"/>
                  <a:round/>
                  <a:headEnd type="none" w="sm" len="lg"/>
                  <a:tailEnd type="none" w="sm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03525" name="Group 101">
            <a:extLst>
              <a:ext uri="{FF2B5EF4-FFF2-40B4-BE49-F238E27FC236}">
                <a16:creationId xmlns:a16="http://schemas.microsoft.com/office/drawing/2014/main" id="{C2EDB68F-8906-4623-B364-E0FC252E8A27}"/>
              </a:ext>
            </a:extLst>
          </p:cNvPr>
          <p:cNvGrpSpPr>
            <a:grpSpLocks/>
          </p:cNvGrpSpPr>
          <p:nvPr/>
        </p:nvGrpSpPr>
        <p:grpSpPr bwMode="auto">
          <a:xfrm>
            <a:off x="1395413" y="2341563"/>
            <a:ext cx="2933700" cy="3148012"/>
            <a:chOff x="879" y="1475"/>
            <a:chExt cx="1848" cy="1983"/>
          </a:xfrm>
        </p:grpSpPr>
        <p:sp>
          <p:nvSpPr>
            <p:cNvPr id="103446" name="Line 22">
              <a:extLst>
                <a:ext uri="{FF2B5EF4-FFF2-40B4-BE49-F238E27FC236}">
                  <a16:creationId xmlns:a16="http://schemas.microsoft.com/office/drawing/2014/main" id="{899140D8-D10E-4677-8FA5-6DE25040617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562" y="2136"/>
              <a:ext cx="0" cy="12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3447" name="Line 23">
              <a:extLst>
                <a:ext uri="{FF2B5EF4-FFF2-40B4-BE49-F238E27FC236}">
                  <a16:creationId xmlns:a16="http://schemas.microsoft.com/office/drawing/2014/main" id="{11200036-FF49-4090-AC11-0FBCF4B8ACF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14" y="2136"/>
              <a:ext cx="0" cy="11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3448" name="Line 24">
              <a:extLst>
                <a:ext uri="{FF2B5EF4-FFF2-40B4-BE49-F238E27FC236}">
                  <a16:creationId xmlns:a16="http://schemas.microsoft.com/office/drawing/2014/main" id="{69F45815-73B5-4FFC-A338-78BEF1E03BE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346" y="2040"/>
              <a:ext cx="0" cy="21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lgDash"/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3449" name="Arc 25">
              <a:extLst>
                <a:ext uri="{FF2B5EF4-FFF2-40B4-BE49-F238E27FC236}">
                  <a16:creationId xmlns:a16="http://schemas.microsoft.com/office/drawing/2014/main" id="{27980170-3AF9-48B8-81DC-E06B76B0CF5F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1201" y="2824"/>
              <a:ext cx="145" cy="288"/>
            </a:xfrm>
            <a:custGeom>
              <a:avLst/>
              <a:gdLst>
                <a:gd name="G0" fmla="+- 1 0 0"/>
                <a:gd name="G1" fmla="+- 21600 0 0"/>
                <a:gd name="G2" fmla="+- 21600 0 0"/>
                <a:gd name="T0" fmla="*/ 1 w 21601"/>
                <a:gd name="T1" fmla="*/ 0 h 43200"/>
                <a:gd name="T2" fmla="*/ 0 w 21601"/>
                <a:gd name="T3" fmla="*/ 43200 h 43200"/>
                <a:gd name="T4" fmla="*/ 1 w 21601"/>
                <a:gd name="T5" fmla="*/ 21600 h 43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1" h="43200" fill="none" extrusionOk="0">
                  <a:moveTo>
                    <a:pt x="1" y="0"/>
                  </a:moveTo>
                  <a:cubicBezTo>
                    <a:pt x="11930" y="0"/>
                    <a:pt x="21601" y="9670"/>
                    <a:pt x="21601" y="21600"/>
                  </a:cubicBezTo>
                  <a:cubicBezTo>
                    <a:pt x="21601" y="33529"/>
                    <a:pt x="11930" y="43200"/>
                    <a:pt x="1" y="43200"/>
                  </a:cubicBezTo>
                  <a:cubicBezTo>
                    <a:pt x="0" y="43199"/>
                    <a:pt x="0" y="43199"/>
                    <a:pt x="0" y="43199"/>
                  </a:cubicBezTo>
                </a:path>
                <a:path w="21601" h="43200" stroke="0" extrusionOk="0">
                  <a:moveTo>
                    <a:pt x="1" y="0"/>
                  </a:moveTo>
                  <a:cubicBezTo>
                    <a:pt x="11930" y="0"/>
                    <a:pt x="21601" y="9670"/>
                    <a:pt x="21601" y="21600"/>
                  </a:cubicBezTo>
                  <a:cubicBezTo>
                    <a:pt x="21601" y="33529"/>
                    <a:pt x="11930" y="43200"/>
                    <a:pt x="1" y="43200"/>
                  </a:cubicBezTo>
                  <a:cubicBezTo>
                    <a:pt x="0" y="43199"/>
                    <a:pt x="0" y="43199"/>
                    <a:pt x="0" y="43199"/>
                  </a:cubicBezTo>
                  <a:lnTo>
                    <a:pt x="1" y="21600"/>
                  </a:lnTo>
                  <a:close/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3450" name="Oval 26">
              <a:extLst>
                <a:ext uri="{FF2B5EF4-FFF2-40B4-BE49-F238E27FC236}">
                  <a16:creationId xmlns:a16="http://schemas.microsoft.com/office/drawing/2014/main" id="{5D8A7764-5096-4890-AC21-28BF9834C7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98" y="2832"/>
              <a:ext cx="280" cy="272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3451" name="Oval 27">
              <a:extLst>
                <a:ext uri="{FF2B5EF4-FFF2-40B4-BE49-F238E27FC236}">
                  <a16:creationId xmlns:a16="http://schemas.microsoft.com/office/drawing/2014/main" id="{4DDA061F-3E3B-4DC9-914D-FF5BA80DBC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70" y="2896"/>
              <a:ext cx="144" cy="144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3452" name="Arc 28">
              <a:extLst>
                <a:ext uri="{FF2B5EF4-FFF2-40B4-BE49-F238E27FC236}">
                  <a16:creationId xmlns:a16="http://schemas.microsoft.com/office/drawing/2014/main" id="{C93980A2-641D-4A9A-A2E3-5059C6B0672B}"/>
                </a:ext>
              </a:extLst>
            </p:cNvPr>
            <p:cNvSpPr>
              <a:spLocks/>
            </p:cNvSpPr>
            <p:nvPr/>
          </p:nvSpPr>
          <p:spPr bwMode="auto">
            <a:xfrm>
              <a:off x="2125" y="2825"/>
              <a:ext cx="279" cy="279"/>
            </a:xfrm>
            <a:custGeom>
              <a:avLst/>
              <a:gdLst>
                <a:gd name="G0" fmla="+- 21600 0 0"/>
                <a:gd name="G1" fmla="+- 21600 0 0"/>
                <a:gd name="G2" fmla="+- 21600 0 0"/>
                <a:gd name="T0" fmla="*/ 40573 w 40776"/>
                <a:gd name="T1" fmla="*/ 31924 h 43200"/>
                <a:gd name="T2" fmla="*/ 40776 w 40776"/>
                <a:gd name="T3" fmla="*/ 11659 h 43200"/>
                <a:gd name="T4" fmla="*/ 21600 w 40776"/>
                <a:gd name="T5" fmla="*/ 21600 h 43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776" h="43200" fill="none" extrusionOk="0">
                  <a:moveTo>
                    <a:pt x="40573" y="31924"/>
                  </a:moveTo>
                  <a:cubicBezTo>
                    <a:pt x="36791" y="38873"/>
                    <a:pt x="29512" y="43199"/>
                    <a:pt x="21600" y="43199"/>
                  </a:cubicBezTo>
                  <a:cubicBezTo>
                    <a:pt x="9670" y="43200"/>
                    <a:pt x="0" y="33529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29667" y="0"/>
                    <a:pt x="37063" y="4496"/>
                    <a:pt x="40776" y="11658"/>
                  </a:cubicBezTo>
                </a:path>
                <a:path w="40776" h="43200" stroke="0" extrusionOk="0">
                  <a:moveTo>
                    <a:pt x="40573" y="31924"/>
                  </a:moveTo>
                  <a:cubicBezTo>
                    <a:pt x="36791" y="38873"/>
                    <a:pt x="29512" y="43199"/>
                    <a:pt x="21600" y="43199"/>
                  </a:cubicBezTo>
                  <a:cubicBezTo>
                    <a:pt x="9670" y="43200"/>
                    <a:pt x="0" y="33529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29667" y="0"/>
                    <a:pt x="37063" y="4496"/>
                    <a:pt x="40776" y="11658"/>
                  </a:cubicBezTo>
                  <a:lnTo>
                    <a:pt x="21600" y="21600"/>
                  </a:lnTo>
                  <a:close/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3453" name="Oval 29">
              <a:extLst>
                <a:ext uri="{FF2B5EF4-FFF2-40B4-BE49-F238E27FC236}">
                  <a16:creationId xmlns:a16="http://schemas.microsoft.com/office/drawing/2014/main" id="{57D32808-8D39-4B26-91EB-D14F0969EE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02" y="2704"/>
              <a:ext cx="536" cy="520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3454" name="Oval 30">
              <a:extLst>
                <a:ext uri="{FF2B5EF4-FFF2-40B4-BE49-F238E27FC236}">
                  <a16:creationId xmlns:a16="http://schemas.microsoft.com/office/drawing/2014/main" id="{5F0CCBCC-7F3A-4657-BD2E-E80EC33688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82" y="2587"/>
              <a:ext cx="760" cy="757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103455" name="Group 31">
              <a:extLst>
                <a:ext uri="{FF2B5EF4-FFF2-40B4-BE49-F238E27FC236}">
                  <a16:creationId xmlns:a16="http://schemas.microsoft.com/office/drawing/2014/main" id="{A0FEB3EF-1FE5-46E4-8D7B-ADB1A790420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20" y="1780"/>
              <a:ext cx="353" cy="477"/>
              <a:chOff x="4222" y="1580"/>
              <a:chExt cx="353" cy="477"/>
            </a:xfrm>
          </p:grpSpPr>
          <p:sp>
            <p:nvSpPr>
              <p:cNvPr id="103456" name="Freeform 32">
                <a:extLst>
                  <a:ext uri="{FF2B5EF4-FFF2-40B4-BE49-F238E27FC236}">
                    <a16:creationId xmlns:a16="http://schemas.microsoft.com/office/drawing/2014/main" id="{DB4F734E-BA8F-49A1-BB63-3C82DBD2A5D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74" y="1995"/>
                <a:ext cx="1" cy="62"/>
              </a:xfrm>
              <a:custGeom>
                <a:avLst/>
                <a:gdLst>
                  <a:gd name="T0" fmla="*/ 0 w 1"/>
                  <a:gd name="T1" fmla="*/ 186 h 186"/>
                  <a:gd name="T2" fmla="*/ 0 w 1"/>
                  <a:gd name="T3" fmla="*/ 0 h 186"/>
                  <a:gd name="T4" fmla="*/ 1 w 1"/>
                  <a:gd name="T5" fmla="*/ 0 h 1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86">
                    <a:moveTo>
                      <a:pt x="0" y="186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457" name="Freeform 33">
                <a:extLst>
                  <a:ext uri="{FF2B5EF4-FFF2-40B4-BE49-F238E27FC236}">
                    <a16:creationId xmlns:a16="http://schemas.microsoft.com/office/drawing/2014/main" id="{9FBC55A4-E982-4F00-B8CC-38C62F4FC6B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74" y="1856"/>
                <a:ext cx="1" cy="111"/>
              </a:xfrm>
              <a:custGeom>
                <a:avLst/>
                <a:gdLst>
                  <a:gd name="T0" fmla="*/ 0 w 1"/>
                  <a:gd name="T1" fmla="*/ 332 h 332"/>
                  <a:gd name="T2" fmla="*/ 0 w 1"/>
                  <a:gd name="T3" fmla="*/ 0 h 332"/>
                  <a:gd name="T4" fmla="*/ 1 w 1"/>
                  <a:gd name="T5" fmla="*/ 0 h 3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332">
                    <a:moveTo>
                      <a:pt x="0" y="332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458" name="Freeform 34">
                <a:extLst>
                  <a:ext uri="{FF2B5EF4-FFF2-40B4-BE49-F238E27FC236}">
                    <a16:creationId xmlns:a16="http://schemas.microsoft.com/office/drawing/2014/main" id="{0D10FA7B-8850-4887-9FBE-1FB734DE9D8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74" y="1718"/>
                <a:ext cx="1" cy="111"/>
              </a:xfrm>
              <a:custGeom>
                <a:avLst/>
                <a:gdLst>
                  <a:gd name="T0" fmla="*/ 0 w 1"/>
                  <a:gd name="T1" fmla="*/ 332 h 332"/>
                  <a:gd name="T2" fmla="*/ 0 w 1"/>
                  <a:gd name="T3" fmla="*/ 0 h 332"/>
                  <a:gd name="T4" fmla="*/ 1 w 1"/>
                  <a:gd name="T5" fmla="*/ 0 h 3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332">
                    <a:moveTo>
                      <a:pt x="0" y="332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459" name="Freeform 35">
                <a:extLst>
                  <a:ext uri="{FF2B5EF4-FFF2-40B4-BE49-F238E27FC236}">
                    <a16:creationId xmlns:a16="http://schemas.microsoft.com/office/drawing/2014/main" id="{C7C45EF7-809C-4945-915B-D589688F272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74" y="1580"/>
                <a:ext cx="1" cy="111"/>
              </a:xfrm>
              <a:custGeom>
                <a:avLst/>
                <a:gdLst>
                  <a:gd name="T0" fmla="*/ 0 w 1"/>
                  <a:gd name="T1" fmla="*/ 332 h 332"/>
                  <a:gd name="T2" fmla="*/ 0 w 1"/>
                  <a:gd name="T3" fmla="*/ 0 h 332"/>
                  <a:gd name="T4" fmla="*/ 1 w 1"/>
                  <a:gd name="T5" fmla="*/ 0 h 3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332">
                    <a:moveTo>
                      <a:pt x="0" y="332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460" name="Freeform 36">
                <a:extLst>
                  <a:ext uri="{FF2B5EF4-FFF2-40B4-BE49-F238E27FC236}">
                    <a16:creationId xmlns:a16="http://schemas.microsoft.com/office/drawing/2014/main" id="{084740C0-3B93-4B27-B6C4-87A4A51E97B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97" y="1995"/>
                <a:ext cx="1" cy="62"/>
              </a:xfrm>
              <a:custGeom>
                <a:avLst/>
                <a:gdLst>
                  <a:gd name="T0" fmla="*/ 0 w 2"/>
                  <a:gd name="T1" fmla="*/ 186 h 186"/>
                  <a:gd name="T2" fmla="*/ 0 w 2"/>
                  <a:gd name="T3" fmla="*/ 0 h 186"/>
                  <a:gd name="T4" fmla="*/ 2 w 2"/>
                  <a:gd name="T5" fmla="*/ 0 h 1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186">
                    <a:moveTo>
                      <a:pt x="0" y="186"/>
                    </a:moveTo>
                    <a:lnTo>
                      <a:pt x="0" y="0"/>
                    </a:lnTo>
                    <a:lnTo>
                      <a:pt x="2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461" name="Freeform 37">
                <a:extLst>
                  <a:ext uri="{FF2B5EF4-FFF2-40B4-BE49-F238E27FC236}">
                    <a16:creationId xmlns:a16="http://schemas.microsoft.com/office/drawing/2014/main" id="{AED098F7-8648-4CE3-BFEE-9AA3F3187E8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97" y="1856"/>
                <a:ext cx="1" cy="111"/>
              </a:xfrm>
              <a:custGeom>
                <a:avLst/>
                <a:gdLst>
                  <a:gd name="T0" fmla="*/ 0 w 2"/>
                  <a:gd name="T1" fmla="*/ 332 h 332"/>
                  <a:gd name="T2" fmla="*/ 0 w 2"/>
                  <a:gd name="T3" fmla="*/ 0 h 332"/>
                  <a:gd name="T4" fmla="*/ 2 w 2"/>
                  <a:gd name="T5" fmla="*/ 0 h 3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332">
                    <a:moveTo>
                      <a:pt x="0" y="332"/>
                    </a:moveTo>
                    <a:lnTo>
                      <a:pt x="0" y="0"/>
                    </a:lnTo>
                    <a:lnTo>
                      <a:pt x="2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462" name="Freeform 38">
                <a:extLst>
                  <a:ext uri="{FF2B5EF4-FFF2-40B4-BE49-F238E27FC236}">
                    <a16:creationId xmlns:a16="http://schemas.microsoft.com/office/drawing/2014/main" id="{7FAF3CF5-C957-4E64-9528-DC0C81FD889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97" y="1718"/>
                <a:ext cx="1" cy="111"/>
              </a:xfrm>
              <a:custGeom>
                <a:avLst/>
                <a:gdLst>
                  <a:gd name="T0" fmla="*/ 0 w 2"/>
                  <a:gd name="T1" fmla="*/ 332 h 332"/>
                  <a:gd name="T2" fmla="*/ 0 w 2"/>
                  <a:gd name="T3" fmla="*/ 0 h 332"/>
                  <a:gd name="T4" fmla="*/ 2 w 2"/>
                  <a:gd name="T5" fmla="*/ 0 h 3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332">
                    <a:moveTo>
                      <a:pt x="0" y="332"/>
                    </a:moveTo>
                    <a:lnTo>
                      <a:pt x="0" y="0"/>
                    </a:lnTo>
                    <a:lnTo>
                      <a:pt x="2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463" name="Freeform 39">
                <a:extLst>
                  <a:ext uri="{FF2B5EF4-FFF2-40B4-BE49-F238E27FC236}">
                    <a16:creationId xmlns:a16="http://schemas.microsoft.com/office/drawing/2014/main" id="{4F62FC73-D3D4-4FF4-997E-4CB2FC8AFE5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97" y="1580"/>
                <a:ext cx="1" cy="111"/>
              </a:xfrm>
              <a:custGeom>
                <a:avLst/>
                <a:gdLst>
                  <a:gd name="T0" fmla="*/ 0 w 2"/>
                  <a:gd name="T1" fmla="*/ 332 h 332"/>
                  <a:gd name="T2" fmla="*/ 0 w 2"/>
                  <a:gd name="T3" fmla="*/ 0 h 332"/>
                  <a:gd name="T4" fmla="*/ 2 w 2"/>
                  <a:gd name="T5" fmla="*/ 0 h 3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332">
                    <a:moveTo>
                      <a:pt x="0" y="332"/>
                    </a:moveTo>
                    <a:lnTo>
                      <a:pt x="0" y="0"/>
                    </a:lnTo>
                    <a:lnTo>
                      <a:pt x="2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464" name="Freeform 40">
                <a:extLst>
                  <a:ext uri="{FF2B5EF4-FFF2-40B4-BE49-F238E27FC236}">
                    <a16:creationId xmlns:a16="http://schemas.microsoft.com/office/drawing/2014/main" id="{F8059AFE-877C-4894-9F6E-A7DC94E44F4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22" y="1995"/>
                <a:ext cx="1" cy="62"/>
              </a:xfrm>
              <a:custGeom>
                <a:avLst/>
                <a:gdLst>
                  <a:gd name="T0" fmla="*/ 0 w 1"/>
                  <a:gd name="T1" fmla="*/ 186 h 186"/>
                  <a:gd name="T2" fmla="*/ 0 w 1"/>
                  <a:gd name="T3" fmla="*/ 0 h 186"/>
                  <a:gd name="T4" fmla="*/ 1 w 1"/>
                  <a:gd name="T5" fmla="*/ 0 h 1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86">
                    <a:moveTo>
                      <a:pt x="0" y="186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465" name="Freeform 41">
                <a:extLst>
                  <a:ext uri="{FF2B5EF4-FFF2-40B4-BE49-F238E27FC236}">
                    <a16:creationId xmlns:a16="http://schemas.microsoft.com/office/drawing/2014/main" id="{7F007286-68FB-465B-A526-BF4E626E47E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22" y="1856"/>
                <a:ext cx="1" cy="111"/>
              </a:xfrm>
              <a:custGeom>
                <a:avLst/>
                <a:gdLst>
                  <a:gd name="T0" fmla="*/ 0 w 1"/>
                  <a:gd name="T1" fmla="*/ 332 h 332"/>
                  <a:gd name="T2" fmla="*/ 0 w 1"/>
                  <a:gd name="T3" fmla="*/ 0 h 332"/>
                  <a:gd name="T4" fmla="*/ 1 w 1"/>
                  <a:gd name="T5" fmla="*/ 0 h 3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332">
                    <a:moveTo>
                      <a:pt x="0" y="332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466" name="Freeform 42">
                <a:extLst>
                  <a:ext uri="{FF2B5EF4-FFF2-40B4-BE49-F238E27FC236}">
                    <a16:creationId xmlns:a16="http://schemas.microsoft.com/office/drawing/2014/main" id="{514F2F38-9479-4EE7-B59F-6BF45C29243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22" y="1718"/>
                <a:ext cx="1" cy="111"/>
              </a:xfrm>
              <a:custGeom>
                <a:avLst/>
                <a:gdLst>
                  <a:gd name="T0" fmla="*/ 0 w 1"/>
                  <a:gd name="T1" fmla="*/ 332 h 332"/>
                  <a:gd name="T2" fmla="*/ 0 w 1"/>
                  <a:gd name="T3" fmla="*/ 0 h 332"/>
                  <a:gd name="T4" fmla="*/ 1 w 1"/>
                  <a:gd name="T5" fmla="*/ 0 h 3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332">
                    <a:moveTo>
                      <a:pt x="0" y="332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467" name="Freeform 43">
                <a:extLst>
                  <a:ext uri="{FF2B5EF4-FFF2-40B4-BE49-F238E27FC236}">
                    <a16:creationId xmlns:a16="http://schemas.microsoft.com/office/drawing/2014/main" id="{B8D049CB-AF73-46D0-B289-F241E89D957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22" y="1580"/>
                <a:ext cx="1" cy="111"/>
              </a:xfrm>
              <a:custGeom>
                <a:avLst/>
                <a:gdLst>
                  <a:gd name="T0" fmla="*/ 0 w 1"/>
                  <a:gd name="T1" fmla="*/ 332 h 332"/>
                  <a:gd name="T2" fmla="*/ 0 w 1"/>
                  <a:gd name="T3" fmla="*/ 0 h 332"/>
                  <a:gd name="T4" fmla="*/ 1 w 1"/>
                  <a:gd name="T5" fmla="*/ 0 h 3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332">
                    <a:moveTo>
                      <a:pt x="0" y="332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03468" name="Freeform 44">
              <a:extLst>
                <a:ext uri="{FF2B5EF4-FFF2-40B4-BE49-F238E27FC236}">
                  <a16:creationId xmlns:a16="http://schemas.microsoft.com/office/drawing/2014/main" id="{92C9B06A-1E9B-40BC-87A6-7186E80F448E}"/>
                </a:ext>
              </a:extLst>
            </p:cNvPr>
            <p:cNvSpPr>
              <a:spLocks/>
            </p:cNvSpPr>
            <p:nvPr/>
          </p:nvSpPr>
          <p:spPr bwMode="auto">
            <a:xfrm>
              <a:off x="1883" y="1560"/>
              <a:ext cx="1" cy="475"/>
            </a:xfrm>
            <a:custGeom>
              <a:avLst/>
              <a:gdLst>
                <a:gd name="T0" fmla="*/ 0 w 2"/>
                <a:gd name="T1" fmla="*/ 1423 h 1423"/>
                <a:gd name="T2" fmla="*/ 0 w 2"/>
                <a:gd name="T3" fmla="*/ 0 h 1423"/>
                <a:gd name="T4" fmla="*/ 2 w 2"/>
                <a:gd name="T5" fmla="*/ 0 h 14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1423">
                  <a:moveTo>
                    <a:pt x="0" y="1423"/>
                  </a:moveTo>
                  <a:lnTo>
                    <a:pt x="0" y="0"/>
                  </a:lnTo>
                  <a:lnTo>
                    <a:pt x="2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469" name="Freeform 45">
              <a:extLst>
                <a:ext uri="{FF2B5EF4-FFF2-40B4-BE49-F238E27FC236}">
                  <a16:creationId xmlns:a16="http://schemas.microsoft.com/office/drawing/2014/main" id="{FC7FB5B4-5B4A-43F1-B983-7508376E14D4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8" y="1552"/>
              <a:ext cx="2" cy="704"/>
            </a:xfrm>
            <a:custGeom>
              <a:avLst/>
              <a:gdLst>
                <a:gd name="T0" fmla="*/ 0 w 2"/>
                <a:gd name="T1" fmla="*/ 704 h 704"/>
                <a:gd name="T2" fmla="*/ 2 w 2"/>
                <a:gd name="T3" fmla="*/ 0 h 7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" h="704">
                  <a:moveTo>
                    <a:pt x="0" y="704"/>
                  </a:moveTo>
                  <a:lnTo>
                    <a:pt x="2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470" name="Freeform 46">
              <a:extLst>
                <a:ext uri="{FF2B5EF4-FFF2-40B4-BE49-F238E27FC236}">
                  <a16:creationId xmlns:a16="http://schemas.microsoft.com/office/drawing/2014/main" id="{2F6434CF-AE3A-472B-9D28-4FD9452CDB21}"/>
                </a:ext>
              </a:extLst>
            </p:cNvPr>
            <p:cNvSpPr>
              <a:spLocks/>
            </p:cNvSpPr>
            <p:nvPr/>
          </p:nvSpPr>
          <p:spPr bwMode="auto">
            <a:xfrm>
              <a:off x="965" y="2035"/>
              <a:ext cx="1301" cy="1"/>
            </a:xfrm>
            <a:custGeom>
              <a:avLst/>
              <a:gdLst>
                <a:gd name="T0" fmla="*/ 0 w 3903"/>
                <a:gd name="T1" fmla="*/ 3902 w 3903"/>
                <a:gd name="T2" fmla="*/ 3903 w 390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3903">
                  <a:moveTo>
                    <a:pt x="0" y="0"/>
                  </a:moveTo>
                  <a:lnTo>
                    <a:pt x="3902" y="0"/>
                  </a:lnTo>
                  <a:lnTo>
                    <a:pt x="3903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471" name="Freeform 47">
              <a:extLst>
                <a:ext uri="{FF2B5EF4-FFF2-40B4-BE49-F238E27FC236}">
                  <a16:creationId xmlns:a16="http://schemas.microsoft.com/office/drawing/2014/main" id="{1E25F903-EA74-4936-96D5-3D6B4EF5D617}"/>
                </a:ext>
              </a:extLst>
            </p:cNvPr>
            <p:cNvSpPr>
              <a:spLocks/>
            </p:cNvSpPr>
            <p:nvPr/>
          </p:nvSpPr>
          <p:spPr bwMode="auto">
            <a:xfrm>
              <a:off x="965" y="2257"/>
              <a:ext cx="1683" cy="1"/>
            </a:xfrm>
            <a:custGeom>
              <a:avLst/>
              <a:gdLst>
                <a:gd name="T0" fmla="*/ 0 w 5051"/>
                <a:gd name="T1" fmla="*/ 5050 w 5051"/>
                <a:gd name="T2" fmla="*/ 5051 w 505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5051">
                  <a:moveTo>
                    <a:pt x="0" y="0"/>
                  </a:moveTo>
                  <a:lnTo>
                    <a:pt x="5050" y="0"/>
                  </a:lnTo>
                  <a:lnTo>
                    <a:pt x="5051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472" name="Freeform 48">
              <a:extLst>
                <a:ext uri="{FF2B5EF4-FFF2-40B4-BE49-F238E27FC236}">
                  <a16:creationId xmlns:a16="http://schemas.microsoft.com/office/drawing/2014/main" id="{C540B40C-47FB-4399-A906-111BAB06CB87}"/>
                </a:ext>
              </a:extLst>
            </p:cNvPr>
            <p:cNvSpPr>
              <a:spLocks/>
            </p:cNvSpPr>
            <p:nvPr/>
          </p:nvSpPr>
          <p:spPr bwMode="auto">
            <a:xfrm>
              <a:off x="965" y="3351"/>
              <a:ext cx="1300" cy="1"/>
            </a:xfrm>
            <a:custGeom>
              <a:avLst/>
              <a:gdLst>
                <a:gd name="T0" fmla="*/ 3902 w 3902"/>
                <a:gd name="T1" fmla="*/ 0 w 3902"/>
                <a:gd name="T2" fmla="*/ 2 w 390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3902">
                  <a:moveTo>
                    <a:pt x="3902" y="0"/>
                  </a:moveTo>
                  <a:lnTo>
                    <a:pt x="0" y="0"/>
                  </a:lnTo>
                  <a:lnTo>
                    <a:pt x="2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473" name="Freeform 49">
              <a:extLst>
                <a:ext uri="{FF2B5EF4-FFF2-40B4-BE49-F238E27FC236}">
                  <a16:creationId xmlns:a16="http://schemas.microsoft.com/office/drawing/2014/main" id="{9CA06620-1445-4D12-ABEE-644538DB26F2}"/>
                </a:ext>
              </a:extLst>
            </p:cNvPr>
            <p:cNvSpPr>
              <a:spLocks/>
            </p:cNvSpPr>
            <p:nvPr/>
          </p:nvSpPr>
          <p:spPr bwMode="auto">
            <a:xfrm>
              <a:off x="965" y="2585"/>
              <a:ext cx="1300" cy="1"/>
            </a:xfrm>
            <a:custGeom>
              <a:avLst/>
              <a:gdLst>
                <a:gd name="T0" fmla="*/ 3902 w 3902"/>
                <a:gd name="T1" fmla="*/ 0 w 3902"/>
                <a:gd name="T2" fmla="*/ 2 w 390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3902">
                  <a:moveTo>
                    <a:pt x="3902" y="0"/>
                  </a:moveTo>
                  <a:lnTo>
                    <a:pt x="0" y="0"/>
                  </a:lnTo>
                  <a:lnTo>
                    <a:pt x="2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474" name="Freeform 50">
              <a:extLst>
                <a:ext uri="{FF2B5EF4-FFF2-40B4-BE49-F238E27FC236}">
                  <a16:creationId xmlns:a16="http://schemas.microsoft.com/office/drawing/2014/main" id="{B2B3137B-8512-46D2-9814-79C6073A6D9E}"/>
                </a:ext>
              </a:extLst>
            </p:cNvPr>
            <p:cNvSpPr>
              <a:spLocks/>
            </p:cNvSpPr>
            <p:nvPr/>
          </p:nvSpPr>
          <p:spPr bwMode="auto">
            <a:xfrm>
              <a:off x="965" y="2585"/>
              <a:ext cx="1" cy="237"/>
            </a:xfrm>
            <a:custGeom>
              <a:avLst/>
              <a:gdLst>
                <a:gd name="T0" fmla="*/ 0 w 2"/>
                <a:gd name="T1" fmla="*/ 0 h 712"/>
                <a:gd name="T2" fmla="*/ 0 w 2"/>
                <a:gd name="T3" fmla="*/ 712 h 712"/>
                <a:gd name="T4" fmla="*/ 2 w 2"/>
                <a:gd name="T5" fmla="*/ 712 h 7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712">
                  <a:moveTo>
                    <a:pt x="0" y="0"/>
                  </a:moveTo>
                  <a:lnTo>
                    <a:pt x="0" y="712"/>
                  </a:lnTo>
                  <a:lnTo>
                    <a:pt x="2" y="712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475" name="Freeform 51">
              <a:extLst>
                <a:ext uri="{FF2B5EF4-FFF2-40B4-BE49-F238E27FC236}">
                  <a16:creationId xmlns:a16="http://schemas.microsoft.com/office/drawing/2014/main" id="{E7C52238-3308-4038-87D7-3E1DE6B327B2}"/>
                </a:ext>
              </a:extLst>
            </p:cNvPr>
            <p:cNvSpPr>
              <a:spLocks/>
            </p:cNvSpPr>
            <p:nvPr/>
          </p:nvSpPr>
          <p:spPr bwMode="auto">
            <a:xfrm>
              <a:off x="1202" y="2739"/>
              <a:ext cx="1" cy="474"/>
            </a:xfrm>
            <a:custGeom>
              <a:avLst/>
              <a:gdLst>
                <a:gd name="T0" fmla="*/ 0 w 1"/>
                <a:gd name="T1" fmla="*/ 0 h 1422"/>
                <a:gd name="T2" fmla="*/ 0 w 1"/>
                <a:gd name="T3" fmla="*/ 1422 h 1422"/>
                <a:gd name="T4" fmla="*/ 1 w 1"/>
                <a:gd name="T5" fmla="*/ 1422 h 14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1422">
                  <a:moveTo>
                    <a:pt x="0" y="0"/>
                  </a:moveTo>
                  <a:lnTo>
                    <a:pt x="0" y="1422"/>
                  </a:lnTo>
                  <a:lnTo>
                    <a:pt x="1" y="1422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lg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476" name="Freeform 52">
              <a:extLst>
                <a:ext uri="{FF2B5EF4-FFF2-40B4-BE49-F238E27FC236}">
                  <a16:creationId xmlns:a16="http://schemas.microsoft.com/office/drawing/2014/main" id="{0F5B30BB-4FE9-4554-ADA9-7411237D330F}"/>
                </a:ext>
              </a:extLst>
            </p:cNvPr>
            <p:cNvSpPr>
              <a:spLocks/>
            </p:cNvSpPr>
            <p:nvPr/>
          </p:nvSpPr>
          <p:spPr bwMode="auto">
            <a:xfrm>
              <a:off x="965" y="3113"/>
              <a:ext cx="237" cy="1"/>
            </a:xfrm>
            <a:custGeom>
              <a:avLst/>
              <a:gdLst>
                <a:gd name="T0" fmla="*/ 712 w 712"/>
                <a:gd name="T1" fmla="*/ 0 w 712"/>
                <a:gd name="T2" fmla="*/ 2 w 71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712">
                  <a:moveTo>
                    <a:pt x="712" y="0"/>
                  </a:moveTo>
                  <a:lnTo>
                    <a:pt x="0" y="0"/>
                  </a:lnTo>
                  <a:lnTo>
                    <a:pt x="2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477" name="Freeform 53">
              <a:extLst>
                <a:ext uri="{FF2B5EF4-FFF2-40B4-BE49-F238E27FC236}">
                  <a16:creationId xmlns:a16="http://schemas.microsoft.com/office/drawing/2014/main" id="{7B30653F-97BE-4D22-9E26-9F4F9FA3C1A9}"/>
                </a:ext>
              </a:extLst>
            </p:cNvPr>
            <p:cNvSpPr>
              <a:spLocks/>
            </p:cNvSpPr>
            <p:nvPr/>
          </p:nvSpPr>
          <p:spPr bwMode="auto">
            <a:xfrm>
              <a:off x="965" y="3113"/>
              <a:ext cx="1" cy="238"/>
            </a:xfrm>
            <a:custGeom>
              <a:avLst/>
              <a:gdLst>
                <a:gd name="T0" fmla="*/ 0 w 2"/>
                <a:gd name="T1" fmla="*/ 713 h 713"/>
                <a:gd name="T2" fmla="*/ 0 w 2"/>
                <a:gd name="T3" fmla="*/ 0 h 713"/>
                <a:gd name="T4" fmla="*/ 2 w 2"/>
                <a:gd name="T5" fmla="*/ 0 h 7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713">
                  <a:moveTo>
                    <a:pt x="0" y="713"/>
                  </a:moveTo>
                  <a:lnTo>
                    <a:pt x="0" y="0"/>
                  </a:lnTo>
                  <a:lnTo>
                    <a:pt x="2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478" name="Freeform 54">
              <a:extLst>
                <a:ext uri="{FF2B5EF4-FFF2-40B4-BE49-F238E27FC236}">
                  <a16:creationId xmlns:a16="http://schemas.microsoft.com/office/drawing/2014/main" id="{8D109DFD-D0B4-42C7-9EC7-8FDD3A6ACBE2}"/>
                </a:ext>
              </a:extLst>
            </p:cNvPr>
            <p:cNvSpPr>
              <a:spLocks/>
            </p:cNvSpPr>
            <p:nvPr/>
          </p:nvSpPr>
          <p:spPr bwMode="auto">
            <a:xfrm>
              <a:off x="965" y="2822"/>
              <a:ext cx="237" cy="1"/>
            </a:xfrm>
            <a:custGeom>
              <a:avLst/>
              <a:gdLst>
                <a:gd name="T0" fmla="*/ 712 w 712"/>
                <a:gd name="T1" fmla="*/ 0 w 712"/>
                <a:gd name="T2" fmla="*/ 2 w 71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712">
                  <a:moveTo>
                    <a:pt x="712" y="0"/>
                  </a:moveTo>
                  <a:lnTo>
                    <a:pt x="0" y="0"/>
                  </a:lnTo>
                  <a:lnTo>
                    <a:pt x="2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479" name="Freeform 55">
              <a:extLst>
                <a:ext uri="{FF2B5EF4-FFF2-40B4-BE49-F238E27FC236}">
                  <a16:creationId xmlns:a16="http://schemas.microsoft.com/office/drawing/2014/main" id="{F1810CBA-95DF-4F2F-8EAC-2D82FE521152}"/>
                </a:ext>
              </a:extLst>
            </p:cNvPr>
            <p:cNvSpPr>
              <a:spLocks/>
            </p:cNvSpPr>
            <p:nvPr/>
          </p:nvSpPr>
          <p:spPr bwMode="auto">
            <a:xfrm>
              <a:off x="1638" y="2762"/>
              <a:ext cx="1" cy="458"/>
            </a:xfrm>
            <a:custGeom>
              <a:avLst/>
              <a:gdLst>
                <a:gd name="T0" fmla="*/ 0 w 1"/>
                <a:gd name="T1" fmla="*/ 0 h 1376"/>
                <a:gd name="T2" fmla="*/ 0 w 1"/>
                <a:gd name="T3" fmla="*/ 1376 h 1376"/>
                <a:gd name="T4" fmla="*/ 1 w 1"/>
                <a:gd name="T5" fmla="*/ 1376 h 13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1376">
                  <a:moveTo>
                    <a:pt x="0" y="0"/>
                  </a:moveTo>
                  <a:lnTo>
                    <a:pt x="0" y="1376"/>
                  </a:lnTo>
                  <a:lnTo>
                    <a:pt x="1" y="1376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lg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480" name="Freeform 56">
              <a:extLst>
                <a:ext uri="{FF2B5EF4-FFF2-40B4-BE49-F238E27FC236}">
                  <a16:creationId xmlns:a16="http://schemas.microsoft.com/office/drawing/2014/main" id="{DB085FCC-FF3A-420A-B230-EB37F3E7BFD5}"/>
                </a:ext>
              </a:extLst>
            </p:cNvPr>
            <p:cNvSpPr>
              <a:spLocks/>
            </p:cNvSpPr>
            <p:nvPr/>
          </p:nvSpPr>
          <p:spPr bwMode="auto">
            <a:xfrm>
              <a:off x="965" y="2035"/>
              <a:ext cx="1" cy="222"/>
            </a:xfrm>
            <a:custGeom>
              <a:avLst/>
              <a:gdLst>
                <a:gd name="T0" fmla="*/ 0 w 2"/>
                <a:gd name="T1" fmla="*/ 666 h 666"/>
                <a:gd name="T2" fmla="*/ 0 w 2"/>
                <a:gd name="T3" fmla="*/ 0 h 666"/>
                <a:gd name="T4" fmla="*/ 2 w 2"/>
                <a:gd name="T5" fmla="*/ 0 h 6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666">
                  <a:moveTo>
                    <a:pt x="0" y="666"/>
                  </a:moveTo>
                  <a:lnTo>
                    <a:pt x="0" y="0"/>
                  </a:lnTo>
                  <a:lnTo>
                    <a:pt x="2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03481" name="Group 57">
              <a:extLst>
                <a:ext uri="{FF2B5EF4-FFF2-40B4-BE49-F238E27FC236}">
                  <a16:creationId xmlns:a16="http://schemas.microsoft.com/office/drawing/2014/main" id="{75DA6BFF-EADF-4F16-A938-6EFAD8BE4A0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02" y="1958"/>
              <a:ext cx="1" cy="397"/>
              <a:chOff x="3304" y="1758"/>
              <a:chExt cx="1" cy="397"/>
            </a:xfrm>
          </p:grpSpPr>
          <p:sp>
            <p:nvSpPr>
              <p:cNvPr id="103482" name="Freeform 58">
                <a:extLst>
                  <a:ext uri="{FF2B5EF4-FFF2-40B4-BE49-F238E27FC236}">
                    <a16:creationId xmlns:a16="http://schemas.microsoft.com/office/drawing/2014/main" id="{1594D7F0-B8E3-4B68-AF57-A1158873B07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04" y="1996"/>
                <a:ext cx="1" cy="159"/>
              </a:xfrm>
              <a:custGeom>
                <a:avLst/>
                <a:gdLst>
                  <a:gd name="T0" fmla="*/ 0 w 1"/>
                  <a:gd name="T1" fmla="*/ 477 h 477"/>
                  <a:gd name="T2" fmla="*/ 0 w 1"/>
                  <a:gd name="T3" fmla="*/ 0 h 477"/>
                  <a:gd name="T4" fmla="*/ 1 w 1"/>
                  <a:gd name="T5" fmla="*/ 0 h 4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477">
                    <a:moveTo>
                      <a:pt x="0" y="477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483" name="Freeform 59">
                <a:extLst>
                  <a:ext uri="{FF2B5EF4-FFF2-40B4-BE49-F238E27FC236}">
                    <a16:creationId xmlns:a16="http://schemas.microsoft.com/office/drawing/2014/main" id="{58062798-58BF-4D32-B1BB-D096DB7A877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04" y="1938"/>
                <a:ext cx="1" cy="16"/>
              </a:xfrm>
              <a:custGeom>
                <a:avLst/>
                <a:gdLst>
                  <a:gd name="T0" fmla="*/ 0 w 1"/>
                  <a:gd name="T1" fmla="*/ 48 h 48"/>
                  <a:gd name="T2" fmla="*/ 0 w 1"/>
                  <a:gd name="T3" fmla="*/ 0 h 48"/>
                  <a:gd name="T4" fmla="*/ 1 w 1"/>
                  <a:gd name="T5" fmla="*/ 0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48">
                    <a:moveTo>
                      <a:pt x="0" y="48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484" name="Freeform 60">
                <a:extLst>
                  <a:ext uri="{FF2B5EF4-FFF2-40B4-BE49-F238E27FC236}">
                    <a16:creationId xmlns:a16="http://schemas.microsoft.com/office/drawing/2014/main" id="{6AA3CDFE-E81F-4DCB-851E-FD34E67D4C8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04" y="1758"/>
                <a:ext cx="1" cy="137"/>
              </a:xfrm>
              <a:custGeom>
                <a:avLst/>
                <a:gdLst>
                  <a:gd name="T0" fmla="*/ 0 w 1"/>
                  <a:gd name="T1" fmla="*/ 412 h 412"/>
                  <a:gd name="T2" fmla="*/ 0 w 1"/>
                  <a:gd name="T3" fmla="*/ 0 h 412"/>
                  <a:gd name="T4" fmla="*/ 1 w 1"/>
                  <a:gd name="T5" fmla="*/ 0 h 4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412">
                    <a:moveTo>
                      <a:pt x="0" y="412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03485" name="Freeform 61">
              <a:extLst>
                <a:ext uri="{FF2B5EF4-FFF2-40B4-BE49-F238E27FC236}">
                  <a16:creationId xmlns:a16="http://schemas.microsoft.com/office/drawing/2014/main" id="{907A70AE-10FC-4A2C-8C16-D98DE4BD2BAF}"/>
                </a:ext>
              </a:extLst>
            </p:cNvPr>
            <p:cNvSpPr>
              <a:spLocks/>
            </p:cNvSpPr>
            <p:nvPr/>
          </p:nvSpPr>
          <p:spPr bwMode="auto">
            <a:xfrm>
              <a:off x="1638" y="1964"/>
              <a:ext cx="1" cy="391"/>
            </a:xfrm>
            <a:custGeom>
              <a:avLst/>
              <a:gdLst>
                <a:gd name="T0" fmla="*/ 0 w 1"/>
                <a:gd name="T1" fmla="*/ 1172 h 1172"/>
                <a:gd name="T2" fmla="*/ 0 w 1"/>
                <a:gd name="T3" fmla="*/ 0 h 1172"/>
                <a:gd name="T4" fmla="*/ 1 w 1"/>
                <a:gd name="T5" fmla="*/ 0 h 1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1172">
                  <a:moveTo>
                    <a:pt x="0" y="1172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lg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03486" name="Group 62">
              <a:extLst>
                <a:ext uri="{FF2B5EF4-FFF2-40B4-BE49-F238E27FC236}">
                  <a16:creationId xmlns:a16="http://schemas.microsoft.com/office/drawing/2014/main" id="{F4A49728-D6AB-49A1-8C64-6EB3B81D02A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65" y="2501"/>
              <a:ext cx="1" cy="957"/>
              <a:chOff x="4367" y="2301"/>
              <a:chExt cx="1" cy="957"/>
            </a:xfrm>
          </p:grpSpPr>
          <p:sp>
            <p:nvSpPr>
              <p:cNvPr id="103487" name="Freeform 63">
                <a:extLst>
                  <a:ext uri="{FF2B5EF4-FFF2-40B4-BE49-F238E27FC236}">
                    <a16:creationId xmlns:a16="http://schemas.microsoft.com/office/drawing/2014/main" id="{5F9289F6-CA26-4E2D-B2CB-444BE559778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67" y="2873"/>
                <a:ext cx="1" cy="385"/>
              </a:xfrm>
              <a:custGeom>
                <a:avLst/>
                <a:gdLst>
                  <a:gd name="T0" fmla="*/ 0 w 1"/>
                  <a:gd name="T1" fmla="*/ 0 h 1155"/>
                  <a:gd name="T2" fmla="*/ 0 w 1"/>
                  <a:gd name="T3" fmla="*/ 1155 h 1155"/>
                  <a:gd name="T4" fmla="*/ 1 w 1"/>
                  <a:gd name="T5" fmla="*/ 1155 h 11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155">
                    <a:moveTo>
                      <a:pt x="0" y="0"/>
                    </a:moveTo>
                    <a:lnTo>
                      <a:pt x="0" y="1155"/>
                    </a:lnTo>
                    <a:lnTo>
                      <a:pt x="1" y="1155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488" name="Freeform 64">
                <a:extLst>
                  <a:ext uri="{FF2B5EF4-FFF2-40B4-BE49-F238E27FC236}">
                    <a16:creationId xmlns:a16="http://schemas.microsoft.com/office/drawing/2014/main" id="{68946F54-FB4C-4CB5-A291-EB92BC5C86D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67" y="2301"/>
                <a:ext cx="1" cy="500"/>
              </a:xfrm>
              <a:custGeom>
                <a:avLst/>
                <a:gdLst>
                  <a:gd name="T0" fmla="*/ 0 w 1"/>
                  <a:gd name="T1" fmla="*/ 0 h 1498"/>
                  <a:gd name="T2" fmla="*/ 0 w 1"/>
                  <a:gd name="T3" fmla="*/ 1498 h 1498"/>
                  <a:gd name="T4" fmla="*/ 1 w 1"/>
                  <a:gd name="T5" fmla="*/ 1498 h 14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498">
                    <a:moveTo>
                      <a:pt x="0" y="0"/>
                    </a:moveTo>
                    <a:lnTo>
                      <a:pt x="0" y="1498"/>
                    </a:lnTo>
                    <a:lnTo>
                      <a:pt x="1" y="1498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489" name="Freeform 65">
                <a:extLst>
                  <a:ext uri="{FF2B5EF4-FFF2-40B4-BE49-F238E27FC236}">
                    <a16:creationId xmlns:a16="http://schemas.microsoft.com/office/drawing/2014/main" id="{0E39AB36-D7B9-49A0-9481-A3957C34EA6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67" y="2826"/>
                <a:ext cx="1" cy="24"/>
              </a:xfrm>
              <a:custGeom>
                <a:avLst/>
                <a:gdLst>
                  <a:gd name="T0" fmla="*/ 0 w 1"/>
                  <a:gd name="T1" fmla="*/ 0 h 72"/>
                  <a:gd name="T2" fmla="*/ 0 w 1"/>
                  <a:gd name="T3" fmla="*/ 72 h 72"/>
                  <a:gd name="T4" fmla="*/ 1 w 1"/>
                  <a:gd name="T5" fmla="*/ 72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72">
                    <a:moveTo>
                      <a:pt x="0" y="0"/>
                    </a:moveTo>
                    <a:lnTo>
                      <a:pt x="0" y="72"/>
                    </a:lnTo>
                    <a:lnTo>
                      <a:pt x="1" y="72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03490" name="Freeform 66">
              <a:extLst>
                <a:ext uri="{FF2B5EF4-FFF2-40B4-BE49-F238E27FC236}">
                  <a16:creationId xmlns:a16="http://schemas.microsoft.com/office/drawing/2014/main" id="{596C0BC2-1EBB-41BA-89A8-D7041F978439}"/>
                </a:ext>
              </a:extLst>
            </p:cNvPr>
            <p:cNvSpPr>
              <a:spLocks/>
            </p:cNvSpPr>
            <p:nvPr/>
          </p:nvSpPr>
          <p:spPr bwMode="auto">
            <a:xfrm>
              <a:off x="2464" y="2904"/>
              <a:ext cx="1" cy="128"/>
            </a:xfrm>
            <a:custGeom>
              <a:avLst/>
              <a:gdLst>
                <a:gd name="T0" fmla="*/ 0 w 1"/>
                <a:gd name="T1" fmla="*/ 0 h 386"/>
                <a:gd name="T2" fmla="*/ 0 w 1"/>
                <a:gd name="T3" fmla="*/ 386 h 386"/>
                <a:gd name="T4" fmla="*/ 1 w 1"/>
                <a:gd name="T5" fmla="*/ 386 h 3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386">
                  <a:moveTo>
                    <a:pt x="0" y="0"/>
                  </a:moveTo>
                  <a:lnTo>
                    <a:pt x="0" y="386"/>
                  </a:lnTo>
                  <a:lnTo>
                    <a:pt x="1" y="386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491" name="Freeform 67">
              <a:extLst>
                <a:ext uri="{FF2B5EF4-FFF2-40B4-BE49-F238E27FC236}">
                  <a16:creationId xmlns:a16="http://schemas.microsoft.com/office/drawing/2014/main" id="{CD94D1B5-04C9-49E1-9C27-A0582BD1823C}"/>
                </a:ext>
              </a:extLst>
            </p:cNvPr>
            <p:cNvSpPr>
              <a:spLocks/>
            </p:cNvSpPr>
            <p:nvPr/>
          </p:nvSpPr>
          <p:spPr bwMode="auto">
            <a:xfrm>
              <a:off x="2387" y="3032"/>
              <a:ext cx="77" cy="1"/>
            </a:xfrm>
            <a:custGeom>
              <a:avLst/>
              <a:gdLst>
                <a:gd name="T0" fmla="*/ 0 w 231"/>
                <a:gd name="T1" fmla="*/ 230 w 231"/>
                <a:gd name="T2" fmla="*/ 231 w 23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231">
                  <a:moveTo>
                    <a:pt x="0" y="0"/>
                  </a:moveTo>
                  <a:lnTo>
                    <a:pt x="230" y="0"/>
                  </a:lnTo>
                  <a:lnTo>
                    <a:pt x="231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492" name="Freeform 68">
              <a:extLst>
                <a:ext uri="{FF2B5EF4-FFF2-40B4-BE49-F238E27FC236}">
                  <a16:creationId xmlns:a16="http://schemas.microsoft.com/office/drawing/2014/main" id="{AAF9A7DF-2B76-474B-AC44-0C6CA56A6A5C}"/>
                </a:ext>
              </a:extLst>
            </p:cNvPr>
            <p:cNvSpPr>
              <a:spLocks/>
            </p:cNvSpPr>
            <p:nvPr/>
          </p:nvSpPr>
          <p:spPr bwMode="auto">
            <a:xfrm>
              <a:off x="2395" y="2904"/>
              <a:ext cx="77" cy="1"/>
            </a:xfrm>
            <a:custGeom>
              <a:avLst/>
              <a:gdLst>
                <a:gd name="T0" fmla="*/ 0 w 231"/>
                <a:gd name="T1" fmla="*/ 230 w 231"/>
                <a:gd name="T2" fmla="*/ 231 w 23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231">
                  <a:moveTo>
                    <a:pt x="0" y="0"/>
                  </a:moveTo>
                  <a:lnTo>
                    <a:pt x="230" y="0"/>
                  </a:lnTo>
                  <a:lnTo>
                    <a:pt x="231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03493" name="Group 69">
              <a:extLst>
                <a:ext uri="{FF2B5EF4-FFF2-40B4-BE49-F238E27FC236}">
                  <a16:creationId xmlns:a16="http://schemas.microsoft.com/office/drawing/2014/main" id="{58429FE4-9452-463C-B070-A0191F894CF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79" y="2968"/>
              <a:ext cx="1848" cy="1"/>
              <a:chOff x="2989" y="2768"/>
              <a:chExt cx="1848" cy="1"/>
            </a:xfrm>
          </p:grpSpPr>
          <p:sp>
            <p:nvSpPr>
              <p:cNvPr id="103494" name="Freeform 70">
                <a:extLst>
                  <a:ext uri="{FF2B5EF4-FFF2-40B4-BE49-F238E27FC236}">
                    <a16:creationId xmlns:a16="http://schemas.microsoft.com/office/drawing/2014/main" id="{C041EDA8-9959-4D57-8B25-C8847D7902B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60" y="2768"/>
                <a:ext cx="874" cy="1"/>
              </a:xfrm>
              <a:custGeom>
                <a:avLst/>
                <a:gdLst>
                  <a:gd name="T0" fmla="*/ 0 w 2622"/>
                  <a:gd name="T1" fmla="*/ 2620 w 2622"/>
                  <a:gd name="T2" fmla="*/ 2622 w 2622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2622">
                    <a:moveTo>
                      <a:pt x="0" y="0"/>
                    </a:moveTo>
                    <a:lnTo>
                      <a:pt x="2620" y="0"/>
                    </a:lnTo>
                    <a:lnTo>
                      <a:pt x="2622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495" name="Freeform 71">
                <a:extLst>
                  <a:ext uri="{FF2B5EF4-FFF2-40B4-BE49-F238E27FC236}">
                    <a16:creationId xmlns:a16="http://schemas.microsoft.com/office/drawing/2014/main" id="{FBC25351-A84F-4522-8938-71335304F55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89" y="2768"/>
                <a:ext cx="498" cy="1"/>
              </a:xfrm>
              <a:custGeom>
                <a:avLst/>
                <a:gdLst>
                  <a:gd name="T0" fmla="*/ 0 w 1492"/>
                  <a:gd name="T1" fmla="*/ 1491 w 1492"/>
                  <a:gd name="T2" fmla="*/ 1492 w 1492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492">
                    <a:moveTo>
                      <a:pt x="0" y="0"/>
                    </a:moveTo>
                    <a:lnTo>
                      <a:pt x="1491" y="0"/>
                    </a:lnTo>
                    <a:lnTo>
                      <a:pt x="1492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496" name="Freeform 72">
                <a:extLst>
                  <a:ext uri="{FF2B5EF4-FFF2-40B4-BE49-F238E27FC236}">
                    <a16:creationId xmlns:a16="http://schemas.microsoft.com/office/drawing/2014/main" id="{3F6F462F-8700-449F-9D2B-29C62D8BC9A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12" y="2768"/>
                <a:ext cx="22" cy="1"/>
              </a:xfrm>
              <a:custGeom>
                <a:avLst/>
                <a:gdLst>
                  <a:gd name="T0" fmla="*/ 0 w 66"/>
                  <a:gd name="T1" fmla="*/ 65 w 66"/>
                  <a:gd name="T2" fmla="*/ 66 w 66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66">
                    <a:moveTo>
                      <a:pt x="0" y="0"/>
                    </a:moveTo>
                    <a:lnTo>
                      <a:pt x="65" y="0"/>
                    </a:lnTo>
                    <a:lnTo>
                      <a:pt x="66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497" name="Freeform 73">
                <a:extLst>
                  <a:ext uri="{FF2B5EF4-FFF2-40B4-BE49-F238E27FC236}">
                    <a16:creationId xmlns:a16="http://schemas.microsoft.com/office/drawing/2014/main" id="{4EB280BE-EE84-4AF1-8757-7228403E875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27" y="2768"/>
                <a:ext cx="310" cy="1"/>
              </a:xfrm>
              <a:custGeom>
                <a:avLst/>
                <a:gdLst>
                  <a:gd name="T0" fmla="*/ 0 w 930"/>
                  <a:gd name="T1" fmla="*/ 929 w 930"/>
                  <a:gd name="T2" fmla="*/ 930 w 930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930">
                    <a:moveTo>
                      <a:pt x="0" y="0"/>
                    </a:moveTo>
                    <a:lnTo>
                      <a:pt x="929" y="0"/>
                    </a:lnTo>
                    <a:lnTo>
                      <a:pt x="930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498" name="Freeform 74">
                <a:extLst>
                  <a:ext uri="{FF2B5EF4-FFF2-40B4-BE49-F238E27FC236}">
                    <a16:creationId xmlns:a16="http://schemas.microsoft.com/office/drawing/2014/main" id="{42675996-2BAE-41C6-A89B-04C2CCD4BA4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70" y="2768"/>
                <a:ext cx="21" cy="1"/>
              </a:xfrm>
              <a:custGeom>
                <a:avLst/>
                <a:gdLst>
                  <a:gd name="T0" fmla="*/ 0 w 65"/>
                  <a:gd name="T1" fmla="*/ 64 w 65"/>
                  <a:gd name="T2" fmla="*/ 65 w 65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65">
                    <a:moveTo>
                      <a:pt x="0" y="0"/>
                    </a:moveTo>
                    <a:lnTo>
                      <a:pt x="64" y="0"/>
                    </a:lnTo>
                    <a:lnTo>
                      <a:pt x="65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03499" name="Group 75">
              <a:extLst>
                <a:ext uri="{FF2B5EF4-FFF2-40B4-BE49-F238E27FC236}">
                  <a16:creationId xmlns:a16="http://schemas.microsoft.com/office/drawing/2014/main" id="{EC48379A-12BB-4DA8-8C06-05E76733C41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92" y="2035"/>
              <a:ext cx="292" cy="100"/>
              <a:chOff x="3594" y="1835"/>
              <a:chExt cx="292" cy="100"/>
            </a:xfrm>
          </p:grpSpPr>
          <p:sp>
            <p:nvSpPr>
              <p:cNvPr id="103500" name="Freeform 76">
                <a:extLst>
                  <a:ext uri="{FF2B5EF4-FFF2-40B4-BE49-F238E27FC236}">
                    <a16:creationId xmlns:a16="http://schemas.microsoft.com/office/drawing/2014/main" id="{DC4D8738-6657-4583-9147-8EC2795B84C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94" y="1934"/>
                <a:ext cx="75" cy="1"/>
              </a:xfrm>
              <a:custGeom>
                <a:avLst/>
                <a:gdLst>
                  <a:gd name="T0" fmla="*/ 0 w 225"/>
                  <a:gd name="T1" fmla="*/ 224 w 225"/>
                  <a:gd name="T2" fmla="*/ 225 w 225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225">
                    <a:moveTo>
                      <a:pt x="0" y="0"/>
                    </a:moveTo>
                    <a:lnTo>
                      <a:pt x="224" y="0"/>
                    </a:lnTo>
                    <a:lnTo>
                      <a:pt x="225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501" name="Freeform 77">
                <a:extLst>
                  <a:ext uri="{FF2B5EF4-FFF2-40B4-BE49-F238E27FC236}">
                    <a16:creationId xmlns:a16="http://schemas.microsoft.com/office/drawing/2014/main" id="{B7B7C4A8-9372-480C-A7F8-AD8A8AF0F1E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93" y="1934"/>
                <a:ext cx="95" cy="1"/>
              </a:xfrm>
              <a:custGeom>
                <a:avLst/>
                <a:gdLst>
                  <a:gd name="T0" fmla="*/ 0 w 285"/>
                  <a:gd name="T1" fmla="*/ 284 w 285"/>
                  <a:gd name="T2" fmla="*/ 285 w 285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285">
                    <a:moveTo>
                      <a:pt x="0" y="0"/>
                    </a:moveTo>
                    <a:lnTo>
                      <a:pt x="284" y="0"/>
                    </a:lnTo>
                    <a:lnTo>
                      <a:pt x="285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502" name="Freeform 78">
                <a:extLst>
                  <a:ext uri="{FF2B5EF4-FFF2-40B4-BE49-F238E27FC236}">
                    <a16:creationId xmlns:a16="http://schemas.microsoft.com/office/drawing/2014/main" id="{1E2DC1DD-8D2E-41FA-93DB-2984C7D8DF7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11" y="1934"/>
                <a:ext cx="75" cy="1"/>
              </a:xfrm>
              <a:custGeom>
                <a:avLst/>
                <a:gdLst>
                  <a:gd name="T0" fmla="*/ 0 w 225"/>
                  <a:gd name="T1" fmla="*/ 223 w 225"/>
                  <a:gd name="T2" fmla="*/ 225 w 225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225">
                    <a:moveTo>
                      <a:pt x="0" y="0"/>
                    </a:moveTo>
                    <a:lnTo>
                      <a:pt x="223" y="0"/>
                    </a:lnTo>
                    <a:lnTo>
                      <a:pt x="225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503" name="Freeform 79">
                <a:extLst>
                  <a:ext uri="{FF2B5EF4-FFF2-40B4-BE49-F238E27FC236}">
                    <a16:creationId xmlns:a16="http://schemas.microsoft.com/office/drawing/2014/main" id="{8059858F-4938-4A20-8193-313C36D428F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94" y="1894"/>
                <a:ext cx="1" cy="40"/>
              </a:xfrm>
              <a:custGeom>
                <a:avLst/>
                <a:gdLst>
                  <a:gd name="T0" fmla="*/ 0 w 2"/>
                  <a:gd name="T1" fmla="*/ 120 h 120"/>
                  <a:gd name="T2" fmla="*/ 0 w 2"/>
                  <a:gd name="T3" fmla="*/ 0 h 120"/>
                  <a:gd name="T4" fmla="*/ 2 w 2"/>
                  <a:gd name="T5" fmla="*/ 0 h 1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120">
                    <a:moveTo>
                      <a:pt x="0" y="120"/>
                    </a:moveTo>
                    <a:lnTo>
                      <a:pt x="0" y="0"/>
                    </a:lnTo>
                    <a:lnTo>
                      <a:pt x="2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504" name="Freeform 80">
                <a:extLst>
                  <a:ext uri="{FF2B5EF4-FFF2-40B4-BE49-F238E27FC236}">
                    <a16:creationId xmlns:a16="http://schemas.microsoft.com/office/drawing/2014/main" id="{DA42F03B-CB72-442C-88D9-161501D4521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94" y="1835"/>
                <a:ext cx="1" cy="40"/>
              </a:xfrm>
              <a:custGeom>
                <a:avLst/>
                <a:gdLst>
                  <a:gd name="T0" fmla="*/ 0 w 2"/>
                  <a:gd name="T1" fmla="*/ 120 h 120"/>
                  <a:gd name="T2" fmla="*/ 0 w 2"/>
                  <a:gd name="T3" fmla="*/ 0 h 120"/>
                  <a:gd name="T4" fmla="*/ 2 w 2"/>
                  <a:gd name="T5" fmla="*/ 0 h 1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120">
                    <a:moveTo>
                      <a:pt x="0" y="120"/>
                    </a:moveTo>
                    <a:lnTo>
                      <a:pt x="0" y="0"/>
                    </a:lnTo>
                    <a:lnTo>
                      <a:pt x="2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505" name="Freeform 81">
                <a:extLst>
                  <a:ext uri="{FF2B5EF4-FFF2-40B4-BE49-F238E27FC236}">
                    <a16:creationId xmlns:a16="http://schemas.microsoft.com/office/drawing/2014/main" id="{A750E105-01A6-4F74-91F3-00A4EB26055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85" y="1894"/>
                <a:ext cx="1" cy="40"/>
              </a:xfrm>
              <a:custGeom>
                <a:avLst/>
                <a:gdLst>
                  <a:gd name="T0" fmla="*/ 0 w 2"/>
                  <a:gd name="T1" fmla="*/ 120 h 120"/>
                  <a:gd name="T2" fmla="*/ 0 w 2"/>
                  <a:gd name="T3" fmla="*/ 0 h 120"/>
                  <a:gd name="T4" fmla="*/ 2 w 2"/>
                  <a:gd name="T5" fmla="*/ 0 h 1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120">
                    <a:moveTo>
                      <a:pt x="0" y="120"/>
                    </a:moveTo>
                    <a:lnTo>
                      <a:pt x="0" y="0"/>
                    </a:lnTo>
                    <a:lnTo>
                      <a:pt x="2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506" name="Freeform 82">
                <a:extLst>
                  <a:ext uri="{FF2B5EF4-FFF2-40B4-BE49-F238E27FC236}">
                    <a16:creationId xmlns:a16="http://schemas.microsoft.com/office/drawing/2014/main" id="{B1482850-8B8F-4A90-BE8F-341882A3AD3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85" y="1835"/>
                <a:ext cx="1" cy="40"/>
              </a:xfrm>
              <a:custGeom>
                <a:avLst/>
                <a:gdLst>
                  <a:gd name="T0" fmla="*/ 0 w 2"/>
                  <a:gd name="T1" fmla="*/ 120 h 120"/>
                  <a:gd name="T2" fmla="*/ 0 w 2"/>
                  <a:gd name="T3" fmla="*/ 0 h 120"/>
                  <a:gd name="T4" fmla="*/ 2 w 2"/>
                  <a:gd name="T5" fmla="*/ 0 h 1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120">
                    <a:moveTo>
                      <a:pt x="0" y="120"/>
                    </a:moveTo>
                    <a:lnTo>
                      <a:pt x="0" y="0"/>
                    </a:lnTo>
                    <a:lnTo>
                      <a:pt x="2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03507" name="Freeform 83">
              <a:extLst>
                <a:ext uri="{FF2B5EF4-FFF2-40B4-BE49-F238E27FC236}">
                  <a16:creationId xmlns:a16="http://schemas.microsoft.com/office/drawing/2014/main" id="{BC4295F3-EE0D-43BB-AD99-91C5F69AADDC}"/>
                </a:ext>
              </a:extLst>
            </p:cNvPr>
            <p:cNvSpPr>
              <a:spLocks/>
            </p:cNvSpPr>
            <p:nvPr/>
          </p:nvSpPr>
          <p:spPr bwMode="auto">
            <a:xfrm>
              <a:off x="1883" y="1560"/>
              <a:ext cx="765" cy="1"/>
            </a:xfrm>
            <a:custGeom>
              <a:avLst/>
              <a:gdLst>
                <a:gd name="T0" fmla="*/ 2296 w 2296"/>
                <a:gd name="T1" fmla="*/ 0 w 2296"/>
                <a:gd name="T2" fmla="*/ 2 w 229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2296">
                  <a:moveTo>
                    <a:pt x="2296" y="0"/>
                  </a:moveTo>
                  <a:lnTo>
                    <a:pt x="0" y="0"/>
                  </a:lnTo>
                  <a:lnTo>
                    <a:pt x="2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03508" name="Group 84">
              <a:extLst>
                <a:ext uri="{FF2B5EF4-FFF2-40B4-BE49-F238E27FC236}">
                  <a16:creationId xmlns:a16="http://schemas.microsoft.com/office/drawing/2014/main" id="{4F9C54E8-69AD-493A-9EB6-1BD6DEA14E7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65" y="1475"/>
              <a:ext cx="1" cy="872"/>
              <a:chOff x="4367" y="1275"/>
              <a:chExt cx="1" cy="872"/>
            </a:xfrm>
          </p:grpSpPr>
          <p:sp>
            <p:nvSpPr>
              <p:cNvPr id="103509" name="Freeform 85">
                <a:extLst>
                  <a:ext uri="{FF2B5EF4-FFF2-40B4-BE49-F238E27FC236}">
                    <a16:creationId xmlns:a16="http://schemas.microsoft.com/office/drawing/2014/main" id="{E653873A-2A58-45B7-BE12-51E8FA84083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67" y="1756"/>
                <a:ext cx="1" cy="391"/>
              </a:xfrm>
              <a:custGeom>
                <a:avLst/>
                <a:gdLst>
                  <a:gd name="T0" fmla="*/ 0 w 1"/>
                  <a:gd name="T1" fmla="*/ 1174 h 1174"/>
                  <a:gd name="T2" fmla="*/ 0 w 1"/>
                  <a:gd name="T3" fmla="*/ 0 h 1174"/>
                  <a:gd name="T4" fmla="*/ 1 w 1"/>
                  <a:gd name="T5" fmla="*/ 0 h 11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174">
                    <a:moveTo>
                      <a:pt x="0" y="1174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510" name="Freeform 86">
                <a:extLst>
                  <a:ext uri="{FF2B5EF4-FFF2-40B4-BE49-F238E27FC236}">
                    <a16:creationId xmlns:a16="http://schemas.microsoft.com/office/drawing/2014/main" id="{160569EB-716B-4A20-AA59-2473EC58F9A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67" y="1275"/>
                <a:ext cx="1" cy="363"/>
              </a:xfrm>
              <a:custGeom>
                <a:avLst/>
                <a:gdLst>
                  <a:gd name="T0" fmla="*/ 0 w 1"/>
                  <a:gd name="T1" fmla="*/ 1089 h 1089"/>
                  <a:gd name="T2" fmla="*/ 0 w 1"/>
                  <a:gd name="T3" fmla="*/ 0 h 1089"/>
                  <a:gd name="T4" fmla="*/ 1 w 1"/>
                  <a:gd name="T5" fmla="*/ 0 h 10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089">
                    <a:moveTo>
                      <a:pt x="0" y="1089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511" name="Freeform 87">
                <a:extLst>
                  <a:ext uri="{FF2B5EF4-FFF2-40B4-BE49-F238E27FC236}">
                    <a16:creationId xmlns:a16="http://schemas.microsoft.com/office/drawing/2014/main" id="{E5EEEA92-7F88-49B8-9715-577737F67D7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67" y="1681"/>
                <a:ext cx="1" cy="32"/>
              </a:xfrm>
              <a:custGeom>
                <a:avLst/>
                <a:gdLst>
                  <a:gd name="T0" fmla="*/ 0 w 1"/>
                  <a:gd name="T1" fmla="*/ 98 h 98"/>
                  <a:gd name="T2" fmla="*/ 0 w 1"/>
                  <a:gd name="T3" fmla="*/ 0 h 98"/>
                  <a:gd name="T4" fmla="*/ 1 w 1"/>
                  <a:gd name="T5" fmla="*/ 0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98">
                    <a:moveTo>
                      <a:pt x="0" y="98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03512" name="Group 88">
              <a:extLst>
                <a:ext uri="{FF2B5EF4-FFF2-40B4-BE49-F238E27FC236}">
                  <a16:creationId xmlns:a16="http://schemas.microsoft.com/office/drawing/2014/main" id="{53029BE0-39BD-4300-A9C4-B804496331C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90" y="1560"/>
              <a:ext cx="552" cy="192"/>
              <a:chOff x="4092" y="1360"/>
              <a:chExt cx="552" cy="192"/>
            </a:xfrm>
          </p:grpSpPr>
          <p:sp>
            <p:nvSpPr>
              <p:cNvPr id="103513" name="Freeform 89">
                <a:extLst>
                  <a:ext uri="{FF2B5EF4-FFF2-40B4-BE49-F238E27FC236}">
                    <a16:creationId xmlns:a16="http://schemas.microsoft.com/office/drawing/2014/main" id="{D7240A29-1D59-41EB-ADC9-CEBAD87D0CC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74" y="1491"/>
                <a:ext cx="1" cy="61"/>
              </a:xfrm>
              <a:custGeom>
                <a:avLst/>
                <a:gdLst>
                  <a:gd name="T0" fmla="*/ 0 w 1"/>
                  <a:gd name="T1" fmla="*/ 184 h 184"/>
                  <a:gd name="T2" fmla="*/ 0 w 1"/>
                  <a:gd name="T3" fmla="*/ 0 h 184"/>
                  <a:gd name="T4" fmla="*/ 1 w 1"/>
                  <a:gd name="T5" fmla="*/ 0 h 1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84">
                    <a:moveTo>
                      <a:pt x="0" y="184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514" name="Freeform 90">
                <a:extLst>
                  <a:ext uri="{FF2B5EF4-FFF2-40B4-BE49-F238E27FC236}">
                    <a16:creationId xmlns:a16="http://schemas.microsoft.com/office/drawing/2014/main" id="{867EEBE9-5124-4314-8BDB-72A1F0DF580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97" y="1491"/>
                <a:ext cx="1" cy="61"/>
              </a:xfrm>
              <a:custGeom>
                <a:avLst/>
                <a:gdLst>
                  <a:gd name="T0" fmla="*/ 0 w 2"/>
                  <a:gd name="T1" fmla="*/ 184 h 184"/>
                  <a:gd name="T2" fmla="*/ 0 w 2"/>
                  <a:gd name="T3" fmla="*/ 0 h 184"/>
                  <a:gd name="T4" fmla="*/ 2 w 2"/>
                  <a:gd name="T5" fmla="*/ 0 h 1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184">
                    <a:moveTo>
                      <a:pt x="0" y="184"/>
                    </a:moveTo>
                    <a:lnTo>
                      <a:pt x="0" y="0"/>
                    </a:lnTo>
                    <a:lnTo>
                      <a:pt x="2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515" name="Freeform 91">
                <a:extLst>
                  <a:ext uri="{FF2B5EF4-FFF2-40B4-BE49-F238E27FC236}">
                    <a16:creationId xmlns:a16="http://schemas.microsoft.com/office/drawing/2014/main" id="{9F8C6AD8-233B-4BA6-AA58-2E188E14F1F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22" y="1491"/>
                <a:ext cx="1" cy="61"/>
              </a:xfrm>
              <a:custGeom>
                <a:avLst/>
                <a:gdLst>
                  <a:gd name="T0" fmla="*/ 0 w 1"/>
                  <a:gd name="T1" fmla="*/ 184 h 184"/>
                  <a:gd name="T2" fmla="*/ 0 w 1"/>
                  <a:gd name="T3" fmla="*/ 0 h 184"/>
                  <a:gd name="T4" fmla="*/ 1 w 1"/>
                  <a:gd name="T5" fmla="*/ 0 h 1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84">
                    <a:moveTo>
                      <a:pt x="0" y="184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516" name="Freeform 92">
                <a:extLst>
                  <a:ext uri="{FF2B5EF4-FFF2-40B4-BE49-F238E27FC236}">
                    <a16:creationId xmlns:a16="http://schemas.microsoft.com/office/drawing/2014/main" id="{2360D4A3-FA93-4718-89A8-F57C06F33B2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92" y="1491"/>
                <a:ext cx="87" cy="1"/>
              </a:xfrm>
              <a:custGeom>
                <a:avLst/>
                <a:gdLst>
                  <a:gd name="T0" fmla="*/ 0 w 259"/>
                  <a:gd name="T1" fmla="*/ 257 w 259"/>
                  <a:gd name="T2" fmla="*/ 259 w 259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259">
                    <a:moveTo>
                      <a:pt x="0" y="0"/>
                    </a:moveTo>
                    <a:lnTo>
                      <a:pt x="257" y="0"/>
                    </a:lnTo>
                    <a:lnTo>
                      <a:pt x="259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517" name="Freeform 93">
                <a:extLst>
                  <a:ext uri="{FF2B5EF4-FFF2-40B4-BE49-F238E27FC236}">
                    <a16:creationId xmlns:a16="http://schemas.microsoft.com/office/drawing/2014/main" id="{22E6ED20-71C1-450F-896F-B45AF7AF91F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02" y="1491"/>
                <a:ext cx="95" cy="1"/>
              </a:xfrm>
              <a:custGeom>
                <a:avLst/>
                <a:gdLst>
                  <a:gd name="T0" fmla="*/ 0 w 286"/>
                  <a:gd name="T1" fmla="*/ 284 w 286"/>
                  <a:gd name="T2" fmla="*/ 286 w 286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286">
                    <a:moveTo>
                      <a:pt x="0" y="0"/>
                    </a:moveTo>
                    <a:lnTo>
                      <a:pt x="284" y="0"/>
                    </a:lnTo>
                    <a:lnTo>
                      <a:pt x="286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518" name="Freeform 94">
                <a:extLst>
                  <a:ext uri="{FF2B5EF4-FFF2-40B4-BE49-F238E27FC236}">
                    <a16:creationId xmlns:a16="http://schemas.microsoft.com/office/drawing/2014/main" id="{3F153C67-084C-4A6F-A738-C69637075C6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20" y="1491"/>
                <a:ext cx="95" cy="1"/>
              </a:xfrm>
              <a:custGeom>
                <a:avLst/>
                <a:gdLst>
                  <a:gd name="T0" fmla="*/ 0 w 286"/>
                  <a:gd name="T1" fmla="*/ 284 w 286"/>
                  <a:gd name="T2" fmla="*/ 286 w 286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286">
                    <a:moveTo>
                      <a:pt x="0" y="0"/>
                    </a:moveTo>
                    <a:lnTo>
                      <a:pt x="284" y="0"/>
                    </a:lnTo>
                    <a:lnTo>
                      <a:pt x="286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519" name="Freeform 95">
                <a:extLst>
                  <a:ext uri="{FF2B5EF4-FFF2-40B4-BE49-F238E27FC236}">
                    <a16:creationId xmlns:a16="http://schemas.microsoft.com/office/drawing/2014/main" id="{B6822731-FA99-4894-BF01-772BB6797EA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38" y="1491"/>
                <a:ext cx="96" cy="1"/>
              </a:xfrm>
              <a:custGeom>
                <a:avLst/>
                <a:gdLst>
                  <a:gd name="T0" fmla="*/ 0 w 286"/>
                  <a:gd name="T1" fmla="*/ 284 w 286"/>
                  <a:gd name="T2" fmla="*/ 286 w 286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286">
                    <a:moveTo>
                      <a:pt x="0" y="0"/>
                    </a:moveTo>
                    <a:lnTo>
                      <a:pt x="284" y="0"/>
                    </a:lnTo>
                    <a:lnTo>
                      <a:pt x="286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520" name="Freeform 96">
                <a:extLst>
                  <a:ext uri="{FF2B5EF4-FFF2-40B4-BE49-F238E27FC236}">
                    <a16:creationId xmlns:a16="http://schemas.microsoft.com/office/drawing/2014/main" id="{B6969E90-797A-4710-9531-4CE30C3022C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57" y="1491"/>
                <a:ext cx="86" cy="1"/>
              </a:xfrm>
              <a:custGeom>
                <a:avLst/>
                <a:gdLst>
                  <a:gd name="T0" fmla="*/ 0 w 259"/>
                  <a:gd name="T1" fmla="*/ 258 w 259"/>
                  <a:gd name="T2" fmla="*/ 259 w 259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259">
                    <a:moveTo>
                      <a:pt x="0" y="0"/>
                    </a:moveTo>
                    <a:lnTo>
                      <a:pt x="258" y="0"/>
                    </a:lnTo>
                    <a:lnTo>
                      <a:pt x="259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521" name="Freeform 97">
                <a:extLst>
                  <a:ext uri="{FF2B5EF4-FFF2-40B4-BE49-F238E27FC236}">
                    <a16:creationId xmlns:a16="http://schemas.microsoft.com/office/drawing/2014/main" id="{05F84A1B-CC8D-48E4-85D0-E1BF9EE896E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92" y="1437"/>
                <a:ext cx="1" cy="54"/>
              </a:xfrm>
              <a:custGeom>
                <a:avLst/>
                <a:gdLst>
                  <a:gd name="T0" fmla="*/ 0 w 1"/>
                  <a:gd name="T1" fmla="*/ 160 h 160"/>
                  <a:gd name="T2" fmla="*/ 0 w 1"/>
                  <a:gd name="T3" fmla="*/ 0 h 160"/>
                  <a:gd name="T4" fmla="*/ 1 w 1"/>
                  <a:gd name="T5" fmla="*/ 0 h 1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60">
                    <a:moveTo>
                      <a:pt x="0" y="160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522" name="Freeform 98">
                <a:extLst>
                  <a:ext uri="{FF2B5EF4-FFF2-40B4-BE49-F238E27FC236}">
                    <a16:creationId xmlns:a16="http://schemas.microsoft.com/office/drawing/2014/main" id="{D196276B-EC79-421A-9BAA-A990DE02331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92" y="1360"/>
                <a:ext cx="1" cy="53"/>
              </a:xfrm>
              <a:custGeom>
                <a:avLst/>
                <a:gdLst>
                  <a:gd name="T0" fmla="*/ 0 w 1"/>
                  <a:gd name="T1" fmla="*/ 159 h 159"/>
                  <a:gd name="T2" fmla="*/ 0 w 1"/>
                  <a:gd name="T3" fmla="*/ 0 h 159"/>
                  <a:gd name="T4" fmla="*/ 1 w 1"/>
                  <a:gd name="T5" fmla="*/ 0 h 1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59">
                    <a:moveTo>
                      <a:pt x="0" y="159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523" name="Freeform 99">
                <a:extLst>
                  <a:ext uri="{FF2B5EF4-FFF2-40B4-BE49-F238E27FC236}">
                    <a16:creationId xmlns:a16="http://schemas.microsoft.com/office/drawing/2014/main" id="{8C1FC4AF-CF36-4E62-B76E-93AB5EF4A97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43" y="1437"/>
                <a:ext cx="1" cy="54"/>
              </a:xfrm>
              <a:custGeom>
                <a:avLst/>
                <a:gdLst>
                  <a:gd name="T0" fmla="*/ 0 w 1"/>
                  <a:gd name="T1" fmla="*/ 160 h 160"/>
                  <a:gd name="T2" fmla="*/ 0 w 1"/>
                  <a:gd name="T3" fmla="*/ 0 h 160"/>
                  <a:gd name="T4" fmla="*/ 1 w 1"/>
                  <a:gd name="T5" fmla="*/ 0 h 1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60">
                    <a:moveTo>
                      <a:pt x="0" y="160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524" name="Freeform 100">
                <a:extLst>
                  <a:ext uri="{FF2B5EF4-FFF2-40B4-BE49-F238E27FC236}">
                    <a16:creationId xmlns:a16="http://schemas.microsoft.com/office/drawing/2014/main" id="{47312E98-6A9E-4AD8-93C3-C1134BAC7B9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43" y="1360"/>
                <a:ext cx="1" cy="53"/>
              </a:xfrm>
              <a:custGeom>
                <a:avLst/>
                <a:gdLst>
                  <a:gd name="T0" fmla="*/ 0 w 1"/>
                  <a:gd name="T1" fmla="*/ 159 h 159"/>
                  <a:gd name="T2" fmla="*/ 0 w 1"/>
                  <a:gd name="T3" fmla="*/ 0 h 159"/>
                  <a:gd name="T4" fmla="*/ 1 w 1"/>
                  <a:gd name="T5" fmla="*/ 0 h 1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59">
                    <a:moveTo>
                      <a:pt x="0" y="159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</p:spTree>
  </p:cSld>
  <p:clrMapOvr>
    <a:masterClrMapping/>
  </p:clrMapOvr>
  <p:transition spd="slow">
    <p:cover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34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34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34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034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034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034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034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3427" grpId="0" autoUpdateAnimBg="0"/>
      <p:bldP spid="103428" grpId="0" autoUpdateAnimBg="0"/>
      <p:bldP spid="103429" grpId="0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4450" name="Group 2">
            <a:extLst>
              <a:ext uri="{FF2B5EF4-FFF2-40B4-BE49-F238E27FC236}">
                <a16:creationId xmlns:a16="http://schemas.microsoft.com/office/drawing/2014/main" id="{8CE04E2F-C071-402E-A036-1852820EE060}"/>
              </a:ext>
            </a:extLst>
          </p:cNvPr>
          <p:cNvGrpSpPr>
            <a:grpSpLocks/>
          </p:cNvGrpSpPr>
          <p:nvPr/>
        </p:nvGrpSpPr>
        <p:grpSpPr bwMode="auto">
          <a:xfrm>
            <a:off x="635000" y="1387475"/>
            <a:ext cx="4438650" cy="4343400"/>
            <a:chOff x="1200" y="696"/>
            <a:chExt cx="2796" cy="2736"/>
          </a:xfrm>
        </p:grpSpPr>
        <p:sp>
          <p:nvSpPr>
            <p:cNvPr id="104451" name="Freeform 3">
              <a:extLst>
                <a:ext uri="{FF2B5EF4-FFF2-40B4-BE49-F238E27FC236}">
                  <a16:creationId xmlns:a16="http://schemas.microsoft.com/office/drawing/2014/main" id="{25FD21E1-1793-4A3F-8863-EA102E7438EF}"/>
                </a:ext>
              </a:extLst>
            </p:cNvPr>
            <p:cNvSpPr>
              <a:spLocks/>
            </p:cNvSpPr>
            <p:nvPr/>
          </p:nvSpPr>
          <p:spPr bwMode="auto">
            <a:xfrm>
              <a:off x="1206" y="1812"/>
              <a:ext cx="2790" cy="1620"/>
            </a:xfrm>
            <a:custGeom>
              <a:avLst/>
              <a:gdLst>
                <a:gd name="T0" fmla="*/ 0 w 2790"/>
                <a:gd name="T1" fmla="*/ 978 h 1620"/>
                <a:gd name="T2" fmla="*/ 1096 w 2790"/>
                <a:gd name="T3" fmla="*/ 1620 h 1620"/>
                <a:gd name="T4" fmla="*/ 2790 w 2790"/>
                <a:gd name="T5" fmla="*/ 642 h 1620"/>
                <a:gd name="T6" fmla="*/ 1686 w 2790"/>
                <a:gd name="T7" fmla="*/ 0 h 1620"/>
                <a:gd name="T8" fmla="*/ 0 w 2790"/>
                <a:gd name="T9" fmla="*/ 978 h 16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90" h="1620">
                  <a:moveTo>
                    <a:pt x="0" y="978"/>
                  </a:moveTo>
                  <a:lnTo>
                    <a:pt x="1096" y="1620"/>
                  </a:lnTo>
                  <a:lnTo>
                    <a:pt x="2790" y="642"/>
                  </a:lnTo>
                  <a:lnTo>
                    <a:pt x="1686" y="0"/>
                  </a:lnTo>
                  <a:lnTo>
                    <a:pt x="0" y="978"/>
                  </a:lnTo>
                  <a:close/>
                </a:path>
              </a:pathLst>
            </a:custGeom>
            <a:solidFill>
              <a:srgbClr val="FFFF66"/>
            </a:solidFill>
            <a:ln w="12700" cap="flat" cmpd="sng">
              <a:solidFill>
                <a:schemeClr val="tx1"/>
              </a:solidFill>
              <a:prstDash val="solid"/>
              <a:round/>
              <a:headEnd type="none" w="sm" len="lg"/>
              <a:tailEnd type="none" w="sm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4452" name="Freeform 4">
              <a:extLst>
                <a:ext uri="{FF2B5EF4-FFF2-40B4-BE49-F238E27FC236}">
                  <a16:creationId xmlns:a16="http://schemas.microsoft.com/office/drawing/2014/main" id="{58833269-220E-4B86-AB54-184257469C0C}"/>
                </a:ext>
              </a:extLst>
            </p:cNvPr>
            <p:cNvSpPr>
              <a:spLocks/>
            </p:cNvSpPr>
            <p:nvPr/>
          </p:nvSpPr>
          <p:spPr bwMode="auto">
            <a:xfrm>
              <a:off x="1200" y="696"/>
              <a:ext cx="1692" cy="2094"/>
            </a:xfrm>
            <a:custGeom>
              <a:avLst/>
              <a:gdLst>
                <a:gd name="T0" fmla="*/ 0 w 1692"/>
                <a:gd name="T1" fmla="*/ 972 h 2094"/>
                <a:gd name="T2" fmla="*/ 0 w 1692"/>
                <a:gd name="T3" fmla="*/ 2094 h 2094"/>
                <a:gd name="T4" fmla="*/ 1692 w 1692"/>
                <a:gd name="T5" fmla="*/ 1116 h 2094"/>
                <a:gd name="T6" fmla="*/ 1692 w 1692"/>
                <a:gd name="T7" fmla="*/ 0 h 2094"/>
                <a:gd name="T8" fmla="*/ 0 w 1692"/>
                <a:gd name="T9" fmla="*/ 972 h 2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92" h="2094">
                  <a:moveTo>
                    <a:pt x="0" y="972"/>
                  </a:moveTo>
                  <a:lnTo>
                    <a:pt x="0" y="2094"/>
                  </a:lnTo>
                  <a:lnTo>
                    <a:pt x="1692" y="1116"/>
                  </a:lnTo>
                  <a:lnTo>
                    <a:pt x="1692" y="0"/>
                  </a:lnTo>
                  <a:lnTo>
                    <a:pt x="0" y="972"/>
                  </a:lnTo>
                  <a:close/>
                </a:path>
              </a:pathLst>
            </a:custGeom>
            <a:solidFill>
              <a:srgbClr val="66FF66"/>
            </a:solidFill>
            <a:ln w="12700" cap="flat" cmpd="sng">
              <a:solidFill>
                <a:schemeClr val="tx1"/>
              </a:solidFill>
              <a:prstDash val="solid"/>
              <a:round/>
              <a:headEnd type="none" w="sm" len="lg"/>
              <a:tailEnd type="none" w="sm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104453" name="Group 5">
              <a:extLst>
                <a:ext uri="{FF2B5EF4-FFF2-40B4-BE49-F238E27FC236}">
                  <a16:creationId xmlns:a16="http://schemas.microsoft.com/office/drawing/2014/main" id="{8AD06417-D988-4D97-8A17-0F7096D63C0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22" y="2376"/>
              <a:ext cx="1472" cy="854"/>
              <a:chOff x="1822" y="2376"/>
              <a:chExt cx="1472" cy="854"/>
            </a:xfrm>
          </p:grpSpPr>
          <p:sp>
            <p:nvSpPr>
              <p:cNvPr id="104454" name="Oval 6">
                <a:extLst>
                  <a:ext uri="{FF2B5EF4-FFF2-40B4-BE49-F238E27FC236}">
                    <a16:creationId xmlns:a16="http://schemas.microsoft.com/office/drawing/2014/main" id="{DBB0CA5D-B69E-483F-8370-21A4134057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2" y="2796"/>
                <a:ext cx="216" cy="131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none" w="sm" len="lg"/>
                <a:tailEnd type="non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4455" name="Freeform 7">
                <a:extLst>
                  <a:ext uri="{FF2B5EF4-FFF2-40B4-BE49-F238E27FC236}">
                    <a16:creationId xmlns:a16="http://schemas.microsoft.com/office/drawing/2014/main" id="{DAFFA19F-0FD7-4A1C-AB4F-0397FFEEC7A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02" y="2947"/>
                <a:ext cx="171" cy="23"/>
              </a:xfrm>
              <a:custGeom>
                <a:avLst/>
                <a:gdLst>
                  <a:gd name="T0" fmla="*/ 513 w 513"/>
                  <a:gd name="T1" fmla="*/ 67 h 67"/>
                  <a:gd name="T2" fmla="*/ 256 w 513"/>
                  <a:gd name="T3" fmla="*/ 0 h 67"/>
                  <a:gd name="T4" fmla="*/ 0 w 513"/>
                  <a:gd name="T5" fmla="*/ 67 h 67"/>
                  <a:gd name="T6" fmla="*/ 1 w 513"/>
                  <a:gd name="T7" fmla="*/ 67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513" h="67">
                    <a:moveTo>
                      <a:pt x="513" y="67"/>
                    </a:moveTo>
                    <a:lnTo>
                      <a:pt x="256" y="0"/>
                    </a:lnTo>
                    <a:lnTo>
                      <a:pt x="0" y="67"/>
                    </a:lnTo>
                    <a:lnTo>
                      <a:pt x="1" y="67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4456" name="Oval 8">
                <a:extLst>
                  <a:ext uri="{FF2B5EF4-FFF2-40B4-BE49-F238E27FC236}">
                    <a16:creationId xmlns:a16="http://schemas.microsoft.com/office/drawing/2014/main" id="{F3F99F64-8040-4C7D-8379-9B2861D423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06" y="2838"/>
                <a:ext cx="108" cy="47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none" w="sm" len="lg"/>
                <a:tailEnd type="non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4457" name="Line 9">
                <a:extLst>
                  <a:ext uri="{FF2B5EF4-FFF2-40B4-BE49-F238E27FC236}">
                    <a16:creationId xmlns:a16="http://schemas.microsoft.com/office/drawing/2014/main" id="{AF75F9D6-079F-43F1-BCB0-2E77355A69A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004" y="2381"/>
                <a:ext cx="1290" cy="74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prstDash val="lgDashDot"/>
                <a:round/>
                <a:headEnd type="none" w="sm" len="lg"/>
                <a:tailEnd type="non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4458" name="Freeform 10">
                <a:extLst>
                  <a:ext uri="{FF2B5EF4-FFF2-40B4-BE49-F238E27FC236}">
                    <a16:creationId xmlns:a16="http://schemas.microsoft.com/office/drawing/2014/main" id="{92E6AFEE-27D9-4F35-94C2-7078929A7F3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74" y="2490"/>
                <a:ext cx="322" cy="190"/>
              </a:xfrm>
              <a:custGeom>
                <a:avLst/>
                <a:gdLst>
                  <a:gd name="T0" fmla="*/ 232 w 322"/>
                  <a:gd name="T1" fmla="*/ 12 h 190"/>
                  <a:gd name="T2" fmla="*/ 154 w 322"/>
                  <a:gd name="T3" fmla="*/ 0 h 190"/>
                  <a:gd name="T4" fmla="*/ 88 w 322"/>
                  <a:gd name="T5" fmla="*/ 9 h 190"/>
                  <a:gd name="T6" fmla="*/ 40 w 322"/>
                  <a:gd name="T7" fmla="*/ 30 h 190"/>
                  <a:gd name="T8" fmla="*/ 13 w 322"/>
                  <a:gd name="T9" fmla="*/ 57 h 190"/>
                  <a:gd name="T10" fmla="*/ 1 w 322"/>
                  <a:gd name="T11" fmla="*/ 99 h 190"/>
                  <a:gd name="T12" fmla="*/ 19 w 322"/>
                  <a:gd name="T13" fmla="*/ 141 h 190"/>
                  <a:gd name="T14" fmla="*/ 46 w 322"/>
                  <a:gd name="T15" fmla="*/ 168 h 190"/>
                  <a:gd name="T16" fmla="*/ 112 w 322"/>
                  <a:gd name="T17" fmla="*/ 186 h 190"/>
                  <a:gd name="T18" fmla="*/ 163 w 322"/>
                  <a:gd name="T19" fmla="*/ 189 h 190"/>
                  <a:gd name="T20" fmla="*/ 226 w 322"/>
                  <a:gd name="T21" fmla="*/ 180 h 190"/>
                  <a:gd name="T22" fmla="*/ 280 w 322"/>
                  <a:gd name="T23" fmla="*/ 162 h 190"/>
                  <a:gd name="T24" fmla="*/ 310 w 322"/>
                  <a:gd name="T25" fmla="*/ 135 h 190"/>
                  <a:gd name="T26" fmla="*/ 322 w 322"/>
                  <a:gd name="T27" fmla="*/ 99 h 190"/>
                  <a:gd name="T28" fmla="*/ 310 w 322"/>
                  <a:gd name="T29" fmla="*/ 54 h 1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322" h="190">
                    <a:moveTo>
                      <a:pt x="232" y="12"/>
                    </a:moveTo>
                    <a:cubicBezTo>
                      <a:pt x="219" y="10"/>
                      <a:pt x="178" y="0"/>
                      <a:pt x="154" y="0"/>
                    </a:cubicBezTo>
                    <a:cubicBezTo>
                      <a:pt x="130" y="0"/>
                      <a:pt x="107" y="4"/>
                      <a:pt x="88" y="9"/>
                    </a:cubicBezTo>
                    <a:cubicBezTo>
                      <a:pt x="69" y="14"/>
                      <a:pt x="52" y="22"/>
                      <a:pt x="40" y="30"/>
                    </a:cubicBezTo>
                    <a:cubicBezTo>
                      <a:pt x="28" y="38"/>
                      <a:pt x="19" y="46"/>
                      <a:pt x="13" y="57"/>
                    </a:cubicBezTo>
                    <a:cubicBezTo>
                      <a:pt x="7" y="68"/>
                      <a:pt x="0" y="85"/>
                      <a:pt x="1" y="99"/>
                    </a:cubicBezTo>
                    <a:cubicBezTo>
                      <a:pt x="2" y="113"/>
                      <a:pt x="12" y="130"/>
                      <a:pt x="19" y="141"/>
                    </a:cubicBezTo>
                    <a:cubicBezTo>
                      <a:pt x="26" y="152"/>
                      <a:pt x="30" y="160"/>
                      <a:pt x="46" y="168"/>
                    </a:cubicBezTo>
                    <a:cubicBezTo>
                      <a:pt x="62" y="176"/>
                      <a:pt x="93" y="183"/>
                      <a:pt x="112" y="186"/>
                    </a:cubicBezTo>
                    <a:cubicBezTo>
                      <a:pt x="131" y="189"/>
                      <a:pt x="144" y="190"/>
                      <a:pt x="163" y="189"/>
                    </a:cubicBezTo>
                    <a:cubicBezTo>
                      <a:pt x="182" y="188"/>
                      <a:pt x="207" y="184"/>
                      <a:pt x="226" y="180"/>
                    </a:cubicBezTo>
                    <a:cubicBezTo>
                      <a:pt x="245" y="176"/>
                      <a:pt x="266" y="170"/>
                      <a:pt x="280" y="162"/>
                    </a:cubicBezTo>
                    <a:cubicBezTo>
                      <a:pt x="294" y="154"/>
                      <a:pt x="303" y="145"/>
                      <a:pt x="310" y="135"/>
                    </a:cubicBezTo>
                    <a:cubicBezTo>
                      <a:pt x="317" y="125"/>
                      <a:pt x="322" y="112"/>
                      <a:pt x="322" y="99"/>
                    </a:cubicBezTo>
                    <a:cubicBezTo>
                      <a:pt x="322" y="86"/>
                      <a:pt x="312" y="63"/>
                      <a:pt x="310" y="54"/>
                    </a:cubicBez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sm" len="lg"/>
                <a:tailEnd type="non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4459" name="Oval 11">
                <a:extLst>
                  <a:ext uri="{FF2B5EF4-FFF2-40B4-BE49-F238E27FC236}">
                    <a16:creationId xmlns:a16="http://schemas.microsoft.com/office/drawing/2014/main" id="{3F90C1E5-7BED-4CE9-8138-D643DEA685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00" y="2437"/>
                <a:ext cx="468" cy="299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none" w="sm" len="lg"/>
                <a:tailEnd type="non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4460" name="Oval 12">
                <a:extLst>
                  <a:ext uri="{FF2B5EF4-FFF2-40B4-BE49-F238E27FC236}">
                    <a16:creationId xmlns:a16="http://schemas.microsoft.com/office/drawing/2014/main" id="{D841E5B7-35C2-45D4-BC82-052704A67F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98" y="2376"/>
                <a:ext cx="678" cy="419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none" w="sm" len="lg"/>
                <a:tailEnd type="non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4461" name="Freeform 13">
                <a:extLst>
                  <a:ext uri="{FF2B5EF4-FFF2-40B4-BE49-F238E27FC236}">
                    <a16:creationId xmlns:a16="http://schemas.microsoft.com/office/drawing/2014/main" id="{96EF3E62-C0F3-4371-B2E7-B70756BC6F2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22" y="2938"/>
                <a:ext cx="169" cy="96"/>
              </a:xfrm>
              <a:custGeom>
                <a:avLst/>
                <a:gdLst>
                  <a:gd name="T0" fmla="*/ 0 w 505"/>
                  <a:gd name="T1" fmla="*/ 0 h 289"/>
                  <a:gd name="T2" fmla="*/ 504 w 505"/>
                  <a:gd name="T3" fmla="*/ 289 h 289"/>
                  <a:gd name="T4" fmla="*/ 505 w 505"/>
                  <a:gd name="T5" fmla="*/ 289 h 2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505" h="289">
                    <a:moveTo>
                      <a:pt x="0" y="0"/>
                    </a:moveTo>
                    <a:lnTo>
                      <a:pt x="504" y="289"/>
                    </a:lnTo>
                    <a:lnTo>
                      <a:pt x="505" y="289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4462" name="Freeform 14">
                <a:extLst>
                  <a:ext uri="{FF2B5EF4-FFF2-40B4-BE49-F238E27FC236}">
                    <a16:creationId xmlns:a16="http://schemas.microsoft.com/office/drawing/2014/main" id="{8FB10080-1A4C-401A-9CFD-181A24B5CD3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22" y="2441"/>
                <a:ext cx="860" cy="497"/>
              </a:xfrm>
              <a:custGeom>
                <a:avLst/>
                <a:gdLst>
                  <a:gd name="T0" fmla="*/ 2580 w 2580"/>
                  <a:gd name="T1" fmla="*/ 0 h 1491"/>
                  <a:gd name="T2" fmla="*/ 0 w 2580"/>
                  <a:gd name="T3" fmla="*/ 1491 h 1491"/>
                  <a:gd name="T4" fmla="*/ 1 w 2580"/>
                  <a:gd name="T5" fmla="*/ 1491 h 14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580" h="1491">
                    <a:moveTo>
                      <a:pt x="2580" y="0"/>
                    </a:moveTo>
                    <a:lnTo>
                      <a:pt x="0" y="1491"/>
                    </a:lnTo>
                    <a:lnTo>
                      <a:pt x="1" y="1491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4463" name="Freeform 15">
                <a:extLst>
                  <a:ext uri="{FF2B5EF4-FFF2-40B4-BE49-F238E27FC236}">
                    <a16:creationId xmlns:a16="http://schemas.microsoft.com/office/drawing/2014/main" id="{B9638482-9DDD-403C-BA5B-3D51256ADFB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28" y="2733"/>
                <a:ext cx="860" cy="497"/>
              </a:xfrm>
              <a:custGeom>
                <a:avLst/>
                <a:gdLst>
                  <a:gd name="T0" fmla="*/ 2579 w 2579"/>
                  <a:gd name="T1" fmla="*/ 0 h 1491"/>
                  <a:gd name="T2" fmla="*/ 0 w 2579"/>
                  <a:gd name="T3" fmla="*/ 1491 h 1491"/>
                  <a:gd name="T4" fmla="*/ 1 w 2579"/>
                  <a:gd name="T5" fmla="*/ 1491 h 14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579" h="1491">
                    <a:moveTo>
                      <a:pt x="2579" y="0"/>
                    </a:moveTo>
                    <a:lnTo>
                      <a:pt x="0" y="1491"/>
                    </a:lnTo>
                    <a:lnTo>
                      <a:pt x="1" y="1491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4464" name="Freeform 16">
                <a:extLst>
                  <a:ext uri="{FF2B5EF4-FFF2-40B4-BE49-F238E27FC236}">
                    <a16:creationId xmlns:a16="http://schemas.microsoft.com/office/drawing/2014/main" id="{864D95DB-BD98-45EA-95CC-B9AE0186D21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05" y="2481"/>
                <a:ext cx="40" cy="23"/>
              </a:xfrm>
              <a:custGeom>
                <a:avLst/>
                <a:gdLst>
                  <a:gd name="T0" fmla="*/ 120 w 120"/>
                  <a:gd name="T1" fmla="*/ 0 h 70"/>
                  <a:gd name="T2" fmla="*/ 0 w 120"/>
                  <a:gd name="T3" fmla="*/ 70 h 70"/>
                  <a:gd name="T4" fmla="*/ 1 w 120"/>
                  <a:gd name="T5" fmla="*/ 7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20" h="70">
                    <a:moveTo>
                      <a:pt x="120" y="0"/>
                    </a:moveTo>
                    <a:lnTo>
                      <a:pt x="0" y="70"/>
                    </a:lnTo>
                    <a:lnTo>
                      <a:pt x="1" y="7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4465" name="Freeform 17">
                <a:extLst>
                  <a:ext uri="{FF2B5EF4-FFF2-40B4-BE49-F238E27FC236}">
                    <a16:creationId xmlns:a16="http://schemas.microsoft.com/office/drawing/2014/main" id="{F1289A76-6313-4C62-AB59-75A552F6C50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75" y="2525"/>
                <a:ext cx="46" cy="26"/>
              </a:xfrm>
              <a:custGeom>
                <a:avLst/>
                <a:gdLst>
                  <a:gd name="T0" fmla="*/ 137 w 137"/>
                  <a:gd name="T1" fmla="*/ 0 h 79"/>
                  <a:gd name="T2" fmla="*/ 0 w 137"/>
                  <a:gd name="T3" fmla="*/ 79 h 79"/>
                  <a:gd name="T4" fmla="*/ 1 w 137"/>
                  <a:gd name="T5" fmla="*/ 79 h 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37" h="79">
                    <a:moveTo>
                      <a:pt x="137" y="0"/>
                    </a:moveTo>
                    <a:lnTo>
                      <a:pt x="0" y="79"/>
                    </a:lnTo>
                    <a:lnTo>
                      <a:pt x="1" y="79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4466" name="Freeform 18">
                <a:extLst>
                  <a:ext uri="{FF2B5EF4-FFF2-40B4-BE49-F238E27FC236}">
                    <a16:creationId xmlns:a16="http://schemas.microsoft.com/office/drawing/2014/main" id="{25D2B35F-4387-4FD9-BDD9-8E204AF9392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39" y="2481"/>
                <a:ext cx="76" cy="44"/>
              </a:xfrm>
              <a:custGeom>
                <a:avLst/>
                <a:gdLst>
                  <a:gd name="T0" fmla="*/ 0 w 229"/>
                  <a:gd name="T1" fmla="*/ 0 h 132"/>
                  <a:gd name="T2" fmla="*/ 228 w 229"/>
                  <a:gd name="T3" fmla="*/ 132 h 132"/>
                  <a:gd name="T4" fmla="*/ 229 w 229"/>
                  <a:gd name="T5" fmla="*/ 132 h 1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9" h="132">
                    <a:moveTo>
                      <a:pt x="0" y="0"/>
                    </a:moveTo>
                    <a:lnTo>
                      <a:pt x="228" y="132"/>
                    </a:lnTo>
                    <a:lnTo>
                      <a:pt x="229" y="132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4467" name="Freeform 19">
                <a:extLst>
                  <a:ext uri="{FF2B5EF4-FFF2-40B4-BE49-F238E27FC236}">
                    <a16:creationId xmlns:a16="http://schemas.microsoft.com/office/drawing/2014/main" id="{BCD47393-EA1D-4B0B-B9D9-899863BFFAB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90" y="2970"/>
                <a:ext cx="112" cy="64"/>
              </a:xfrm>
              <a:custGeom>
                <a:avLst/>
                <a:gdLst>
                  <a:gd name="T0" fmla="*/ 334 w 334"/>
                  <a:gd name="T1" fmla="*/ 0 h 194"/>
                  <a:gd name="T2" fmla="*/ 0 w 334"/>
                  <a:gd name="T3" fmla="*/ 194 h 194"/>
                  <a:gd name="T4" fmla="*/ 1 w 334"/>
                  <a:gd name="T5" fmla="*/ 194 h 1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34" h="194">
                    <a:moveTo>
                      <a:pt x="334" y="0"/>
                    </a:moveTo>
                    <a:lnTo>
                      <a:pt x="0" y="194"/>
                    </a:lnTo>
                    <a:lnTo>
                      <a:pt x="1" y="194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4468" name="Freeform 20">
                <a:extLst>
                  <a:ext uri="{FF2B5EF4-FFF2-40B4-BE49-F238E27FC236}">
                    <a16:creationId xmlns:a16="http://schemas.microsoft.com/office/drawing/2014/main" id="{B0D88371-2976-4ABE-A1D1-045F08ED0FF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61" y="3069"/>
                <a:ext cx="112" cy="64"/>
              </a:xfrm>
              <a:custGeom>
                <a:avLst/>
                <a:gdLst>
                  <a:gd name="T0" fmla="*/ 336 w 336"/>
                  <a:gd name="T1" fmla="*/ 0 h 194"/>
                  <a:gd name="T2" fmla="*/ 0 w 336"/>
                  <a:gd name="T3" fmla="*/ 194 h 194"/>
                  <a:gd name="T4" fmla="*/ 1 w 336"/>
                  <a:gd name="T5" fmla="*/ 194 h 1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36" h="194">
                    <a:moveTo>
                      <a:pt x="336" y="0"/>
                    </a:moveTo>
                    <a:lnTo>
                      <a:pt x="0" y="194"/>
                    </a:lnTo>
                    <a:lnTo>
                      <a:pt x="1" y="194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4469" name="Freeform 21">
                <a:extLst>
                  <a:ext uri="{FF2B5EF4-FFF2-40B4-BE49-F238E27FC236}">
                    <a16:creationId xmlns:a16="http://schemas.microsoft.com/office/drawing/2014/main" id="{52E4F6B9-AA95-4969-8E91-A0558E251AB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73" y="2970"/>
                <a:ext cx="25" cy="99"/>
              </a:xfrm>
              <a:custGeom>
                <a:avLst/>
                <a:gdLst>
                  <a:gd name="T0" fmla="*/ 0 w 75"/>
                  <a:gd name="T1" fmla="*/ 297 h 297"/>
                  <a:gd name="T2" fmla="*/ 75 w 75"/>
                  <a:gd name="T3" fmla="*/ 208 h 297"/>
                  <a:gd name="T4" fmla="*/ 75 w 75"/>
                  <a:gd name="T5" fmla="*/ 90 h 297"/>
                  <a:gd name="T6" fmla="*/ 0 w 75"/>
                  <a:gd name="T7" fmla="*/ 0 h 297"/>
                  <a:gd name="T8" fmla="*/ 1 w 75"/>
                  <a:gd name="T9" fmla="*/ 0 h 2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5" h="297">
                    <a:moveTo>
                      <a:pt x="0" y="297"/>
                    </a:moveTo>
                    <a:lnTo>
                      <a:pt x="75" y="208"/>
                    </a:lnTo>
                    <a:lnTo>
                      <a:pt x="75" y="90"/>
                    </a:ln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4470" name="Freeform 22">
                <a:extLst>
                  <a:ext uri="{FF2B5EF4-FFF2-40B4-BE49-F238E27FC236}">
                    <a16:creationId xmlns:a16="http://schemas.microsoft.com/office/drawing/2014/main" id="{B72CBDFF-5F8F-4604-B0E3-6CDE5320A28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61" y="3133"/>
                <a:ext cx="168" cy="97"/>
              </a:xfrm>
              <a:custGeom>
                <a:avLst/>
                <a:gdLst>
                  <a:gd name="T0" fmla="*/ 0 w 504"/>
                  <a:gd name="T1" fmla="*/ 0 h 290"/>
                  <a:gd name="T2" fmla="*/ 503 w 504"/>
                  <a:gd name="T3" fmla="*/ 290 h 290"/>
                  <a:gd name="T4" fmla="*/ 504 w 504"/>
                  <a:gd name="T5" fmla="*/ 290 h 2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504" h="290">
                    <a:moveTo>
                      <a:pt x="0" y="0"/>
                    </a:moveTo>
                    <a:lnTo>
                      <a:pt x="503" y="290"/>
                    </a:lnTo>
                    <a:lnTo>
                      <a:pt x="504" y="29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4471" name="Freeform 23">
                <a:extLst>
                  <a:ext uri="{FF2B5EF4-FFF2-40B4-BE49-F238E27FC236}">
                    <a16:creationId xmlns:a16="http://schemas.microsoft.com/office/drawing/2014/main" id="{BA0D8EF2-94F0-40A6-8F71-1C3E4A12CEF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36" y="2790"/>
                <a:ext cx="243" cy="141"/>
              </a:xfrm>
              <a:custGeom>
                <a:avLst/>
                <a:gdLst>
                  <a:gd name="T0" fmla="*/ 0 w 730"/>
                  <a:gd name="T1" fmla="*/ 0 h 421"/>
                  <a:gd name="T2" fmla="*/ 729 w 730"/>
                  <a:gd name="T3" fmla="*/ 421 h 421"/>
                  <a:gd name="T4" fmla="*/ 730 w 730"/>
                  <a:gd name="T5" fmla="*/ 421 h 4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730" h="421">
                    <a:moveTo>
                      <a:pt x="0" y="0"/>
                    </a:moveTo>
                    <a:lnTo>
                      <a:pt x="729" y="421"/>
                    </a:lnTo>
                    <a:lnTo>
                      <a:pt x="730" y="421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4472" name="Freeform 24">
                <a:extLst>
                  <a:ext uri="{FF2B5EF4-FFF2-40B4-BE49-F238E27FC236}">
                    <a16:creationId xmlns:a16="http://schemas.microsoft.com/office/drawing/2014/main" id="{8F9AD5A2-6993-4FBB-BCD5-90F48991185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66" y="2949"/>
                <a:ext cx="259" cy="150"/>
              </a:xfrm>
              <a:custGeom>
                <a:avLst/>
                <a:gdLst>
                  <a:gd name="T0" fmla="*/ 0 w 777"/>
                  <a:gd name="T1" fmla="*/ 0 h 449"/>
                  <a:gd name="T2" fmla="*/ 776 w 777"/>
                  <a:gd name="T3" fmla="*/ 449 h 449"/>
                  <a:gd name="T4" fmla="*/ 777 w 777"/>
                  <a:gd name="T5" fmla="*/ 449 h 4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777" h="449">
                    <a:moveTo>
                      <a:pt x="0" y="0"/>
                    </a:moveTo>
                    <a:lnTo>
                      <a:pt x="776" y="449"/>
                    </a:lnTo>
                    <a:lnTo>
                      <a:pt x="777" y="449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104473" name="Group 25">
                <a:extLst>
                  <a:ext uri="{FF2B5EF4-FFF2-40B4-BE49-F238E27FC236}">
                    <a16:creationId xmlns:a16="http://schemas.microsoft.com/office/drawing/2014/main" id="{7E3F98E6-1610-4F27-8963-9094B8EFF48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654" y="2424"/>
                <a:ext cx="601" cy="348"/>
                <a:chOff x="2654" y="2424"/>
                <a:chExt cx="601" cy="348"/>
              </a:xfrm>
            </p:grpSpPr>
            <p:sp>
              <p:nvSpPr>
                <p:cNvPr id="104474" name="Freeform 26">
                  <a:extLst>
                    <a:ext uri="{FF2B5EF4-FFF2-40B4-BE49-F238E27FC236}">
                      <a16:creationId xmlns:a16="http://schemas.microsoft.com/office/drawing/2014/main" id="{F1CB00D1-B6E9-4324-A55A-2549C624A35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654" y="2424"/>
                  <a:ext cx="199" cy="116"/>
                </a:xfrm>
                <a:custGeom>
                  <a:avLst/>
                  <a:gdLst>
                    <a:gd name="T0" fmla="*/ 0 w 599"/>
                    <a:gd name="T1" fmla="*/ 0 h 347"/>
                    <a:gd name="T2" fmla="*/ 598 w 599"/>
                    <a:gd name="T3" fmla="*/ 347 h 347"/>
                    <a:gd name="T4" fmla="*/ 599 w 599"/>
                    <a:gd name="T5" fmla="*/ 347 h 34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599" h="347">
                      <a:moveTo>
                        <a:pt x="0" y="0"/>
                      </a:moveTo>
                      <a:lnTo>
                        <a:pt x="598" y="347"/>
                      </a:lnTo>
                      <a:lnTo>
                        <a:pt x="599" y="347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4475" name="Freeform 27">
                  <a:extLst>
                    <a:ext uri="{FF2B5EF4-FFF2-40B4-BE49-F238E27FC236}">
                      <a16:creationId xmlns:a16="http://schemas.microsoft.com/office/drawing/2014/main" id="{EE5CDE76-B241-4333-9C12-A384FCE1A4D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876" y="2552"/>
                  <a:ext cx="5" cy="4"/>
                </a:xfrm>
                <a:custGeom>
                  <a:avLst/>
                  <a:gdLst>
                    <a:gd name="T0" fmla="*/ 0 w 16"/>
                    <a:gd name="T1" fmla="*/ 0 h 10"/>
                    <a:gd name="T2" fmla="*/ 15 w 16"/>
                    <a:gd name="T3" fmla="*/ 10 h 10"/>
                    <a:gd name="T4" fmla="*/ 16 w 16"/>
                    <a:gd name="T5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6" h="10">
                      <a:moveTo>
                        <a:pt x="0" y="0"/>
                      </a:moveTo>
                      <a:lnTo>
                        <a:pt x="15" y="10"/>
                      </a:lnTo>
                      <a:lnTo>
                        <a:pt x="16" y="1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4476" name="Freeform 28">
                  <a:extLst>
                    <a:ext uri="{FF2B5EF4-FFF2-40B4-BE49-F238E27FC236}">
                      <a16:creationId xmlns:a16="http://schemas.microsoft.com/office/drawing/2014/main" id="{4B82D526-171D-4F43-964A-41158E7E8D2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899" y="2566"/>
                  <a:ext cx="356" cy="206"/>
                </a:xfrm>
                <a:custGeom>
                  <a:avLst/>
                  <a:gdLst>
                    <a:gd name="T0" fmla="*/ 0 w 1069"/>
                    <a:gd name="T1" fmla="*/ 0 h 618"/>
                    <a:gd name="T2" fmla="*/ 1068 w 1069"/>
                    <a:gd name="T3" fmla="*/ 618 h 618"/>
                    <a:gd name="T4" fmla="*/ 1069 w 1069"/>
                    <a:gd name="T5" fmla="*/ 618 h 61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069" h="618">
                      <a:moveTo>
                        <a:pt x="0" y="0"/>
                      </a:moveTo>
                      <a:lnTo>
                        <a:pt x="1068" y="618"/>
                      </a:lnTo>
                      <a:lnTo>
                        <a:pt x="1069" y="618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  <p:sp>
          <p:nvSpPr>
            <p:cNvPr id="104477" name="Freeform 29">
              <a:extLst>
                <a:ext uri="{FF2B5EF4-FFF2-40B4-BE49-F238E27FC236}">
                  <a16:creationId xmlns:a16="http://schemas.microsoft.com/office/drawing/2014/main" id="{30778C6B-4D7F-4C25-8001-B9B0E048A825}"/>
                </a:ext>
              </a:extLst>
            </p:cNvPr>
            <p:cNvSpPr>
              <a:spLocks/>
            </p:cNvSpPr>
            <p:nvPr/>
          </p:nvSpPr>
          <p:spPr bwMode="auto">
            <a:xfrm>
              <a:off x="3001" y="2541"/>
              <a:ext cx="15" cy="8"/>
            </a:xfrm>
            <a:custGeom>
              <a:avLst/>
              <a:gdLst>
                <a:gd name="T0" fmla="*/ 44 w 44"/>
                <a:gd name="T1" fmla="*/ 0 h 25"/>
                <a:gd name="T2" fmla="*/ 0 w 44"/>
                <a:gd name="T3" fmla="*/ 25 h 25"/>
                <a:gd name="T4" fmla="*/ 1 w 44"/>
                <a:gd name="T5" fmla="*/ 25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25">
                  <a:moveTo>
                    <a:pt x="44" y="0"/>
                  </a:moveTo>
                  <a:lnTo>
                    <a:pt x="0" y="25"/>
                  </a:lnTo>
                  <a:lnTo>
                    <a:pt x="1" y="25"/>
                  </a:lnTo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478" name="Freeform 30">
              <a:extLst>
                <a:ext uri="{FF2B5EF4-FFF2-40B4-BE49-F238E27FC236}">
                  <a16:creationId xmlns:a16="http://schemas.microsoft.com/office/drawing/2014/main" id="{02F95B6F-EBBF-4EEC-A052-47877108F848}"/>
                </a:ext>
              </a:extLst>
            </p:cNvPr>
            <p:cNvSpPr>
              <a:spLocks/>
            </p:cNvSpPr>
            <p:nvPr/>
          </p:nvSpPr>
          <p:spPr bwMode="auto">
            <a:xfrm>
              <a:off x="2142" y="2305"/>
              <a:ext cx="9" cy="5"/>
            </a:xfrm>
            <a:custGeom>
              <a:avLst/>
              <a:gdLst>
                <a:gd name="T0" fmla="*/ 0 w 25"/>
                <a:gd name="T1" fmla="*/ 15 h 15"/>
                <a:gd name="T2" fmla="*/ 24 w 25"/>
                <a:gd name="T3" fmla="*/ 0 h 15"/>
                <a:gd name="T4" fmla="*/ 25 w 25"/>
                <a:gd name="T5" fmla="*/ 0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5" h="15">
                  <a:moveTo>
                    <a:pt x="0" y="15"/>
                  </a:moveTo>
                  <a:lnTo>
                    <a:pt x="24" y="0"/>
                  </a:lnTo>
                  <a:lnTo>
                    <a:pt x="25" y="0"/>
                  </a:lnTo>
                </a:path>
              </a:pathLst>
            </a:custGeom>
            <a:noFill/>
            <a:ln w="0">
              <a:solidFill>
                <a:srgbClr val="00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04479" name="Group 31">
              <a:extLst>
                <a:ext uri="{FF2B5EF4-FFF2-40B4-BE49-F238E27FC236}">
                  <a16:creationId xmlns:a16="http://schemas.microsoft.com/office/drawing/2014/main" id="{D5BE84C4-9C98-4C16-8BAB-A9A6012F10A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21" y="1424"/>
              <a:ext cx="1460" cy="1438"/>
              <a:chOff x="1821" y="1424"/>
              <a:chExt cx="1460" cy="1438"/>
            </a:xfrm>
          </p:grpSpPr>
          <p:sp>
            <p:nvSpPr>
              <p:cNvPr id="104480" name="Freeform 32">
                <a:extLst>
                  <a:ext uri="{FF2B5EF4-FFF2-40B4-BE49-F238E27FC236}">
                    <a16:creationId xmlns:a16="http://schemas.microsoft.com/office/drawing/2014/main" id="{0D143ED0-9E14-4709-9CFA-E42DEB5708A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71" y="2230"/>
                <a:ext cx="422" cy="434"/>
              </a:xfrm>
              <a:custGeom>
                <a:avLst/>
                <a:gdLst>
                  <a:gd name="T0" fmla="*/ 2 w 494"/>
                  <a:gd name="T1" fmla="*/ 164 h 508"/>
                  <a:gd name="T2" fmla="*/ 286 w 494"/>
                  <a:gd name="T3" fmla="*/ 0 h 508"/>
                  <a:gd name="T4" fmla="*/ 494 w 494"/>
                  <a:gd name="T5" fmla="*/ 180 h 508"/>
                  <a:gd name="T6" fmla="*/ 280 w 494"/>
                  <a:gd name="T7" fmla="*/ 304 h 508"/>
                  <a:gd name="T8" fmla="*/ 238 w 494"/>
                  <a:gd name="T9" fmla="*/ 308 h 508"/>
                  <a:gd name="T10" fmla="*/ 238 w 494"/>
                  <a:gd name="T11" fmla="*/ 404 h 508"/>
                  <a:gd name="T12" fmla="*/ 186 w 494"/>
                  <a:gd name="T13" fmla="*/ 412 h 508"/>
                  <a:gd name="T14" fmla="*/ 138 w 494"/>
                  <a:gd name="T15" fmla="*/ 428 h 508"/>
                  <a:gd name="T16" fmla="*/ 0 w 494"/>
                  <a:gd name="T17" fmla="*/ 508 h 508"/>
                  <a:gd name="T18" fmla="*/ 2 w 494"/>
                  <a:gd name="T19" fmla="*/ 164 h 5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94" h="508">
                    <a:moveTo>
                      <a:pt x="2" y="164"/>
                    </a:moveTo>
                    <a:lnTo>
                      <a:pt x="286" y="0"/>
                    </a:lnTo>
                    <a:lnTo>
                      <a:pt x="494" y="180"/>
                    </a:lnTo>
                    <a:lnTo>
                      <a:pt x="280" y="304"/>
                    </a:lnTo>
                    <a:lnTo>
                      <a:pt x="238" y="308"/>
                    </a:lnTo>
                    <a:lnTo>
                      <a:pt x="238" y="404"/>
                    </a:lnTo>
                    <a:lnTo>
                      <a:pt x="186" y="412"/>
                    </a:lnTo>
                    <a:lnTo>
                      <a:pt x="138" y="428"/>
                    </a:lnTo>
                    <a:lnTo>
                      <a:pt x="0" y="508"/>
                    </a:lnTo>
                    <a:lnTo>
                      <a:pt x="2" y="164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FCC66"/>
                  </a:gs>
                  <a:gs pos="100000">
                    <a:srgbClr val="FFCC66">
                      <a:gamma/>
                      <a:shade val="46275"/>
                      <a:invGamma/>
                    </a:srgbClr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 cap="flat" cmpd="sng">
                    <a:solidFill>
                      <a:schemeClr val="tx1"/>
                    </a:solidFill>
                    <a:prstDash val="solid"/>
                    <a:round/>
                    <a:headEnd type="none" w="sm" len="lg"/>
                    <a:tailEnd type="none" w="sm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4481" name="Freeform 33">
                <a:extLst>
                  <a:ext uri="{FF2B5EF4-FFF2-40B4-BE49-F238E27FC236}">
                    <a16:creationId xmlns:a16="http://schemas.microsoft.com/office/drawing/2014/main" id="{A8B77F6F-B2E9-4C07-B820-9B28B80F1EE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73" y="2493"/>
                <a:ext cx="148" cy="369"/>
              </a:xfrm>
              <a:custGeom>
                <a:avLst/>
                <a:gdLst>
                  <a:gd name="T0" fmla="*/ 1 w 173"/>
                  <a:gd name="T1" fmla="*/ 0 h 432"/>
                  <a:gd name="T2" fmla="*/ 173 w 173"/>
                  <a:gd name="T3" fmla="*/ 99 h 432"/>
                  <a:gd name="T4" fmla="*/ 173 w 173"/>
                  <a:gd name="T5" fmla="*/ 432 h 432"/>
                  <a:gd name="T6" fmla="*/ 0 w 173"/>
                  <a:gd name="T7" fmla="*/ 332 h 432"/>
                  <a:gd name="T8" fmla="*/ 1 w 173"/>
                  <a:gd name="T9" fmla="*/ 0 h 4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73" h="432">
                    <a:moveTo>
                      <a:pt x="1" y="0"/>
                    </a:moveTo>
                    <a:lnTo>
                      <a:pt x="173" y="99"/>
                    </a:lnTo>
                    <a:lnTo>
                      <a:pt x="173" y="432"/>
                    </a:lnTo>
                    <a:lnTo>
                      <a:pt x="0" y="332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CC3399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 cap="flat" cmpd="sng">
                    <a:solidFill>
                      <a:schemeClr val="tx1"/>
                    </a:solidFill>
                    <a:prstDash val="solid"/>
                    <a:round/>
                    <a:headEnd type="none" w="sm" len="lg"/>
                    <a:tailEnd type="none" w="sm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4482" name="Freeform 34">
                <a:extLst>
                  <a:ext uri="{FF2B5EF4-FFF2-40B4-BE49-F238E27FC236}">
                    <a16:creationId xmlns:a16="http://schemas.microsoft.com/office/drawing/2014/main" id="{0C8DA41E-9B96-4E2C-9235-9B43CE4CFAB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21" y="2281"/>
                <a:ext cx="155" cy="386"/>
              </a:xfrm>
              <a:custGeom>
                <a:avLst/>
                <a:gdLst>
                  <a:gd name="T0" fmla="*/ 1 w 181"/>
                  <a:gd name="T1" fmla="*/ 0 h 452"/>
                  <a:gd name="T2" fmla="*/ 181 w 181"/>
                  <a:gd name="T3" fmla="*/ 104 h 452"/>
                  <a:gd name="T4" fmla="*/ 181 w 181"/>
                  <a:gd name="T5" fmla="*/ 452 h 452"/>
                  <a:gd name="T6" fmla="*/ 0 w 181"/>
                  <a:gd name="T7" fmla="*/ 348 h 452"/>
                  <a:gd name="T8" fmla="*/ 1 w 181"/>
                  <a:gd name="T9" fmla="*/ 0 h 4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1" h="452">
                    <a:moveTo>
                      <a:pt x="1" y="0"/>
                    </a:moveTo>
                    <a:lnTo>
                      <a:pt x="181" y="104"/>
                    </a:lnTo>
                    <a:lnTo>
                      <a:pt x="181" y="452"/>
                    </a:lnTo>
                    <a:lnTo>
                      <a:pt x="0" y="348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CC3399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 cap="flat" cmpd="sng">
                    <a:solidFill>
                      <a:schemeClr val="tx1"/>
                    </a:solidFill>
                    <a:prstDash val="solid"/>
                    <a:round/>
                    <a:headEnd type="none" w="sm" len="lg"/>
                    <a:tailEnd type="none" w="sm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4483" name="Freeform 35">
                <a:extLst>
                  <a:ext uri="{FF2B5EF4-FFF2-40B4-BE49-F238E27FC236}">
                    <a16:creationId xmlns:a16="http://schemas.microsoft.com/office/drawing/2014/main" id="{95F617A8-CA52-43EE-A71D-A8F633825DE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22" y="1809"/>
                <a:ext cx="1441" cy="787"/>
              </a:xfrm>
              <a:custGeom>
                <a:avLst/>
                <a:gdLst>
                  <a:gd name="T0" fmla="*/ 900 w 1685"/>
                  <a:gd name="T1" fmla="*/ 41 h 921"/>
                  <a:gd name="T2" fmla="*/ 0 w 1685"/>
                  <a:gd name="T3" fmla="*/ 557 h 921"/>
                  <a:gd name="T4" fmla="*/ 176 w 1685"/>
                  <a:gd name="T5" fmla="*/ 661 h 921"/>
                  <a:gd name="T6" fmla="*/ 300 w 1685"/>
                  <a:gd name="T7" fmla="*/ 597 h 921"/>
                  <a:gd name="T8" fmla="*/ 340 w 1685"/>
                  <a:gd name="T9" fmla="*/ 577 h 921"/>
                  <a:gd name="T10" fmla="*/ 392 w 1685"/>
                  <a:gd name="T11" fmla="*/ 561 h 921"/>
                  <a:gd name="T12" fmla="*/ 424 w 1685"/>
                  <a:gd name="T13" fmla="*/ 557 h 921"/>
                  <a:gd name="T14" fmla="*/ 492 w 1685"/>
                  <a:gd name="T15" fmla="*/ 569 h 921"/>
                  <a:gd name="T16" fmla="*/ 544 w 1685"/>
                  <a:gd name="T17" fmla="*/ 593 h 921"/>
                  <a:gd name="T18" fmla="*/ 568 w 1685"/>
                  <a:gd name="T19" fmla="*/ 621 h 921"/>
                  <a:gd name="T20" fmla="*/ 580 w 1685"/>
                  <a:gd name="T21" fmla="*/ 653 h 921"/>
                  <a:gd name="T22" fmla="*/ 572 w 1685"/>
                  <a:gd name="T23" fmla="*/ 689 h 921"/>
                  <a:gd name="T24" fmla="*/ 548 w 1685"/>
                  <a:gd name="T25" fmla="*/ 721 h 921"/>
                  <a:gd name="T26" fmla="*/ 412 w 1685"/>
                  <a:gd name="T27" fmla="*/ 800 h 921"/>
                  <a:gd name="T28" fmla="*/ 612 w 1685"/>
                  <a:gd name="T29" fmla="*/ 921 h 921"/>
                  <a:gd name="T30" fmla="*/ 1632 w 1685"/>
                  <a:gd name="T31" fmla="*/ 309 h 921"/>
                  <a:gd name="T32" fmla="*/ 900 w 1685"/>
                  <a:gd name="T33" fmla="*/ 41 h 9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685" h="921">
                    <a:moveTo>
                      <a:pt x="900" y="41"/>
                    </a:moveTo>
                    <a:lnTo>
                      <a:pt x="0" y="557"/>
                    </a:lnTo>
                    <a:lnTo>
                      <a:pt x="176" y="661"/>
                    </a:lnTo>
                    <a:lnTo>
                      <a:pt x="300" y="597"/>
                    </a:lnTo>
                    <a:lnTo>
                      <a:pt x="340" y="577"/>
                    </a:lnTo>
                    <a:lnTo>
                      <a:pt x="392" y="561"/>
                    </a:lnTo>
                    <a:lnTo>
                      <a:pt x="424" y="557"/>
                    </a:lnTo>
                    <a:lnTo>
                      <a:pt x="492" y="569"/>
                    </a:lnTo>
                    <a:lnTo>
                      <a:pt x="544" y="593"/>
                    </a:lnTo>
                    <a:lnTo>
                      <a:pt x="568" y="621"/>
                    </a:lnTo>
                    <a:lnTo>
                      <a:pt x="580" y="653"/>
                    </a:lnTo>
                    <a:lnTo>
                      <a:pt x="572" y="689"/>
                    </a:lnTo>
                    <a:lnTo>
                      <a:pt x="548" y="721"/>
                    </a:lnTo>
                    <a:lnTo>
                      <a:pt x="412" y="800"/>
                    </a:lnTo>
                    <a:lnTo>
                      <a:pt x="612" y="921"/>
                    </a:lnTo>
                    <a:lnTo>
                      <a:pt x="1632" y="309"/>
                    </a:lnTo>
                    <a:cubicBezTo>
                      <a:pt x="1685" y="166"/>
                      <a:pt x="1172" y="0"/>
                      <a:pt x="900" y="41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FF3300">
                      <a:gamma/>
                      <a:shade val="56471"/>
                      <a:invGamma/>
                    </a:srgbClr>
                  </a:gs>
                  <a:gs pos="100000">
                    <a:srgbClr val="FF3300"/>
                  </a:gs>
                </a:gsLst>
                <a:lin ang="54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 cap="flat" cmpd="sng">
                    <a:solidFill>
                      <a:schemeClr val="tx1"/>
                    </a:solidFill>
                    <a:prstDash val="solid"/>
                    <a:round/>
                    <a:headEnd type="none" w="sm" len="lg"/>
                    <a:tailEnd type="none" w="sm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4484" name="Freeform 36">
                <a:extLst>
                  <a:ext uri="{FF2B5EF4-FFF2-40B4-BE49-F238E27FC236}">
                    <a16:creationId xmlns:a16="http://schemas.microsoft.com/office/drawing/2014/main" id="{9CB1DD76-40E7-42C0-BA2D-4D9DBEAF0A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21" y="1600"/>
                <a:ext cx="960" cy="1262"/>
              </a:xfrm>
              <a:custGeom>
                <a:avLst/>
                <a:gdLst>
                  <a:gd name="T0" fmla="*/ 274 w 960"/>
                  <a:gd name="T1" fmla="*/ 8 h 1262"/>
                  <a:gd name="T2" fmla="*/ 274 w 960"/>
                  <a:gd name="T3" fmla="*/ 350 h 1262"/>
                  <a:gd name="T4" fmla="*/ 284 w 960"/>
                  <a:gd name="T5" fmla="*/ 398 h 1262"/>
                  <a:gd name="T6" fmla="*/ 311 w 960"/>
                  <a:gd name="T7" fmla="*/ 446 h 1262"/>
                  <a:gd name="T8" fmla="*/ 366 w 960"/>
                  <a:gd name="T9" fmla="*/ 490 h 1262"/>
                  <a:gd name="T10" fmla="*/ 441 w 960"/>
                  <a:gd name="T11" fmla="*/ 524 h 1262"/>
                  <a:gd name="T12" fmla="*/ 517 w 960"/>
                  <a:gd name="T13" fmla="*/ 545 h 1262"/>
                  <a:gd name="T14" fmla="*/ 592 w 960"/>
                  <a:gd name="T15" fmla="*/ 555 h 1262"/>
                  <a:gd name="T16" fmla="*/ 660 w 960"/>
                  <a:gd name="T17" fmla="*/ 552 h 1262"/>
                  <a:gd name="T18" fmla="*/ 722 w 960"/>
                  <a:gd name="T19" fmla="*/ 538 h 1262"/>
                  <a:gd name="T20" fmla="*/ 780 w 960"/>
                  <a:gd name="T21" fmla="*/ 521 h 1262"/>
                  <a:gd name="T22" fmla="*/ 859 w 960"/>
                  <a:gd name="T23" fmla="*/ 490 h 1262"/>
                  <a:gd name="T24" fmla="*/ 0 w 960"/>
                  <a:gd name="T25" fmla="*/ 985 h 1262"/>
                  <a:gd name="T26" fmla="*/ 0 w 960"/>
                  <a:gd name="T27" fmla="*/ 1262 h 1262"/>
                  <a:gd name="T28" fmla="*/ 841 w 960"/>
                  <a:gd name="T29" fmla="*/ 777 h 1262"/>
                  <a:gd name="T30" fmla="*/ 907 w 960"/>
                  <a:gd name="T31" fmla="*/ 733 h 1262"/>
                  <a:gd name="T32" fmla="*/ 934 w 960"/>
                  <a:gd name="T33" fmla="*/ 702 h 1262"/>
                  <a:gd name="T34" fmla="*/ 960 w 960"/>
                  <a:gd name="T35" fmla="*/ 646 h 1262"/>
                  <a:gd name="T36" fmla="*/ 960 w 960"/>
                  <a:gd name="T37" fmla="*/ 573 h 1262"/>
                  <a:gd name="T38" fmla="*/ 960 w 960"/>
                  <a:gd name="T39" fmla="*/ 0 h 1262"/>
                  <a:gd name="T40" fmla="*/ 274 w 960"/>
                  <a:gd name="T41" fmla="*/ 8 h 12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960" h="1262">
                    <a:moveTo>
                      <a:pt x="274" y="8"/>
                    </a:moveTo>
                    <a:lnTo>
                      <a:pt x="274" y="350"/>
                    </a:lnTo>
                    <a:lnTo>
                      <a:pt x="284" y="398"/>
                    </a:lnTo>
                    <a:lnTo>
                      <a:pt x="311" y="446"/>
                    </a:lnTo>
                    <a:lnTo>
                      <a:pt x="366" y="490"/>
                    </a:lnTo>
                    <a:lnTo>
                      <a:pt x="441" y="524"/>
                    </a:lnTo>
                    <a:lnTo>
                      <a:pt x="517" y="545"/>
                    </a:lnTo>
                    <a:lnTo>
                      <a:pt x="592" y="555"/>
                    </a:lnTo>
                    <a:lnTo>
                      <a:pt x="660" y="552"/>
                    </a:lnTo>
                    <a:lnTo>
                      <a:pt x="722" y="538"/>
                    </a:lnTo>
                    <a:lnTo>
                      <a:pt x="780" y="521"/>
                    </a:lnTo>
                    <a:lnTo>
                      <a:pt x="859" y="490"/>
                    </a:lnTo>
                    <a:lnTo>
                      <a:pt x="0" y="985"/>
                    </a:lnTo>
                    <a:lnTo>
                      <a:pt x="0" y="1262"/>
                    </a:lnTo>
                    <a:lnTo>
                      <a:pt x="841" y="777"/>
                    </a:lnTo>
                    <a:lnTo>
                      <a:pt x="907" y="733"/>
                    </a:lnTo>
                    <a:lnTo>
                      <a:pt x="934" y="702"/>
                    </a:lnTo>
                    <a:lnTo>
                      <a:pt x="960" y="646"/>
                    </a:lnTo>
                    <a:lnTo>
                      <a:pt x="960" y="573"/>
                    </a:lnTo>
                    <a:lnTo>
                      <a:pt x="960" y="0"/>
                    </a:lnTo>
                    <a:lnTo>
                      <a:pt x="274" y="8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CC0066">
                      <a:gamma/>
                      <a:shade val="65882"/>
                      <a:invGamma/>
                    </a:srgbClr>
                  </a:gs>
                  <a:gs pos="50000">
                    <a:srgbClr val="CC0066"/>
                  </a:gs>
                  <a:gs pos="100000">
                    <a:srgbClr val="CC0066">
                      <a:gamma/>
                      <a:shade val="65882"/>
                      <a:invGamma/>
                    </a:srgbClr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 cap="flat" cmpd="sng">
                    <a:solidFill>
                      <a:schemeClr val="tx1"/>
                    </a:solidFill>
                    <a:prstDash val="solid"/>
                    <a:round/>
                    <a:headEnd type="none" w="sm" len="lg"/>
                    <a:tailEnd type="none" w="sm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4485" name="Oval 37">
                <a:extLst>
                  <a:ext uri="{FF2B5EF4-FFF2-40B4-BE49-F238E27FC236}">
                    <a16:creationId xmlns:a16="http://schemas.microsoft.com/office/drawing/2014/main" id="{E911F4D8-6BC9-450A-B0E2-63944FF560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96" y="1424"/>
                <a:ext cx="680" cy="412"/>
              </a:xfrm>
              <a:prstGeom prst="ellipse">
                <a:avLst/>
              </a:prstGeom>
              <a:solidFill>
                <a:srgbClr val="FF7C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rgbClr val="FF7C80"/>
                    </a:solidFill>
                    <a:round/>
                    <a:headEnd type="none" w="sm" len="lg"/>
                    <a:tailEnd type="none" w="sm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4486" name="Oval 38">
                <a:extLst>
                  <a:ext uri="{FF2B5EF4-FFF2-40B4-BE49-F238E27FC236}">
                    <a16:creationId xmlns:a16="http://schemas.microsoft.com/office/drawing/2014/main" id="{53A80DC0-BC78-407B-BE34-E2FB878B73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99" y="1481"/>
                <a:ext cx="460" cy="295"/>
              </a:xfrm>
              <a:prstGeom prst="ellipse">
                <a:avLst/>
              </a:prstGeom>
              <a:gradFill rotWithShape="0">
                <a:gsLst>
                  <a:gs pos="0">
                    <a:srgbClr val="FFFF00">
                      <a:gamma/>
                      <a:shade val="46275"/>
                      <a:invGamma/>
                    </a:srgbClr>
                  </a:gs>
                  <a:gs pos="50000">
                    <a:srgbClr val="FFFF00"/>
                  </a:gs>
                  <a:gs pos="100000">
                    <a:srgbClr val="FFFF00">
                      <a:gamma/>
                      <a:shade val="46275"/>
                      <a:invGamma/>
                    </a:srgbClr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round/>
                    <a:headEnd type="none" w="sm" len="lg"/>
                    <a:tailEnd type="none" w="sm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4487" name="Oval 39">
                <a:extLst>
                  <a:ext uri="{FF2B5EF4-FFF2-40B4-BE49-F238E27FC236}">
                    <a16:creationId xmlns:a16="http://schemas.microsoft.com/office/drawing/2014/main" id="{1FB97617-C189-4EEE-B317-CE767BC32F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09" y="1557"/>
                <a:ext cx="436" cy="219"/>
              </a:xfrm>
              <a:prstGeom prst="ellipse">
                <a:avLst/>
              </a:prstGeom>
              <a:solidFill>
                <a:srgbClr val="FF99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rgbClr val="FF7C80"/>
                    </a:solidFill>
                    <a:round/>
                    <a:headEnd type="none" w="sm" len="lg"/>
                    <a:tailEnd type="none" w="sm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4488" name="Freeform 40">
                <a:extLst>
                  <a:ext uri="{FF2B5EF4-FFF2-40B4-BE49-F238E27FC236}">
                    <a16:creationId xmlns:a16="http://schemas.microsoft.com/office/drawing/2014/main" id="{42295153-365A-4A27-BDF0-2FADD4B4659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79" y="1605"/>
                <a:ext cx="329" cy="181"/>
              </a:xfrm>
              <a:custGeom>
                <a:avLst/>
                <a:gdLst>
                  <a:gd name="T0" fmla="*/ 308 w 384"/>
                  <a:gd name="T1" fmla="*/ 4 h 212"/>
                  <a:gd name="T2" fmla="*/ 384 w 384"/>
                  <a:gd name="T3" fmla="*/ 48 h 212"/>
                  <a:gd name="T4" fmla="*/ 332 w 384"/>
                  <a:gd name="T5" fmla="*/ 76 h 212"/>
                  <a:gd name="T6" fmla="*/ 356 w 384"/>
                  <a:gd name="T7" fmla="*/ 104 h 212"/>
                  <a:gd name="T8" fmla="*/ 348 w 384"/>
                  <a:gd name="T9" fmla="*/ 148 h 212"/>
                  <a:gd name="T10" fmla="*/ 316 w 384"/>
                  <a:gd name="T11" fmla="*/ 176 h 212"/>
                  <a:gd name="T12" fmla="*/ 268 w 384"/>
                  <a:gd name="T13" fmla="*/ 200 h 212"/>
                  <a:gd name="T14" fmla="*/ 192 w 384"/>
                  <a:gd name="T15" fmla="*/ 212 h 212"/>
                  <a:gd name="T16" fmla="*/ 104 w 384"/>
                  <a:gd name="T17" fmla="*/ 204 h 212"/>
                  <a:gd name="T18" fmla="*/ 48 w 384"/>
                  <a:gd name="T19" fmla="*/ 188 h 212"/>
                  <a:gd name="T20" fmla="*/ 12 w 384"/>
                  <a:gd name="T21" fmla="*/ 148 h 212"/>
                  <a:gd name="T22" fmla="*/ 0 w 384"/>
                  <a:gd name="T23" fmla="*/ 92 h 212"/>
                  <a:gd name="T24" fmla="*/ 28 w 384"/>
                  <a:gd name="T25" fmla="*/ 52 h 212"/>
                  <a:gd name="T26" fmla="*/ 80 w 384"/>
                  <a:gd name="T27" fmla="*/ 20 h 212"/>
                  <a:gd name="T28" fmla="*/ 132 w 384"/>
                  <a:gd name="T29" fmla="*/ 4 h 212"/>
                  <a:gd name="T30" fmla="*/ 180 w 384"/>
                  <a:gd name="T31" fmla="*/ 0 h 212"/>
                  <a:gd name="T32" fmla="*/ 216 w 384"/>
                  <a:gd name="T33" fmla="*/ 8 h 212"/>
                  <a:gd name="T34" fmla="*/ 264 w 384"/>
                  <a:gd name="T35" fmla="*/ 24 h 212"/>
                  <a:gd name="T36" fmla="*/ 308 w 384"/>
                  <a:gd name="T37" fmla="*/ 4 h 2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384" h="212">
                    <a:moveTo>
                      <a:pt x="308" y="4"/>
                    </a:moveTo>
                    <a:lnTo>
                      <a:pt x="384" y="48"/>
                    </a:lnTo>
                    <a:lnTo>
                      <a:pt x="332" y="76"/>
                    </a:lnTo>
                    <a:lnTo>
                      <a:pt x="356" y="104"/>
                    </a:lnTo>
                    <a:lnTo>
                      <a:pt x="348" y="148"/>
                    </a:lnTo>
                    <a:lnTo>
                      <a:pt x="316" y="176"/>
                    </a:lnTo>
                    <a:lnTo>
                      <a:pt x="268" y="200"/>
                    </a:lnTo>
                    <a:lnTo>
                      <a:pt x="192" y="212"/>
                    </a:lnTo>
                    <a:lnTo>
                      <a:pt x="104" y="204"/>
                    </a:lnTo>
                    <a:lnTo>
                      <a:pt x="48" y="188"/>
                    </a:lnTo>
                    <a:lnTo>
                      <a:pt x="12" y="148"/>
                    </a:lnTo>
                    <a:lnTo>
                      <a:pt x="0" y="92"/>
                    </a:lnTo>
                    <a:lnTo>
                      <a:pt x="28" y="52"/>
                    </a:lnTo>
                    <a:lnTo>
                      <a:pt x="80" y="20"/>
                    </a:lnTo>
                    <a:lnTo>
                      <a:pt x="132" y="4"/>
                    </a:lnTo>
                    <a:lnTo>
                      <a:pt x="180" y="0"/>
                    </a:lnTo>
                    <a:lnTo>
                      <a:pt x="216" y="8"/>
                    </a:lnTo>
                    <a:lnTo>
                      <a:pt x="264" y="24"/>
                    </a:lnTo>
                    <a:lnTo>
                      <a:pt x="308" y="4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FCC66">
                      <a:gamma/>
                      <a:shade val="54118"/>
                      <a:invGamma/>
                    </a:srgbClr>
                  </a:gs>
                  <a:gs pos="50000">
                    <a:srgbClr val="FFCC66"/>
                  </a:gs>
                  <a:gs pos="100000">
                    <a:srgbClr val="FFCC66">
                      <a:gamma/>
                      <a:shade val="54118"/>
                      <a:invGamma/>
                    </a:srgbClr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 cap="flat" cmpd="sng">
                    <a:solidFill>
                      <a:schemeClr val="tx1"/>
                    </a:solidFill>
                    <a:prstDash val="solid"/>
                    <a:round/>
                    <a:headEnd type="none" w="sm" len="lg"/>
                    <a:tailEnd type="none" w="sm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4489" name="Oval 41">
                <a:extLst>
                  <a:ext uri="{FF2B5EF4-FFF2-40B4-BE49-F238E27FC236}">
                    <a16:creationId xmlns:a16="http://schemas.microsoft.com/office/drawing/2014/main" id="{7E243022-2115-4E35-8A7E-D2F2B64D41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38" y="2125"/>
                <a:ext cx="281" cy="160"/>
              </a:xfrm>
              <a:prstGeom prst="ellipse">
                <a:avLst/>
              </a:prstGeom>
              <a:gradFill rotWithShape="0">
                <a:gsLst>
                  <a:gs pos="0">
                    <a:srgbClr val="FFFF66">
                      <a:gamma/>
                      <a:shade val="46275"/>
                      <a:invGamma/>
                    </a:srgbClr>
                  </a:gs>
                  <a:gs pos="50000">
                    <a:srgbClr val="FFFF66"/>
                  </a:gs>
                  <a:gs pos="100000">
                    <a:srgbClr val="FFFF66">
                      <a:gamma/>
                      <a:shade val="46275"/>
                      <a:invGamma/>
                    </a:srgbClr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round/>
                    <a:headEnd type="none" w="sm" len="lg"/>
                    <a:tailEnd type="none" w="sm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4490" name="Freeform 42">
                <a:extLst>
                  <a:ext uri="{FF2B5EF4-FFF2-40B4-BE49-F238E27FC236}">
                    <a16:creationId xmlns:a16="http://schemas.microsoft.com/office/drawing/2014/main" id="{35222730-5FD2-4E68-B7BF-7946026A7EF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12" y="1612"/>
                <a:ext cx="31" cy="160"/>
              </a:xfrm>
              <a:custGeom>
                <a:avLst/>
                <a:gdLst>
                  <a:gd name="T0" fmla="*/ 0 w 36"/>
                  <a:gd name="T1" fmla="*/ 20 h 188"/>
                  <a:gd name="T2" fmla="*/ 0 w 36"/>
                  <a:gd name="T3" fmla="*/ 188 h 188"/>
                  <a:gd name="T4" fmla="*/ 36 w 36"/>
                  <a:gd name="T5" fmla="*/ 168 h 188"/>
                  <a:gd name="T6" fmla="*/ 36 w 36"/>
                  <a:gd name="T7" fmla="*/ 0 h 188"/>
                  <a:gd name="T8" fmla="*/ 0 w 36"/>
                  <a:gd name="T9" fmla="*/ 20 h 1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6" h="188">
                    <a:moveTo>
                      <a:pt x="0" y="20"/>
                    </a:moveTo>
                    <a:lnTo>
                      <a:pt x="0" y="188"/>
                    </a:lnTo>
                    <a:lnTo>
                      <a:pt x="36" y="168"/>
                    </a:lnTo>
                    <a:lnTo>
                      <a:pt x="36" y="0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0099FF"/>
              </a:solidFill>
              <a:ln w="12700" cap="flat" cmpd="sng">
                <a:solidFill>
                  <a:srgbClr val="6699FF"/>
                </a:solidFill>
                <a:prstDash val="solid"/>
                <a:round/>
                <a:headEnd type="none" w="sm" len="lg"/>
                <a:tailEnd type="none" w="sm" len="lg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4491" name="Freeform 43">
                <a:extLst>
                  <a:ext uri="{FF2B5EF4-FFF2-40B4-BE49-F238E27FC236}">
                    <a16:creationId xmlns:a16="http://schemas.microsoft.com/office/drawing/2014/main" id="{4902D38E-AD5A-4C71-A524-FDD184F9F46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39" y="1608"/>
                <a:ext cx="65" cy="154"/>
              </a:xfrm>
              <a:custGeom>
                <a:avLst/>
                <a:gdLst>
                  <a:gd name="T0" fmla="*/ 0 w 76"/>
                  <a:gd name="T1" fmla="*/ 0 h 180"/>
                  <a:gd name="T2" fmla="*/ 0 w 76"/>
                  <a:gd name="T3" fmla="*/ 180 h 180"/>
                  <a:gd name="T4" fmla="*/ 24 w 76"/>
                  <a:gd name="T5" fmla="*/ 160 h 180"/>
                  <a:gd name="T6" fmla="*/ 24 w 76"/>
                  <a:gd name="T7" fmla="*/ 72 h 180"/>
                  <a:gd name="T8" fmla="*/ 76 w 76"/>
                  <a:gd name="T9" fmla="*/ 44 h 180"/>
                  <a:gd name="T10" fmla="*/ 0 w 76"/>
                  <a:gd name="T11" fmla="*/ 0 h 1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6" h="180">
                    <a:moveTo>
                      <a:pt x="0" y="0"/>
                    </a:moveTo>
                    <a:lnTo>
                      <a:pt x="0" y="180"/>
                    </a:lnTo>
                    <a:lnTo>
                      <a:pt x="24" y="160"/>
                    </a:lnTo>
                    <a:lnTo>
                      <a:pt x="24" y="72"/>
                    </a:lnTo>
                    <a:lnTo>
                      <a:pt x="76" y="4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 cap="flat" cmpd="sng">
                    <a:solidFill>
                      <a:schemeClr val="tx1"/>
                    </a:solidFill>
                    <a:prstDash val="solid"/>
                    <a:round/>
                    <a:headEnd type="none" w="sm" len="lg"/>
                    <a:tailEnd type="none" w="sm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4492" name="Freeform 44">
                <a:extLst>
                  <a:ext uri="{FF2B5EF4-FFF2-40B4-BE49-F238E27FC236}">
                    <a16:creationId xmlns:a16="http://schemas.microsoft.com/office/drawing/2014/main" id="{200AEF22-8A41-4F6A-B5E2-000339D9028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59" y="2206"/>
                <a:ext cx="241" cy="74"/>
              </a:xfrm>
              <a:custGeom>
                <a:avLst/>
                <a:gdLst>
                  <a:gd name="T0" fmla="*/ 0 w 282"/>
                  <a:gd name="T1" fmla="*/ 48 h 87"/>
                  <a:gd name="T2" fmla="*/ 33 w 282"/>
                  <a:gd name="T3" fmla="*/ 72 h 87"/>
                  <a:gd name="T4" fmla="*/ 78 w 282"/>
                  <a:gd name="T5" fmla="*/ 87 h 87"/>
                  <a:gd name="T6" fmla="*/ 204 w 282"/>
                  <a:gd name="T7" fmla="*/ 84 h 87"/>
                  <a:gd name="T8" fmla="*/ 258 w 282"/>
                  <a:gd name="T9" fmla="*/ 66 h 87"/>
                  <a:gd name="T10" fmla="*/ 282 w 282"/>
                  <a:gd name="T11" fmla="*/ 48 h 87"/>
                  <a:gd name="T12" fmla="*/ 261 w 282"/>
                  <a:gd name="T13" fmla="*/ 30 h 87"/>
                  <a:gd name="T14" fmla="*/ 225 w 282"/>
                  <a:gd name="T15" fmla="*/ 12 h 87"/>
                  <a:gd name="T16" fmla="*/ 162 w 282"/>
                  <a:gd name="T17" fmla="*/ 0 h 87"/>
                  <a:gd name="T18" fmla="*/ 108 w 282"/>
                  <a:gd name="T19" fmla="*/ 0 h 87"/>
                  <a:gd name="T20" fmla="*/ 57 w 282"/>
                  <a:gd name="T21" fmla="*/ 12 h 87"/>
                  <a:gd name="T22" fmla="*/ 21 w 282"/>
                  <a:gd name="T23" fmla="*/ 30 h 87"/>
                  <a:gd name="T24" fmla="*/ 0 w 282"/>
                  <a:gd name="T25" fmla="*/ 48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82" h="87">
                    <a:moveTo>
                      <a:pt x="0" y="48"/>
                    </a:moveTo>
                    <a:lnTo>
                      <a:pt x="33" y="72"/>
                    </a:lnTo>
                    <a:lnTo>
                      <a:pt x="78" y="87"/>
                    </a:lnTo>
                    <a:lnTo>
                      <a:pt x="204" y="84"/>
                    </a:lnTo>
                    <a:lnTo>
                      <a:pt x="258" y="66"/>
                    </a:lnTo>
                    <a:lnTo>
                      <a:pt x="282" y="48"/>
                    </a:lnTo>
                    <a:lnTo>
                      <a:pt x="261" y="30"/>
                    </a:lnTo>
                    <a:lnTo>
                      <a:pt x="225" y="12"/>
                    </a:lnTo>
                    <a:lnTo>
                      <a:pt x="162" y="0"/>
                    </a:lnTo>
                    <a:lnTo>
                      <a:pt x="108" y="0"/>
                    </a:lnTo>
                    <a:lnTo>
                      <a:pt x="57" y="12"/>
                    </a:lnTo>
                    <a:lnTo>
                      <a:pt x="21" y="30"/>
                    </a:lnTo>
                    <a:lnTo>
                      <a:pt x="0" y="48"/>
                    </a:lnTo>
                    <a:close/>
                  </a:path>
                </a:pathLst>
              </a:custGeom>
              <a:solidFill>
                <a:srgbClr val="FF66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 cap="flat" cmpd="sng">
                    <a:solidFill>
                      <a:schemeClr val="tx1"/>
                    </a:solidFill>
                    <a:prstDash val="solid"/>
                    <a:round/>
                    <a:headEnd type="none" w="sm" len="lg"/>
                    <a:tailEnd type="none" w="sm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4493" name="Freeform 45">
                <a:extLst>
                  <a:ext uri="{FF2B5EF4-FFF2-40B4-BE49-F238E27FC236}">
                    <a16:creationId xmlns:a16="http://schemas.microsoft.com/office/drawing/2014/main" id="{37FF5822-699E-40E5-9FD8-BAD31A20AC2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23" y="2257"/>
                <a:ext cx="115" cy="29"/>
              </a:xfrm>
              <a:custGeom>
                <a:avLst/>
                <a:gdLst>
                  <a:gd name="T0" fmla="*/ 0 w 135"/>
                  <a:gd name="T1" fmla="*/ 27 h 33"/>
                  <a:gd name="T2" fmla="*/ 51 w 135"/>
                  <a:gd name="T3" fmla="*/ 33 h 33"/>
                  <a:gd name="T4" fmla="*/ 96 w 135"/>
                  <a:gd name="T5" fmla="*/ 33 h 33"/>
                  <a:gd name="T6" fmla="*/ 135 w 135"/>
                  <a:gd name="T7" fmla="*/ 27 h 33"/>
                  <a:gd name="T8" fmla="*/ 123 w 135"/>
                  <a:gd name="T9" fmla="*/ 12 h 33"/>
                  <a:gd name="T10" fmla="*/ 96 w 135"/>
                  <a:gd name="T11" fmla="*/ 0 h 33"/>
                  <a:gd name="T12" fmla="*/ 57 w 135"/>
                  <a:gd name="T13" fmla="*/ 0 h 33"/>
                  <a:gd name="T14" fmla="*/ 18 w 135"/>
                  <a:gd name="T15" fmla="*/ 6 h 33"/>
                  <a:gd name="T16" fmla="*/ 0 w 135"/>
                  <a:gd name="T17" fmla="*/ 27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35" h="33">
                    <a:moveTo>
                      <a:pt x="0" y="27"/>
                    </a:moveTo>
                    <a:lnTo>
                      <a:pt x="51" y="33"/>
                    </a:lnTo>
                    <a:lnTo>
                      <a:pt x="96" y="33"/>
                    </a:lnTo>
                    <a:lnTo>
                      <a:pt x="135" y="27"/>
                    </a:lnTo>
                    <a:lnTo>
                      <a:pt x="123" y="12"/>
                    </a:lnTo>
                    <a:lnTo>
                      <a:pt x="96" y="0"/>
                    </a:lnTo>
                    <a:lnTo>
                      <a:pt x="57" y="0"/>
                    </a:lnTo>
                    <a:lnTo>
                      <a:pt x="18" y="6"/>
                    </a:lnTo>
                    <a:lnTo>
                      <a:pt x="0" y="27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FCC00">
                      <a:gamma/>
                      <a:shade val="46275"/>
                      <a:invGamma/>
                    </a:srgbClr>
                  </a:gs>
                  <a:gs pos="50000">
                    <a:srgbClr val="FFCC00"/>
                  </a:gs>
                  <a:gs pos="100000">
                    <a:srgbClr val="FFCC00">
                      <a:gamma/>
                      <a:shade val="46275"/>
                      <a:invGamma/>
                    </a:srgbClr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 cap="flat" cmpd="sng">
                    <a:solidFill>
                      <a:schemeClr val="tx1"/>
                    </a:solidFill>
                    <a:prstDash val="solid"/>
                    <a:round/>
                    <a:headEnd type="none" w="sm" len="lg"/>
                    <a:tailEnd type="none" w="sm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sp>
        <p:nvSpPr>
          <p:cNvPr id="104494" name="Text Box 46">
            <a:extLst>
              <a:ext uri="{FF2B5EF4-FFF2-40B4-BE49-F238E27FC236}">
                <a16:creationId xmlns:a16="http://schemas.microsoft.com/office/drawing/2014/main" id="{C02E07C2-5EBB-46F7-A6B6-3F90B602E9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8362" y="-74612"/>
            <a:ext cx="3597275" cy="6413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l" eaLnBrk="1" hangingPunct="1"/>
            <a:r>
              <a:rPr lang="en-US" altLang="zh-CN" sz="360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</a:t>
            </a:r>
            <a:r>
              <a:rPr lang="zh-CN" altLang="en-US" sz="360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剖视图的概念</a:t>
            </a:r>
          </a:p>
        </p:txBody>
      </p:sp>
      <p:sp>
        <p:nvSpPr>
          <p:cNvPr id="104495" name="Text Box 47">
            <a:extLst>
              <a:ext uri="{FF2B5EF4-FFF2-40B4-BE49-F238E27FC236}">
                <a16:creationId xmlns:a16="http://schemas.microsoft.com/office/drawing/2014/main" id="{0E3FE2D9-5F60-4699-A4AA-E98DC7081E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8500" y="623888"/>
            <a:ext cx="4378325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l" eaLnBrk="1" hangingPunct="1"/>
            <a:r>
              <a:rPr lang="en-US" altLang="zh-CN" sz="2800"/>
              <a:t>1</a:t>
            </a:r>
            <a:r>
              <a:rPr lang="zh-CN" altLang="en-US" sz="2800"/>
              <a:t>）</a:t>
            </a:r>
            <a:r>
              <a:rPr lang="zh-CN" altLang="en-US" sz="3200"/>
              <a:t>剖视图的形成</a:t>
            </a:r>
            <a:endParaRPr lang="zh-CN" altLang="en-US" sz="2800"/>
          </a:p>
        </p:txBody>
      </p:sp>
      <p:sp>
        <p:nvSpPr>
          <p:cNvPr id="104496" name="Text Box 48">
            <a:extLst>
              <a:ext uri="{FF2B5EF4-FFF2-40B4-BE49-F238E27FC236}">
                <a16:creationId xmlns:a16="http://schemas.microsoft.com/office/drawing/2014/main" id="{283BBA32-D9DD-4B59-8ED0-BD3958819D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0288" y="1058863"/>
            <a:ext cx="2725737" cy="4965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l" eaLnBrk="1" hangingPunct="1"/>
            <a:r>
              <a:rPr lang="en-US" altLang="zh-CN" sz="3200">
                <a:solidFill>
                  <a:srgbClr val="0000CC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3200">
                <a:solidFill>
                  <a:srgbClr val="0000CC"/>
                </a:solidFill>
                <a:latin typeface="宋体" panose="02010600030101010101" pitchFamily="2" charset="-122"/>
              </a:rPr>
              <a:t>假想用一剖切面将机件剖开，移去剖切面和观察者之间的部分，将其余部分向投影面投射，并在</a:t>
            </a:r>
            <a:r>
              <a:rPr lang="zh-CN" altLang="en-US" sz="3200">
                <a:solidFill>
                  <a:srgbClr val="FF0000"/>
                </a:solidFill>
                <a:latin typeface="宋体" panose="02010600030101010101" pitchFamily="2" charset="-122"/>
              </a:rPr>
              <a:t>剖面区域</a:t>
            </a:r>
            <a:r>
              <a:rPr lang="zh-CN" altLang="en-US" sz="3200">
                <a:solidFill>
                  <a:srgbClr val="0000CC"/>
                </a:solidFill>
                <a:latin typeface="宋体" panose="02010600030101010101" pitchFamily="2" charset="-122"/>
              </a:rPr>
              <a:t>内画上剖面符号。</a:t>
            </a:r>
          </a:p>
        </p:txBody>
      </p:sp>
      <p:grpSp>
        <p:nvGrpSpPr>
          <p:cNvPr id="104497" name="Group 49">
            <a:extLst>
              <a:ext uri="{FF2B5EF4-FFF2-40B4-BE49-F238E27FC236}">
                <a16:creationId xmlns:a16="http://schemas.microsoft.com/office/drawing/2014/main" id="{3D4DFE1F-CE3E-4AAF-A453-1373954B1F44}"/>
              </a:ext>
            </a:extLst>
          </p:cNvPr>
          <p:cNvGrpSpPr>
            <a:grpSpLocks/>
          </p:cNvGrpSpPr>
          <p:nvPr/>
        </p:nvGrpSpPr>
        <p:grpSpPr bwMode="auto">
          <a:xfrm>
            <a:off x="638175" y="1385888"/>
            <a:ext cx="4438650" cy="4343400"/>
            <a:chOff x="397" y="878"/>
            <a:chExt cx="2796" cy="2736"/>
          </a:xfrm>
        </p:grpSpPr>
        <p:grpSp>
          <p:nvGrpSpPr>
            <p:cNvPr id="104498" name="Group 50">
              <a:extLst>
                <a:ext uri="{FF2B5EF4-FFF2-40B4-BE49-F238E27FC236}">
                  <a16:creationId xmlns:a16="http://schemas.microsoft.com/office/drawing/2014/main" id="{7A05EE13-076F-4C22-9669-151BC9397E4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7" y="878"/>
              <a:ext cx="2796" cy="2736"/>
              <a:chOff x="1200" y="696"/>
              <a:chExt cx="2796" cy="2736"/>
            </a:xfrm>
          </p:grpSpPr>
          <p:grpSp>
            <p:nvGrpSpPr>
              <p:cNvPr id="104499" name="Group 51">
                <a:extLst>
                  <a:ext uri="{FF2B5EF4-FFF2-40B4-BE49-F238E27FC236}">
                    <a16:creationId xmlns:a16="http://schemas.microsoft.com/office/drawing/2014/main" id="{6189C3ED-3362-4157-8D3D-7209C938F79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200" y="696"/>
                <a:ext cx="2796" cy="2736"/>
                <a:chOff x="1200" y="696"/>
                <a:chExt cx="2796" cy="2736"/>
              </a:xfrm>
            </p:grpSpPr>
            <p:sp>
              <p:nvSpPr>
                <p:cNvPr id="104500" name="Freeform 52">
                  <a:extLst>
                    <a:ext uri="{FF2B5EF4-FFF2-40B4-BE49-F238E27FC236}">
                      <a16:creationId xmlns:a16="http://schemas.microsoft.com/office/drawing/2014/main" id="{3DFA1C4A-53B4-4A45-9C9E-9136DE5D3BB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206" y="1812"/>
                  <a:ext cx="2790" cy="1620"/>
                </a:xfrm>
                <a:custGeom>
                  <a:avLst/>
                  <a:gdLst>
                    <a:gd name="T0" fmla="*/ 0 w 2790"/>
                    <a:gd name="T1" fmla="*/ 978 h 1620"/>
                    <a:gd name="T2" fmla="*/ 1096 w 2790"/>
                    <a:gd name="T3" fmla="*/ 1620 h 1620"/>
                    <a:gd name="T4" fmla="*/ 2790 w 2790"/>
                    <a:gd name="T5" fmla="*/ 642 h 1620"/>
                    <a:gd name="T6" fmla="*/ 1686 w 2790"/>
                    <a:gd name="T7" fmla="*/ 0 h 1620"/>
                    <a:gd name="T8" fmla="*/ 0 w 2790"/>
                    <a:gd name="T9" fmla="*/ 978 h 16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90" h="1620">
                      <a:moveTo>
                        <a:pt x="0" y="978"/>
                      </a:moveTo>
                      <a:lnTo>
                        <a:pt x="1096" y="1620"/>
                      </a:lnTo>
                      <a:lnTo>
                        <a:pt x="2790" y="642"/>
                      </a:lnTo>
                      <a:lnTo>
                        <a:pt x="1686" y="0"/>
                      </a:lnTo>
                      <a:lnTo>
                        <a:pt x="0" y="978"/>
                      </a:lnTo>
                      <a:close/>
                    </a:path>
                  </a:pathLst>
                </a:custGeom>
                <a:solidFill>
                  <a:srgbClr val="FFFF66"/>
                </a:solidFill>
                <a:ln w="12700" cap="flat" cmpd="sng">
                  <a:solidFill>
                    <a:schemeClr val="tx1"/>
                  </a:solidFill>
                  <a:prstDash val="solid"/>
                  <a:round/>
                  <a:headEnd type="none" w="sm" len="lg"/>
                  <a:tailEnd type="none" w="sm" len="lg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4501" name="Freeform 53">
                  <a:extLst>
                    <a:ext uri="{FF2B5EF4-FFF2-40B4-BE49-F238E27FC236}">
                      <a16:creationId xmlns:a16="http://schemas.microsoft.com/office/drawing/2014/main" id="{A8991113-3032-41F9-909B-83B42257B13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200" y="696"/>
                  <a:ext cx="1692" cy="2094"/>
                </a:xfrm>
                <a:custGeom>
                  <a:avLst/>
                  <a:gdLst>
                    <a:gd name="T0" fmla="*/ 0 w 1692"/>
                    <a:gd name="T1" fmla="*/ 972 h 2094"/>
                    <a:gd name="T2" fmla="*/ 0 w 1692"/>
                    <a:gd name="T3" fmla="*/ 2094 h 2094"/>
                    <a:gd name="T4" fmla="*/ 1692 w 1692"/>
                    <a:gd name="T5" fmla="*/ 1116 h 2094"/>
                    <a:gd name="T6" fmla="*/ 1692 w 1692"/>
                    <a:gd name="T7" fmla="*/ 0 h 2094"/>
                    <a:gd name="T8" fmla="*/ 0 w 1692"/>
                    <a:gd name="T9" fmla="*/ 972 h 209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692" h="2094">
                      <a:moveTo>
                        <a:pt x="0" y="972"/>
                      </a:moveTo>
                      <a:lnTo>
                        <a:pt x="0" y="2094"/>
                      </a:lnTo>
                      <a:lnTo>
                        <a:pt x="1692" y="1116"/>
                      </a:lnTo>
                      <a:lnTo>
                        <a:pt x="1692" y="0"/>
                      </a:lnTo>
                      <a:lnTo>
                        <a:pt x="0" y="972"/>
                      </a:lnTo>
                      <a:close/>
                    </a:path>
                  </a:pathLst>
                </a:custGeom>
                <a:solidFill>
                  <a:srgbClr val="66FF66"/>
                </a:solidFill>
                <a:ln w="12700" cap="flat" cmpd="sng">
                  <a:solidFill>
                    <a:schemeClr val="tx1"/>
                  </a:solidFill>
                  <a:prstDash val="solid"/>
                  <a:round/>
                  <a:headEnd type="none" w="sm" len="lg"/>
                  <a:tailEnd type="none" w="sm" len="lg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4502" name="Freeform 54">
                  <a:extLst>
                    <a:ext uri="{FF2B5EF4-FFF2-40B4-BE49-F238E27FC236}">
                      <a16:creationId xmlns:a16="http://schemas.microsoft.com/office/drawing/2014/main" id="{0EF0DD5D-04D4-47C2-9CDA-628CCDFDDA6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21" y="1848"/>
                  <a:ext cx="858" cy="618"/>
                </a:xfrm>
                <a:custGeom>
                  <a:avLst/>
                  <a:gdLst>
                    <a:gd name="T0" fmla="*/ 0 w 858"/>
                    <a:gd name="T1" fmla="*/ 459 h 618"/>
                    <a:gd name="T2" fmla="*/ 801 w 858"/>
                    <a:gd name="T3" fmla="*/ 0 h 618"/>
                    <a:gd name="T4" fmla="*/ 858 w 858"/>
                    <a:gd name="T5" fmla="*/ 261 h 618"/>
                    <a:gd name="T6" fmla="*/ 228 w 858"/>
                    <a:gd name="T7" fmla="*/ 618 h 618"/>
                    <a:gd name="T8" fmla="*/ 0 w 858"/>
                    <a:gd name="T9" fmla="*/ 459 h 61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58" h="618">
                      <a:moveTo>
                        <a:pt x="0" y="459"/>
                      </a:moveTo>
                      <a:lnTo>
                        <a:pt x="801" y="0"/>
                      </a:lnTo>
                      <a:lnTo>
                        <a:pt x="858" y="261"/>
                      </a:lnTo>
                      <a:lnTo>
                        <a:pt x="228" y="618"/>
                      </a:lnTo>
                      <a:lnTo>
                        <a:pt x="0" y="459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FF6600">
                        <a:gamma/>
                        <a:shade val="46275"/>
                        <a:invGamma/>
                      </a:srgbClr>
                    </a:gs>
                    <a:gs pos="100000">
                      <a:srgbClr val="FF6600"/>
                    </a:gs>
                  </a:gsLst>
                  <a:lin ang="54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12700" cap="flat" cmpd="sng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4503" name="Freeform 55">
                  <a:extLst>
                    <a:ext uri="{FF2B5EF4-FFF2-40B4-BE49-F238E27FC236}">
                      <a16:creationId xmlns:a16="http://schemas.microsoft.com/office/drawing/2014/main" id="{A1BA0C8B-EB84-4442-804A-C8AADC56687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24" y="2296"/>
                  <a:ext cx="107" cy="204"/>
                </a:xfrm>
                <a:custGeom>
                  <a:avLst/>
                  <a:gdLst>
                    <a:gd name="T0" fmla="*/ 107 w 107"/>
                    <a:gd name="T1" fmla="*/ 184 h 204"/>
                    <a:gd name="T2" fmla="*/ 59 w 107"/>
                    <a:gd name="T3" fmla="*/ 180 h 204"/>
                    <a:gd name="T4" fmla="*/ 35 w 107"/>
                    <a:gd name="T5" fmla="*/ 184 h 204"/>
                    <a:gd name="T6" fmla="*/ 3 w 107"/>
                    <a:gd name="T7" fmla="*/ 204 h 204"/>
                    <a:gd name="T8" fmla="*/ 3 w 107"/>
                    <a:gd name="T9" fmla="*/ 60 h 204"/>
                    <a:gd name="T10" fmla="*/ 0 w 107"/>
                    <a:gd name="T11" fmla="*/ 32 h 204"/>
                    <a:gd name="T12" fmla="*/ 15 w 107"/>
                    <a:gd name="T13" fmla="*/ 12 h 204"/>
                    <a:gd name="T14" fmla="*/ 47 w 107"/>
                    <a:gd name="T15" fmla="*/ 0 h 204"/>
                    <a:gd name="T16" fmla="*/ 107 w 107"/>
                    <a:gd name="T17" fmla="*/ 8 h 204"/>
                    <a:gd name="T18" fmla="*/ 107 w 107"/>
                    <a:gd name="T19" fmla="*/ 184 h 20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07" h="204">
                      <a:moveTo>
                        <a:pt x="107" y="184"/>
                      </a:moveTo>
                      <a:lnTo>
                        <a:pt x="59" y="180"/>
                      </a:lnTo>
                      <a:lnTo>
                        <a:pt x="35" y="184"/>
                      </a:lnTo>
                      <a:lnTo>
                        <a:pt x="3" y="204"/>
                      </a:lnTo>
                      <a:lnTo>
                        <a:pt x="3" y="60"/>
                      </a:lnTo>
                      <a:lnTo>
                        <a:pt x="0" y="32"/>
                      </a:lnTo>
                      <a:lnTo>
                        <a:pt x="15" y="12"/>
                      </a:lnTo>
                      <a:lnTo>
                        <a:pt x="47" y="0"/>
                      </a:lnTo>
                      <a:lnTo>
                        <a:pt x="107" y="8"/>
                      </a:lnTo>
                      <a:lnTo>
                        <a:pt x="107" y="184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FFCC00"/>
                    </a:gs>
                    <a:gs pos="100000">
                      <a:srgbClr val="FFCC00">
                        <a:gamma/>
                        <a:shade val="63529"/>
                        <a:invGamma/>
                      </a:srgbClr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12700" cap="flat" cmpd="sng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4504" name="Freeform 56">
                  <a:extLst>
                    <a:ext uri="{FF2B5EF4-FFF2-40B4-BE49-F238E27FC236}">
                      <a16:creationId xmlns:a16="http://schemas.microsoft.com/office/drawing/2014/main" id="{39A12546-6088-4382-BD63-B6EDEC91E6B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604" y="1605"/>
                  <a:ext cx="79" cy="499"/>
                </a:xfrm>
                <a:custGeom>
                  <a:avLst/>
                  <a:gdLst>
                    <a:gd name="T0" fmla="*/ 0 w 79"/>
                    <a:gd name="T1" fmla="*/ 0 h 499"/>
                    <a:gd name="T2" fmla="*/ 0 w 79"/>
                    <a:gd name="T3" fmla="*/ 390 h 499"/>
                    <a:gd name="T4" fmla="*/ 9 w 79"/>
                    <a:gd name="T5" fmla="*/ 432 h 499"/>
                    <a:gd name="T6" fmla="*/ 35 w 79"/>
                    <a:gd name="T7" fmla="*/ 463 h 499"/>
                    <a:gd name="T8" fmla="*/ 54 w 79"/>
                    <a:gd name="T9" fmla="*/ 486 h 499"/>
                    <a:gd name="T10" fmla="*/ 79 w 79"/>
                    <a:gd name="T11" fmla="*/ 499 h 499"/>
                    <a:gd name="T12" fmla="*/ 79 w 79"/>
                    <a:gd name="T13" fmla="*/ 191 h 499"/>
                    <a:gd name="T14" fmla="*/ 0 w 79"/>
                    <a:gd name="T15" fmla="*/ 0 h 49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79" h="499">
                      <a:moveTo>
                        <a:pt x="0" y="0"/>
                      </a:moveTo>
                      <a:lnTo>
                        <a:pt x="0" y="390"/>
                      </a:lnTo>
                      <a:lnTo>
                        <a:pt x="9" y="432"/>
                      </a:lnTo>
                      <a:lnTo>
                        <a:pt x="35" y="463"/>
                      </a:lnTo>
                      <a:lnTo>
                        <a:pt x="54" y="486"/>
                      </a:lnTo>
                      <a:lnTo>
                        <a:pt x="79" y="499"/>
                      </a:lnTo>
                      <a:lnTo>
                        <a:pt x="79" y="191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CC0000">
                        <a:gamma/>
                        <a:shade val="46275"/>
                        <a:invGamma/>
                      </a:srgbClr>
                    </a:gs>
                    <a:gs pos="100000">
                      <a:srgbClr val="CC0000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12700" cap="flat" cmpd="sng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4505" name="Freeform 57">
                  <a:extLst>
                    <a:ext uri="{FF2B5EF4-FFF2-40B4-BE49-F238E27FC236}">
                      <a16:creationId xmlns:a16="http://schemas.microsoft.com/office/drawing/2014/main" id="{AE50E16C-D20C-4A83-B050-C46123D5236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343" y="2136"/>
                  <a:ext cx="234" cy="150"/>
                </a:xfrm>
                <a:custGeom>
                  <a:avLst/>
                  <a:gdLst>
                    <a:gd name="T0" fmla="*/ 234 w 234"/>
                    <a:gd name="T1" fmla="*/ 24 h 150"/>
                    <a:gd name="T2" fmla="*/ 204 w 234"/>
                    <a:gd name="T3" fmla="*/ 15 h 150"/>
                    <a:gd name="T4" fmla="*/ 165 w 234"/>
                    <a:gd name="T5" fmla="*/ 3 h 150"/>
                    <a:gd name="T6" fmla="*/ 132 w 234"/>
                    <a:gd name="T7" fmla="*/ 0 h 150"/>
                    <a:gd name="T8" fmla="*/ 78 w 234"/>
                    <a:gd name="T9" fmla="*/ 9 h 150"/>
                    <a:gd name="T10" fmla="*/ 36 w 234"/>
                    <a:gd name="T11" fmla="*/ 24 h 150"/>
                    <a:gd name="T12" fmla="*/ 21 w 234"/>
                    <a:gd name="T13" fmla="*/ 42 h 150"/>
                    <a:gd name="T14" fmla="*/ 6 w 234"/>
                    <a:gd name="T15" fmla="*/ 63 h 150"/>
                    <a:gd name="T16" fmla="*/ 0 w 234"/>
                    <a:gd name="T17" fmla="*/ 90 h 150"/>
                    <a:gd name="T18" fmla="*/ 12 w 234"/>
                    <a:gd name="T19" fmla="*/ 114 h 150"/>
                    <a:gd name="T20" fmla="*/ 48 w 234"/>
                    <a:gd name="T21" fmla="*/ 150 h 150"/>
                    <a:gd name="T22" fmla="*/ 231 w 234"/>
                    <a:gd name="T23" fmla="*/ 135 h 150"/>
                    <a:gd name="T24" fmla="*/ 234 w 234"/>
                    <a:gd name="T25" fmla="*/ 24 h 15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234" h="150">
                      <a:moveTo>
                        <a:pt x="234" y="24"/>
                      </a:moveTo>
                      <a:lnTo>
                        <a:pt x="204" y="15"/>
                      </a:lnTo>
                      <a:lnTo>
                        <a:pt x="165" y="3"/>
                      </a:lnTo>
                      <a:lnTo>
                        <a:pt x="132" y="0"/>
                      </a:lnTo>
                      <a:lnTo>
                        <a:pt x="78" y="9"/>
                      </a:lnTo>
                      <a:lnTo>
                        <a:pt x="36" y="24"/>
                      </a:lnTo>
                      <a:lnTo>
                        <a:pt x="21" y="42"/>
                      </a:lnTo>
                      <a:lnTo>
                        <a:pt x="6" y="63"/>
                      </a:lnTo>
                      <a:lnTo>
                        <a:pt x="0" y="90"/>
                      </a:lnTo>
                      <a:lnTo>
                        <a:pt x="12" y="114"/>
                      </a:lnTo>
                      <a:lnTo>
                        <a:pt x="48" y="150"/>
                      </a:lnTo>
                      <a:lnTo>
                        <a:pt x="231" y="135"/>
                      </a:lnTo>
                      <a:lnTo>
                        <a:pt x="234" y="24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FFCC00"/>
                    </a:gs>
                    <a:gs pos="100000">
                      <a:srgbClr val="FFCC00">
                        <a:gamma/>
                        <a:shade val="46275"/>
                        <a:invGamma/>
                      </a:srgbClr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12700" cap="flat" cmpd="sng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4506" name="Freeform 58">
                  <a:extLst>
                    <a:ext uri="{FF2B5EF4-FFF2-40B4-BE49-F238E27FC236}">
                      <a16:creationId xmlns:a16="http://schemas.microsoft.com/office/drawing/2014/main" id="{EC6150E0-BB0A-4B7B-A130-B3AB7D948E1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379" y="2248"/>
                  <a:ext cx="200" cy="136"/>
                </a:xfrm>
                <a:custGeom>
                  <a:avLst/>
                  <a:gdLst>
                    <a:gd name="T0" fmla="*/ 52 w 200"/>
                    <a:gd name="T1" fmla="*/ 116 h 136"/>
                    <a:gd name="T2" fmla="*/ 48 w 200"/>
                    <a:gd name="T3" fmla="*/ 80 h 136"/>
                    <a:gd name="T4" fmla="*/ 60 w 200"/>
                    <a:gd name="T5" fmla="*/ 59 h 136"/>
                    <a:gd name="T6" fmla="*/ 99 w 200"/>
                    <a:gd name="T7" fmla="*/ 56 h 136"/>
                    <a:gd name="T8" fmla="*/ 153 w 200"/>
                    <a:gd name="T9" fmla="*/ 62 h 136"/>
                    <a:gd name="T10" fmla="*/ 200 w 200"/>
                    <a:gd name="T11" fmla="*/ 24 h 136"/>
                    <a:gd name="T12" fmla="*/ 174 w 200"/>
                    <a:gd name="T13" fmla="*/ 8 h 136"/>
                    <a:gd name="T14" fmla="*/ 140 w 200"/>
                    <a:gd name="T15" fmla="*/ 0 h 136"/>
                    <a:gd name="T16" fmla="*/ 96 w 200"/>
                    <a:gd name="T17" fmla="*/ 0 h 136"/>
                    <a:gd name="T18" fmla="*/ 48 w 200"/>
                    <a:gd name="T19" fmla="*/ 8 h 136"/>
                    <a:gd name="T20" fmla="*/ 0 w 200"/>
                    <a:gd name="T21" fmla="*/ 41 h 136"/>
                    <a:gd name="T22" fmla="*/ 4 w 200"/>
                    <a:gd name="T23" fmla="*/ 136 h 136"/>
                    <a:gd name="T24" fmla="*/ 52 w 200"/>
                    <a:gd name="T25" fmla="*/ 116 h 1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200" h="136">
                      <a:moveTo>
                        <a:pt x="52" y="116"/>
                      </a:moveTo>
                      <a:lnTo>
                        <a:pt x="48" y="80"/>
                      </a:lnTo>
                      <a:lnTo>
                        <a:pt x="60" y="59"/>
                      </a:lnTo>
                      <a:lnTo>
                        <a:pt x="99" y="56"/>
                      </a:lnTo>
                      <a:lnTo>
                        <a:pt x="153" y="62"/>
                      </a:lnTo>
                      <a:lnTo>
                        <a:pt x="200" y="24"/>
                      </a:lnTo>
                      <a:lnTo>
                        <a:pt x="174" y="8"/>
                      </a:lnTo>
                      <a:lnTo>
                        <a:pt x="140" y="0"/>
                      </a:lnTo>
                      <a:lnTo>
                        <a:pt x="96" y="0"/>
                      </a:lnTo>
                      <a:lnTo>
                        <a:pt x="48" y="8"/>
                      </a:lnTo>
                      <a:lnTo>
                        <a:pt x="0" y="41"/>
                      </a:lnTo>
                      <a:lnTo>
                        <a:pt x="4" y="136"/>
                      </a:lnTo>
                      <a:lnTo>
                        <a:pt x="52" y="116"/>
                      </a:lnTo>
                      <a:close/>
                    </a:path>
                  </a:pathLst>
                </a:custGeom>
                <a:solidFill>
                  <a:srgbClr val="FFCC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12700" cap="flat" cmpd="sng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4507" name="Freeform 59">
                  <a:extLst>
                    <a:ext uri="{FF2B5EF4-FFF2-40B4-BE49-F238E27FC236}">
                      <a16:creationId xmlns:a16="http://schemas.microsoft.com/office/drawing/2014/main" id="{74BCAFBE-12E3-47BA-898C-542803D6506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683" y="1492"/>
                  <a:ext cx="424" cy="196"/>
                </a:xfrm>
                <a:custGeom>
                  <a:avLst/>
                  <a:gdLst>
                    <a:gd name="T0" fmla="*/ 0 w 424"/>
                    <a:gd name="T1" fmla="*/ 116 h 196"/>
                    <a:gd name="T2" fmla="*/ 40 w 424"/>
                    <a:gd name="T3" fmla="*/ 48 h 196"/>
                    <a:gd name="T4" fmla="*/ 92 w 424"/>
                    <a:gd name="T5" fmla="*/ 28 h 196"/>
                    <a:gd name="T6" fmla="*/ 124 w 424"/>
                    <a:gd name="T7" fmla="*/ 16 h 196"/>
                    <a:gd name="T8" fmla="*/ 180 w 424"/>
                    <a:gd name="T9" fmla="*/ 4 h 196"/>
                    <a:gd name="T10" fmla="*/ 244 w 424"/>
                    <a:gd name="T11" fmla="*/ 0 h 196"/>
                    <a:gd name="T12" fmla="*/ 320 w 424"/>
                    <a:gd name="T13" fmla="*/ 8 h 196"/>
                    <a:gd name="T14" fmla="*/ 380 w 424"/>
                    <a:gd name="T15" fmla="*/ 20 h 196"/>
                    <a:gd name="T16" fmla="*/ 424 w 424"/>
                    <a:gd name="T17" fmla="*/ 36 h 196"/>
                    <a:gd name="T18" fmla="*/ 424 w 424"/>
                    <a:gd name="T19" fmla="*/ 144 h 196"/>
                    <a:gd name="T20" fmla="*/ 32 w 424"/>
                    <a:gd name="T21" fmla="*/ 196 h 196"/>
                    <a:gd name="T22" fmla="*/ 0 w 424"/>
                    <a:gd name="T23" fmla="*/ 116 h 1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424" h="196">
                      <a:moveTo>
                        <a:pt x="0" y="116"/>
                      </a:moveTo>
                      <a:lnTo>
                        <a:pt x="40" y="48"/>
                      </a:lnTo>
                      <a:lnTo>
                        <a:pt x="92" y="28"/>
                      </a:lnTo>
                      <a:lnTo>
                        <a:pt x="124" y="16"/>
                      </a:lnTo>
                      <a:lnTo>
                        <a:pt x="180" y="4"/>
                      </a:lnTo>
                      <a:lnTo>
                        <a:pt x="244" y="0"/>
                      </a:lnTo>
                      <a:lnTo>
                        <a:pt x="320" y="8"/>
                      </a:lnTo>
                      <a:lnTo>
                        <a:pt x="380" y="20"/>
                      </a:lnTo>
                      <a:lnTo>
                        <a:pt x="424" y="36"/>
                      </a:lnTo>
                      <a:lnTo>
                        <a:pt x="424" y="144"/>
                      </a:lnTo>
                      <a:lnTo>
                        <a:pt x="32" y="196"/>
                      </a:lnTo>
                      <a:lnTo>
                        <a:pt x="0" y="116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FFFF66">
                        <a:gamma/>
                        <a:shade val="46275"/>
                        <a:invGamma/>
                      </a:srgbClr>
                    </a:gs>
                    <a:gs pos="100000">
                      <a:srgbClr val="FFFF66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12700" cap="flat" cmpd="sng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4508" name="Freeform 60">
                  <a:extLst>
                    <a:ext uri="{FF2B5EF4-FFF2-40B4-BE49-F238E27FC236}">
                      <a16:creationId xmlns:a16="http://schemas.microsoft.com/office/drawing/2014/main" id="{F20CBB2E-2B9C-4152-8CE4-84A3022062F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715" y="1576"/>
                  <a:ext cx="400" cy="260"/>
                </a:xfrm>
                <a:custGeom>
                  <a:avLst/>
                  <a:gdLst>
                    <a:gd name="T0" fmla="*/ 296 w 400"/>
                    <a:gd name="T1" fmla="*/ 80 h 260"/>
                    <a:gd name="T2" fmla="*/ 332 w 400"/>
                    <a:gd name="T3" fmla="*/ 59 h 260"/>
                    <a:gd name="T4" fmla="*/ 369 w 400"/>
                    <a:gd name="T5" fmla="*/ 80 h 260"/>
                    <a:gd name="T6" fmla="*/ 400 w 400"/>
                    <a:gd name="T7" fmla="*/ 62 h 260"/>
                    <a:gd name="T8" fmla="*/ 332 w 400"/>
                    <a:gd name="T9" fmla="*/ 24 h 260"/>
                    <a:gd name="T10" fmla="*/ 288 w 400"/>
                    <a:gd name="T11" fmla="*/ 12 h 260"/>
                    <a:gd name="T12" fmla="*/ 216 w 400"/>
                    <a:gd name="T13" fmla="*/ 0 h 260"/>
                    <a:gd name="T14" fmla="*/ 152 w 400"/>
                    <a:gd name="T15" fmla="*/ 8 h 260"/>
                    <a:gd name="T16" fmla="*/ 96 w 400"/>
                    <a:gd name="T17" fmla="*/ 28 h 260"/>
                    <a:gd name="T18" fmla="*/ 52 w 400"/>
                    <a:gd name="T19" fmla="*/ 48 h 260"/>
                    <a:gd name="T20" fmla="*/ 8 w 400"/>
                    <a:gd name="T21" fmla="*/ 88 h 260"/>
                    <a:gd name="T22" fmla="*/ 0 w 400"/>
                    <a:gd name="T23" fmla="*/ 120 h 260"/>
                    <a:gd name="T24" fmla="*/ 20 w 400"/>
                    <a:gd name="T25" fmla="*/ 140 h 260"/>
                    <a:gd name="T26" fmla="*/ 52 w 400"/>
                    <a:gd name="T27" fmla="*/ 156 h 260"/>
                    <a:gd name="T28" fmla="*/ 52 w 400"/>
                    <a:gd name="T29" fmla="*/ 260 h 260"/>
                    <a:gd name="T30" fmla="*/ 100 w 400"/>
                    <a:gd name="T31" fmla="*/ 232 h 260"/>
                    <a:gd name="T32" fmla="*/ 296 w 400"/>
                    <a:gd name="T33" fmla="*/ 80 h 26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</a:cxnLst>
                  <a:rect l="0" t="0" r="r" b="b"/>
                  <a:pathLst>
                    <a:path w="400" h="260">
                      <a:moveTo>
                        <a:pt x="296" y="80"/>
                      </a:moveTo>
                      <a:lnTo>
                        <a:pt x="332" y="59"/>
                      </a:lnTo>
                      <a:lnTo>
                        <a:pt x="369" y="80"/>
                      </a:lnTo>
                      <a:lnTo>
                        <a:pt x="400" y="62"/>
                      </a:lnTo>
                      <a:lnTo>
                        <a:pt x="332" y="24"/>
                      </a:lnTo>
                      <a:lnTo>
                        <a:pt x="288" y="12"/>
                      </a:lnTo>
                      <a:lnTo>
                        <a:pt x="216" y="0"/>
                      </a:lnTo>
                      <a:lnTo>
                        <a:pt x="152" y="8"/>
                      </a:lnTo>
                      <a:lnTo>
                        <a:pt x="96" y="28"/>
                      </a:lnTo>
                      <a:lnTo>
                        <a:pt x="52" y="48"/>
                      </a:lnTo>
                      <a:lnTo>
                        <a:pt x="8" y="88"/>
                      </a:lnTo>
                      <a:lnTo>
                        <a:pt x="0" y="120"/>
                      </a:lnTo>
                      <a:lnTo>
                        <a:pt x="20" y="140"/>
                      </a:lnTo>
                      <a:lnTo>
                        <a:pt x="52" y="156"/>
                      </a:lnTo>
                      <a:lnTo>
                        <a:pt x="52" y="260"/>
                      </a:lnTo>
                      <a:lnTo>
                        <a:pt x="100" y="232"/>
                      </a:lnTo>
                      <a:lnTo>
                        <a:pt x="296" y="80"/>
                      </a:lnTo>
                      <a:close/>
                    </a:path>
                  </a:pathLst>
                </a:custGeom>
                <a:solidFill>
                  <a:srgbClr val="FFCC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12700" cap="flat" cmpd="sng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4509" name="Freeform 61">
                  <a:extLst>
                    <a:ext uri="{FF2B5EF4-FFF2-40B4-BE49-F238E27FC236}">
                      <a16:creationId xmlns:a16="http://schemas.microsoft.com/office/drawing/2014/main" id="{8C18EE33-00EB-4CED-8369-CD17371AD04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51" y="1628"/>
                  <a:ext cx="34" cy="536"/>
                </a:xfrm>
                <a:custGeom>
                  <a:avLst/>
                  <a:gdLst>
                    <a:gd name="T0" fmla="*/ 0 w 34"/>
                    <a:gd name="T1" fmla="*/ 0 h 536"/>
                    <a:gd name="T2" fmla="*/ 0 w 34"/>
                    <a:gd name="T3" fmla="*/ 516 h 536"/>
                    <a:gd name="T4" fmla="*/ 28 w 34"/>
                    <a:gd name="T5" fmla="*/ 536 h 536"/>
                    <a:gd name="T6" fmla="*/ 34 w 34"/>
                    <a:gd name="T7" fmla="*/ 20 h 536"/>
                    <a:gd name="T8" fmla="*/ 0 w 34"/>
                    <a:gd name="T9" fmla="*/ 0 h 5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536">
                      <a:moveTo>
                        <a:pt x="0" y="0"/>
                      </a:moveTo>
                      <a:lnTo>
                        <a:pt x="0" y="516"/>
                      </a:lnTo>
                      <a:lnTo>
                        <a:pt x="28" y="536"/>
                      </a:lnTo>
                      <a:lnTo>
                        <a:pt x="34" y="2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12700" cap="flat" cmpd="sng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4510" name="Freeform 62">
                  <a:extLst>
                    <a:ext uri="{FF2B5EF4-FFF2-40B4-BE49-F238E27FC236}">
                      <a16:creationId xmlns:a16="http://schemas.microsoft.com/office/drawing/2014/main" id="{3AC0AB5F-BDB4-4152-896A-99C2376F1C8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11" y="1632"/>
                  <a:ext cx="44" cy="524"/>
                </a:xfrm>
                <a:custGeom>
                  <a:avLst/>
                  <a:gdLst>
                    <a:gd name="T0" fmla="*/ 0 w 44"/>
                    <a:gd name="T1" fmla="*/ 20 h 524"/>
                    <a:gd name="T2" fmla="*/ 0 w 44"/>
                    <a:gd name="T3" fmla="*/ 524 h 524"/>
                    <a:gd name="T4" fmla="*/ 44 w 44"/>
                    <a:gd name="T5" fmla="*/ 508 h 524"/>
                    <a:gd name="T6" fmla="*/ 44 w 44"/>
                    <a:gd name="T7" fmla="*/ 0 h 524"/>
                    <a:gd name="T8" fmla="*/ 0 w 44"/>
                    <a:gd name="T9" fmla="*/ 20 h 52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4" h="524">
                      <a:moveTo>
                        <a:pt x="0" y="20"/>
                      </a:moveTo>
                      <a:lnTo>
                        <a:pt x="0" y="524"/>
                      </a:lnTo>
                      <a:lnTo>
                        <a:pt x="44" y="508"/>
                      </a:lnTo>
                      <a:lnTo>
                        <a:pt x="44" y="0"/>
                      </a:lnTo>
                      <a:lnTo>
                        <a:pt x="0" y="20"/>
                      </a:lnTo>
                      <a:close/>
                    </a:path>
                  </a:pathLst>
                </a:custGeom>
                <a:solidFill>
                  <a:srgbClr val="0099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12700" cap="flat" cmpd="sng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4511" name="Freeform 63">
                  <a:extLst>
                    <a:ext uri="{FF2B5EF4-FFF2-40B4-BE49-F238E27FC236}">
                      <a16:creationId xmlns:a16="http://schemas.microsoft.com/office/drawing/2014/main" id="{05EDD902-5B97-480B-9C3E-0FFEEB567F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779" y="1632"/>
                  <a:ext cx="236" cy="548"/>
                </a:xfrm>
                <a:custGeom>
                  <a:avLst/>
                  <a:gdLst>
                    <a:gd name="T0" fmla="*/ 44 w 236"/>
                    <a:gd name="T1" fmla="*/ 176 h 548"/>
                    <a:gd name="T2" fmla="*/ 44 w 236"/>
                    <a:gd name="T3" fmla="*/ 548 h 548"/>
                    <a:gd name="T4" fmla="*/ 84 w 236"/>
                    <a:gd name="T5" fmla="*/ 532 h 548"/>
                    <a:gd name="T6" fmla="*/ 128 w 236"/>
                    <a:gd name="T7" fmla="*/ 524 h 548"/>
                    <a:gd name="T8" fmla="*/ 176 w 236"/>
                    <a:gd name="T9" fmla="*/ 520 h 548"/>
                    <a:gd name="T10" fmla="*/ 236 w 236"/>
                    <a:gd name="T11" fmla="*/ 528 h 548"/>
                    <a:gd name="T12" fmla="*/ 236 w 236"/>
                    <a:gd name="T13" fmla="*/ 20 h 548"/>
                    <a:gd name="T14" fmla="*/ 188 w 236"/>
                    <a:gd name="T15" fmla="*/ 8 h 548"/>
                    <a:gd name="T16" fmla="*/ 136 w 236"/>
                    <a:gd name="T17" fmla="*/ 0 h 548"/>
                    <a:gd name="T18" fmla="*/ 72 w 236"/>
                    <a:gd name="T19" fmla="*/ 8 h 548"/>
                    <a:gd name="T20" fmla="*/ 28 w 236"/>
                    <a:gd name="T21" fmla="*/ 36 h 548"/>
                    <a:gd name="T22" fmla="*/ 4 w 236"/>
                    <a:gd name="T23" fmla="*/ 64 h 548"/>
                    <a:gd name="T24" fmla="*/ 0 w 236"/>
                    <a:gd name="T25" fmla="*/ 100 h 548"/>
                    <a:gd name="T26" fmla="*/ 8 w 236"/>
                    <a:gd name="T27" fmla="*/ 128 h 548"/>
                    <a:gd name="T28" fmla="*/ 16 w 236"/>
                    <a:gd name="T29" fmla="*/ 148 h 548"/>
                    <a:gd name="T30" fmla="*/ 44 w 236"/>
                    <a:gd name="T31" fmla="*/ 176 h 54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</a:cxnLst>
                  <a:rect l="0" t="0" r="r" b="b"/>
                  <a:pathLst>
                    <a:path w="236" h="548">
                      <a:moveTo>
                        <a:pt x="44" y="176"/>
                      </a:moveTo>
                      <a:lnTo>
                        <a:pt x="44" y="548"/>
                      </a:lnTo>
                      <a:lnTo>
                        <a:pt x="84" y="532"/>
                      </a:lnTo>
                      <a:lnTo>
                        <a:pt x="128" y="524"/>
                      </a:lnTo>
                      <a:lnTo>
                        <a:pt x="176" y="520"/>
                      </a:lnTo>
                      <a:lnTo>
                        <a:pt x="236" y="528"/>
                      </a:lnTo>
                      <a:lnTo>
                        <a:pt x="236" y="20"/>
                      </a:lnTo>
                      <a:lnTo>
                        <a:pt x="188" y="8"/>
                      </a:lnTo>
                      <a:lnTo>
                        <a:pt x="136" y="0"/>
                      </a:lnTo>
                      <a:lnTo>
                        <a:pt x="72" y="8"/>
                      </a:lnTo>
                      <a:lnTo>
                        <a:pt x="28" y="36"/>
                      </a:lnTo>
                      <a:lnTo>
                        <a:pt x="4" y="64"/>
                      </a:lnTo>
                      <a:lnTo>
                        <a:pt x="0" y="100"/>
                      </a:lnTo>
                      <a:lnTo>
                        <a:pt x="8" y="128"/>
                      </a:lnTo>
                      <a:lnTo>
                        <a:pt x="16" y="148"/>
                      </a:lnTo>
                      <a:lnTo>
                        <a:pt x="44" y="176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FFCC00">
                        <a:gamma/>
                        <a:shade val="46275"/>
                        <a:invGamma/>
                      </a:srgbClr>
                    </a:gs>
                    <a:gs pos="100000">
                      <a:srgbClr val="FFCC00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12700" cap="flat" cmpd="sng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4512" name="Freeform 64">
                  <a:extLst>
                    <a:ext uri="{FF2B5EF4-FFF2-40B4-BE49-F238E27FC236}">
                      <a16:creationId xmlns:a16="http://schemas.microsoft.com/office/drawing/2014/main" id="{43F61170-F9BC-4EDF-AC0F-2BE6A7C78FA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607" y="1424"/>
                  <a:ext cx="588" cy="376"/>
                </a:xfrm>
                <a:custGeom>
                  <a:avLst/>
                  <a:gdLst>
                    <a:gd name="T0" fmla="*/ 588 w 588"/>
                    <a:gd name="T1" fmla="*/ 72 h 376"/>
                    <a:gd name="T2" fmla="*/ 520 w 588"/>
                    <a:gd name="T3" fmla="*/ 36 h 376"/>
                    <a:gd name="T4" fmla="*/ 468 w 588"/>
                    <a:gd name="T5" fmla="*/ 20 h 376"/>
                    <a:gd name="T6" fmla="*/ 412 w 588"/>
                    <a:gd name="T7" fmla="*/ 8 h 376"/>
                    <a:gd name="T8" fmla="*/ 336 w 588"/>
                    <a:gd name="T9" fmla="*/ 0 h 376"/>
                    <a:gd name="T10" fmla="*/ 244 w 588"/>
                    <a:gd name="T11" fmla="*/ 8 h 376"/>
                    <a:gd name="T12" fmla="*/ 148 w 588"/>
                    <a:gd name="T13" fmla="*/ 36 h 376"/>
                    <a:gd name="T14" fmla="*/ 88 w 588"/>
                    <a:gd name="T15" fmla="*/ 64 h 376"/>
                    <a:gd name="T16" fmla="*/ 48 w 588"/>
                    <a:gd name="T17" fmla="*/ 96 h 376"/>
                    <a:gd name="T18" fmla="*/ 24 w 588"/>
                    <a:gd name="T19" fmla="*/ 124 h 376"/>
                    <a:gd name="T20" fmla="*/ 4 w 588"/>
                    <a:gd name="T21" fmla="*/ 168 h 376"/>
                    <a:gd name="T22" fmla="*/ 0 w 588"/>
                    <a:gd name="T23" fmla="*/ 214 h 376"/>
                    <a:gd name="T24" fmla="*/ 8 w 588"/>
                    <a:gd name="T25" fmla="*/ 268 h 376"/>
                    <a:gd name="T26" fmla="*/ 24 w 588"/>
                    <a:gd name="T27" fmla="*/ 304 h 376"/>
                    <a:gd name="T28" fmla="*/ 40 w 588"/>
                    <a:gd name="T29" fmla="*/ 332 h 376"/>
                    <a:gd name="T30" fmla="*/ 76 w 588"/>
                    <a:gd name="T31" fmla="*/ 376 h 376"/>
                    <a:gd name="T32" fmla="*/ 168 w 588"/>
                    <a:gd name="T33" fmla="*/ 323 h 376"/>
                    <a:gd name="T34" fmla="*/ 136 w 588"/>
                    <a:gd name="T35" fmla="*/ 296 h 376"/>
                    <a:gd name="T36" fmla="*/ 112 w 588"/>
                    <a:gd name="T37" fmla="*/ 280 h 376"/>
                    <a:gd name="T38" fmla="*/ 96 w 588"/>
                    <a:gd name="T39" fmla="*/ 236 h 376"/>
                    <a:gd name="T40" fmla="*/ 100 w 588"/>
                    <a:gd name="T41" fmla="*/ 180 h 376"/>
                    <a:gd name="T42" fmla="*/ 132 w 588"/>
                    <a:gd name="T43" fmla="*/ 128 h 376"/>
                    <a:gd name="T44" fmla="*/ 188 w 588"/>
                    <a:gd name="T45" fmla="*/ 92 h 376"/>
                    <a:gd name="T46" fmla="*/ 240 w 588"/>
                    <a:gd name="T47" fmla="*/ 76 h 376"/>
                    <a:gd name="T48" fmla="*/ 308 w 588"/>
                    <a:gd name="T49" fmla="*/ 68 h 376"/>
                    <a:gd name="T50" fmla="*/ 376 w 588"/>
                    <a:gd name="T51" fmla="*/ 76 h 376"/>
                    <a:gd name="T52" fmla="*/ 432 w 588"/>
                    <a:gd name="T53" fmla="*/ 88 h 376"/>
                    <a:gd name="T54" fmla="*/ 508 w 588"/>
                    <a:gd name="T55" fmla="*/ 112 h 376"/>
                    <a:gd name="T56" fmla="*/ 588 w 588"/>
                    <a:gd name="T57" fmla="*/ 72 h 37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88" h="376">
                      <a:moveTo>
                        <a:pt x="588" y="72"/>
                      </a:moveTo>
                      <a:lnTo>
                        <a:pt x="520" y="36"/>
                      </a:lnTo>
                      <a:lnTo>
                        <a:pt x="468" y="20"/>
                      </a:lnTo>
                      <a:lnTo>
                        <a:pt x="412" y="8"/>
                      </a:lnTo>
                      <a:lnTo>
                        <a:pt x="336" y="0"/>
                      </a:lnTo>
                      <a:lnTo>
                        <a:pt x="244" y="8"/>
                      </a:lnTo>
                      <a:lnTo>
                        <a:pt x="148" y="36"/>
                      </a:lnTo>
                      <a:lnTo>
                        <a:pt x="88" y="64"/>
                      </a:lnTo>
                      <a:lnTo>
                        <a:pt x="48" y="96"/>
                      </a:lnTo>
                      <a:lnTo>
                        <a:pt x="24" y="124"/>
                      </a:lnTo>
                      <a:lnTo>
                        <a:pt x="4" y="168"/>
                      </a:lnTo>
                      <a:lnTo>
                        <a:pt x="0" y="214"/>
                      </a:lnTo>
                      <a:lnTo>
                        <a:pt x="8" y="268"/>
                      </a:lnTo>
                      <a:lnTo>
                        <a:pt x="24" y="304"/>
                      </a:lnTo>
                      <a:lnTo>
                        <a:pt x="40" y="332"/>
                      </a:lnTo>
                      <a:lnTo>
                        <a:pt x="76" y="376"/>
                      </a:lnTo>
                      <a:lnTo>
                        <a:pt x="168" y="323"/>
                      </a:lnTo>
                      <a:lnTo>
                        <a:pt x="136" y="296"/>
                      </a:lnTo>
                      <a:lnTo>
                        <a:pt x="112" y="280"/>
                      </a:lnTo>
                      <a:lnTo>
                        <a:pt x="96" y="236"/>
                      </a:lnTo>
                      <a:lnTo>
                        <a:pt x="100" y="180"/>
                      </a:lnTo>
                      <a:lnTo>
                        <a:pt x="132" y="128"/>
                      </a:lnTo>
                      <a:lnTo>
                        <a:pt x="188" y="92"/>
                      </a:lnTo>
                      <a:lnTo>
                        <a:pt x="240" y="76"/>
                      </a:lnTo>
                      <a:lnTo>
                        <a:pt x="308" y="68"/>
                      </a:lnTo>
                      <a:lnTo>
                        <a:pt x="376" y="76"/>
                      </a:lnTo>
                      <a:lnTo>
                        <a:pt x="432" y="88"/>
                      </a:lnTo>
                      <a:lnTo>
                        <a:pt x="508" y="112"/>
                      </a:lnTo>
                      <a:lnTo>
                        <a:pt x="588" y="72"/>
                      </a:lnTo>
                      <a:close/>
                    </a:path>
                  </a:pathLst>
                </a:custGeom>
                <a:solidFill>
                  <a:srgbClr val="FF3300"/>
                </a:solidFill>
                <a:ln w="12700" cap="flat" cmpd="sng">
                  <a:solidFill>
                    <a:srgbClr val="FF3300"/>
                  </a:solidFill>
                  <a:prstDash val="solid"/>
                  <a:round/>
                  <a:headEnd type="none" w="sm" len="lg"/>
                  <a:tailEnd type="none" w="sm" len="lg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4513" name="Freeform 65">
                  <a:extLst>
                    <a:ext uri="{FF2B5EF4-FFF2-40B4-BE49-F238E27FC236}">
                      <a16:creationId xmlns:a16="http://schemas.microsoft.com/office/drawing/2014/main" id="{53FC129B-6427-441A-8FF3-3A3DEE6CAFF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974" y="2308"/>
                  <a:ext cx="321" cy="368"/>
                </a:xfrm>
                <a:custGeom>
                  <a:avLst/>
                  <a:gdLst>
                    <a:gd name="T0" fmla="*/ 5 w 321"/>
                    <a:gd name="T1" fmla="*/ 84 h 368"/>
                    <a:gd name="T2" fmla="*/ 0 w 321"/>
                    <a:gd name="T3" fmla="*/ 368 h 368"/>
                    <a:gd name="T4" fmla="*/ 89 w 321"/>
                    <a:gd name="T5" fmla="*/ 324 h 368"/>
                    <a:gd name="T6" fmla="*/ 133 w 321"/>
                    <a:gd name="T7" fmla="*/ 304 h 368"/>
                    <a:gd name="T8" fmla="*/ 181 w 321"/>
                    <a:gd name="T9" fmla="*/ 284 h 368"/>
                    <a:gd name="T10" fmla="*/ 221 w 321"/>
                    <a:gd name="T11" fmla="*/ 280 h 368"/>
                    <a:gd name="T12" fmla="*/ 261 w 321"/>
                    <a:gd name="T13" fmla="*/ 288 h 368"/>
                    <a:gd name="T14" fmla="*/ 285 w 321"/>
                    <a:gd name="T15" fmla="*/ 296 h 368"/>
                    <a:gd name="T16" fmla="*/ 321 w 321"/>
                    <a:gd name="T17" fmla="*/ 320 h 368"/>
                    <a:gd name="T18" fmla="*/ 321 w 321"/>
                    <a:gd name="T19" fmla="*/ 20 h 368"/>
                    <a:gd name="T20" fmla="*/ 281 w 321"/>
                    <a:gd name="T21" fmla="*/ 8 h 368"/>
                    <a:gd name="T22" fmla="*/ 225 w 321"/>
                    <a:gd name="T23" fmla="*/ 0 h 368"/>
                    <a:gd name="T24" fmla="*/ 173 w 321"/>
                    <a:gd name="T25" fmla="*/ 4 h 368"/>
                    <a:gd name="T26" fmla="*/ 109 w 321"/>
                    <a:gd name="T27" fmla="*/ 24 h 368"/>
                    <a:gd name="T28" fmla="*/ 5 w 321"/>
                    <a:gd name="T29" fmla="*/ 84 h 3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321" h="368">
                      <a:moveTo>
                        <a:pt x="5" y="84"/>
                      </a:moveTo>
                      <a:lnTo>
                        <a:pt x="0" y="368"/>
                      </a:lnTo>
                      <a:lnTo>
                        <a:pt x="89" y="324"/>
                      </a:lnTo>
                      <a:lnTo>
                        <a:pt x="133" y="304"/>
                      </a:lnTo>
                      <a:lnTo>
                        <a:pt x="181" y="284"/>
                      </a:lnTo>
                      <a:lnTo>
                        <a:pt x="221" y="280"/>
                      </a:lnTo>
                      <a:lnTo>
                        <a:pt x="261" y="288"/>
                      </a:lnTo>
                      <a:lnTo>
                        <a:pt x="285" y="296"/>
                      </a:lnTo>
                      <a:lnTo>
                        <a:pt x="321" y="320"/>
                      </a:lnTo>
                      <a:lnTo>
                        <a:pt x="321" y="20"/>
                      </a:lnTo>
                      <a:lnTo>
                        <a:pt x="281" y="8"/>
                      </a:lnTo>
                      <a:lnTo>
                        <a:pt x="225" y="0"/>
                      </a:lnTo>
                      <a:lnTo>
                        <a:pt x="173" y="4"/>
                      </a:lnTo>
                      <a:lnTo>
                        <a:pt x="109" y="24"/>
                      </a:lnTo>
                      <a:lnTo>
                        <a:pt x="5" y="84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FFCC00"/>
                    </a:gs>
                    <a:gs pos="100000">
                      <a:srgbClr val="FFCC00">
                        <a:gamma/>
                        <a:shade val="65882"/>
                        <a:invGamma/>
                      </a:srgbClr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12700" cap="flat" cmpd="sng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4514" name="Freeform 66">
                  <a:extLst>
                    <a:ext uri="{FF2B5EF4-FFF2-40B4-BE49-F238E27FC236}">
                      <a16:creationId xmlns:a16="http://schemas.microsoft.com/office/drawing/2014/main" id="{DFA7289D-3BCA-4A52-997E-40EC3833B52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83" y="1496"/>
                  <a:ext cx="112" cy="660"/>
                </a:xfrm>
                <a:custGeom>
                  <a:avLst/>
                  <a:gdLst>
                    <a:gd name="T0" fmla="*/ 32 w 112"/>
                    <a:gd name="T1" fmla="*/ 36 h 660"/>
                    <a:gd name="T2" fmla="*/ 32 w 112"/>
                    <a:gd name="T3" fmla="*/ 136 h 660"/>
                    <a:gd name="T4" fmla="*/ 0 w 112"/>
                    <a:gd name="T5" fmla="*/ 156 h 660"/>
                    <a:gd name="T6" fmla="*/ 0 w 112"/>
                    <a:gd name="T7" fmla="*/ 660 h 660"/>
                    <a:gd name="T8" fmla="*/ 112 w 112"/>
                    <a:gd name="T9" fmla="*/ 608 h 660"/>
                    <a:gd name="T10" fmla="*/ 112 w 112"/>
                    <a:gd name="T11" fmla="*/ 0 h 660"/>
                    <a:gd name="T12" fmla="*/ 32 w 112"/>
                    <a:gd name="T13" fmla="*/ 36 h 66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12" h="660">
                      <a:moveTo>
                        <a:pt x="32" y="36"/>
                      </a:moveTo>
                      <a:lnTo>
                        <a:pt x="32" y="136"/>
                      </a:lnTo>
                      <a:lnTo>
                        <a:pt x="0" y="156"/>
                      </a:lnTo>
                      <a:lnTo>
                        <a:pt x="0" y="660"/>
                      </a:lnTo>
                      <a:lnTo>
                        <a:pt x="112" y="608"/>
                      </a:lnTo>
                      <a:lnTo>
                        <a:pt x="112" y="0"/>
                      </a:lnTo>
                      <a:lnTo>
                        <a:pt x="32" y="36"/>
                      </a:lnTo>
                      <a:close/>
                    </a:path>
                  </a:pathLst>
                </a:custGeom>
                <a:solidFill>
                  <a:srgbClr val="FF66FF"/>
                </a:solidFill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sm" len="lg"/>
                  <a:tailEnd type="none" w="sm" len="lg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4515" name="Freeform 67">
                  <a:extLst>
                    <a:ext uri="{FF2B5EF4-FFF2-40B4-BE49-F238E27FC236}">
                      <a16:creationId xmlns:a16="http://schemas.microsoft.com/office/drawing/2014/main" id="{DCD5312E-3BB5-433F-A2A0-24210F68AEB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27" y="2304"/>
                  <a:ext cx="153" cy="372"/>
                </a:xfrm>
                <a:custGeom>
                  <a:avLst/>
                  <a:gdLst>
                    <a:gd name="T0" fmla="*/ 0 w 153"/>
                    <a:gd name="T1" fmla="*/ 0 h 372"/>
                    <a:gd name="T2" fmla="*/ 152 w 153"/>
                    <a:gd name="T3" fmla="*/ 88 h 372"/>
                    <a:gd name="T4" fmla="*/ 153 w 153"/>
                    <a:gd name="T5" fmla="*/ 372 h 372"/>
                    <a:gd name="T6" fmla="*/ 0 w 153"/>
                    <a:gd name="T7" fmla="*/ 296 h 372"/>
                    <a:gd name="T8" fmla="*/ 0 w 153"/>
                    <a:gd name="T9" fmla="*/ 0 h 37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53" h="372">
                      <a:moveTo>
                        <a:pt x="0" y="0"/>
                      </a:moveTo>
                      <a:lnTo>
                        <a:pt x="152" y="88"/>
                      </a:lnTo>
                      <a:lnTo>
                        <a:pt x="153" y="372"/>
                      </a:lnTo>
                      <a:lnTo>
                        <a:pt x="0" y="29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CC3399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12700" cap="flat" cmpd="sng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4516" name="Freeform 68">
                  <a:extLst>
                    <a:ext uri="{FF2B5EF4-FFF2-40B4-BE49-F238E27FC236}">
                      <a16:creationId xmlns:a16="http://schemas.microsoft.com/office/drawing/2014/main" id="{222802D8-72EB-4A26-8AB3-4A2A89872D3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291" y="2280"/>
                  <a:ext cx="136" cy="336"/>
                </a:xfrm>
                <a:custGeom>
                  <a:avLst/>
                  <a:gdLst>
                    <a:gd name="T0" fmla="*/ 0 w 136"/>
                    <a:gd name="T1" fmla="*/ 48 h 336"/>
                    <a:gd name="T2" fmla="*/ 88 w 136"/>
                    <a:gd name="T3" fmla="*/ 0 h 336"/>
                    <a:gd name="T4" fmla="*/ 88 w 136"/>
                    <a:gd name="T5" fmla="*/ 108 h 336"/>
                    <a:gd name="T6" fmla="*/ 136 w 136"/>
                    <a:gd name="T7" fmla="*/ 84 h 336"/>
                    <a:gd name="T8" fmla="*/ 136 w 136"/>
                    <a:gd name="T9" fmla="*/ 256 h 336"/>
                    <a:gd name="T10" fmla="*/ 0 w 136"/>
                    <a:gd name="T11" fmla="*/ 336 h 336"/>
                    <a:gd name="T12" fmla="*/ 0 w 136"/>
                    <a:gd name="T13" fmla="*/ 48 h 3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36" h="336">
                      <a:moveTo>
                        <a:pt x="0" y="48"/>
                      </a:moveTo>
                      <a:lnTo>
                        <a:pt x="88" y="0"/>
                      </a:lnTo>
                      <a:lnTo>
                        <a:pt x="88" y="108"/>
                      </a:lnTo>
                      <a:lnTo>
                        <a:pt x="136" y="84"/>
                      </a:lnTo>
                      <a:lnTo>
                        <a:pt x="136" y="256"/>
                      </a:lnTo>
                      <a:lnTo>
                        <a:pt x="0" y="336"/>
                      </a:lnTo>
                      <a:lnTo>
                        <a:pt x="0" y="48"/>
                      </a:lnTo>
                      <a:close/>
                    </a:path>
                  </a:pathLst>
                </a:custGeom>
                <a:solidFill>
                  <a:srgbClr val="FF99FF"/>
                </a:solidFill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sm" len="lg"/>
                  <a:tailEnd type="none" w="sm" len="lg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4517" name="Freeform 69">
                  <a:extLst>
                    <a:ext uri="{FF2B5EF4-FFF2-40B4-BE49-F238E27FC236}">
                      <a16:creationId xmlns:a16="http://schemas.microsoft.com/office/drawing/2014/main" id="{4DC77F4A-9F06-4930-A648-DF69CAF141F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530" y="1748"/>
                  <a:ext cx="293" cy="732"/>
                </a:xfrm>
                <a:custGeom>
                  <a:avLst/>
                  <a:gdLst>
                    <a:gd name="T0" fmla="*/ 149 w 293"/>
                    <a:gd name="T1" fmla="*/ 40 h 732"/>
                    <a:gd name="T2" fmla="*/ 149 w 293"/>
                    <a:gd name="T3" fmla="*/ 356 h 732"/>
                    <a:gd name="T4" fmla="*/ 49 w 293"/>
                    <a:gd name="T5" fmla="*/ 414 h 732"/>
                    <a:gd name="T6" fmla="*/ 49 w 293"/>
                    <a:gd name="T7" fmla="*/ 532 h 732"/>
                    <a:gd name="T8" fmla="*/ 0 w 293"/>
                    <a:gd name="T9" fmla="*/ 560 h 732"/>
                    <a:gd name="T10" fmla="*/ 0 w 293"/>
                    <a:gd name="T11" fmla="*/ 732 h 732"/>
                    <a:gd name="T12" fmla="*/ 293 w 293"/>
                    <a:gd name="T13" fmla="*/ 563 h 732"/>
                    <a:gd name="T14" fmla="*/ 293 w 293"/>
                    <a:gd name="T15" fmla="*/ 56 h 732"/>
                    <a:gd name="T16" fmla="*/ 237 w 293"/>
                    <a:gd name="T17" fmla="*/ 88 h 732"/>
                    <a:gd name="T18" fmla="*/ 237 w 293"/>
                    <a:gd name="T19" fmla="*/ 0 h 732"/>
                    <a:gd name="T20" fmla="*/ 149 w 293"/>
                    <a:gd name="T21" fmla="*/ 40 h 73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293" h="732">
                      <a:moveTo>
                        <a:pt x="149" y="40"/>
                      </a:moveTo>
                      <a:lnTo>
                        <a:pt x="149" y="356"/>
                      </a:lnTo>
                      <a:lnTo>
                        <a:pt x="49" y="414"/>
                      </a:lnTo>
                      <a:lnTo>
                        <a:pt x="49" y="532"/>
                      </a:lnTo>
                      <a:lnTo>
                        <a:pt x="0" y="560"/>
                      </a:lnTo>
                      <a:lnTo>
                        <a:pt x="0" y="732"/>
                      </a:lnTo>
                      <a:lnTo>
                        <a:pt x="293" y="563"/>
                      </a:lnTo>
                      <a:lnTo>
                        <a:pt x="293" y="56"/>
                      </a:lnTo>
                      <a:lnTo>
                        <a:pt x="237" y="88"/>
                      </a:lnTo>
                      <a:lnTo>
                        <a:pt x="237" y="0"/>
                      </a:lnTo>
                      <a:lnTo>
                        <a:pt x="149" y="40"/>
                      </a:lnTo>
                      <a:close/>
                    </a:path>
                  </a:pathLst>
                </a:custGeom>
                <a:solidFill>
                  <a:srgbClr val="FF99FF"/>
                </a:solidFill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sm" len="lg"/>
                  <a:tailEnd type="none" w="sm" len="lg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4518" name="Freeform 70">
                  <a:extLst>
                    <a:ext uri="{FF2B5EF4-FFF2-40B4-BE49-F238E27FC236}">
                      <a16:creationId xmlns:a16="http://schemas.microsoft.com/office/drawing/2014/main" id="{9A707416-DCEC-41F6-8AA4-D31168B1170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530" y="1968"/>
                  <a:ext cx="295" cy="511"/>
                </a:xfrm>
                <a:custGeom>
                  <a:avLst/>
                  <a:gdLst>
                    <a:gd name="T0" fmla="*/ 0 w 885"/>
                    <a:gd name="T1" fmla="*/ 1531 h 1531"/>
                    <a:gd name="T2" fmla="*/ 884 w 885"/>
                    <a:gd name="T3" fmla="*/ 0 h 1531"/>
                    <a:gd name="T4" fmla="*/ 885 w 885"/>
                    <a:gd name="T5" fmla="*/ 0 h 153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885" h="1531">
                      <a:moveTo>
                        <a:pt x="0" y="1531"/>
                      </a:moveTo>
                      <a:lnTo>
                        <a:pt x="884" y="0"/>
                      </a:lnTo>
                      <a:lnTo>
                        <a:pt x="885" y="0"/>
                      </a:lnTo>
                    </a:path>
                  </a:pathLst>
                </a:custGeom>
                <a:solidFill>
                  <a:srgbClr val="FF99FF"/>
                </a:solidFill>
                <a:ln w="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4519" name="Freeform 71">
                  <a:extLst>
                    <a:ext uri="{FF2B5EF4-FFF2-40B4-BE49-F238E27FC236}">
                      <a16:creationId xmlns:a16="http://schemas.microsoft.com/office/drawing/2014/main" id="{7159EECF-0FD0-4607-9A77-2FFA3B0CB03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641" y="2096"/>
                  <a:ext cx="184" cy="319"/>
                </a:xfrm>
                <a:custGeom>
                  <a:avLst/>
                  <a:gdLst>
                    <a:gd name="T0" fmla="*/ 0 w 552"/>
                    <a:gd name="T1" fmla="*/ 957 h 957"/>
                    <a:gd name="T2" fmla="*/ 551 w 552"/>
                    <a:gd name="T3" fmla="*/ 0 h 957"/>
                    <a:gd name="T4" fmla="*/ 552 w 552"/>
                    <a:gd name="T5" fmla="*/ 0 h 95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552" h="957">
                      <a:moveTo>
                        <a:pt x="0" y="957"/>
                      </a:moveTo>
                      <a:lnTo>
                        <a:pt x="551" y="0"/>
                      </a:lnTo>
                      <a:lnTo>
                        <a:pt x="552" y="0"/>
                      </a:lnTo>
                    </a:path>
                  </a:pathLst>
                </a:custGeom>
                <a:solidFill>
                  <a:srgbClr val="FF99FF"/>
                </a:solidFill>
                <a:ln w="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4520" name="Freeform 72">
                  <a:extLst>
                    <a:ext uri="{FF2B5EF4-FFF2-40B4-BE49-F238E27FC236}">
                      <a16:creationId xmlns:a16="http://schemas.microsoft.com/office/drawing/2014/main" id="{A067E3FC-CD9D-4C1A-A596-D5D7B0656DF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751" y="2224"/>
                  <a:ext cx="74" cy="127"/>
                </a:xfrm>
                <a:custGeom>
                  <a:avLst/>
                  <a:gdLst>
                    <a:gd name="T0" fmla="*/ 0 w 221"/>
                    <a:gd name="T1" fmla="*/ 380 h 380"/>
                    <a:gd name="T2" fmla="*/ 220 w 221"/>
                    <a:gd name="T3" fmla="*/ 0 h 380"/>
                    <a:gd name="T4" fmla="*/ 221 w 221"/>
                    <a:gd name="T5" fmla="*/ 0 h 38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21" h="380">
                      <a:moveTo>
                        <a:pt x="0" y="380"/>
                      </a:moveTo>
                      <a:lnTo>
                        <a:pt x="220" y="0"/>
                      </a:lnTo>
                      <a:lnTo>
                        <a:pt x="221" y="0"/>
                      </a:lnTo>
                    </a:path>
                  </a:pathLst>
                </a:custGeom>
                <a:solidFill>
                  <a:srgbClr val="FF99FF"/>
                </a:solidFill>
                <a:ln w="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4521" name="Freeform 73">
                  <a:extLst>
                    <a:ext uri="{FF2B5EF4-FFF2-40B4-BE49-F238E27FC236}">
                      <a16:creationId xmlns:a16="http://schemas.microsoft.com/office/drawing/2014/main" id="{44C22613-A4FA-4BA9-B1ED-7E9B67D05CC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530" y="2283"/>
                  <a:ext cx="40" cy="68"/>
                </a:xfrm>
                <a:custGeom>
                  <a:avLst/>
                  <a:gdLst>
                    <a:gd name="T0" fmla="*/ 0 w 120"/>
                    <a:gd name="T1" fmla="*/ 205 h 205"/>
                    <a:gd name="T2" fmla="*/ 119 w 120"/>
                    <a:gd name="T3" fmla="*/ 0 h 205"/>
                    <a:gd name="T4" fmla="*/ 120 w 120"/>
                    <a:gd name="T5" fmla="*/ 0 h 2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20" h="205">
                      <a:moveTo>
                        <a:pt x="0" y="205"/>
                      </a:moveTo>
                      <a:lnTo>
                        <a:pt x="119" y="0"/>
                      </a:lnTo>
                      <a:lnTo>
                        <a:pt x="120" y="0"/>
                      </a:lnTo>
                    </a:path>
                  </a:pathLst>
                </a:custGeom>
                <a:solidFill>
                  <a:srgbClr val="FF99FF"/>
                </a:solidFill>
                <a:ln w="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4522" name="Freeform 74">
                  <a:extLst>
                    <a:ext uri="{FF2B5EF4-FFF2-40B4-BE49-F238E27FC236}">
                      <a16:creationId xmlns:a16="http://schemas.microsoft.com/office/drawing/2014/main" id="{7EBB0131-6EAB-4D97-8C0F-DBAAB352441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686" y="1801"/>
                  <a:ext cx="88" cy="151"/>
                </a:xfrm>
                <a:custGeom>
                  <a:avLst/>
                  <a:gdLst>
                    <a:gd name="T0" fmla="*/ 0 w 264"/>
                    <a:gd name="T1" fmla="*/ 455 h 455"/>
                    <a:gd name="T2" fmla="*/ 263 w 264"/>
                    <a:gd name="T3" fmla="*/ 0 h 455"/>
                    <a:gd name="T4" fmla="*/ 264 w 264"/>
                    <a:gd name="T5" fmla="*/ 0 h 4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64" h="455">
                      <a:moveTo>
                        <a:pt x="0" y="455"/>
                      </a:moveTo>
                      <a:lnTo>
                        <a:pt x="263" y="0"/>
                      </a:lnTo>
                      <a:lnTo>
                        <a:pt x="264" y="0"/>
                      </a:lnTo>
                    </a:path>
                  </a:pathLst>
                </a:custGeom>
                <a:solidFill>
                  <a:srgbClr val="FF99FF"/>
                </a:solidFill>
                <a:ln w="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4523" name="Freeform 75">
                  <a:extLst>
                    <a:ext uri="{FF2B5EF4-FFF2-40B4-BE49-F238E27FC236}">
                      <a16:creationId xmlns:a16="http://schemas.microsoft.com/office/drawing/2014/main" id="{51C2BB96-0FBF-40CE-8CB0-4CBC32BFFD4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686" y="1774"/>
                  <a:ext cx="30" cy="50"/>
                </a:xfrm>
                <a:custGeom>
                  <a:avLst/>
                  <a:gdLst>
                    <a:gd name="T0" fmla="*/ 0 w 89"/>
                    <a:gd name="T1" fmla="*/ 151 h 151"/>
                    <a:gd name="T2" fmla="*/ 88 w 89"/>
                    <a:gd name="T3" fmla="*/ 0 h 151"/>
                    <a:gd name="T4" fmla="*/ 89 w 89"/>
                    <a:gd name="T5" fmla="*/ 0 h 15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89" h="151">
                      <a:moveTo>
                        <a:pt x="0" y="151"/>
                      </a:moveTo>
                      <a:lnTo>
                        <a:pt x="88" y="0"/>
                      </a:lnTo>
                      <a:lnTo>
                        <a:pt x="89" y="0"/>
                      </a:lnTo>
                    </a:path>
                  </a:pathLst>
                </a:custGeom>
                <a:solidFill>
                  <a:srgbClr val="FF99FF"/>
                </a:solidFill>
                <a:ln w="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4524" name="Freeform 76">
                  <a:extLst>
                    <a:ext uri="{FF2B5EF4-FFF2-40B4-BE49-F238E27FC236}">
                      <a16:creationId xmlns:a16="http://schemas.microsoft.com/office/drawing/2014/main" id="{03EC308B-1977-4C4D-A31F-0186EA34903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686" y="1840"/>
                  <a:ext cx="139" cy="240"/>
                </a:xfrm>
                <a:custGeom>
                  <a:avLst/>
                  <a:gdLst>
                    <a:gd name="T0" fmla="*/ 0 w 416"/>
                    <a:gd name="T1" fmla="*/ 719 h 719"/>
                    <a:gd name="T2" fmla="*/ 415 w 416"/>
                    <a:gd name="T3" fmla="*/ 0 h 719"/>
                    <a:gd name="T4" fmla="*/ 416 w 416"/>
                    <a:gd name="T5" fmla="*/ 0 h 7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416" h="719">
                      <a:moveTo>
                        <a:pt x="0" y="719"/>
                      </a:moveTo>
                      <a:lnTo>
                        <a:pt x="415" y="0"/>
                      </a:lnTo>
                      <a:lnTo>
                        <a:pt x="416" y="0"/>
                      </a:lnTo>
                    </a:path>
                  </a:pathLst>
                </a:custGeom>
                <a:solidFill>
                  <a:srgbClr val="FF99FF"/>
                </a:solidFill>
                <a:ln w="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4525" name="Freeform 77">
                  <a:extLst>
                    <a:ext uri="{FF2B5EF4-FFF2-40B4-BE49-F238E27FC236}">
                      <a16:creationId xmlns:a16="http://schemas.microsoft.com/office/drawing/2014/main" id="{37F4DE80-F907-4FFE-AC3F-97E8C379FFE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581" y="2112"/>
                  <a:ext cx="87" cy="151"/>
                </a:xfrm>
                <a:custGeom>
                  <a:avLst/>
                  <a:gdLst>
                    <a:gd name="T0" fmla="*/ 0 w 263"/>
                    <a:gd name="T1" fmla="*/ 454 h 454"/>
                    <a:gd name="T2" fmla="*/ 262 w 263"/>
                    <a:gd name="T3" fmla="*/ 0 h 454"/>
                    <a:gd name="T4" fmla="*/ 263 w 263"/>
                    <a:gd name="T5" fmla="*/ 0 h 4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63" h="454">
                      <a:moveTo>
                        <a:pt x="0" y="454"/>
                      </a:moveTo>
                      <a:lnTo>
                        <a:pt x="262" y="0"/>
                      </a:lnTo>
                      <a:lnTo>
                        <a:pt x="263" y="0"/>
                      </a:lnTo>
                    </a:path>
                  </a:pathLst>
                </a:custGeom>
                <a:solidFill>
                  <a:srgbClr val="FF99FF"/>
                </a:solidFill>
                <a:ln w="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4526" name="Freeform 78">
                  <a:extLst>
                    <a:ext uri="{FF2B5EF4-FFF2-40B4-BE49-F238E27FC236}">
                      <a16:creationId xmlns:a16="http://schemas.microsoft.com/office/drawing/2014/main" id="{58EB2689-BC15-4087-B3D8-8C00EED0237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90" y="1587"/>
                  <a:ext cx="102" cy="178"/>
                </a:xfrm>
                <a:custGeom>
                  <a:avLst/>
                  <a:gdLst>
                    <a:gd name="T0" fmla="*/ 0 w 308"/>
                    <a:gd name="T1" fmla="*/ 534 h 534"/>
                    <a:gd name="T2" fmla="*/ 307 w 308"/>
                    <a:gd name="T3" fmla="*/ 0 h 534"/>
                    <a:gd name="T4" fmla="*/ 308 w 308"/>
                    <a:gd name="T5" fmla="*/ 0 h 5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308" h="534">
                      <a:moveTo>
                        <a:pt x="0" y="534"/>
                      </a:moveTo>
                      <a:lnTo>
                        <a:pt x="307" y="0"/>
                      </a:lnTo>
                      <a:lnTo>
                        <a:pt x="308" y="0"/>
                      </a:lnTo>
                    </a:path>
                  </a:pathLst>
                </a:custGeom>
                <a:solidFill>
                  <a:srgbClr val="FF99FF"/>
                </a:solidFill>
                <a:ln w="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4527" name="Freeform 79">
                  <a:extLst>
                    <a:ext uri="{FF2B5EF4-FFF2-40B4-BE49-F238E27FC236}">
                      <a16:creationId xmlns:a16="http://schemas.microsoft.com/office/drawing/2014/main" id="{6A7721FC-8E05-434F-ACA3-41AF99170C7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90" y="1714"/>
                  <a:ext cx="102" cy="179"/>
                </a:xfrm>
                <a:custGeom>
                  <a:avLst/>
                  <a:gdLst>
                    <a:gd name="T0" fmla="*/ 0 w 308"/>
                    <a:gd name="T1" fmla="*/ 535 h 535"/>
                    <a:gd name="T2" fmla="*/ 307 w 308"/>
                    <a:gd name="T3" fmla="*/ 0 h 535"/>
                    <a:gd name="T4" fmla="*/ 308 w 308"/>
                    <a:gd name="T5" fmla="*/ 0 h 53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308" h="535">
                      <a:moveTo>
                        <a:pt x="0" y="535"/>
                      </a:moveTo>
                      <a:lnTo>
                        <a:pt x="307" y="0"/>
                      </a:lnTo>
                      <a:lnTo>
                        <a:pt x="308" y="0"/>
                      </a:lnTo>
                    </a:path>
                  </a:pathLst>
                </a:custGeom>
                <a:solidFill>
                  <a:srgbClr val="FF99FF"/>
                </a:solidFill>
                <a:ln w="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4528" name="Freeform 80">
                  <a:extLst>
                    <a:ext uri="{FF2B5EF4-FFF2-40B4-BE49-F238E27FC236}">
                      <a16:creationId xmlns:a16="http://schemas.microsoft.com/office/drawing/2014/main" id="{FCDC3EAF-9500-4D03-91E0-C6C03363920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90" y="1843"/>
                  <a:ext cx="102" cy="177"/>
                </a:xfrm>
                <a:custGeom>
                  <a:avLst/>
                  <a:gdLst>
                    <a:gd name="T0" fmla="*/ 0 w 308"/>
                    <a:gd name="T1" fmla="*/ 533 h 533"/>
                    <a:gd name="T2" fmla="*/ 307 w 308"/>
                    <a:gd name="T3" fmla="*/ 0 h 533"/>
                    <a:gd name="T4" fmla="*/ 308 w 308"/>
                    <a:gd name="T5" fmla="*/ 0 h 53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308" h="533">
                      <a:moveTo>
                        <a:pt x="0" y="533"/>
                      </a:moveTo>
                      <a:lnTo>
                        <a:pt x="307" y="0"/>
                      </a:lnTo>
                      <a:lnTo>
                        <a:pt x="308" y="0"/>
                      </a:lnTo>
                    </a:path>
                  </a:pathLst>
                </a:custGeom>
                <a:solidFill>
                  <a:srgbClr val="FF99FF"/>
                </a:solidFill>
                <a:ln w="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4529" name="Freeform 81">
                  <a:extLst>
                    <a:ext uri="{FF2B5EF4-FFF2-40B4-BE49-F238E27FC236}">
                      <a16:creationId xmlns:a16="http://schemas.microsoft.com/office/drawing/2014/main" id="{D6EF810D-C46E-4C64-A2CC-620D3653792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90" y="1970"/>
                  <a:ext cx="102" cy="178"/>
                </a:xfrm>
                <a:custGeom>
                  <a:avLst/>
                  <a:gdLst>
                    <a:gd name="T0" fmla="*/ 0 w 308"/>
                    <a:gd name="T1" fmla="*/ 533 h 533"/>
                    <a:gd name="T2" fmla="*/ 307 w 308"/>
                    <a:gd name="T3" fmla="*/ 0 h 533"/>
                    <a:gd name="T4" fmla="*/ 308 w 308"/>
                    <a:gd name="T5" fmla="*/ 0 h 53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308" h="533">
                      <a:moveTo>
                        <a:pt x="0" y="533"/>
                      </a:moveTo>
                      <a:lnTo>
                        <a:pt x="307" y="0"/>
                      </a:lnTo>
                      <a:lnTo>
                        <a:pt x="308" y="0"/>
                      </a:lnTo>
                    </a:path>
                  </a:pathLst>
                </a:custGeom>
                <a:solidFill>
                  <a:srgbClr val="FF99FF"/>
                </a:solidFill>
                <a:ln w="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4530" name="Freeform 82">
                  <a:extLst>
                    <a:ext uri="{FF2B5EF4-FFF2-40B4-BE49-F238E27FC236}">
                      <a16:creationId xmlns:a16="http://schemas.microsoft.com/office/drawing/2014/main" id="{4140DB8E-8939-4C97-A621-ABFB87793EE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16" y="1519"/>
                  <a:ext cx="42" cy="71"/>
                </a:xfrm>
                <a:custGeom>
                  <a:avLst/>
                  <a:gdLst>
                    <a:gd name="T0" fmla="*/ 0 w 125"/>
                    <a:gd name="T1" fmla="*/ 215 h 215"/>
                    <a:gd name="T2" fmla="*/ 124 w 125"/>
                    <a:gd name="T3" fmla="*/ 0 h 215"/>
                    <a:gd name="T4" fmla="*/ 125 w 125"/>
                    <a:gd name="T5" fmla="*/ 0 h 21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25" h="215">
                      <a:moveTo>
                        <a:pt x="0" y="215"/>
                      </a:moveTo>
                      <a:lnTo>
                        <a:pt x="124" y="0"/>
                      </a:lnTo>
                      <a:lnTo>
                        <a:pt x="125" y="0"/>
                      </a:lnTo>
                    </a:path>
                  </a:pathLst>
                </a:custGeom>
                <a:solidFill>
                  <a:srgbClr val="FF99FF"/>
                </a:solidFill>
                <a:ln w="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4531" name="Freeform 83">
                  <a:extLst>
                    <a:ext uri="{FF2B5EF4-FFF2-40B4-BE49-F238E27FC236}">
                      <a16:creationId xmlns:a16="http://schemas.microsoft.com/office/drawing/2014/main" id="{5BF43550-2DE0-46A5-B852-37C98304320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304" y="2393"/>
                  <a:ext cx="125" cy="217"/>
                </a:xfrm>
                <a:custGeom>
                  <a:avLst/>
                  <a:gdLst>
                    <a:gd name="T0" fmla="*/ 0 w 376"/>
                    <a:gd name="T1" fmla="*/ 650 h 650"/>
                    <a:gd name="T2" fmla="*/ 375 w 376"/>
                    <a:gd name="T3" fmla="*/ 0 h 650"/>
                    <a:gd name="T4" fmla="*/ 376 w 376"/>
                    <a:gd name="T5" fmla="*/ 0 h 65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376" h="650">
                      <a:moveTo>
                        <a:pt x="0" y="650"/>
                      </a:moveTo>
                      <a:lnTo>
                        <a:pt x="375" y="0"/>
                      </a:lnTo>
                      <a:lnTo>
                        <a:pt x="376" y="0"/>
                      </a:lnTo>
                    </a:path>
                  </a:pathLst>
                </a:custGeom>
                <a:solidFill>
                  <a:srgbClr val="FF99FF"/>
                </a:solidFill>
                <a:ln w="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4532" name="Freeform 84">
                  <a:extLst>
                    <a:ext uri="{FF2B5EF4-FFF2-40B4-BE49-F238E27FC236}">
                      <a16:creationId xmlns:a16="http://schemas.microsoft.com/office/drawing/2014/main" id="{4D5F72BD-9CC7-4EBB-B0D0-4F1B746552D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292" y="2353"/>
                  <a:ext cx="87" cy="149"/>
                </a:xfrm>
                <a:custGeom>
                  <a:avLst/>
                  <a:gdLst>
                    <a:gd name="T0" fmla="*/ 0 w 259"/>
                    <a:gd name="T1" fmla="*/ 448 h 448"/>
                    <a:gd name="T2" fmla="*/ 258 w 259"/>
                    <a:gd name="T3" fmla="*/ 0 h 448"/>
                    <a:gd name="T4" fmla="*/ 259 w 259"/>
                    <a:gd name="T5" fmla="*/ 0 h 44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59" h="448">
                      <a:moveTo>
                        <a:pt x="0" y="448"/>
                      </a:moveTo>
                      <a:lnTo>
                        <a:pt x="258" y="0"/>
                      </a:lnTo>
                      <a:lnTo>
                        <a:pt x="259" y="0"/>
                      </a:lnTo>
                    </a:path>
                  </a:pathLst>
                </a:custGeom>
                <a:solidFill>
                  <a:srgbClr val="FF99FF"/>
                </a:solidFill>
                <a:ln w="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4533" name="Freeform 85">
                  <a:extLst>
                    <a:ext uri="{FF2B5EF4-FFF2-40B4-BE49-F238E27FC236}">
                      <a16:creationId xmlns:a16="http://schemas.microsoft.com/office/drawing/2014/main" id="{5122D3E7-A866-4E22-B3EA-532E7480FB6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292" y="2307"/>
                  <a:ext cx="39" cy="67"/>
                </a:xfrm>
                <a:custGeom>
                  <a:avLst/>
                  <a:gdLst>
                    <a:gd name="T0" fmla="*/ 0 w 117"/>
                    <a:gd name="T1" fmla="*/ 202 h 202"/>
                    <a:gd name="T2" fmla="*/ 116 w 117"/>
                    <a:gd name="T3" fmla="*/ 0 h 202"/>
                    <a:gd name="T4" fmla="*/ 117 w 117"/>
                    <a:gd name="T5" fmla="*/ 0 h 2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17" h="202">
                      <a:moveTo>
                        <a:pt x="0" y="202"/>
                      </a:moveTo>
                      <a:lnTo>
                        <a:pt x="116" y="0"/>
                      </a:lnTo>
                      <a:lnTo>
                        <a:pt x="117" y="0"/>
                      </a:lnTo>
                    </a:path>
                  </a:pathLst>
                </a:custGeom>
                <a:solidFill>
                  <a:srgbClr val="FF99FF"/>
                </a:solidFill>
                <a:ln w="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04534" name="Group 86">
                <a:extLst>
                  <a:ext uri="{FF2B5EF4-FFF2-40B4-BE49-F238E27FC236}">
                    <a16:creationId xmlns:a16="http://schemas.microsoft.com/office/drawing/2014/main" id="{CEB726B4-BB46-467B-932C-EFFB318E725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822" y="2376"/>
                <a:ext cx="1472" cy="854"/>
                <a:chOff x="1822" y="2376"/>
                <a:chExt cx="1472" cy="854"/>
              </a:xfrm>
            </p:grpSpPr>
            <p:sp>
              <p:nvSpPr>
                <p:cNvPr id="104535" name="Oval 87">
                  <a:extLst>
                    <a:ext uri="{FF2B5EF4-FFF2-40B4-BE49-F238E27FC236}">
                      <a16:creationId xmlns:a16="http://schemas.microsoft.com/office/drawing/2014/main" id="{88186C58-3D99-47D4-BCC1-A763EC5E6E2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52" y="2796"/>
                  <a:ext cx="216" cy="131"/>
                </a:xfrm>
                <a:prstGeom prst="ellips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 type="none" w="sm" len="lg"/>
                  <a:tailEnd type="none" w="sm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4536" name="Freeform 88">
                  <a:extLst>
                    <a:ext uri="{FF2B5EF4-FFF2-40B4-BE49-F238E27FC236}">
                      <a16:creationId xmlns:a16="http://schemas.microsoft.com/office/drawing/2014/main" id="{AC93C66D-77F0-4B92-B284-F7860356CDF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02" y="2947"/>
                  <a:ext cx="171" cy="23"/>
                </a:xfrm>
                <a:custGeom>
                  <a:avLst/>
                  <a:gdLst>
                    <a:gd name="T0" fmla="*/ 513 w 513"/>
                    <a:gd name="T1" fmla="*/ 67 h 67"/>
                    <a:gd name="T2" fmla="*/ 256 w 513"/>
                    <a:gd name="T3" fmla="*/ 0 h 67"/>
                    <a:gd name="T4" fmla="*/ 0 w 513"/>
                    <a:gd name="T5" fmla="*/ 67 h 67"/>
                    <a:gd name="T6" fmla="*/ 1 w 513"/>
                    <a:gd name="T7" fmla="*/ 67 h 6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13" h="67">
                      <a:moveTo>
                        <a:pt x="513" y="67"/>
                      </a:moveTo>
                      <a:lnTo>
                        <a:pt x="256" y="0"/>
                      </a:lnTo>
                      <a:lnTo>
                        <a:pt x="0" y="67"/>
                      </a:lnTo>
                      <a:lnTo>
                        <a:pt x="1" y="67"/>
                      </a:lnTo>
                    </a:path>
                  </a:pathLst>
                </a:custGeom>
                <a:noFill/>
                <a:ln w="38100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4537" name="Oval 89">
                  <a:extLst>
                    <a:ext uri="{FF2B5EF4-FFF2-40B4-BE49-F238E27FC236}">
                      <a16:creationId xmlns:a16="http://schemas.microsoft.com/office/drawing/2014/main" id="{FF6398E3-BE34-4800-9BAD-8B68115E8EF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06" y="2838"/>
                  <a:ext cx="108" cy="47"/>
                </a:xfrm>
                <a:prstGeom prst="ellips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 type="none" w="sm" len="lg"/>
                  <a:tailEnd type="none" w="sm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4538" name="Line 90">
                  <a:extLst>
                    <a:ext uri="{FF2B5EF4-FFF2-40B4-BE49-F238E27FC236}">
                      <a16:creationId xmlns:a16="http://schemas.microsoft.com/office/drawing/2014/main" id="{B67C5E7B-6A55-42F0-93E6-738958D0EAE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004" y="2381"/>
                  <a:ext cx="1290" cy="745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prstDash val="lgDashDot"/>
                  <a:round/>
                  <a:headEnd type="none" w="sm" len="lg"/>
                  <a:tailEnd type="none" w="sm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4539" name="Freeform 91">
                  <a:extLst>
                    <a:ext uri="{FF2B5EF4-FFF2-40B4-BE49-F238E27FC236}">
                      <a16:creationId xmlns:a16="http://schemas.microsoft.com/office/drawing/2014/main" id="{F16B960D-1F70-4679-B1CC-A04648AB6CF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774" y="2490"/>
                  <a:ext cx="322" cy="190"/>
                </a:xfrm>
                <a:custGeom>
                  <a:avLst/>
                  <a:gdLst>
                    <a:gd name="T0" fmla="*/ 232 w 322"/>
                    <a:gd name="T1" fmla="*/ 12 h 190"/>
                    <a:gd name="T2" fmla="*/ 154 w 322"/>
                    <a:gd name="T3" fmla="*/ 0 h 190"/>
                    <a:gd name="T4" fmla="*/ 88 w 322"/>
                    <a:gd name="T5" fmla="*/ 9 h 190"/>
                    <a:gd name="T6" fmla="*/ 40 w 322"/>
                    <a:gd name="T7" fmla="*/ 30 h 190"/>
                    <a:gd name="T8" fmla="*/ 13 w 322"/>
                    <a:gd name="T9" fmla="*/ 57 h 190"/>
                    <a:gd name="T10" fmla="*/ 1 w 322"/>
                    <a:gd name="T11" fmla="*/ 99 h 190"/>
                    <a:gd name="T12" fmla="*/ 19 w 322"/>
                    <a:gd name="T13" fmla="*/ 141 h 190"/>
                    <a:gd name="T14" fmla="*/ 46 w 322"/>
                    <a:gd name="T15" fmla="*/ 168 h 190"/>
                    <a:gd name="T16" fmla="*/ 112 w 322"/>
                    <a:gd name="T17" fmla="*/ 186 h 190"/>
                    <a:gd name="T18" fmla="*/ 163 w 322"/>
                    <a:gd name="T19" fmla="*/ 189 h 190"/>
                    <a:gd name="T20" fmla="*/ 226 w 322"/>
                    <a:gd name="T21" fmla="*/ 180 h 190"/>
                    <a:gd name="T22" fmla="*/ 280 w 322"/>
                    <a:gd name="T23" fmla="*/ 162 h 190"/>
                    <a:gd name="T24" fmla="*/ 310 w 322"/>
                    <a:gd name="T25" fmla="*/ 135 h 190"/>
                    <a:gd name="T26" fmla="*/ 322 w 322"/>
                    <a:gd name="T27" fmla="*/ 99 h 190"/>
                    <a:gd name="T28" fmla="*/ 310 w 322"/>
                    <a:gd name="T29" fmla="*/ 54 h 19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322" h="190">
                      <a:moveTo>
                        <a:pt x="232" y="12"/>
                      </a:moveTo>
                      <a:cubicBezTo>
                        <a:pt x="219" y="10"/>
                        <a:pt x="178" y="0"/>
                        <a:pt x="154" y="0"/>
                      </a:cubicBezTo>
                      <a:cubicBezTo>
                        <a:pt x="130" y="0"/>
                        <a:pt x="107" y="4"/>
                        <a:pt x="88" y="9"/>
                      </a:cubicBezTo>
                      <a:cubicBezTo>
                        <a:pt x="69" y="14"/>
                        <a:pt x="52" y="22"/>
                        <a:pt x="40" y="30"/>
                      </a:cubicBezTo>
                      <a:cubicBezTo>
                        <a:pt x="28" y="38"/>
                        <a:pt x="19" y="46"/>
                        <a:pt x="13" y="57"/>
                      </a:cubicBezTo>
                      <a:cubicBezTo>
                        <a:pt x="7" y="68"/>
                        <a:pt x="0" y="85"/>
                        <a:pt x="1" y="99"/>
                      </a:cubicBezTo>
                      <a:cubicBezTo>
                        <a:pt x="2" y="113"/>
                        <a:pt x="12" y="130"/>
                        <a:pt x="19" y="141"/>
                      </a:cubicBezTo>
                      <a:cubicBezTo>
                        <a:pt x="26" y="152"/>
                        <a:pt x="30" y="160"/>
                        <a:pt x="46" y="168"/>
                      </a:cubicBezTo>
                      <a:cubicBezTo>
                        <a:pt x="62" y="176"/>
                        <a:pt x="93" y="183"/>
                        <a:pt x="112" y="186"/>
                      </a:cubicBezTo>
                      <a:cubicBezTo>
                        <a:pt x="131" y="189"/>
                        <a:pt x="144" y="190"/>
                        <a:pt x="163" y="189"/>
                      </a:cubicBezTo>
                      <a:cubicBezTo>
                        <a:pt x="182" y="188"/>
                        <a:pt x="207" y="184"/>
                        <a:pt x="226" y="180"/>
                      </a:cubicBezTo>
                      <a:cubicBezTo>
                        <a:pt x="245" y="176"/>
                        <a:pt x="266" y="170"/>
                        <a:pt x="280" y="162"/>
                      </a:cubicBezTo>
                      <a:cubicBezTo>
                        <a:pt x="294" y="154"/>
                        <a:pt x="303" y="145"/>
                        <a:pt x="310" y="135"/>
                      </a:cubicBezTo>
                      <a:cubicBezTo>
                        <a:pt x="317" y="125"/>
                        <a:pt x="322" y="112"/>
                        <a:pt x="322" y="99"/>
                      </a:cubicBezTo>
                      <a:cubicBezTo>
                        <a:pt x="322" y="86"/>
                        <a:pt x="312" y="63"/>
                        <a:pt x="310" y="54"/>
                      </a:cubicBezTo>
                    </a:path>
                  </a:pathLst>
                </a:custGeom>
                <a:noFill/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sm" len="lg"/>
                  <a:tailEnd type="none" w="sm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4540" name="Oval 92">
                  <a:extLst>
                    <a:ext uri="{FF2B5EF4-FFF2-40B4-BE49-F238E27FC236}">
                      <a16:creationId xmlns:a16="http://schemas.microsoft.com/office/drawing/2014/main" id="{551452A3-E4CB-41C4-B525-8C81A442708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700" y="2437"/>
                  <a:ext cx="468" cy="299"/>
                </a:xfrm>
                <a:prstGeom prst="ellips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 type="none" w="sm" len="lg"/>
                  <a:tailEnd type="none" w="sm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4541" name="Oval 93">
                  <a:extLst>
                    <a:ext uri="{FF2B5EF4-FFF2-40B4-BE49-F238E27FC236}">
                      <a16:creationId xmlns:a16="http://schemas.microsoft.com/office/drawing/2014/main" id="{6485EF7A-3B71-4315-B56C-F56B1D88DBD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598" y="2376"/>
                  <a:ext cx="678" cy="419"/>
                </a:xfrm>
                <a:prstGeom prst="ellips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 type="none" w="sm" len="lg"/>
                  <a:tailEnd type="none" w="sm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4542" name="Freeform 94">
                  <a:extLst>
                    <a:ext uri="{FF2B5EF4-FFF2-40B4-BE49-F238E27FC236}">
                      <a16:creationId xmlns:a16="http://schemas.microsoft.com/office/drawing/2014/main" id="{96A2B7A9-0122-44B3-8787-A476781BE7C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22" y="2938"/>
                  <a:ext cx="169" cy="96"/>
                </a:xfrm>
                <a:custGeom>
                  <a:avLst/>
                  <a:gdLst>
                    <a:gd name="T0" fmla="*/ 0 w 505"/>
                    <a:gd name="T1" fmla="*/ 0 h 289"/>
                    <a:gd name="T2" fmla="*/ 504 w 505"/>
                    <a:gd name="T3" fmla="*/ 289 h 289"/>
                    <a:gd name="T4" fmla="*/ 505 w 505"/>
                    <a:gd name="T5" fmla="*/ 289 h 28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505" h="289">
                      <a:moveTo>
                        <a:pt x="0" y="0"/>
                      </a:moveTo>
                      <a:lnTo>
                        <a:pt x="504" y="289"/>
                      </a:lnTo>
                      <a:lnTo>
                        <a:pt x="505" y="289"/>
                      </a:lnTo>
                    </a:path>
                  </a:pathLst>
                </a:custGeom>
                <a:noFill/>
                <a:ln w="38100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4543" name="Freeform 95">
                  <a:extLst>
                    <a:ext uri="{FF2B5EF4-FFF2-40B4-BE49-F238E27FC236}">
                      <a16:creationId xmlns:a16="http://schemas.microsoft.com/office/drawing/2014/main" id="{70392EB9-7B1B-472A-96DE-BCD360E2863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22" y="2441"/>
                  <a:ext cx="860" cy="497"/>
                </a:xfrm>
                <a:custGeom>
                  <a:avLst/>
                  <a:gdLst>
                    <a:gd name="T0" fmla="*/ 2580 w 2580"/>
                    <a:gd name="T1" fmla="*/ 0 h 1491"/>
                    <a:gd name="T2" fmla="*/ 0 w 2580"/>
                    <a:gd name="T3" fmla="*/ 1491 h 1491"/>
                    <a:gd name="T4" fmla="*/ 1 w 2580"/>
                    <a:gd name="T5" fmla="*/ 1491 h 149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580" h="1491">
                      <a:moveTo>
                        <a:pt x="2580" y="0"/>
                      </a:moveTo>
                      <a:lnTo>
                        <a:pt x="0" y="1491"/>
                      </a:lnTo>
                      <a:lnTo>
                        <a:pt x="1" y="1491"/>
                      </a:lnTo>
                    </a:path>
                  </a:pathLst>
                </a:custGeom>
                <a:noFill/>
                <a:ln w="38100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4544" name="Freeform 96">
                  <a:extLst>
                    <a:ext uri="{FF2B5EF4-FFF2-40B4-BE49-F238E27FC236}">
                      <a16:creationId xmlns:a16="http://schemas.microsoft.com/office/drawing/2014/main" id="{4B1C7F84-6FA3-42F7-90D4-3593FE6C27B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328" y="2733"/>
                  <a:ext cx="860" cy="497"/>
                </a:xfrm>
                <a:custGeom>
                  <a:avLst/>
                  <a:gdLst>
                    <a:gd name="T0" fmla="*/ 2579 w 2579"/>
                    <a:gd name="T1" fmla="*/ 0 h 1491"/>
                    <a:gd name="T2" fmla="*/ 0 w 2579"/>
                    <a:gd name="T3" fmla="*/ 1491 h 1491"/>
                    <a:gd name="T4" fmla="*/ 1 w 2579"/>
                    <a:gd name="T5" fmla="*/ 1491 h 149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579" h="1491">
                      <a:moveTo>
                        <a:pt x="2579" y="0"/>
                      </a:moveTo>
                      <a:lnTo>
                        <a:pt x="0" y="1491"/>
                      </a:lnTo>
                      <a:lnTo>
                        <a:pt x="1" y="1491"/>
                      </a:lnTo>
                    </a:path>
                  </a:pathLst>
                </a:custGeom>
                <a:noFill/>
                <a:ln w="38100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4545" name="Freeform 97">
                  <a:extLst>
                    <a:ext uri="{FF2B5EF4-FFF2-40B4-BE49-F238E27FC236}">
                      <a16:creationId xmlns:a16="http://schemas.microsoft.com/office/drawing/2014/main" id="{3B3FAC11-C857-40B2-9CCC-0E363899204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05" y="2481"/>
                  <a:ext cx="40" cy="23"/>
                </a:xfrm>
                <a:custGeom>
                  <a:avLst/>
                  <a:gdLst>
                    <a:gd name="T0" fmla="*/ 120 w 120"/>
                    <a:gd name="T1" fmla="*/ 0 h 70"/>
                    <a:gd name="T2" fmla="*/ 0 w 120"/>
                    <a:gd name="T3" fmla="*/ 70 h 70"/>
                    <a:gd name="T4" fmla="*/ 1 w 120"/>
                    <a:gd name="T5" fmla="*/ 70 h 7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20" h="70">
                      <a:moveTo>
                        <a:pt x="120" y="0"/>
                      </a:moveTo>
                      <a:lnTo>
                        <a:pt x="0" y="70"/>
                      </a:lnTo>
                      <a:lnTo>
                        <a:pt x="1" y="70"/>
                      </a:lnTo>
                    </a:path>
                  </a:pathLst>
                </a:custGeom>
                <a:noFill/>
                <a:ln w="38100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4546" name="Freeform 98">
                  <a:extLst>
                    <a:ext uri="{FF2B5EF4-FFF2-40B4-BE49-F238E27FC236}">
                      <a16:creationId xmlns:a16="http://schemas.microsoft.com/office/drawing/2014/main" id="{268AF9D0-C161-482C-A79F-5571FD887C7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75" y="2525"/>
                  <a:ext cx="46" cy="26"/>
                </a:xfrm>
                <a:custGeom>
                  <a:avLst/>
                  <a:gdLst>
                    <a:gd name="T0" fmla="*/ 137 w 137"/>
                    <a:gd name="T1" fmla="*/ 0 h 79"/>
                    <a:gd name="T2" fmla="*/ 0 w 137"/>
                    <a:gd name="T3" fmla="*/ 79 h 79"/>
                    <a:gd name="T4" fmla="*/ 1 w 137"/>
                    <a:gd name="T5" fmla="*/ 79 h 7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37" h="79">
                      <a:moveTo>
                        <a:pt x="137" y="0"/>
                      </a:moveTo>
                      <a:lnTo>
                        <a:pt x="0" y="79"/>
                      </a:lnTo>
                      <a:lnTo>
                        <a:pt x="1" y="79"/>
                      </a:lnTo>
                    </a:path>
                  </a:pathLst>
                </a:custGeom>
                <a:noFill/>
                <a:ln w="38100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4547" name="Freeform 99">
                  <a:extLst>
                    <a:ext uri="{FF2B5EF4-FFF2-40B4-BE49-F238E27FC236}">
                      <a16:creationId xmlns:a16="http://schemas.microsoft.com/office/drawing/2014/main" id="{3ECFBDB4-3F41-4AD2-84AC-33746DBA946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39" y="2481"/>
                  <a:ext cx="76" cy="44"/>
                </a:xfrm>
                <a:custGeom>
                  <a:avLst/>
                  <a:gdLst>
                    <a:gd name="T0" fmla="*/ 0 w 229"/>
                    <a:gd name="T1" fmla="*/ 0 h 132"/>
                    <a:gd name="T2" fmla="*/ 228 w 229"/>
                    <a:gd name="T3" fmla="*/ 132 h 132"/>
                    <a:gd name="T4" fmla="*/ 229 w 229"/>
                    <a:gd name="T5" fmla="*/ 132 h 13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29" h="132">
                      <a:moveTo>
                        <a:pt x="0" y="0"/>
                      </a:moveTo>
                      <a:lnTo>
                        <a:pt x="228" y="132"/>
                      </a:lnTo>
                      <a:lnTo>
                        <a:pt x="229" y="132"/>
                      </a:lnTo>
                    </a:path>
                  </a:pathLst>
                </a:custGeom>
                <a:noFill/>
                <a:ln w="38100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4548" name="Freeform 100">
                  <a:extLst>
                    <a:ext uri="{FF2B5EF4-FFF2-40B4-BE49-F238E27FC236}">
                      <a16:creationId xmlns:a16="http://schemas.microsoft.com/office/drawing/2014/main" id="{782A94AF-5821-4750-A3F4-2C389FA87D6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990" y="2970"/>
                  <a:ext cx="112" cy="64"/>
                </a:xfrm>
                <a:custGeom>
                  <a:avLst/>
                  <a:gdLst>
                    <a:gd name="T0" fmla="*/ 334 w 334"/>
                    <a:gd name="T1" fmla="*/ 0 h 194"/>
                    <a:gd name="T2" fmla="*/ 0 w 334"/>
                    <a:gd name="T3" fmla="*/ 194 h 194"/>
                    <a:gd name="T4" fmla="*/ 1 w 334"/>
                    <a:gd name="T5" fmla="*/ 194 h 19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334" h="194">
                      <a:moveTo>
                        <a:pt x="334" y="0"/>
                      </a:moveTo>
                      <a:lnTo>
                        <a:pt x="0" y="194"/>
                      </a:lnTo>
                      <a:lnTo>
                        <a:pt x="1" y="194"/>
                      </a:lnTo>
                    </a:path>
                  </a:pathLst>
                </a:custGeom>
                <a:noFill/>
                <a:ln w="38100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4549" name="Freeform 101">
                  <a:extLst>
                    <a:ext uri="{FF2B5EF4-FFF2-40B4-BE49-F238E27FC236}">
                      <a16:creationId xmlns:a16="http://schemas.microsoft.com/office/drawing/2014/main" id="{78DA7E62-9EC7-4377-BCC3-3F59DD8C42E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61" y="3069"/>
                  <a:ext cx="112" cy="64"/>
                </a:xfrm>
                <a:custGeom>
                  <a:avLst/>
                  <a:gdLst>
                    <a:gd name="T0" fmla="*/ 336 w 336"/>
                    <a:gd name="T1" fmla="*/ 0 h 194"/>
                    <a:gd name="T2" fmla="*/ 0 w 336"/>
                    <a:gd name="T3" fmla="*/ 194 h 194"/>
                    <a:gd name="T4" fmla="*/ 1 w 336"/>
                    <a:gd name="T5" fmla="*/ 194 h 19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336" h="194">
                      <a:moveTo>
                        <a:pt x="336" y="0"/>
                      </a:moveTo>
                      <a:lnTo>
                        <a:pt x="0" y="194"/>
                      </a:lnTo>
                      <a:lnTo>
                        <a:pt x="1" y="194"/>
                      </a:lnTo>
                    </a:path>
                  </a:pathLst>
                </a:custGeom>
                <a:noFill/>
                <a:ln w="38100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4550" name="Freeform 102">
                  <a:extLst>
                    <a:ext uri="{FF2B5EF4-FFF2-40B4-BE49-F238E27FC236}">
                      <a16:creationId xmlns:a16="http://schemas.microsoft.com/office/drawing/2014/main" id="{BEFB105E-CEE0-4B7F-8301-955CD874BC6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273" y="2970"/>
                  <a:ext cx="25" cy="99"/>
                </a:xfrm>
                <a:custGeom>
                  <a:avLst/>
                  <a:gdLst>
                    <a:gd name="T0" fmla="*/ 0 w 75"/>
                    <a:gd name="T1" fmla="*/ 297 h 297"/>
                    <a:gd name="T2" fmla="*/ 75 w 75"/>
                    <a:gd name="T3" fmla="*/ 208 h 297"/>
                    <a:gd name="T4" fmla="*/ 75 w 75"/>
                    <a:gd name="T5" fmla="*/ 90 h 297"/>
                    <a:gd name="T6" fmla="*/ 0 w 75"/>
                    <a:gd name="T7" fmla="*/ 0 h 297"/>
                    <a:gd name="T8" fmla="*/ 1 w 75"/>
                    <a:gd name="T9" fmla="*/ 0 h 29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297">
                      <a:moveTo>
                        <a:pt x="0" y="297"/>
                      </a:moveTo>
                      <a:lnTo>
                        <a:pt x="75" y="208"/>
                      </a:lnTo>
                      <a:lnTo>
                        <a:pt x="75" y="90"/>
                      </a:lnTo>
                      <a:lnTo>
                        <a:pt x="0" y="0"/>
                      </a:lnTo>
                      <a:lnTo>
                        <a:pt x="1" y="0"/>
                      </a:lnTo>
                    </a:path>
                  </a:pathLst>
                </a:custGeom>
                <a:noFill/>
                <a:ln w="38100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4551" name="Freeform 103">
                  <a:extLst>
                    <a:ext uri="{FF2B5EF4-FFF2-40B4-BE49-F238E27FC236}">
                      <a16:creationId xmlns:a16="http://schemas.microsoft.com/office/drawing/2014/main" id="{8DF712A3-60F9-417B-8E6B-9687295A5CB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61" y="3133"/>
                  <a:ext cx="168" cy="97"/>
                </a:xfrm>
                <a:custGeom>
                  <a:avLst/>
                  <a:gdLst>
                    <a:gd name="T0" fmla="*/ 0 w 504"/>
                    <a:gd name="T1" fmla="*/ 0 h 290"/>
                    <a:gd name="T2" fmla="*/ 503 w 504"/>
                    <a:gd name="T3" fmla="*/ 290 h 290"/>
                    <a:gd name="T4" fmla="*/ 504 w 504"/>
                    <a:gd name="T5" fmla="*/ 290 h 29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504" h="290">
                      <a:moveTo>
                        <a:pt x="0" y="0"/>
                      </a:moveTo>
                      <a:lnTo>
                        <a:pt x="503" y="290"/>
                      </a:lnTo>
                      <a:lnTo>
                        <a:pt x="504" y="290"/>
                      </a:lnTo>
                    </a:path>
                  </a:pathLst>
                </a:custGeom>
                <a:noFill/>
                <a:ln w="38100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4552" name="Freeform 104">
                  <a:extLst>
                    <a:ext uri="{FF2B5EF4-FFF2-40B4-BE49-F238E27FC236}">
                      <a16:creationId xmlns:a16="http://schemas.microsoft.com/office/drawing/2014/main" id="{4E626262-47B0-49A4-96D8-E9FF81AE4BD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336" y="2790"/>
                  <a:ext cx="243" cy="141"/>
                </a:xfrm>
                <a:custGeom>
                  <a:avLst/>
                  <a:gdLst>
                    <a:gd name="T0" fmla="*/ 0 w 730"/>
                    <a:gd name="T1" fmla="*/ 0 h 421"/>
                    <a:gd name="T2" fmla="*/ 729 w 730"/>
                    <a:gd name="T3" fmla="*/ 421 h 421"/>
                    <a:gd name="T4" fmla="*/ 730 w 730"/>
                    <a:gd name="T5" fmla="*/ 421 h 42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730" h="421">
                      <a:moveTo>
                        <a:pt x="0" y="0"/>
                      </a:moveTo>
                      <a:lnTo>
                        <a:pt x="729" y="421"/>
                      </a:lnTo>
                      <a:lnTo>
                        <a:pt x="730" y="421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4553" name="Freeform 105">
                  <a:extLst>
                    <a:ext uri="{FF2B5EF4-FFF2-40B4-BE49-F238E27FC236}">
                      <a16:creationId xmlns:a16="http://schemas.microsoft.com/office/drawing/2014/main" id="{178D8CC7-A011-4010-A560-A62692B1E16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66" y="2949"/>
                  <a:ext cx="259" cy="150"/>
                </a:xfrm>
                <a:custGeom>
                  <a:avLst/>
                  <a:gdLst>
                    <a:gd name="T0" fmla="*/ 0 w 777"/>
                    <a:gd name="T1" fmla="*/ 0 h 449"/>
                    <a:gd name="T2" fmla="*/ 776 w 777"/>
                    <a:gd name="T3" fmla="*/ 449 h 449"/>
                    <a:gd name="T4" fmla="*/ 777 w 777"/>
                    <a:gd name="T5" fmla="*/ 449 h 44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777" h="449">
                      <a:moveTo>
                        <a:pt x="0" y="0"/>
                      </a:moveTo>
                      <a:lnTo>
                        <a:pt x="776" y="449"/>
                      </a:lnTo>
                      <a:lnTo>
                        <a:pt x="777" y="449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grpSp>
              <p:nvGrpSpPr>
                <p:cNvPr id="104554" name="Group 106">
                  <a:extLst>
                    <a:ext uri="{FF2B5EF4-FFF2-40B4-BE49-F238E27FC236}">
                      <a16:creationId xmlns:a16="http://schemas.microsoft.com/office/drawing/2014/main" id="{00F9B307-17C0-4A4F-81C4-18F75814A5BD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654" y="2424"/>
                  <a:ext cx="601" cy="348"/>
                  <a:chOff x="2654" y="2424"/>
                  <a:chExt cx="601" cy="348"/>
                </a:xfrm>
              </p:grpSpPr>
              <p:sp>
                <p:nvSpPr>
                  <p:cNvPr id="104555" name="Freeform 107">
                    <a:extLst>
                      <a:ext uri="{FF2B5EF4-FFF2-40B4-BE49-F238E27FC236}">
                        <a16:creationId xmlns:a16="http://schemas.microsoft.com/office/drawing/2014/main" id="{9C3E99C7-80BE-4336-8221-1548EFEB7CE0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654" y="2424"/>
                    <a:ext cx="199" cy="116"/>
                  </a:xfrm>
                  <a:custGeom>
                    <a:avLst/>
                    <a:gdLst>
                      <a:gd name="T0" fmla="*/ 0 w 599"/>
                      <a:gd name="T1" fmla="*/ 0 h 347"/>
                      <a:gd name="T2" fmla="*/ 598 w 599"/>
                      <a:gd name="T3" fmla="*/ 347 h 347"/>
                      <a:gd name="T4" fmla="*/ 599 w 599"/>
                      <a:gd name="T5" fmla="*/ 347 h 34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599" h="347">
                        <a:moveTo>
                          <a:pt x="0" y="0"/>
                        </a:moveTo>
                        <a:lnTo>
                          <a:pt x="598" y="347"/>
                        </a:lnTo>
                        <a:lnTo>
                          <a:pt x="599" y="347"/>
                        </a:lnTo>
                      </a:path>
                    </a:pathLst>
                  </a:custGeom>
                  <a:noFill/>
                  <a:ln w="19050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04556" name="Freeform 108">
                    <a:extLst>
                      <a:ext uri="{FF2B5EF4-FFF2-40B4-BE49-F238E27FC236}">
                        <a16:creationId xmlns:a16="http://schemas.microsoft.com/office/drawing/2014/main" id="{386DE87B-90AF-455B-9078-863C92A9CDDE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876" y="2552"/>
                    <a:ext cx="5" cy="4"/>
                  </a:xfrm>
                  <a:custGeom>
                    <a:avLst/>
                    <a:gdLst>
                      <a:gd name="T0" fmla="*/ 0 w 16"/>
                      <a:gd name="T1" fmla="*/ 0 h 10"/>
                      <a:gd name="T2" fmla="*/ 15 w 16"/>
                      <a:gd name="T3" fmla="*/ 10 h 10"/>
                      <a:gd name="T4" fmla="*/ 16 w 16"/>
                      <a:gd name="T5" fmla="*/ 10 h 1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16" h="10">
                        <a:moveTo>
                          <a:pt x="0" y="0"/>
                        </a:moveTo>
                        <a:lnTo>
                          <a:pt x="15" y="10"/>
                        </a:lnTo>
                        <a:lnTo>
                          <a:pt x="16" y="10"/>
                        </a:lnTo>
                      </a:path>
                    </a:pathLst>
                  </a:custGeom>
                  <a:noFill/>
                  <a:ln w="19050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04557" name="Freeform 109">
                    <a:extLst>
                      <a:ext uri="{FF2B5EF4-FFF2-40B4-BE49-F238E27FC236}">
                        <a16:creationId xmlns:a16="http://schemas.microsoft.com/office/drawing/2014/main" id="{D8D045B1-8C09-4502-86BA-F102385A223D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899" y="2566"/>
                    <a:ext cx="356" cy="206"/>
                  </a:xfrm>
                  <a:custGeom>
                    <a:avLst/>
                    <a:gdLst>
                      <a:gd name="T0" fmla="*/ 0 w 1069"/>
                      <a:gd name="T1" fmla="*/ 0 h 618"/>
                      <a:gd name="T2" fmla="*/ 1068 w 1069"/>
                      <a:gd name="T3" fmla="*/ 618 h 618"/>
                      <a:gd name="T4" fmla="*/ 1069 w 1069"/>
                      <a:gd name="T5" fmla="*/ 618 h 61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1069" h="618">
                        <a:moveTo>
                          <a:pt x="0" y="0"/>
                        </a:moveTo>
                        <a:lnTo>
                          <a:pt x="1068" y="618"/>
                        </a:lnTo>
                        <a:lnTo>
                          <a:pt x="1069" y="618"/>
                        </a:lnTo>
                      </a:path>
                    </a:pathLst>
                  </a:custGeom>
                  <a:noFill/>
                  <a:ln w="19050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</p:grpSp>
        </p:grpSp>
        <p:grpSp>
          <p:nvGrpSpPr>
            <p:cNvPr id="104558" name="Group 110">
              <a:extLst>
                <a:ext uri="{FF2B5EF4-FFF2-40B4-BE49-F238E27FC236}">
                  <a16:creationId xmlns:a16="http://schemas.microsoft.com/office/drawing/2014/main" id="{1EA3CF59-1C11-444A-945A-8B8B7675170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75" y="1293"/>
              <a:ext cx="1700" cy="2078"/>
              <a:chOff x="1878" y="1111"/>
              <a:chExt cx="1700" cy="2078"/>
            </a:xfrm>
          </p:grpSpPr>
          <p:sp>
            <p:nvSpPr>
              <p:cNvPr id="104559" name="Freeform 111">
                <a:extLst>
                  <a:ext uri="{FF2B5EF4-FFF2-40B4-BE49-F238E27FC236}">
                    <a16:creationId xmlns:a16="http://schemas.microsoft.com/office/drawing/2014/main" id="{EE9014E1-DF0D-4A48-8011-8F211E08A5B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78" y="1111"/>
                <a:ext cx="1700" cy="2078"/>
              </a:xfrm>
              <a:custGeom>
                <a:avLst/>
                <a:gdLst>
                  <a:gd name="T0" fmla="*/ 11 w 1700"/>
                  <a:gd name="T1" fmla="*/ 966 h 2078"/>
                  <a:gd name="T2" fmla="*/ 1700 w 1700"/>
                  <a:gd name="T3" fmla="*/ 0 h 2078"/>
                  <a:gd name="T4" fmla="*/ 1700 w 1700"/>
                  <a:gd name="T5" fmla="*/ 1100 h 2078"/>
                  <a:gd name="T6" fmla="*/ 0 w 1700"/>
                  <a:gd name="T7" fmla="*/ 2078 h 2078"/>
                  <a:gd name="T8" fmla="*/ 11 w 1700"/>
                  <a:gd name="T9" fmla="*/ 966 h 20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700" h="2078">
                    <a:moveTo>
                      <a:pt x="11" y="966"/>
                    </a:moveTo>
                    <a:lnTo>
                      <a:pt x="1700" y="0"/>
                    </a:lnTo>
                    <a:lnTo>
                      <a:pt x="1700" y="1100"/>
                    </a:lnTo>
                    <a:lnTo>
                      <a:pt x="0" y="2078"/>
                    </a:lnTo>
                    <a:lnTo>
                      <a:pt x="11" y="966"/>
                    </a:lnTo>
                    <a:close/>
                  </a:path>
                </a:pathLst>
              </a:custGeom>
              <a:solidFill>
                <a:srgbClr val="CCCCFF">
                  <a:alpha val="50000"/>
                </a:srgbClr>
              </a:solidFill>
              <a:ln w="12700" cap="flat" cmpd="sng">
                <a:solidFill>
                  <a:schemeClr val="tx1"/>
                </a:solidFill>
                <a:prstDash val="solid"/>
                <a:round/>
                <a:headEnd type="none" w="sm" len="lg"/>
                <a:tailEnd type="none" w="sm" len="lg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pSp>
            <p:nvGrpSpPr>
              <p:cNvPr id="104560" name="Group 112">
                <a:extLst>
                  <a:ext uri="{FF2B5EF4-FFF2-40B4-BE49-F238E27FC236}">
                    <a16:creationId xmlns:a16="http://schemas.microsoft.com/office/drawing/2014/main" id="{C9EC0A39-2027-473D-BA85-54B62945EF2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178" y="1494"/>
                <a:ext cx="1100" cy="1388"/>
                <a:chOff x="2178" y="1494"/>
                <a:chExt cx="1100" cy="1388"/>
              </a:xfrm>
            </p:grpSpPr>
            <p:sp>
              <p:nvSpPr>
                <p:cNvPr id="104561" name="Freeform 113">
                  <a:extLst>
                    <a:ext uri="{FF2B5EF4-FFF2-40B4-BE49-F238E27FC236}">
                      <a16:creationId xmlns:a16="http://schemas.microsoft.com/office/drawing/2014/main" id="{A230D24D-E225-487C-9725-63D05E26463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82" y="1660"/>
                  <a:ext cx="42" cy="82"/>
                </a:xfrm>
                <a:custGeom>
                  <a:avLst/>
                  <a:gdLst>
                    <a:gd name="T0" fmla="*/ 0 w 42"/>
                    <a:gd name="T1" fmla="*/ 0 h 82"/>
                    <a:gd name="T2" fmla="*/ 0 w 42"/>
                    <a:gd name="T3" fmla="*/ 82 h 82"/>
                    <a:gd name="T4" fmla="*/ 8 w 42"/>
                    <a:gd name="T5" fmla="*/ 68 h 82"/>
                    <a:gd name="T6" fmla="*/ 8 w 42"/>
                    <a:gd name="T7" fmla="*/ 48 h 82"/>
                    <a:gd name="T8" fmla="*/ 42 w 42"/>
                    <a:gd name="T9" fmla="*/ 28 h 82"/>
                    <a:gd name="T10" fmla="*/ 0 w 42"/>
                    <a:gd name="T11" fmla="*/ 0 h 8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42" h="82">
                      <a:moveTo>
                        <a:pt x="0" y="0"/>
                      </a:moveTo>
                      <a:lnTo>
                        <a:pt x="0" y="82"/>
                      </a:lnTo>
                      <a:lnTo>
                        <a:pt x="8" y="68"/>
                      </a:lnTo>
                      <a:lnTo>
                        <a:pt x="8" y="48"/>
                      </a:lnTo>
                      <a:lnTo>
                        <a:pt x="42" y="2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12700" cap="flat" cmpd="sng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4562" name="Freeform 114">
                  <a:extLst>
                    <a:ext uri="{FF2B5EF4-FFF2-40B4-BE49-F238E27FC236}">
                      <a16:creationId xmlns:a16="http://schemas.microsoft.com/office/drawing/2014/main" id="{39F708A3-C471-45F1-A938-1F36F0F2F7A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12" y="1542"/>
                  <a:ext cx="62" cy="148"/>
                </a:xfrm>
                <a:custGeom>
                  <a:avLst/>
                  <a:gdLst>
                    <a:gd name="T0" fmla="*/ 0 w 62"/>
                    <a:gd name="T1" fmla="*/ 0 h 148"/>
                    <a:gd name="T2" fmla="*/ 2 w 62"/>
                    <a:gd name="T3" fmla="*/ 106 h 148"/>
                    <a:gd name="T4" fmla="*/ 26 w 62"/>
                    <a:gd name="T5" fmla="*/ 122 h 148"/>
                    <a:gd name="T6" fmla="*/ 50 w 62"/>
                    <a:gd name="T7" fmla="*/ 148 h 148"/>
                    <a:gd name="T8" fmla="*/ 62 w 62"/>
                    <a:gd name="T9" fmla="*/ 100 h 148"/>
                    <a:gd name="T10" fmla="*/ 58 w 62"/>
                    <a:gd name="T11" fmla="*/ 66 h 148"/>
                    <a:gd name="T12" fmla="*/ 46 w 62"/>
                    <a:gd name="T13" fmla="*/ 32 h 148"/>
                    <a:gd name="T14" fmla="*/ 0 w 62"/>
                    <a:gd name="T15" fmla="*/ 0 h 14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62" h="148">
                      <a:moveTo>
                        <a:pt x="0" y="0"/>
                      </a:moveTo>
                      <a:lnTo>
                        <a:pt x="2" y="106"/>
                      </a:lnTo>
                      <a:lnTo>
                        <a:pt x="26" y="122"/>
                      </a:lnTo>
                      <a:lnTo>
                        <a:pt x="50" y="148"/>
                      </a:lnTo>
                      <a:lnTo>
                        <a:pt x="62" y="100"/>
                      </a:lnTo>
                      <a:lnTo>
                        <a:pt x="58" y="66"/>
                      </a:lnTo>
                      <a:lnTo>
                        <a:pt x="46" y="32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FFCC00"/>
                    </a:gs>
                    <a:gs pos="100000">
                      <a:srgbClr val="FFCC00">
                        <a:gamma/>
                        <a:shade val="46275"/>
                        <a:invGamma/>
                      </a:srgbClr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12700" cap="flat" cmpd="sng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4563" name="Freeform 115">
                  <a:extLst>
                    <a:ext uri="{FF2B5EF4-FFF2-40B4-BE49-F238E27FC236}">
                      <a16:creationId xmlns:a16="http://schemas.microsoft.com/office/drawing/2014/main" id="{D19FDAF8-38CF-4914-87C7-A20A4299C77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78" y="2098"/>
                  <a:ext cx="1016" cy="497"/>
                </a:xfrm>
                <a:custGeom>
                  <a:avLst/>
                  <a:gdLst>
                    <a:gd name="T0" fmla="*/ 0 w 1016"/>
                    <a:gd name="T1" fmla="*/ 408 h 497"/>
                    <a:gd name="T2" fmla="*/ 120 w 1016"/>
                    <a:gd name="T3" fmla="*/ 336 h 497"/>
                    <a:gd name="T4" fmla="*/ 124 w 1016"/>
                    <a:gd name="T5" fmla="*/ 304 h 497"/>
                    <a:gd name="T6" fmla="*/ 124 w 1016"/>
                    <a:gd name="T7" fmla="*/ 268 h 497"/>
                    <a:gd name="T8" fmla="*/ 116 w 1016"/>
                    <a:gd name="T9" fmla="*/ 220 h 497"/>
                    <a:gd name="T10" fmla="*/ 200 w 1016"/>
                    <a:gd name="T11" fmla="*/ 176 h 497"/>
                    <a:gd name="T12" fmla="*/ 248 w 1016"/>
                    <a:gd name="T13" fmla="*/ 192 h 497"/>
                    <a:gd name="T14" fmla="*/ 300 w 1016"/>
                    <a:gd name="T15" fmla="*/ 204 h 497"/>
                    <a:gd name="T16" fmla="*/ 356 w 1016"/>
                    <a:gd name="T17" fmla="*/ 196 h 497"/>
                    <a:gd name="T18" fmla="*/ 396 w 1016"/>
                    <a:gd name="T19" fmla="*/ 180 h 497"/>
                    <a:gd name="T20" fmla="*/ 420 w 1016"/>
                    <a:gd name="T21" fmla="*/ 160 h 497"/>
                    <a:gd name="T22" fmla="*/ 404 w 1016"/>
                    <a:gd name="T23" fmla="*/ 60 h 497"/>
                    <a:gd name="T24" fmla="*/ 500 w 1016"/>
                    <a:gd name="T25" fmla="*/ 4 h 497"/>
                    <a:gd name="T26" fmla="*/ 1016 w 1016"/>
                    <a:gd name="T27" fmla="*/ 0 h 497"/>
                    <a:gd name="T28" fmla="*/ 156 w 1016"/>
                    <a:gd name="T29" fmla="*/ 497 h 497"/>
                    <a:gd name="T30" fmla="*/ 0 w 1016"/>
                    <a:gd name="T31" fmla="*/ 408 h 49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</a:cxnLst>
                  <a:rect l="0" t="0" r="r" b="b"/>
                  <a:pathLst>
                    <a:path w="1016" h="497">
                      <a:moveTo>
                        <a:pt x="0" y="408"/>
                      </a:moveTo>
                      <a:lnTo>
                        <a:pt x="120" y="336"/>
                      </a:lnTo>
                      <a:lnTo>
                        <a:pt x="124" y="304"/>
                      </a:lnTo>
                      <a:lnTo>
                        <a:pt x="124" y="268"/>
                      </a:lnTo>
                      <a:lnTo>
                        <a:pt x="116" y="220"/>
                      </a:lnTo>
                      <a:lnTo>
                        <a:pt x="200" y="176"/>
                      </a:lnTo>
                      <a:lnTo>
                        <a:pt x="248" y="192"/>
                      </a:lnTo>
                      <a:lnTo>
                        <a:pt x="300" y="204"/>
                      </a:lnTo>
                      <a:lnTo>
                        <a:pt x="356" y="196"/>
                      </a:lnTo>
                      <a:lnTo>
                        <a:pt x="396" y="180"/>
                      </a:lnTo>
                      <a:lnTo>
                        <a:pt x="420" y="160"/>
                      </a:lnTo>
                      <a:lnTo>
                        <a:pt x="404" y="60"/>
                      </a:lnTo>
                      <a:lnTo>
                        <a:pt x="500" y="4"/>
                      </a:lnTo>
                      <a:lnTo>
                        <a:pt x="1016" y="0"/>
                      </a:lnTo>
                      <a:lnTo>
                        <a:pt x="156" y="497"/>
                      </a:lnTo>
                      <a:lnTo>
                        <a:pt x="0" y="408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FF6600">
                        <a:gamma/>
                        <a:shade val="80000"/>
                        <a:invGamma/>
                      </a:srgbClr>
                    </a:gs>
                    <a:gs pos="100000">
                      <a:srgbClr val="FF6600"/>
                    </a:gs>
                  </a:gsLst>
                  <a:lin ang="54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12700" cap="flat" cmpd="sng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4564" name="Freeform 116">
                  <a:extLst>
                    <a:ext uri="{FF2B5EF4-FFF2-40B4-BE49-F238E27FC236}">
                      <a16:creationId xmlns:a16="http://schemas.microsoft.com/office/drawing/2014/main" id="{298C0EE4-1570-43EB-8647-20D7B14F951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87" y="1666"/>
                  <a:ext cx="38" cy="22"/>
                </a:xfrm>
                <a:custGeom>
                  <a:avLst/>
                  <a:gdLst>
                    <a:gd name="T0" fmla="*/ 0 w 115"/>
                    <a:gd name="T1" fmla="*/ 0 h 66"/>
                    <a:gd name="T2" fmla="*/ 113 w 115"/>
                    <a:gd name="T3" fmla="*/ 66 h 66"/>
                    <a:gd name="T4" fmla="*/ 115 w 115"/>
                    <a:gd name="T5" fmla="*/ 66 h 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15" h="66">
                      <a:moveTo>
                        <a:pt x="0" y="0"/>
                      </a:moveTo>
                      <a:lnTo>
                        <a:pt x="113" y="66"/>
                      </a:lnTo>
                      <a:lnTo>
                        <a:pt x="115" y="66"/>
                      </a:lnTo>
                    </a:path>
                  </a:pathLst>
                </a:custGeom>
                <a:noFill/>
                <a:ln w="0">
                  <a:solidFill>
                    <a:srgbClr val="FF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4565" name="Freeform 117">
                  <a:extLst>
                    <a:ext uri="{FF2B5EF4-FFF2-40B4-BE49-F238E27FC236}">
                      <a16:creationId xmlns:a16="http://schemas.microsoft.com/office/drawing/2014/main" id="{2FDCA66C-1F0A-453C-88EC-8A0725FDCEB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66" y="1644"/>
                  <a:ext cx="96" cy="117"/>
                </a:xfrm>
                <a:custGeom>
                  <a:avLst/>
                  <a:gdLst>
                    <a:gd name="T0" fmla="*/ 27 w 96"/>
                    <a:gd name="T1" fmla="*/ 63 h 117"/>
                    <a:gd name="T2" fmla="*/ 18 w 96"/>
                    <a:gd name="T3" fmla="*/ 96 h 117"/>
                    <a:gd name="T4" fmla="*/ 0 w 96"/>
                    <a:gd name="T5" fmla="*/ 117 h 117"/>
                    <a:gd name="T6" fmla="*/ 38 w 96"/>
                    <a:gd name="T7" fmla="*/ 104 h 117"/>
                    <a:gd name="T8" fmla="*/ 64 w 96"/>
                    <a:gd name="T9" fmla="*/ 90 h 117"/>
                    <a:gd name="T10" fmla="*/ 84 w 96"/>
                    <a:gd name="T11" fmla="*/ 69 h 117"/>
                    <a:gd name="T12" fmla="*/ 96 w 96"/>
                    <a:gd name="T13" fmla="*/ 42 h 117"/>
                    <a:gd name="T14" fmla="*/ 74 w 96"/>
                    <a:gd name="T15" fmla="*/ 18 h 117"/>
                    <a:gd name="T16" fmla="*/ 50 w 96"/>
                    <a:gd name="T17" fmla="*/ 0 h 117"/>
                    <a:gd name="T18" fmla="*/ 14 w 96"/>
                    <a:gd name="T19" fmla="*/ 18 h 117"/>
                    <a:gd name="T20" fmla="*/ 52 w 96"/>
                    <a:gd name="T21" fmla="*/ 40 h 117"/>
                    <a:gd name="T22" fmla="*/ 27 w 96"/>
                    <a:gd name="T23" fmla="*/ 63 h 1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96" h="117">
                      <a:moveTo>
                        <a:pt x="27" y="63"/>
                      </a:moveTo>
                      <a:lnTo>
                        <a:pt x="18" y="96"/>
                      </a:lnTo>
                      <a:lnTo>
                        <a:pt x="0" y="117"/>
                      </a:lnTo>
                      <a:lnTo>
                        <a:pt x="38" y="104"/>
                      </a:lnTo>
                      <a:lnTo>
                        <a:pt x="64" y="90"/>
                      </a:lnTo>
                      <a:lnTo>
                        <a:pt x="84" y="69"/>
                      </a:lnTo>
                      <a:lnTo>
                        <a:pt x="96" y="42"/>
                      </a:lnTo>
                      <a:lnTo>
                        <a:pt x="74" y="18"/>
                      </a:lnTo>
                      <a:lnTo>
                        <a:pt x="50" y="0"/>
                      </a:lnTo>
                      <a:lnTo>
                        <a:pt x="14" y="18"/>
                      </a:lnTo>
                      <a:lnTo>
                        <a:pt x="52" y="40"/>
                      </a:lnTo>
                      <a:lnTo>
                        <a:pt x="27" y="63"/>
                      </a:lnTo>
                      <a:close/>
                    </a:path>
                  </a:pathLst>
                </a:custGeom>
                <a:solidFill>
                  <a:srgbClr val="FFCC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12700" cap="flat" cmpd="sng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4566" name="Freeform 118">
                  <a:extLst>
                    <a:ext uri="{FF2B5EF4-FFF2-40B4-BE49-F238E27FC236}">
                      <a16:creationId xmlns:a16="http://schemas.microsoft.com/office/drawing/2014/main" id="{52213159-96AB-439C-9D4B-A4A310EEAA1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294" y="2330"/>
                  <a:ext cx="24" cy="116"/>
                </a:xfrm>
                <a:custGeom>
                  <a:avLst/>
                  <a:gdLst>
                    <a:gd name="T0" fmla="*/ 0 w 24"/>
                    <a:gd name="T1" fmla="*/ 0 h 116"/>
                    <a:gd name="T2" fmla="*/ 24 w 24"/>
                    <a:gd name="T3" fmla="*/ 36 h 116"/>
                    <a:gd name="T4" fmla="*/ 24 w 24"/>
                    <a:gd name="T5" fmla="*/ 64 h 116"/>
                    <a:gd name="T6" fmla="*/ 12 w 24"/>
                    <a:gd name="T7" fmla="*/ 92 h 116"/>
                    <a:gd name="T8" fmla="*/ 0 w 24"/>
                    <a:gd name="T9" fmla="*/ 116 h 116"/>
                    <a:gd name="T10" fmla="*/ 0 w 24"/>
                    <a:gd name="T11" fmla="*/ 0 h 11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4" h="116">
                      <a:moveTo>
                        <a:pt x="0" y="0"/>
                      </a:moveTo>
                      <a:lnTo>
                        <a:pt x="24" y="36"/>
                      </a:lnTo>
                      <a:lnTo>
                        <a:pt x="24" y="64"/>
                      </a:lnTo>
                      <a:lnTo>
                        <a:pt x="12" y="92"/>
                      </a:lnTo>
                      <a:lnTo>
                        <a:pt x="0" y="11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FFCC00"/>
                    </a:gs>
                    <a:gs pos="100000">
                      <a:srgbClr val="FFCC00">
                        <a:gamma/>
                        <a:shade val="46275"/>
                        <a:invGamma/>
                      </a:srgbClr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12700" cap="flat" cmpd="sng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4567" name="Freeform 119">
                  <a:extLst>
                    <a:ext uri="{FF2B5EF4-FFF2-40B4-BE49-F238E27FC236}">
                      <a16:creationId xmlns:a16="http://schemas.microsoft.com/office/drawing/2014/main" id="{3B3F6961-C782-4902-B635-FFB227E95A3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574" y="2172"/>
                  <a:ext cx="36" cy="102"/>
                </a:xfrm>
                <a:custGeom>
                  <a:avLst/>
                  <a:gdLst>
                    <a:gd name="T0" fmla="*/ 0 w 36"/>
                    <a:gd name="T1" fmla="*/ 0 h 102"/>
                    <a:gd name="T2" fmla="*/ 8 w 36"/>
                    <a:gd name="T3" fmla="*/ 102 h 102"/>
                    <a:gd name="T4" fmla="*/ 32 w 36"/>
                    <a:gd name="T5" fmla="*/ 82 h 102"/>
                    <a:gd name="T6" fmla="*/ 36 w 36"/>
                    <a:gd name="T7" fmla="*/ 50 h 102"/>
                    <a:gd name="T8" fmla="*/ 24 w 36"/>
                    <a:gd name="T9" fmla="*/ 24 h 102"/>
                    <a:gd name="T10" fmla="*/ 0 w 36"/>
                    <a:gd name="T11" fmla="*/ 0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36" h="102">
                      <a:moveTo>
                        <a:pt x="0" y="0"/>
                      </a:moveTo>
                      <a:lnTo>
                        <a:pt x="8" y="102"/>
                      </a:lnTo>
                      <a:lnTo>
                        <a:pt x="32" y="82"/>
                      </a:lnTo>
                      <a:lnTo>
                        <a:pt x="36" y="50"/>
                      </a:lnTo>
                      <a:lnTo>
                        <a:pt x="24" y="24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CC9900"/>
                    </a:gs>
                    <a:gs pos="100000">
                      <a:srgbClr val="CC9900">
                        <a:gamma/>
                        <a:shade val="18824"/>
                        <a:invGamma/>
                      </a:srgbClr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12700" cap="flat" cmpd="sng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4568" name="Freeform 120">
                  <a:extLst>
                    <a:ext uri="{FF2B5EF4-FFF2-40B4-BE49-F238E27FC236}">
                      <a16:creationId xmlns:a16="http://schemas.microsoft.com/office/drawing/2014/main" id="{0380DA13-2A17-4C96-A88E-B324D40C9C1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330" y="1634"/>
                  <a:ext cx="944" cy="1248"/>
                </a:xfrm>
                <a:custGeom>
                  <a:avLst/>
                  <a:gdLst>
                    <a:gd name="T0" fmla="*/ 348 w 944"/>
                    <a:gd name="T1" fmla="*/ 160 h 1248"/>
                    <a:gd name="T2" fmla="*/ 348 w 944"/>
                    <a:gd name="T3" fmla="*/ 468 h 1248"/>
                    <a:gd name="T4" fmla="*/ 412 w 944"/>
                    <a:gd name="T5" fmla="*/ 496 h 1248"/>
                    <a:gd name="T6" fmla="*/ 520 w 944"/>
                    <a:gd name="T7" fmla="*/ 524 h 1248"/>
                    <a:gd name="T8" fmla="*/ 616 w 944"/>
                    <a:gd name="T9" fmla="*/ 532 h 1248"/>
                    <a:gd name="T10" fmla="*/ 700 w 944"/>
                    <a:gd name="T11" fmla="*/ 520 h 1248"/>
                    <a:gd name="T12" fmla="*/ 776 w 944"/>
                    <a:gd name="T13" fmla="*/ 500 h 1248"/>
                    <a:gd name="T14" fmla="*/ 860 w 944"/>
                    <a:gd name="T15" fmla="*/ 464 h 1248"/>
                    <a:gd name="T16" fmla="*/ 0 w 944"/>
                    <a:gd name="T17" fmla="*/ 961 h 1248"/>
                    <a:gd name="T18" fmla="*/ 0 w 944"/>
                    <a:gd name="T19" fmla="*/ 1248 h 1248"/>
                    <a:gd name="T20" fmla="*/ 853 w 944"/>
                    <a:gd name="T21" fmla="*/ 756 h 1248"/>
                    <a:gd name="T22" fmla="*/ 900 w 944"/>
                    <a:gd name="T23" fmla="*/ 712 h 1248"/>
                    <a:gd name="T24" fmla="*/ 936 w 944"/>
                    <a:gd name="T25" fmla="*/ 672 h 1248"/>
                    <a:gd name="T26" fmla="*/ 944 w 944"/>
                    <a:gd name="T27" fmla="*/ 636 h 1248"/>
                    <a:gd name="T28" fmla="*/ 944 w 944"/>
                    <a:gd name="T29" fmla="*/ 604 h 1248"/>
                    <a:gd name="T30" fmla="*/ 944 w 944"/>
                    <a:gd name="T31" fmla="*/ 0 h 1248"/>
                    <a:gd name="T32" fmla="*/ 776 w 944"/>
                    <a:gd name="T33" fmla="*/ 160 h 1248"/>
                    <a:gd name="T34" fmla="*/ 532 w 944"/>
                    <a:gd name="T35" fmla="*/ 188 h 1248"/>
                    <a:gd name="T36" fmla="*/ 348 w 944"/>
                    <a:gd name="T37" fmla="*/ 160 h 124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944" h="1248">
                      <a:moveTo>
                        <a:pt x="348" y="160"/>
                      </a:moveTo>
                      <a:lnTo>
                        <a:pt x="348" y="468"/>
                      </a:lnTo>
                      <a:lnTo>
                        <a:pt x="412" y="496"/>
                      </a:lnTo>
                      <a:lnTo>
                        <a:pt x="520" y="524"/>
                      </a:lnTo>
                      <a:lnTo>
                        <a:pt x="616" y="532"/>
                      </a:lnTo>
                      <a:lnTo>
                        <a:pt x="700" y="520"/>
                      </a:lnTo>
                      <a:lnTo>
                        <a:pt x="776" y="500"/>
                      </a:lnTo>
                      <a:lnTo>
                        <a:pt x="860" y="464"/>
                      </a:lnTo>
                      <a:lnTo>
                        <a:pt x="0" y="961"/>
                      </a:lnTo>
                      <a:lnTo>
                        <a:pt x="0" y="1248"/>
                      </a:lnTo>
                      <a:lnTo>
                        <a:pt x="853" y="756"/>
                      </a:lnTo>
                      <a:lnTo>
                        <a:pt x="900" y="712"/>
                      </a:lnTo>
                      <a:lnTo>
                        <a:pt x="936" y="672"/>
                      </a:lnTo>
                      <a:lnTo>
                        <a:pt x="944" y="636"/>
                      </a:lnTo>
                      <a:lnTo>
                        <a:pt x="944" y="604"/>
                      </a:lnTo>
                      <a:lnTo>
                        <a:pt x="944" y="0"/>
                      </a:lnTo>
                      <a:lnTo>
                        <a:pt x="776" y="160"/>
                      </a:lnTo>
                      <a:lnTo>
                        <a:pt x="532" y="188"/>
                      </a:lnTo>
                      <a:lnTo>
                        <a:pt x="348" y="16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CC0000">
                        <a:gamma/>
                        <a:shade val="58824"/>
                        <a:invGamma/>
                      </a:srgbClr>
                    </a:gs>
                    <a:gs pos="50000">
                      <a:srgbClr val="CC0000"/>
                    </a:gs>
                    <a:gs pos="100000">
                      <a:srgbClr val="CC0000">
                        <a:gamma/>
                        <a:shade val="58824"/>
                        <a:invGamma/>
                      </a:srgbClr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12700" cap="flat" cmpd="sng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4569" name="Freeform 121">
                  <a:extLst>
                    <a:ext uri="{FF2B5EF4-FFF2-40B4-BE49-F238E27FC236}">
                      <a16:creationId xmlns:a16="http://schemas.microsoft.com/office/drawing/2014/main" id="{1DAB4C56-89E6-43E7-9191-6F0B4286E50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676" y="1494"/>
                  <a:ext cx="602" cy="368"/>
                </a:xfrm>
                <a:custGeom>
                  <a:avLst/>
                  <a:gdLst>
                    <a:gd name="T0" fmla="*/ 0 w 602"/>
                    <a:gd name="T1" fmla="*/ 294 h 368"/>
                    <a:gd name="T2" fmla="*/ 82 w 602"/>
                    <a:gd name="T3" fmla="*/ 250 h 368"/>
                    <a:gd name="T4" fmla="*/ 144 w 602"/>
                    <a:gd name="T5" fmla="*/ 276 h 368"/>
                    <a:gd name="T6" fmla="*/ 198 w 602"/>
                    <a:gd name="T7" fmla="*/ 288 h 368"/>
                    <a:gd name="T8" fmla="*/ 264 w 602"/>
                    <a:gd name="T9" fmla="*/ 294 h 368"/>
                    <a:gd name="T10" fmla="*/ 324 w 602"/>
                    <a:gd name="T11" fmla="*/ 290 h 368"/>
                    <a:gd name="T12" fmla="*/ 370 w 602"/>
                    <a:gd name="T13" fmla="*/ 276 h 368"/>
                    <a:gd name="T14" fmla="*/ 430 w 602"/>
                    <a:gd name="T15" fmla="*/ 248 h 368"/>
                    <a:gd name="T16" fmla="*/ 458 w 602"/>
                    <a:gd name="T17" fmla="*/ 224 h 368"/>
                    <a:gd name="T18" fmla="*/ 488 w 602"/>
                    <a:gd name="T19" fmla="*/ 192 h 368"/>
                    <a:gd name="T20" fmla="*/ 496 w 602"/>
                    <a:gd name="T21" fmla="*/ 136 h 368"/>
                    <a:gd name="T22" fmla="*/ 490 w 602"/>
                    <a:gd name="T23" fmla="*/ 102 h 368"/>
                    <a:gd name="T24" fmla="*/ 472 w 602"/>
                    <a:gd name="T25" fmla="*/ 78 h 368"/>
                    <a:gd name="T26" fmla="*/ 434 w 602"/>
                    <a:gd name="T27" fmla="*/ 48 h 368"/>
                    <a:gd name="T28" fmla="*/ 516 w 602"/>
                    <a:gd name="T29" fmla="*/ 0 h 368"/>
                    <a:gd name="T30" fmla="*/ 558 w 602"/>
                    <a:gd name="T31" fmla="*/ 30 h 368"/>
                    <a:gd name="T32" fmla="*/ 574 w 602"/>
                    <a:gd name="T33" fmla="*/ 64 h 368"/>
                    <a:gd name="T34" fmla="*/ 594 w 602"/>
                    <a:gd name="T35" fmla="*/ 108 h 368"/>
                    <a:gd name="T36" fmla="*/ 602 w 602"/>
                    <a:gd name="T37" fmla="*/ 148 h 368"/>
                    <a:gd name="T38" fmla="*/ 590 w 602"/>
                    <a:gd name="T39" fmla="*/ 202 h 368"/>
                    <a:gd name="T40" fmla="*/ 576 w 602"/>
                    <a:gd name="T41" fmla="*/ 230 h 368"/>
                    <a:gd name="T42" fmla="*/ 540 w 602"/>
                    <a:gd name="T43" fmla="*/ 272 h 368"/>
                    <a:gd name="T44" fmla="*/ 500 w 602"/>
                    <a:gd name="T45" fmla="*/ 302 h 368"/>
                    <a:gd name="T46" fmla="*/ 426 w 602"/>
                    <a:gd name="T47" fmla="*/ 334 h 368"/>
                    <a:gd name="T48" fmla="*/ 350 w 602"/>
                    <a:gd name="T49" fmla="*/ 356 h 368"/>
                    <a:gd name="T50" fmla="*/ 258 w 602"/>
                    <a:gd name="T51" fmla="*/ 368 h 368"/>
                    <a:gd name="T52" fmla="*/ 166 w 602"/>
                    <a:gd name="T53" fmla="*/ 360 h 368"/>
                    <a:gd name="T54" fmla="*/ 70 w 602"/>
                    <a:gd name="T55" fmla="*/ 336 h 368"/>
                    <a:gd name="T56" fmla="*/ 0 w 602"/>
                    <a:gd name="T57" fmla="*/ 294 h 3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602" h="368">
                      <a:moveTo>
                        <a:pt x="0" y="294"/>
                      </a:moveTo>
                      <a:lnTo>
                        <a:pt x="82" y="250"/>
                      </a:lnTo>
                      <a:lnTo>
                        <a:pt x="144" y="276"/>
                      </a:lnTo>
                      <a:lnTo>
                        <a:pt x="198" y="288"/>
                      </a:lnTo>
                      <a:lnTo>
                        <a:pt x="264" y="294"/>
                      </a:lnTo>
                      <a:lnTo>
                        <a:pt x="324" y="290"/>
                      </a:lnTo>
                      <a:lnTo>
                        <a:pt x="370" y="276"/>
                      </a:lnTo>
                      <a:lnTo>
                        <a:pt x="430" y="248"/>
                      </a:lnTo>
                      <a:lnTo>
                        <a:pt x="458" y="224"/>
                      </a:lnTo>
                      <a:lnTo>
                        <a:pt x="488" y="192"/>
                      </a:lnTo>
                      <a:lnTo>
                        <a:pt x="496" y="136"/>
                      </a:lnTo>
                      <a:lnTo>
                        <a:pt x="490" y="102"/>
                      </a:lnTo>
                      <a:lnTo>
                        <a:pt x="472" y="78"/>
                      </a:lnTo>
                      <a:lnTo>
                        <a:pt x="434" y="48"/>
                      </a:lnTo>
                      <a:lnTo>
                        <a:pt x="516" y="0"/>
                      </a:lnTo>
                      <a:lnTo>
                        <a:pt x="558" y="30"/>
                      </a:lnTo>
                      <a:lnTo>
                        <a:pt x="574" y="64"/>
                      </a:lnTo>
                      <a:lnTo>
                        <a:pt x="594" y="108"/>
                      </a:lnTo>
                      <a:lnTo>
                        <a:pt x="602" y="148"/>
                      </a:lnTo>
                      <a:lnTo>
                        <a:pt x="590" y="202"/>
                      </a:lnTo>
                      <a:lnTo>
                        <a:pt x="576" y="230"/>
                      </a:lnTo>
                      <a:lnTo>
                        <a:pt x="540" y="272"/>
                      </a:lnTo>
                      <a:lnTo>
                        <a:pt x="500" y="302"/>
                      </a:lnTo>
                      <a:lnTo>
                        <a:pt x="426" y="334"/>
                      </a:lnTo>
                      <a:lnTo>
                        <a:pt x="350" y="356"/>
                      </a:lnTo>
                      <a:lnTo>
                        <a:pt x="258" y="368"/>
                      </a:lnTo>
                      <a:lnTo>
                        <a:pt x="166" y="360"/>
                      </a:lnTo>
                      <a:lnTo>
                        <a:pt x="70" y="336"/>
                      </a:lnTo>
                      <a:lnTo>
                        <a:pt x="0" y="294"/>
                      </a:lnTo>
                      <a:close/>
                    </a:path>
                  </a:pathLst>
                </a:custGeom>
                <a:solidFill>
                  <a:srgbClr val="FF66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12700" cap="flat" cmpd="sng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4570" name="Freeform 122">
                  <a:extLst>
                    <a:ext uri="{FF2B5EF4-FFF2-40B4-BE49-F238E27FC236}">
                      <a16:creationId xmlns:a16="http://schemas.microsoft.com/office/drawing/2014/main" id="{F8F6294A-EA7F-4094-8293-2FC40B2D7B5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78" y="2506"/>
                  <a:ext cx="156" cy="376"/>
                </a:xfrm>
                <a:custGeom>
                  <a:avLst/>
                  <a:gdLst>
                    <a:gd name="T0" fmla="*/ 0 w 156"/>
                    <a:gd name="T1" fmla="*/ 0 h 376"/>
                    <a:gd name="T2" fmla="*/ 156 w 156"/>
                    <a:gd name="T3" fmla="*/ 88 h 376"/>
                    <a:gd name="T4" fmla="*/ 156 w 156"/>
                    <a:gd name="T5" fmla="*/ 376 h 376"/>
                    <a:gd name="T6" fmla="*/ 0 w 156"/>
                    <a:gd name="T7" fmla="*/ 288 h 376"/>
                    <a:gd name="T8" fmla="*/ 0 w 156"/>
                    <a:gd name="T9" fmla="*/ 0 h 37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56" h="376">
                      <a:moveTo>
                        <a:pt x="0" y="0"/>
                      </a:moveTo>
                      <a:lnTo>
                        <a:pt x="156" y="88"/>
                      </a:lnTo>
                      <a:lnTo>
                        <a:pt x="156" y="376"/>
                      </a:lnTo>
                      <a:lnTo>
                        <a:pt x="0" y="28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CC3399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12700" cap="flat" cmpd="sng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</p:grpSp>
      </p:grpSp>
      <p:grpSp>
        <p:nvGrpSpPr>
          <p:cNvPr id="104571" name="Group 123">
            <a:extLst>
              <a:ext uri="{FF2B5EF4-FFF2-40B4-BE49-F238E27FC236}">
                <a16:creationId xmlns:a16="http://schemas.microsoft.com/office/drawing/2014/main" id="{703207E5-E02C-48F2-A59D-EE5045FD4B53}"/>
              </a:ext>
            </a:extLst>
          </p:cNvPr>
          <p:cNvGrpSpPr>
            <a:grpSpLocks/>
          </p:cNvGrpSpPr>
          <p:nvPr/>
        </p:nvGrpSpPr>
        <p:grpSpPr bwMode="auto">
          <a:xfrm>
            <a:off x="623888" y="1387475"/>
            <a:ext cx="5073650" cy="4984750"/>
            <a:chOff x="393" y="874"/>
            <a:chExt cx="3196" cy="3140"/>
          </a:xfrm>
        </p:grpSpPr>
        <p:grpSp>
          <p:nvGrpSpPr>
            <p:cNvPr id="104572" name="Group 124">
              <a:extLst>
                <a:ext uri="{FF2B5EF4-FFF2-40B4-BE49-F238E27FC236}">
                  <a16:creationId xmlns:a16="http://schemas.microsoft.com/office/drawing/2014/main" id="{475CA410-69E8-421B-8B56-C80D497CCD6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89" y="2630"/>
              <a:ext cx="1100" cy="1384"/>
              <a:chOff x="3576" y="2308"/>
              <a:chExt cx="1100" cy="1384"/>
            </a:xfrm>
          </p:grpSpPr>
          <p:sp>
            <p:nvSpPr>
              <p:cNvPr id="104573" name="Freeform 125">
                <a:extLst>
                  <a:ext uri="{FF2B5EF4-FFF2-40B4-BE49-F238E27FC236}">
                    <a16:creationId xmlns:a16="http://schemas.microsoft.com/office/drawing/2014/main" id="{FC693D74-4F1D-4A89-8252-F8E6A01838E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80" y="2470"/>
                <a:ext cx="42" cy="82"/>
              </a:xfrm>
              <a:custGeom>
                <a:avLst/>
                <a:gdLst>
                  <a:gd name="T0" fmla="*/ 0 w 42"/>
                  <a:gd name="T1" fmla="*/ 0 h 82"/>
                  <a:gd name="T2" fmla="*/ 0 w 42"/>
                  <a:gd name="T3" fmla="*/ 82 h 82"/>
                  <a:gd name="T4" fmla="*/ 8 w 42"/>
                  <a:gd name="T5" fmla="*/ 68 h 82"/>
                  <a:gd name="T6" fmla="*/ 8 w 42"/>
                  <a:gd name="T7" fmla="*/ 48 h 82"/>
                  <a:gd name="T8" fmla="*/ 42 w 42"/>
                  <a:gd name="T9" fmla="*/ 28 h 82"/>
                  <a:gd name="T10" fmla="*/ 0 w 42"/>
                  <a:gd name="T11" fmla="*/ 0 h 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2" h="82">
                    <a:moveTo>
                      <a:pt x="0" y="0"/>
                    </a:moveTo>
                    <a:lnTo>
                      <a:pt x="0" y="82"/>
                    </a:lnTo>
                    <a:lnTo>
                      <a:pt x="8" y="68"/>
                    </a:lnTo>
                    <a:lnTo>
                      <a:pt x="8" y="48"/>
                    </a:lnTo>
                    <a:lnTo>
                      <a:pt x="42" y="2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 cap="flat" cmpd="sng">
                    <a:solidFill>
                      <a:schemeClr val="tx1"/>
                    </a:solidFill>
                    <a:prstDash val="solid"/>
                    <a:round/>
                    <a:headEnd type="none" w="sm" len="lg"/>
                    <a:tailEnd type="none" w="sm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4574" name="Freeform 126">
                <a:extLst>
                  <a:ext uri="{FF2B5EF4-FFF2-40B4-BE49-F238E27FC236}">
                    <a16:creationId xmlns:a16="http://schemas.microsoft.com/office/drawing/2014/main" id="{666510EE-3341-47BE-82F2-093BE9A508C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10" y="2352"/>
                <a:ext cx="62" cy="148"/>
              </a:xfrm>
              <a:custGeom>
                <a:avLst/>
                <a:gdLst>
                  <a:gd name="T0" fmla="*/ 0 w 62"/>
                  <a:gd name="T1" fmla="*/ 0 h 148"/>
                  <a:gd name="T2" fmla="*/ 2 w 62"/>
                  <a:gd name="T3" fmla="*/ 106 h 148"/>
                  <a:gd name="T4" fmla="*/ 26 w 62"/>
                  <a:gd name="T5" fmla="*/ 122 h 148"/>
                  <a:gd name="T6" fmla="*/ 50 w 62"/>
                  <a:gd name="T7" fmla="*/ 148 h 148"/>
                  <a:gd name="T8" fmla="*/ 62 w 62"/>
                  <a:gd name="T9" fmla="*/ 100 h 148"/>
                  <a:gd name="T10" fmla="*/ 58 w 62"/>
                  <a:gd name="T11" fmla="*/ 66 h 148"/>
                  <a:gd name="T12" fmla="*/ 46 w 62"/>
                  <a:gd name="T13" fmla="*/ 32 h 148"/>
                  <a:gd name="T14" fmla="*/ 0 w 62"/>
                  <a:gd name="T15" fmla="*/ 0 h 1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2" h="148">
                    <a:moveTo>
                      <a:pt x="0" y="0"/>
                    </a:moveTo>
                    <a:lnTo>
                      <a:pt x="2" y="106"/>
                    </a:lnTo>
                    <a:lnTo>
                      <a:pt x="26" y="122"/>
                    </a:lnTo>
                    <a:lnTo>
                      <a:pt x="50" y="148"/>
                    </a:lnTo>
                    <a:lnTo>
                      <a:pt x="62" y="100"/>
                    </a:lnTo>
                    <a:lnTo>
                      <a:pt x="58" y="66"/>
                    </a:lnTo>
                    <a:lnTo>
                      <a:pt x="46" y="32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FCC00"/>
                  </a:gs>
                  <a:gs pos="100000">
                    <a:srgbClr val="FFCC00">
                      <a:gamma/>
                      <a:shade val="46275"/>
                      <a:invGamma/>
                    </a:srgbClr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 cap="flat" cmpd="sng">
                    <a:solidFill>
                      <a:schemeClr val="tx1"/>
                    </a:solidFill>
                    <a:prstDash val="solid"/>
                    <a:round/>
                    <a:headEnd type="none" w="sm" len="lg"/>
                    <a:tailEnd type="none" w="sm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4575" name="Freeform 127">
                <a:extLst>
                  <a:ext uri="{FF2B5EF4-FFF2-40B4-BE49-F238E27FC236}">
                    <a16:creationId xmlns:a16="http://schemas.microsoft.com/office/drawing/2014/main" id="{A584074F-506E-4DE8-A10D-DD875A84285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76" y="2908"/>
                <a:ext cx="1016" cy="497"/>
              </a:xfrm>
              <a:custGeom>
                <a:avLst/>
                <a:gdLst>
                  <a:gd name="T0" fmla="*/ 0 w 1016"/>
                  <a:gd name="T1" fmla="*/ 408 h 497"/>
                  <a:gd name="T2" fmla="*/ 120 w 1016"/>
                  <a:gd name="T3" fmla="*/ 336 h 497"/>
                  <a:gd name="T4" fmla="*/ 124 w 1016"/>
                  <a:gd name="T5" fmla="*/ 304 h 497"/>
                  <a:gd name="T6" fmla="*/ 124 w 1016"/>
                  <a:gd name="T7" fmla="*/ 268 h 497"/>
                  <a:gd name="T8" fmla="*/ 116 w 1016"/>
                  <a:gd name="T9" fmla="*/ 220 h 497"/>
                  <a:gd name="T10" fmla="*/ 200 w 1016"/>
                  <a:gd name="T11" fmla="*/ 176 h 497"/>
                  <a:gd name="T12" fmla="*/ 248 w 1016"/>
                  <a:gd name="T13" fmla="*/ 192 h 497"/>
                  <a:gd name="T14" fmla="*/ 300 w 1016"/>
                  <a:gd name="T15" fmla="*/ 204 h 497"/>
                  <a:gd name="T16" fmla="*/ 356 w 1016"/>
                  <a:gd name="T17" fmla="*/ 196 h 497"/>
                  <a:gd name="T18" fmla="*/ 396 w 1016"/>
                  <a:gd name="T19" fmla="*/ 180 h 497"/>
                  <a:gd name="T20" fmla="*/ 420 w 1016"/>
                  <a:gd name="T21" fmla="*/ 160 h 497"/>
                  <a:gd name="T22" fmla="*/ 404 w 1016"/>
                  <a:gd name="T23" fmla="*/ 60 h 497"/>
                  <a:gd name="T24" fmla="*/ 500 w 1016"/>
                  <a:gd name="T25" fmla="*/ 4 h 497"/>
                  <a:gd name="T26" fmla="*/ 1016 w 1016"/>
                  <a:gd name="T27" fmla="*/ 0 h 497"/>
                  <a:gd name="T28" fmla="*/ 156 w 1016"/>
                  <a:gd name="T29" fmla="*/ 497 h 497"/>
                  <a:gd name="T30" fmla="*/ 0 w 1016"/>
                  <a:gd name="T31" fmla="*/ 408 h 4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016" h="497">
                    <a:moveTo>
                      <a:pt x="0" y="408"/>
                    </a:moveTo>
                    <a:lnTo>
                      <a:pt x="120" y="336"/>
                    </a:lnTo>
                    <a:lnTo>
                      <a:pt x="124" y="304"/>
                    </a:lnTo>
                    <a:lnTo>
                      <a:pt x="124" y="268"/>
                    </a:lnTo>
                    <a:lnTo>
                      <a:pt x="116" y="220"/>
                    </a:lnTo>
                    <a:lnTo>
                      <a:pt x="200" y="176"/>
                    </a:lnTo>
                    <a:lnTo>
                      <a:pt x="248" y="192"/>
                    </a:lnTo>
                    <a:lnTo>
                      <a:pt x="300" y="204"/>
                    </a:lnTo>
                    <a:lnTo>
                      <a:pt x="356" y="196"/>
                    </a:lnTo>
                    <a:lnTo>
                      <a:pt x="396" y="180"/>
                    </a:lnTo>
                    <a:lnTo>
                      <a:pt x="420" y="160"/>
                    </a:lnTo>
                    <a:lnTo>
                      <a:pt x="404" y="60"/>
                    </a:lnTo>
                    <a:lnTo>
                      <a:pt x="500" y="4"/>
                    </a:lnTo>
                    <a:lnTo>
                      <a:pt x="1016" y="0"/>
                    </a:lnTo>
                    <a:lnTo>
                      <a:pt x="156" y="497"/>
                    </a:lnTo>
                    <a:lnTo>
                      <a:pt x="0" y="408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F6600">
                      <a:gamma/>
                      <a:shade val="80000"/>
                      <a:invGamma/>
                    </a:srgbClr>
                  </a:gs>
                  <a:gs pos="100000">
                    <a:srgbClr val="FF6600"/>
                  </a:gs>
                </a:gsLst>
                <a:lin ang="54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 cap="flat" cmpd="sng">
                    <a:solidFill>
                      <a:schemeClr val="tx1"/>
                    </a:solidFill>
                    <a:prstDash val="solid"/>
                    <a:round/>
                    <a:headEnd type="none" w="sm" len="lg"/>
                    <a:tailEnd type="none" w="sm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4576" name="Freeform 128">
                <a:extLst>
                  <a:ext uri="{FF2B5EF4-FFF2-40B4-BE49-F238E27FC236}">
                    <a16:creationId xmlns:a16="http://schemas.microsoft.com/office/drawing/2014/main" id="{FEC8982D-D726-44AD-8AD2-1BFD2CB71A9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85" y="2476"/>
                <a:ext cx="38" cy="22"/>
              </a:xfrm>
              <a:custGeom>
                <a:avLst/>
                <a:gdLst>
                  <a:gd name="T0" fmla="*/ 0 w 115"/>
                  <a:gd name="T1" fmla="*/ 0 h 66"/>
                  <a:gd name="T2" fmla="*/ 113 w 115"/>
                  <a:gd name="T3" fmla="*/ 66 h 66"/>
                  <a:gd name="T4" fmla="*/ 115 w 115"/>
                  <a:gd name="T5" fmla="*/ 66 h 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15" h="66">
                    <a:moveTo>
                      <a:pt x="0" y="0"/>
                    </a:moveTo>
                    <a:lnTo>
                      <a:pt x="113" y="66"/>
                    </a:lnTo>
                    <a:lnTo>
                      <a:pt x="115" y="66"/>
                    </a:lnTo>
                  </a:path>
                </a:pathLst>
              </a:custGeom>
              <a:noFill/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4577" name="Freeform 129">
                <a:extLst>
                  <a:ext uri="{FF2B5EF4-FFF2-40B4-BE49-F238E27FC236}">
                    <a16:creationId xmlns:a16="http://schemas.microsoft.com/office/drawing/2014/main" id="{F7F4DE0B-375E-4B0B-8C09-248380B28A6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64" y="2454"/>
                <a:ext cx="96" cy="117"/>
              </a:xfrm>
              <a:custGeom>
                <a:avLst/>
                <a:gdLst>
                  <a:gd name="T0" fmla="*/ 27 w 96"/>
                  <a:gd name="T1" fmla="*/ 63 h 117"/>
                  <a:gd name="T2" fmla="*/ 18 w 96"/>
                  <a:gd name="T3" fmla="*/ 96 h 117"/>
                  <a:gd name="T4" fmla="*/ 0 w 96"/>
                  <a:gd name="T5" fmla="*/ 117 h 117"/>
                  <a:gd name="T6" fmla="*/ 38 w 96"/>
                  <a:gd name="T7" fmla="*/ 104 h 117"/>
                  <a:gd name="T8" fmla="*/ 64 w 96"/>
                  <a:gd name="T9" fmla="*/ 90 h 117"/>
                  <a:gd name="T10" fmla="*/ 84 w 96"/>
                  <a:gd name="T11" fmla="*/ 69 h 117"/>
                  <a:gd name="T12" fmla="*/ 96 w 96"/>
                  <a:gd name="T13" fmla="*/ 42 h 117"/>
                  <a:gd name="T14" fmla="*/ 74 w 96"/>
                  <a:gd name="T15" fmla="*/ 18 h 117"/>
                  <a:gd name="T16" fmla="*/ 50 w 96"/>
                  <a:gd name="T17" fmla="*/ 0 h 117"/>
                  <a:gd name="T18" fmla="*/ 14 w 96"/>
                  <a:gd name="T19" fmla="*/ 18 h 117"/>
                  <a:gd name="T20" fmla="*/ 52 w 96"/>
                  <a:gd name="T21" fmla="*/ 40 h 117"/>
                  <a:gd name="T22" fmla="*/ 27 w 96"/>
                  <a:gd name="T23" fmla="*/ 63 h 1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96" h="117">
                    <a:moveTo>
                      <a:pt x="27" y="63"/>
                    </a:moveTo>
                    <a:lnTo>
                      <a:pt x="18" y="96"/>
                    </a:lnTo>
                    <a:lnTo>
                      <a:pt x="0" y="117"/>
                    </a:lnTo>
                    <a:lnTo>
                      <a:pt x="38" y="104"/>
                    </a:lnTo>
                    <a:lnTo>
                      <a:pt x="64" y="90"/>
                    </a:lnTo>
                    <a:lnTo>
                      <a:pt x="84" y="69"/>
                    </a:lnTo>
                    <a:lnTo>
                      <a:pt x="96" y="42"/>
                    </a:lnTo>
                    <a:lnTo>
                      <a:pt x="74" y="18"/>
                    </a:lnTo>
                    <a:lnTo>
                      <a:pt x="50" y="0"/>
                    </a:lnTo>
                    <a:lnTo>
                      <a:pt x="14" y="18"/>
                    </a:lnTo>
                    <a:lnTo>
                      <a:pt x="52" y="40"/>
                    </a:lnTo>
                    <a:lnTo>
                      <a:pt x="27" y="63"/>
                    </a:lnTo>
                    <a:close/>
                  </a:path>
                </a:pathLst>
              </a:custGeom>
              <a:solidFill>
                <a:srgbClr val="FFCC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 cap="flat" cmpd="sng">
                    <a:solidFill>
                      <a:schemeClr val="tx1"/>
                    </a:solidFill>
                    <a:prstDash val="solid"/>
                    <a:round/>
                    <a:headEnd type="none" w="sm" len="lg"/>
                    <a:tailEnd type="none" w="sm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4578" name="Freeform 130">
                <a:extLst>
                  <a:ext uri="{FF2B5EF4-FFF2-40B4-BE49-F238E27FC236}">
                    <a16:creationId xmlns:a16="http://schemas.microsoft.com/office/drawing/2014/main" id="{F7928633-3418-4CF8-A5D3-6933346F6E6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92" y="3140"/>
                <a:ext cx="24" cy="116"/>
              </a:xfrm>
              <a:custGeom>
                <a:avLst/>
                <a:gdLst>
                  <a:gd name="T0" fmla="*/ 0 w 24"/>
                  <a:gd name="T1" fmla="*/ 0 h 116"/>
                  <a:gd name="T2" fmla="*/ 24 w 24"/>
                  <a:gd name="T3" fmla="*/ 36 h 116"/>
                  <a:gd name="T4" fmla="*/ 24 w 24"/>
                  <a:gd name="T5" fmla="*/ 64 h 116"/>
                  <a:gd name="T6" fmla="*/ 12 w 24"/>
                  <a:gd name="T7" fmla="*/ 92 h 116"/>
                  <a:gd name="T8" fmla="*/ 0 w 24"/>
                  <a:gd name="T9" fmla="*/ 116 h 116"/>
                  <a:gd name="T10" fmla="*/ 0 w 24"/>
                  <a:gd name="T11" fmla="*/ 0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" h="116">
                    <a:moveTo>
                      <a:pt x="0" y="0"/>
                    </a:moveTo>
                    <a:lnTo>
                      <a:pt x="24" y="36"/>
                    </a:lnTo>
                    <a:lnTo>
                      <a:pt x="24" y="64"/>
                    </a:lnTo>
                    <a:lnTo>
                      <a:pt x="12" y="92"/>
                    </a:lnTo>
                    <a:lnTo>
                      <a:pt x="0" y="116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FCC00"/>
                  </a:gs>
                  <a:gs pos="100000">
                    <a:srgbClr val="FFCC00">
                      <a:gamma/>
                      <a:shade val="46275"/>
                      <a:invGamma/>
                    </a:srgbClr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 cap="flat" cmpd="sng">
                    <a:solidFill>
                      <a:schemeClr val="tx1"/>
                    </a:solidFill>
                    <a:prstDash val="solid"/>
                    <a:round/>
                    <a:headEnd type="none" w="sm" len="lg"/>
                    <a:tailEnd type="none" w="sm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4579" name="Freeform 131">
                <a:extLst>
                  <a:ext uri="{FF2B5EF4-FFF2-40B4-BE49-F238E27FC236}">
                    <a16:creationId xmlns:a16="http://schemas.microsoft.com/office/drawing/2014/main" id="{C4478B77-F7DC-4FDD-BC7D-565DB2C8AFC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80" y="2968"/>
                <a:ext cx="28" cy="116"/>
              </a:xfrm>
              <a:custGeom>
                <a:avLst/>
                <a:gdLst>
                  <a:gd name="T0" fmla="*/ 0 w 28"/>
                  <a:gd name="T1" fmla="*/ 0 h 116"/>
                  <a:gd name="T2" fmla="*/ 0 w 28"/>
                  <a:gd name="T3" fmla="*/ 116 h 116"/>
                  <a:gd name="T4" fmla="*/ 24 w 28"/>
                  <a:gd name="T5" fmla="*/ 96 h 116"/>
                  <a:gd name="T6" fmla="*/ 28 w 28"/>
                  <a:gd name="T7" fmla="*/ 64 h 116"/>
                  <a:gd name="T8" fmla="*/ 24 w 28"/>
                  <a:gd name="T9" fmla="*/ 32 h 116"/>
                  <a:gd name="T10" fmla="*/ 0 w 28"/>
                  <a:gd name="T11" fmla="*/ 0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8" h="116">
                    <a:moveTo>
                      <a:pt x="0" y="0"/>
                    </a:moveTo>
                    <a:lnTo>
                      <a:pt x="0" y="116"/>
                    </a:lnTo>
                    <a:lnTo>
                      <a:pt x="24" y="96"/>
                    </a:lnTo>
                    <a:lnTo>
                      <a:pt x="28" y="64"/>
                    </a:lnTo>
                    <a:lnTo>
                      <a:pt x="24" y="32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FCC00"/>
                  </a:gs>
                  <a:gs pos="100000">
                    <a:srgbClr val="FFCC00">
                      <a:gamma/>
                      <a:shade val="46275"/>
                      <a:invGamma/>
                    </a:srgbClr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 cap="flat" cmpd="sng">
                    <a:solidFill>
                      <a:schemeClr val="tx1"/>
                    </a:solidFill>
                    <a:prstDash val="solid"/>
                    <a:round/>
                    <a:headEnd type="none" w="sm" len="lg"/>
                    <a:tailEnd type="none" w="sm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4580" name="Freeform 132">
                <a:extLst>
                  <a:ext uri="{FF2B5EF4-FFF2-40B4-BE49-F238E27FC236}">
                    <a16:creationId xmlns:a16="http://schemas.microsoft.com/office/drawing/2014/main" id="{DA047D2E-9C8D-4BAC-88D4-437312A5C18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28" y="2444"/>
                <a:ext cx="944" cy="1248"/>
              </a:xfrm>
              <a:custGeom>
                <a:avLst/>
                <a:gdLst>
                  <a:gd name="T0" fmla="*/ 348 w 944"/>
                  <a:gd name="T1" fmla="*/ 160 h 1248"/>
                  <a:gd name="T2" fmla="*/ 348 w 944"/>
                  <a:gd name="T3" fmla="*/ 468 h 1248"/>
                  <a:gd name="T4" fmla="*/ 412 w 944"/>
                  <a:gd name="T5" fmla="*/ 496 h 1248"/>
                  <a:gd name="T6" fmla="*/ 520 w 944"/>
                  <a:gd name="T7" fmla="*/ 524 h 1248"/>
                  <a:gd name="T8" fmla="*/ 616 w 944"/>
                  <a:gd name="T9" fmla="*/ 532 h 1248"/>
                  <a:gd name="T10" fmla="*/ 700 w 944"/>
                  <a:gd name="T11" fmla="*/ 520 h 1248"/>
                  <a:gd name="T12" fmla="*/ 776 w 944"/>
                  <a:gd name="T13" fmla="*/ 500 h 1248"/>
                  <a:gd name="T14" fmla="*/ 860 w 944"/>
                  <a:gd name="T15" fmla="*/ 464 h 1248"/>
                  <a:gd name="T16" fmla="*/ 0 w 944"/>
                  <a:gd name="T17" fmla="*/ 961 h 1248"/>
                  <a:gd name="T18" fmla="*/ 0 w 944"/>
                  <a:gd name="T19" fmla="*/ 1248 h 1248"/>
                  <a:gd name="T20" fmla="*/ 853 w 944"/>
                  <a:gd name="T21" fmla="*/ 756 h 1248"/>
                  <a:gd name="T22" fmla="*/ 900 w 944"/>
                  <a:gd name="T23" fmla="*/ 712 h 1248"/>
                  <a:gd name="T24" fmla="*/ 936 w 944"/>
                  <a:gd name="T25" fmla="*/ 672 h 1248"/>
                  <a:gd name="T26" fmla="*/ 944 w 944"/>
                  <a:gd name="T27" fmla="*/ 636 h 1248"/>
                  <a:gd name="T28" fmla="*/ 944 w 944"/>
                  <a:gd name="T29" fmla="*/ 604 h 1248"/>
                  <a:gd name="T30" fmla="*/ 944 w 944"/>
                  <a:gd name="T31" fmla="*/ 0 h 1248"/>
                  <a:gd name="T32" fmla="*/ 776 w 944"/>
                  <a:gd name="T33" fmla="*/ 160 h 1248"/>
                  <a:gd name="T34" fmla="*/ 532 w 944"/>
                  <a:gd name="T35" fmla="*/ 188 h 1248"/>
                  <a:gd name="T36" fmla="*/ 348 w 944"/>
                  <a:gd name="T37" fmla="*/ 160 h 12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944" h="1248">
                    <a:moveTo>
                      <a:pt x="348" y="160"/>
                    </a:moveTo>
                    <a:lnTo>
                      <a:pt x="348" y="468"/>
                    </a:lnTo>
                    <a:lnTo>
                      <a:pt x="412" y="496"/>
                    </a:lnTo>
                    <a:lnTo>
                      <a:pt x="520" y="524"/>
                    </a:lnTo>
                    <a:lnTo>
                      <a:pt x="616" y="532"/>
                    </a:lnTo>
                    <a:lnTo>
                      <a:pt x="700" y="520"/>
                    </a:lnTo>
                    <a:lnTo>
                      <a:pt x="776" y="500"/>
                    </a:lnTo>
                    <a:lnTo>
                      <a:pt x="860" y="464"/>
                    </a:lnTo>
                    <a:lnTo>
                      <a:pt x="0" y="961"/>
                    </a:lnTo>
                    <a:lnTo>
                      <a:pt x="0" y="1248"/>
                    </a:lnTo>
                    <a:lnTo>
                      <a:pt x="853" y="756"/>
                    </a:lnTo>
                    <a:lnTo>
                      <a:pt x="900" y="712"/>
                    </a:lnTo>
                    <a:lnTo>
                      <a:pt x="936" y="672"/>
                    </a:lnTo>
                    <a:lnTo>
                      <a:pt x="944" y="636"/>
                    </a:lnTo>
                    <a:lnTo>
                      <a:pt x="944" y="604"/>
                    </a:lnTo>
                    <a:lnTo>
                      <a:pt x="944" y="0"/>
                    </a:lnTo>
                    <a:lnTo>
                      <a:pt x="776" y="160"/>
                    </a:lnTo>
                    <a:lnTo>
                      <a:pt x="532" y="188"/>
                    </a:lnTo>
                    <a:lnTo>
                      <a:pt x="348" y="16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CC0000">
                      <a:gamma/>
                      <a:shade val="58824"/>
                      <a:invGamma/>
                    </a:srgbClr>
                  </a:gs>
                  <a:gs pos="50000">
                    <a:srgbClr val="CC0000"/>
                  </a:gs>
                  <a:gs pos="100000">
                    <a:srgbClr val="CC0000">
                      <a:gamma/>
                      <a:shade val="58824"/>
                      <a:invGamma/>
                    </a:srgbClr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 cap="flat" cmpd="sng">
                    <a:solidFill>
                      <a:schemeClr val="tx1"/>
                    </a:solidFill>
                    <a:prstDash val="solid"/>
                    <a:round/>
                    <a:headEnd type="none" w="sm" len="lg"/>
                    <a:tailEnd type="none" w="sm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4581" name="Freeform 133">
                <a:extLst>
                  <a:ext uri="{FF2B5EF4-FFF2-40B4-BE49-F238E27FC236}">
                    <a16:creationId xmlns:a16="http://schemas.microsoft.com/office/drawing/2014/main" id="{8741D4B8-54DB-4160-ADEA-35C48CE27C5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76" y="2308"/>
                <a:ext cx="600" cy="364"/>
              </a:xfrm>
              <a:custGeom>
                <a:avLst/>
                <a:gdLst>
                  <a:gd name="T0" fmla="*/ 0 w 600"/>
                  <a:gd name="T1" fmla="*/ 296 h 364"/>
                  <a:gd name="T2" fmla="*/ 80 w 600"/>
                  <a:gd name="T3" fmla="*/ 246 h 364"/>
                  <a:gd name="T4" fmla="*/ 142 w 600"/>
                  <a:gd name="T5" fmla="*/ 272 h 364"/>
                  <a:gd name="T6" fmla="*/ 196 w 600"/>
                  <a:gd name="T7" fmla="*/ 284 h 364"/>
                  <a:gd name="T8" fmla="*/ 262 w 600"/>
                  <a:gd name="T9" fmla="*/ 290 h 364"/>
                  <a:gd name="T10" fmla="*/ 322 w 600"/>
                  <a:gd name="T11" fmla="*/ 286 h 364"/>
                  <a:gd name="T12" fmla="*/ 368 w 600"/>
                  <a:gd name="T13" fmla="*/ 272 h 364"/>
                  <a:gd name="T14" fmla="*/ 428 w 600"/>
                  <a:gd name="T15" fmla="*/ 244 h 364"/>
                  <a:gd name="T16" fmla="*/ 456 w 600"/>
                  <a:gd name="T17" fmla="*/ 220 h 364"/>
                  <a:gd name="T18" fmla="*/ 486 w 600"/>
                  <a:gd name="T19" fmla="*/ 188 h 364"/>
                  <a:gd name="T20" fmla="*/ 494 w 600"/>
                  <a:gd name="T21" fmla="*/ 132 h 364"/>
                  <a:gd name="T22" fmla="*/ 488 w 600"/>
                  <a:gd name="T23" fmla="*/ 98 h 364"/>
                  <a:gd name="T24" fmla="*/ 470 w 600"/>
                  <a:gd name="T25" fmla="*/ 74 h 364"/>
                  <a:gd name="T26" fmla="*/ 432 w 600"/>
                  <a:gd name="T27" fmla="*/ 44 h 364"/>
                  <a:gd name="T28" fmla="*/ 520 w 600"/>
                  <a:gd name="T29" fmla="*/ 0 h 364"/>
                  <a:gd name="T30" fmla="*/ 542 w 600"/>
                  <a:gd name="T31" fmla="*/ 24 h 364"/>
                  <a:gd name="T32" fmla="*/ 572 w 600"/>
                  <a:gd name="T33" fmla="*/ 60 h 364"/>
                  <a:gd name="T34" fmla="*/ 590 w 600"/>
                  <a:gd name="T35" fmla="*/ 106 h 364"/>
                  <a:gd name="T36" fmla="*/ 600 w 600"/>
                  <a:gd name="T37" fmla="*/ 144 h 364"/>
                  <a:gd name="T38" fmla="*/ 588 w 600"/>
                  <a:gd name="T39" fmla="*/ 198 h 364"/>
                  <a:gd name="T40" fmla="*/ 574 w 600"/>
                  <a:gd name="T41" fmla="*/ 226 h 364"/>
                  <a:gd name="T42" fmla="*/ 538 w 600"/>
                  <a:gd name="T43" fmla="*/ 268 h 364"/>
                  <a:gd name="T44" fmla="*/ 498 w 600"/>
                  <a:gd name="T45" fmla="*/ 298 h 364"/>
                  <a:gd name="T46" fmla="*/ 424 w 600"/>
                  <a:gd name="T47" fmla="*/ 330 h 364"/>
                  <a:gd name="T48" fmla="*/ 348 w 600"/>
                  <a:gd name="T49" fmla="*/ 352 h 364"/>
                  <a:gd name="T50" fmla="*/ 256 w 600"/>
                  <a:gd name="T51" fmla="*/ 364 h 364"/>
                  <a:gd name="T52" fmla="*/ 164 w 600"/>
                  <a:gd name="T53" fmla="*/ 356 h 364"/>
                  <a:gd name="T54" fmla="*/ 68 w 600"/>
                  <a:gd name="T55" fmla="*/ 332 h 364"/>
                  <a:gd name="T56" fmla="*/ 0 w 600"/>
                  <a:gd name="T57" fmla="*/ 296 h 3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600" h="364">
                    <a:moveTo>
                      <a:pt x="0" y="296"/>
                    </a:moveTo>
                    <a:lnTo>
                      <a:pt x="80" y="246"/>
                    </a:lnTo>
                    <a:lnTo>
                      <a:pt x="142" y="272"/>
                    </a:lnTo>
                    <a:lnTo>
                      <a:pt x="196" y="284"/>
                    </a:lnTo>
                    <a:lnTo>
                      <a:pt x="262" y="290"/>
                    </a:lnTo>
                    <a:lnTo>
                      <a:pt x="322" y="286"/>
                    </a:lnTo>
                    <a:lnTo>
                      <a:pt x="368" y="272"/>
                    </a:lnTo>
                    <a:lnTo>
                      <a:pt x="428" y="244"/>
                    </a:lnTo>
                    <a:lnTo>
                      <a:pt x="456" y="220"/>
                    </a:lnTo>
                    <a:lnTo>
                      <a:pt x="486" y="188"/>
                    </a:lnTo>
                    <a:lnTo>
                      <a:pt x="494" y="132"/>
                    </a:lnTo>
                    <a:lnTo>
                      <a:pt x="488" y="98"/>
                    </a:lnTo>
                    <a:lnTo>
                      <a:pt x="470" y="74"/>
                    </a:lnTo>
                    <a:lnTo>
                      <a:pt x="432" y="44"/>
                    </a:lnTo>
                    <a:lnTo>
                      <a:pt x="520" y="0"/>
                    </a:lnTo>
                    <a:lnTo>
                      <a:pt x="542" y="24"/>
                    </a:lnTo>
                    <a:lnTo>
                      <a:pt x="572" y="60"/>
                    </a:lnTo>
                    <a:lnTo>
                      <a:pt x="590" y="106"/>
                    </a:lnTo>
                    <a:lnTo>
                      <a:pt x="600" y="144"/>
                    </a:lnTo>
                    <a:lnTo>
                      <a:pt x="588" y="198"/>
                    </a:lnTo>
                    <a:lnTo>
                      <a:pt x="574" y="226"/>
                    </a:lnTo>
                    <a:lnTo>
                      <a:pt x="538" y="268"/>
                    </a:lnTo>
                    <a:lnTo>
                      <a:pt x="498" y="298"/>
                    </a:lnTo>
                    <a:lnTo>
                      <a:pt x="424" y="330"/>
                    </a:lnTo>
                    <a:lnTo>
                      <a:pt x="348" y="352"/>
                    </a:lnTo>
                    <a:lnTo>
                      <a:pt x="256" y="364"/>
                    </a:lnTo>
                    <a:lnTo>
                      <a:pt x="164" y="356"/>
                    </a:lnTo>
                    <a:lnTo>
                      <a:pt x="68" y="332"/>
                    </a:lnTo>
                    <a:lnTo>
                      <a:pt x="0" y="296"/>
                    </a:lnTo>
                    <a:close/>
                  </a:path>
                </a:pathLst>
              </a:custGeom>
              <a:solidFill>
                <a:srgbClr val="FF66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 cap="flat" cmpd="sng">
                    <a:solidFill>
                      <a:schemeClr val="tx1"/>
                    </a:solidFill>
                    <a:prstDash val="solid"/>
                    <a:round/>
                    <a:headEnd type="none" w="sm" len="lg"/>
                    <a:tailEnd type="none" w="sm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4582" name="Freeform 134">
                <a:extLst>
                  <a:ext uri="{FF2B5EF4-FFF2-40B4-BE49-F238E27FC236}">
                    <a16:creationId xmlns:a16="http://schemas.microsoft.com/office/drawing/2014/main" id="{88817EC8-AAA4-4F05-9EB8-B3694FF1087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76" y="3316"/>
                <a:ext cx="156" cy="376"/>
              </a:xfrm>
              <a:custGeom>
                <a:avLst/>
                <a:gdLst>
                  <a:gd name="T0" fmla="*/ 0 w 156"/>
                  <a:gd name="T1" fmla="*/ 0 h 376"/>
                  <a:gd name="T2" fmla="*/ 156 w 156"/>
                  <a:gd name="T3" fmla="*/ 88 h 376"/>
                  <a:gd name="T4" fmla="*/ 156 w 156"/>
                  <a:gd name="T5" fmla="*/ 376 h 376"/>
                  <a:gd name="T6" fmla="*/ 0 w 156"/>
                  <a:gd name="T7" fmla="*/ 288 h 376"/>
                  <a:gd name="T8" fmla="*/ 0 w 156"/>
                  <a:gd name="T9" fmla="*/ 0 h 3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56" h="376">
                    <a:moveTo>
                      <a:pt x="0" y="0"/>
                    </a:moveTo>
                    <a:lnTo>
                      <a:pt x="156" y="88"/>
                    </a:lnTo>
                    <a:lnTo>
                      <a:pt x="156" y="376"/>
                    </a:lnTo>
                    <a:lnTo>
                      <a:pt x="0" y="28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C3399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 cap="flat" cmpd="sng">
                    <a:solidFill>
                      <a:schemeClr val="tx1"/>
                    </a:solidFill>
                    <a:prstDash val="solid"/>
                    <a:round/>
                    <a:headEnd type="none" w="sm" len="lg"/>
                    <a:tailEnd type="none" w="sm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04583" name="Group 135">
              <a:extLst>
                <a:ext uri="{FF2B5EF4-FFF2-40B4-BE49-F238E27FC236}">
                  <a16:creationId xmlns:a16="http://schemas.microsoft.com/office/drawing/2014/main" id="{6D225E6F-F760-4CB3-8309-91F52851356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3" y="874"/>
              <a:ext cx="2796" cy="2736"/>
              <a:chOff x="393" y="874"/>
              <a:chExt cx="2796" cy="2736"/>
            </a:xfrm>
          </p:grpSpPr>
          <p:grpSp>
            <p:nvGrpSpPr>
              <p:cNvPr id="104584" name="Group 136">
                <a:extLst>
                  <a:ext uri="{FF2B5EF4-FFF2-40B4-BE49-F238E27FC236}">
                    <a16:creationId xmlns:a16="http://schemas.microsoft.com/office/drawing/2014/main" id="{CAA60368-B1E7-4DE4-9724-FFEB682F45E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93" y="874"/>
                <a:ext cx="2796" cy="2736"/>
                <a:chOff x="393" y="874"/>
                <a:chExt cx="2796" cy="2736"/>
              </a:xfrm>
            </p:grpSpPr>
            <p:sp>
              <p:nvSpPr>
                <p:cNvPr id="104585" name="Freeform 137">
                  <a:extLst>
                    <a:ext uri="{FF2B5EF4-FFF2-40B4-BE49-F238E27FC236}">
                      <a16:creationId xmlns:a16="http://schemas.microsoft.com/office/drawing/2014/main" id="{39EE948A-8D65-4BAB-953C-A1147D2B976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9" y="1990"/>
                  <a:ext cx="2790" cy="1620"/>
                </a:xfrm>
                <a:custGeom>
                  <a:avLst/>
                  <a:gdLst>
                    <a:gd name="T0" fmla="*/ 0 w 2790"/>
                    <a:gd name="T1" fmla="*/ 978 h 1620"/>
                    <a:gd name="T2" fmla="*/ 1096 w 2790"/>
                    <a:gd name="T3" fmla="*/ 1620 h 1620"/>
                    <a:gd name="T4" fmla="*/ 2790 w 2790"/>
                    <a:gd name="T5" fmla="*/ 642 h 1620"/>
                    <a:gd name="T6" fmla="*/ 1686 w 2790"/>
                    <a:gd name="T7" fmla="*/ 0 h 1620"/>
                    <a:gd name="T8" fmla="*/ 0 w 2790"/>
                    <a:gd name="T9" fmla="*/ 978 h 16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90" h="1620">
                      <a:moveTo>
                        <a:pt x="0" y="978"/>
                      </a:moveTo>
                      <a:lnTo>
                        <a:pt x="1096" y="1620"/>
                      </a:lnTo>
                      <a:lnTo>
                        <a:pt x="2790" y="642"/>
                      </a:lnTo>
                      <a:lnTo>
                        <a:pt x="1686" y="0"/>
                      </a:lnTo>
                      <a:lnTo>
                        <a:pt x="0" y="978"/>
                      </a:lnTo>
                      <a:close/>
                    </a:path>
                  </a:pathLst>
                </a:custGeom>
                <a:solidFill>
                  <a:srgbClr val="FFFF66"/>
                </a:solidFill>
                <a:ln w="12700" cap="flat" cmpd="sng">
                  <a:solidFill>
                    <a:schemeClr val="tx1"/>
                  </a:solidFill>
                  <a:prstDash val="solid"/>
                  <a:round/>
                  <a:headEnd type="none" w="sm" len="lg"/>
                  <a:tailEnd type="none" w="sm" len="lg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4586" name="Freeform 138">
                  <a:extLst>
                    <a:ext uri="{FF2B5EF4-FFF2-40B4-BE49-F238E27FC236}">
                      <a16:creationId xmlns:a16="http://schemas.microsoft.com/office/drawing/2014/main" id="{248A4CF0-08A3-44E3-9897-3FD57D01E4E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3" y="874"/>
                  <a:ext cx="1692" cy="2094"/>
                </a:xfrm>
                <a:custGeom>
                  <a:avLst/>
                  <a:gdLst>
                    <a:gd name="T0" fmla="*/ 0 w 1692"/>
                    <a:gd name="T1" fmla="*/ 972 h 2094"/>
                    <a:gd name="T2" fmla="*/ 0 w 1692"/>
                    <a:gd name="T3" fmla="*/ 2094 h 2094"/>
                    <a:gd name="T4" fmla="*/ 1692 w 1692"/>
                    <a:gd name="T5" fmla="*/ 1116 h 2094"/>
                    <a:gd name="T6" fmla="*/ 1692 w 1692"/>
                    <a:gd name="T7" fmla="*/ 0 h 2094"/>
                    <a:gd name="T8" fmla="*/ 0 w 1692"/>
                    <a:gd name="T9" fmla="*/ 972 h 209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692" h="2094">
                      <a:moveTo>
                        <a:pt x="0" y="972"/>
                      </a:moveTo>
                      <a:lnTo>
                        <a:pt x="0" y="2094"/>
                      </a:lnTo>
                      <a:lnTo>
                        <a:pt x="1692" y="1116"/>
                      </a:lnTo>
                      <a:lnTo>
                        <a:pt x="1692" y="0"/>
                      </a:lnTo>
                      <a:lnTo>
                        <a:pt x="0" y="972"/>
                      </a:lnTo>
                      <a:close/>
                    </a:path>
                  </a:pathLst>
                </a:custGeom>
                <a:solidFill>
                  <a:srgbClr val="66FF66"/>
                </a:solidFill>
                <a:ln w="12700" cap="flat" cmpd="sng">
                  <a:solidFill>
                    <a:schemeClr val="tx1"/>
                  </a:solidFill>
                  <a:prstDash val="solid"/>
                  <a:round/>
                  <a:headEnd type="none" w="sm" len="lg"/>
                  <a:tailEnd type="none" w="sm" len="lg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4587" name="Freeform 139">
                  <a:extLst>
                    <a:ext uri="{FF2B5EF4-FFF2-40B4-BE49-F238E27FC236}">
                      <a16:creationId xmlns:a16="http://schemas.microsoft.com/office/drawing/2014/main" id="{ECBDBC05-271F-431C-AF2C-6C64976533A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014" y="2026"/>
                  <a:ext cx="858" cy="618"/>
                </a:xfrm>
                <a:custGeom>
                  <a:avLst/>
                  <a:gdLst>
                    <a:gd name="T0" fmla="*/ 0 w 858"/>
                    <a:gd name="T1" fmla="*/ 459 h 618"/>
                    <a:gd name="T2" fmla="*/ 801 w 858"/>
                    <a:gd name="T3" fmla="*/ 0 h 618"/>
                    <a:gd name="T4" fmla="*/ 858 w 858"/>
                    <a:gd name="T5" fmla="*/ 261 h 618"/>
                    <a:gd name="T6" fmla="*/ 228 w 858"/>
                    <a:gd name="T7" fmla="*/ 618 h 618"/>
                    <a:gd name="T8" fmla="*/ 0 w 858"/>
                    <a:gd name="T9" fmla="*/ 459 h 61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58" h="618">
                      <a:moveTo>
                        <a:pt x="0" y="459"/>
                      </a:moveTo>
                      <a:lnTo>
                        <a:pt x="801" y="0"/>
                      </a:lnTo>
                      <a:lnTo>
                        <a:pt x="858" y="261"/>
                      </a:lnTo>
                      <a:lnTo>
                        <a:pt x="228" y="618"/>
                      </a:lnTo>
                      <a:lnTo>
                        <a:pt x="0" y="459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FF6600">
                        <a:gamma/>
                        <a:shade val="46275"/>
                        <a:invGamma/>
                      </a:srgbClr>
                    </a:gs>
                    <a:gs pos="100000">
                      <a:srgbClr val="FF6600"/>
                    </a:gs>
                  </a:gsLst>
                  <a:lin ang="54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12700" cap="flat" cmpd="sng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4588" name="Freeform 140">
                  <a:extLst>
                    <a:ext uri="{FF2B5EF4-FFF2-40B4-BE49-F238E27FC236}">
                      <a16:creationId xmlns:a16="http://schemas.microsoft.com/office/drawing/2014/main" id="{C1A80517-5B90-4E74-8283-AF807BDBAED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617" y="2474"/>
                  <a:ext cx="107" cy="204"/>
                </a:xfrm>
                <a:custGeom>
                  <a:avLst/>
                  <a:gdLst>
                    <a:gd name="T0" fmla="*/ 107 w 107"/>
                    <a:gd name="T1" fmla="*/ 184 h 204"/>
                    <a:gd name="T2" fmla="*/ 59 w 107"/>
                    <a:gd name="T3" fmla="*/ 180 h 204"/>
                    <a:gd name="T4" fmla="*/ 35 w 107"/>
                    <a:gd name="T5" fmla="*/ 184 h 204"/>
                    <a:gd name="T6" fmla="*/ 3 w 107"/>
                    <a:gd name="T7" fmla="*/ 204 h 204"/>
                    <a:gd name="T8" fmla="*/ 3 w 107"/>
                    <a:gd name="T9" fmla="*/ 60 h 204"/>
                    <a:gd name="T10" fmla="*/ 0 w 107"/>
                    <a:gd name="T11" fmla="*/ 32 h 204"/>
                    <a:gd name="T12" fmla="*/ 15 w 107"/>
                    <a:gd name="T13" fmla="*/ 12 h 204"/>
                    <a:gd name="T14" fmla="*/ 47 w 107"/>
                    <a:gd name="T15" fmla="*/ 0 h 204"/>
                    <a:gd name="T16" fmla="*/ 107 w 107"/>
                    <a:gd name="T17" fmla="*/ 8 h 204"/>
                    <a:gd name="T18" fmla="*/ 107 w 107"/>
                    <a:gd name="T19" fmla="*/ 184 h 20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07" h="204">
                      <a:moveTo>
                        <a:pt x="107" y="184"/>
                      </a:moveTo>
                      <a:lnTo>
                        <a:pt x="59" y="180"/>
                      </a:lnTo>
                      <a:lnTo>
                        <a:pt x="35" y="184"/>
                      </a:lnTo>
                      <a:lnTo>
                        <a:pt x="3" y="204"/>
                      </a:lnTo>
                      <a:lnTo>
                        <a:pt x="3" y="60"/>
                      </a:lnTo>
                      <a:lnTo>
                        <a:pt x="0" y="32"/>
                      </a:lnTo>
                      <a:lnTo>
                        <a:pt x="15" y="12"/>
                      </a:lnTo>
                      <a:lnTo>
                        <a:pt x="47" y="0"/>
                      </a:lnTo>
                      <a:lnTo>
                        <a:pt x="107" y="8"/>
                      </a:lnTo>
                      <a:lnTo>
                        <a:pt x="107" y="184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FFCC00"/>
                    </a:gs>
                    <a:gs pos="100000">
                      <a:srgbClr val="FFCC00">
                        <a:gamma/>
                        <a:shade val="63529"/>
                        <a:invGamma/>
                      </a:srgbClr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12700" cap="flat" cmpd="sng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4589" name="Freeform 141">
                  <a:extLst>
                    <a:ext uri="{FF2B5EF4-FFF2-40B4-BE49-F238E27FC236}">
                      <a16:creationId xmlns:a16="http://schemas.microsoft.com/office/drawing/2014/main" id="{88DA93CC-D679-47F4-BA9E-6EDD3EE3081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97" y="1783"/>
                  <a:ext cx="79" cy="499"/>
                </a:xfrm>
                <a:custGeom>
                  <a:avLst/>
                  <a:gdLst>
                    <a:gd name="T0" fmla="*/ 0 w 79"/>
                    <a:gd name="T1" fmla="*/ 0 h 499"/>
                    <a:gd name="T2" fmla="*/ 0 w 79"/>
                    <a:gd name="T3" fmla="*/ 390 h 499"/>
                    <a:gd name="T4" fmla="*/ 9 w 79"/>
                    <a:gd name="T5" fmla="*/ 432 h 499"/>
                    <a:gd name="T6" fmla="*/ 35 w 79"/>
                    <a:gd name="T7" fmla="*/ 463 h 499"/>
                    <a:gd name="T8" fmla="*/ 54 w 79"/>
                    <a:gd name="T9" fmla="*/ 486 h 499"/>
                    <a:gd name="T10" fmla="*/ 79 w 79"/>
                    <a:gd name="T11" fmla="*/ 499 h 499"/>
                    <a:gd name="T12" fmla="*/ 79 w 79"/>
                    <a:gd name="T13" fmla="*/ 191 h 499"/>
                    <a:gd name="T14" fmla="*/ 0 w 79"/>
                    <a:gd name="T15" fmla="*/ 0 h 49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79" h="499">
                      <a:moveTo>
                        <a:pt x="0" y="0"/>
                      </a:moveTo>
                      <a:lnTo>
                        <a:pt x="0" y="390"/>
                      </a:lnTo>
                      <a:lnTo>
                        <a:pt x="9" y="432"/>
                      </a:lnTo>
                      <a:lnTo>
                        <a:pt x="35" y="463"/>
                      </a:lnTo>
                      <a:lnTo>
                        <a:pt x="54" y="486"/>
                      </a:lnTo>
                      <a:lnTo>
                        <a:pt x="79" y="499"/>
                      </a:lnTo>
                      <a:lnTo>
                        <a:pt x="79" y="191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CC0000">
                        <a:gamma/>
                        <a:shade val="46275"/>
                        <a:invGamma/>
                      </a:srgbClr>
                    </a:gs>
                    <a:gs pos="100000">
                      <a:srgbClr val="CC0000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12700" cap="flat" cmpd="sng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4590" name="Freeform 142">
                  <a:extLst>
                    <a:ext uri="{FF2B5EF4-FFF2-40B4-BE49-F238E27FC236}">
                      <a16:creationId xmlns:a16="http://schemas.microsoft.com/office/drawing/2014/main" id="{A53D5BA8-19C6-441D-80D3-AEE53CD841B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536" y="2314"/>
                  <a:ext cx="234" cy="150"/>
                </a:xfrm>
                <a:custGeom>
                  <a:avLst/>
                  <a:gdLst>
                    <a:gd name="T0" fmla="*/ 234 w 234"/>
                    <a:gd name="T1" fmla="*/ 24 h 150"/>
                    <a:gd name="T2" fmla="*/ 204 w 234"/>
                    <a:gd name="T3" fmla="*/ 15 h 150"/>
                    <a:gd name="T4" fmla="*/ 165 w 234"/>
                    <a:gd name="T5" fmla="*/ 3 h 150"/>
                    <a:gd name="T6" fmla="*/ 132 w 234"/>
                    <a:gd name="T7" fmla="*/ 0 h 150"/>
                    <a:gd name="T8" fmla="*/ 78 w 234"/>
                    <a:gd name="T9" fmla="*/ 9 h 150"/>
                    <a:gd name="T10" fmla="*/ 36 w 234"/>
                    <a:gd name="T11" fmla="*/ 24 h 150"/>
                    <a:gd name="T12" fmla="*/ 21 w 234"/>
                    <a:gd name="T13" fmla="*/ 42 h 150"/>
                    <a:gd name="T14" fmla="*/ 6 w 234"/>
                    <a:gd name="T15" fmla="*/ 63 h 150"/>
                    <a:gd name="T16" fmla="*/ 0 w 234"/>
                    <a:gd name="T17" fmla="*/ 90 h 150"/>
                    <a:gd name="T18" fmla="*/ 12 w 234"/>
                    <a:gd name="T19" fmla="*/ 114 h 150"/>
                    <a:gd name="T20" fmla="*/ 48 w 234"/>
                    <a:gd name="T21" fmla="*/ 150 h 150"/>
                    <a:gd name="T22" fmla="*/ 231 w 234"/>
                    <a:gd name="T23" fmla="*/ 135 h 150"/>
                    <a:gd name="T24" fmla="*/ 234 w 234"/>
                    <a:gd name="T25" fmla="*/ 24 h 15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234" h="150">
                      <a:moveTo>
                        <a:pt x="234" y="24"/>
                      </a:moveTo>
                      <a:lnTo>
                        <a:pt x="204" y="15"/>
                      </a:lnTo>
                      <a:lnTo>
                        <a:pt x="165" y="3"/>
                      </a:lnTo>
                      <a:lnTo>
                        <a:pt x="132" y="0"/>
                      </a:lnTo>
                      <a:lnTo>
                        <a:pt x="78" y="9"/>
                      </a:lnTo>
                      <a:lnTo>
                        <a:pt x="36" y="24"/>
                      </a:lnTo>
                      <a:lnTo>
                        <a:pt x="21" y="42"/>
                      </a:lnTo>
                      <a:lnTo>
                        <a:pt x="6" y="63"/>
                      </a:lnTo>
                      <a:lnTo>
                        <a:pt x="0" y="90"/>
                      </a:lnTo>
                      <a:lnTo>
                        <a:pt x="12" y="114"/>
                      </a:lnTo>
                      <a:lnTo>
                        <a:pt x="48" y="150"/>
                      </a:lnTo>
                      <a:lnTo>
                        <a:pt x="231" y="135"/>
                      </a:lnTo>
                      <a:lnTo>
                        <a:pt x="234" y="24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FFCC00"/>
                    </a:gs>
                    <a:gs pos="100000">
                      <a:srgbClr val="FFCC00">
                        <a:gamma/>
                        <a:shade val="46275"/>
                        <a:invGamma/>
                      </a:srgbClr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12700" cap="flat" cmpd="sng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4591" name="Freeform 143">
                  <a:extLst>
                    <a:ext uri="{FF2B5EF4-FFF2-40B4-BE49-F238E27FC236}">
                      <a16:creationId xmlns:a16="http://schemas.microsoft.com/office/drawing/2014/main" id="{364B1B12-AA02-44D1-BCE4-C943F4A49F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572" y="2426"/>
                  <a:ext cx="200" cy="136"/>
                </a:xfrm>
                <a:custGeom>
                  <a:avLst/>
                  <a:gdLst>
                    <a:gd name="T0" fmla="*/ 52 w 200"/>
                    <a:gd name="T1" fmla="*/ 116 h 136"/>
                    <a:gd name="T2" fmla="*/ 48 w 200"/>
                    <a:gd name="T3" fmla="*/ 80 h 136"/>
                    <a:gd name="T4" fmla="*/ 60 w 200"/>
                    <a:gd name="T5" fmla="*/ 59 h 136"/>
                    <a:gd name="T6" fmla="*/ 99 w 200"/>
                    <a:gd name="T7" fmla="*/ 56 h 136"/>
                    <a:gd name="T8" fmla="*/ 153 w 200"/>
                    <a:gd name="T9" fmla="*/ 62 h 136"/>
                    <a:gd name="T10" fmla="*/ 200 w 200"/>
                    <a:gd name="T11" fmla="*/ 24 h 136"/>
                    <a:gd name="T12" fmla="*/ 174 w 200"/>
                    <a:gd name="T13" fmla="*/ 8 h 136"/>
                    <a:gd name="T14" fmla="*/ 140 w 200"/>
                    <a:gd name="T15" fmla="*/ 0 h 136"/>
                    <a:gd name="T16" fmla="*/ 96 w 200"/>
                    <a:gd name="T17" fmla="*/ 0 h 136"/>
                    <a:gd name="T18" fmla="*/ 48 w 200"/>
                    <a:gd name="T19" fmla="*/ 8 h 136"/>
                    <a:gd name="T20" fmla="*/ 0 w 200"/>
                    <a:gd name="T21" fmla="*/ 41 h 136"/>
                    <a:gd name="T22" fmla="*/ 4 w 200"/>
                    <a:gd name="T23" fmla="*/ 136 h 136"/>
                    <a:gd name="T24" fmla="*/ 52 w 200"/>
                    <a:gd name="T25" fmla="*/ 116 h 1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200" h="136">
                      <a:moveTo>
                        <a:pt x="52" y="116"/>
                      </a:moveTo>
                      <a:lnTo>
                        <a:pt x="48" y="80"/>
                      </a:lnTo>
                      <a:lnTo>
                        <a:pt x="60" y="59"/>
                      </a:lnTo>
                      <a:lnTo>
                        <a:pt x="99" y="56"/>
                      </a:lnTo>
                      <a:lnTo>
                        <a:pt x="153" y="62"/>
                      </a:lnTo>
                      <a:lnTo>
                        <a:pt x="200" y="24"/>
                      </a:lnTo>
                      <a:lnTo>
                        <a:pt x="174" y="8"/>
                      </a:lnTo>
                      <a:lnTo>
                        <a:pt x="140" y="0"/>
                      </a:lnTo>
                      <a:lnTo>
                        <a:pt x="96" y="0"/>
                      </a:lnTo>
                      <a:lnTo>
                        <a:pt x="48" y="8"/>
                      </a:lnTo>
                      <a:lnTo>
                        <a:pt x="0" y="41"/>
                      </a:lnTo>
                      <a:lnTo>
                        <a:pt x="4" y="136"/>
                      </a:lnTo>
                      <a:lnTo>
                        <a:pt x="52" y="116"/>
                      </a:lnTo>
                      <a:close/>
                    </a:path>
                  </a:pathLst>
                </a:custGeom>
                <a:solidFill>
                  <a:srgbClr val="FFCC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12700" cap="flat" cmpd="sng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4592" name="Freeform 144">
                  <a:extLst>
                    <a:ext uri="{FF2B5EF4-FFF2-40B4-BE49-F238E27FC236}">
                      <a16:creationId xmlns:a16="http://schemas.microsoft.com/office/drawing/2014/main" id="{575C729C-3D96-437C-8012-2D5C53697D2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76" y="1670"/>
                  <a:ext cx="424" cy="196"/>
                </a:xfrm>
                <a:custGeom>
                  <a:avLst/>
                  <a:gdLst>
                    <a:gd name="T0" fmla="*/ 0 w 424"/>
                    <a:gd name="T1" fmla="*/ 116 h 196"/>
                    <a:gd name="T2" fmla="*/ 40 w 424"/>
                    <a:gd name="T3" fmla="*/ 48 h 196"/>
                    <a:gd name="T4" fmla="*/ 92 w 424"/>
                    <a:gd name="T5" fmla="*/ 28 h 196"/>
                    <a:gd name="T6" fmla="*/ 124 w 424"/>
                    <a:gd name="T7" fmla="*/ 16 h 196"/>
                    <a:gd name="T8" fmla="*/ 180 w 424"/>
                    <a:gd name="T9" fmla="*/ 4 h 196"/>
                    <a:gd name="T10" fmla="*/ 244 w 424"/>
                    <a:gd name="T11" fmla="*/ 0 h 196"/>
                    <a:gd name="T12" fmla="*/ 320 w 424"/>
                    <a:gd name="T13" fmla="*/ 8 h 196"/>
                    <a:gd name="T14" fmla="*/ 380 w 424"/>
                    <a:gd name="T15" fmla="*/ 20 h 196"/>
                    <a:gd name="T16" fmla="*/ 424 w 424"/>
                    <a:gd name="T17" fmla="*/ 36 h 196"/>
                    <a:gd name="T18" fmla="*/ 424 w 424"/>
                    <a:gd name="T19" fmla="*/ 144 h 196"/>
                    <a:gd name="T20" fmla="*/ 32 w 424"/>
                    <a:gd name="T21" fmla="*/ 196 h 196"/>
                    <a:gd name="T22" fmla="*/ 0 w 424"/>
                    <a:gd name="T23" fmla="*/ 116 h 1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424" h="196">
                      <a:moveTo>
                        <a:pt x="0" y="116"/>
                      </a:moveTo>
                      <a:lnTo>
                        <a:pt x="40" y="48"/>
                      </a:lnTo>
                      <a:lnTo>
                        <a:pt x="92" y="28"/>
                      </a:lnTo>
                      <a:lnTo>
                        <a:pt x="124" y="16"/>
                      </a:lnTo>
                      <a:lnTo>
                        <a:pt x="180" y="4"/>
                      </a:lnTo>
                      <a:lnTo>
                        <a:pt x="244" y="0"/>
                      </a:lnTo>
                      <a:lnTo>
                        <a:pt x="320" y="8"/>
                      </a:lnTo>
                      <a:lnTo>
                        <a:pt x="380" y="20"/>
                      </a:lnTo>
                      <a:lnTo>
                        <a:pt x="424" y="36"/>
                      </a:lnTo>
                      <a:lnTo>
                        <a:pt x="424" y="144"/>
                      </a:lnTo>
                      <a:lnTo>
                        <a:pt x="32" y="196"/>
                      </a:lnTo>
                      <a:lnTo>
                        <a:pt x="0" y="116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FFFF66">
                        <a:gamma/>
                        <a:shade val="46275"/>
                        <a:invGamma/>
                      </a:srgbClr>
                    </a:gs>
                    <a:gs pos="100000">
                      <a:srgbClr val="FFFF66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12700" cap="flat" cmpd="sng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4593" name="Freeform 145">
                  <a:extLst>
                    <a:ext uri="{FF2B5EF4-FFF2-40B4-BE49-F238E27FC236}">
                      <a16:creationId xmlns:a16="http://schemas.microsoft.com/office/drawing/2014/main" id="{27D90818-4BEC-4197-B168-20462FD5E1F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908" y="1754"/>
                  <a:ext cx="400" cy="260"/>
                </a:xfrm>
                <a:custGeom>
                  <a:avLst/>
                  <a:gdLst>
                    <a:gd name="T0" fmla="*/ 296 w 400"/>
                    <a:gd name="T1" fmla="*/ 80 h 260"/>
                    <a:gd name="T2" fmla="*/ 332 w 400"/>
                    <a:gd name="T3" fmla="*/ 59 h 260"/>
                    <a:gd name="T4" fmla="*/ 369 w 400"/>
                    <a:gd name="T5" fmla="*/ 80 h 260"/>
                    <a:gd name="T6" fmla="*/ 400 w 400"/>
                    <a:gd name="T7" fmla="*/ 62 h 260"/>
                    <a:gd name="T8" fmla="*/ 332 w 400"/>
                    <a:gd name="T9" fmla="*/ 24 h 260"/>
                    <a:gd name="T10" fmla="*/ 288 w 400"/>
                    <a:gd name="T11" fmla="*/ 12 h 260"/>
                    <a:gd name="T12" fmla="*/ 216 w 400"/>
                    <a:gd name="T13" fmla="*/ 0 h 260"/>
                    <a:gd name="T14" fmla="*/ 152 w 400"/>
                    <a:gd name="T15" fmla="*/ 8 h 260"/>
                    <a:gd name="T16" fmla="*/ 96 w 400"/>
                    <a:gd name="T17" fmla="*/ 28 h 260"/>
                    <a:gd name="T18" fmla="*/ 52 w 400"/>
                    <a:gd name="T19" fmla="*/ 48 h 260"/>
                    <a:gd name="T20" fmla="*/ 8 w 400"/>
                    <a:gd name="T21" fmla="*/ 88 h 260"/>
                    <a:gd name="T22" fmla="*/ 0 w 400"/>
                    <a:gd name="T23" fmla="*/ 120 h 260"/>
                    <a:gd name="T24" fmla="*/ 20 w 400"/>
                    <a:gd name="T25" fmla="*/ 140 h 260"/>
                    <a:gd name="T26" fmla="*/ 52 w 400"/>
                    <a:gd name="T27" fmla="*/ 156 h 260"/>
                    <a:gd name="T28" fmla="*/ 52 w 400"/>
                    <a:gd name="T29" fmla="*/ 260 h 260"/>
                    <a:gd name="T30" fmla="*/ 100 w 400"/>
                    <a:gd name="T31" fmla="*/ 232 h 260"/>
                    <a:gd name="T32" fmla="*/ 296 w 400"/>
                    <a:gd name="T33" fmla="*/ 80 h 26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</a:cxnLst>
                  <a:rect l="0" t="0" r="r" b="b"/>
                  <a:pathLst>
                    <a:path w="400" h="260">
                      <a:moveTo>
                        <a:pt x="296" y="80"/>
                      </a:moveTo>
                      <a:lnTo>
                        <a:pt x="332" y="59"/>
                      </a:lnTo>
                      <a:lnTo>
                        <a:pt x="369" y="80"/>
                      </a:lnTo>
                      <a:lnTo>
                        <a:pt x="400" y="62"/>
                      </a:lnTo>
                      <a:lnTo>
                        <a:pt x="332" y="24"/>
                      </a:lnTo>
                      <a:lnTo>
                        <a:pt x="288" y="12"/>
                      </a:lnTo>
                      <a:lnTo>
                        <a:pt x="216" y="0"/>
                      </a:lnTo>
                      <a:lnTo>
                        <a:pt x="152" y="8"/>
                      </a:lnTo>
                      <a:lnTo>
                        <a:pt x="96" y="28"/>
                      </a:lnTo>
                      <a:lnTo>
                        <a:pt x="52" y="48"/>
                      </a:lnTo>
                      <a:lnTo>
                        <a:pt x="8" y="88"/>
                      </a:lnTo>
                      <a:lnTo>
                        <a:pt x="0" y="120"/>
                      </a:lnTo>
                      <a:lnTo>
                        <a:pt x="20" y="140"/>
                      </a:lnTo>
                      <a:lnTo>
                        <a:pt x="52" y="156"/>
                      </a:lnTo>
                      <a:lnTo>
                        <a:pt x="52" y="260"/>
                      </a:lnTo>
                      <a:lnTo>
                        <a:pt x="100" y="232"/>
                      </a:lnTo>
                      <a:lnTo>
                        <a:pt x="296" y="80"/>
                      </a:lnTo>
                      <a:close/>
                    </a:path>
                  </a:pathLst>
                </a:custGeom>
                <a:solidFill>
                  <a:srgbClr val="FFCC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12700" cap="flat" cmpd="sng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4594" name="Freeform 146">
                  <a:extLst>
                    <a:ext uri="{FF2B5EF4-FFF2-40B4-BE49-F238E27FC236}">
                      <a16:creationId xmlns:a16="http://schemas.microsoft.com/office/drawing/2014/main" id="{4DDAA921-7459-428B-B891-1D344CAF65B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244" y="1806"/>
                  <a:ext cx="34" cy="536"/>
                </a:xfrm>
                <a:custGeom>
                  <a:avLst/>
                  <a:gdLst>
                    <a:gd name="T0" fmla="*/ 0 w 34"/>
                    <a:gd name="T1" fmla="*/ 0 h 536"/>
                    <a:gd name="T2" fmla="*/ 0 w 34"/>
                    <a:gd name="T3" fmla="*/ 516 h 536"/>
                    <a:gd name="T4" fmla="*/ 28 w 34"/>
                    <a:gd name="T5" fmla="*/ 536 h 536"/>
                    <a:gd name="T6" fmla="*/ 34 w 34"/>
                    <a:gd name="T7" fmla="*/ 20 h 536"/>
                    <a:gd name="T8" fmla="*/ 0 w 34"/>
                    <a:gd name="T9" fmla="*/ 0 h 5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536">
                      <a:moveTo>
                        <a:pt x="0" y="0"/>
                      </a:moveTo>
                      <a:lnTo>
                        <a:pt x="0" y="516"/>
                      </a:lnTo>
                      <a:lnTo>
                        <a:pt x="28" y="536"/>
                      </a:lnTo>
                      <a:lnTo>
                        <a:pt x="34" y="2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12700" cap="flat" cmpd="sng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4595" name="Freeform 147">
                  <a:extLst>
                    <a:ext uri="{FF2B5EF4-FFF2-40B4-BE49-F238E27FC236}">
                      <a16:creationId xmlns:a16="http://schemas.microsoft.com/office/drawing/2014/main" id="{F2B28EB1-D503-4DC6-9A75-8DB0AEA8A74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204" y="1810"/>
                  <a:ext cx="44" cy="524"/>
                </a:xfrm>
                <a:custGeom>
                  <a:avLst/>
                  <a:gdLst>
                    <a:gd name="T0" fmla="*/ 0 w 44"/>
                    <a:gd name="T1" fmla="*/ 20 h 524"/>
                    <a:gd name="T2" fmla="*/ 0 w 44"/>
                    <a:gd name="T3" fmla="*/ 524 h 524"/>
                    <a:gd name="T4" fmla="*/ 44 w 44"/>
                    <a:gd name="T5" fmla="*/ 508 h 524"/>
                    <a:gd name="T6" fmla="*/ 44 w 44"/>
                    <a:gd name="T7" fmla="*/ 0 h 524"/>
                    <a:gd name="T8" fmla="*/ 0 w 44"/>
                    <a:gd name="T9" fmla="*/ 20 h 52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4" h="524">
                      <a:moveTo>
                        <a:pt x="0" y="20"/>
                      </a:moveTo>
                      <a:lnTo>
                        <a:pt x="0" y="524"/>
                      </a:lnTo>
                      <a:lnTo>
                        <a:pt x="44" y="508"/>
                      </a:lnTo>
                      <a:lnTo>
                        <a:pt x="44" y="0"/>
                      </a:lnTo>
                      <a:lnTo>
                        <a:pt x="0" y="20"/>
                      </a:lnTo>
                      <a:close/>
                    </a:path>
                  </a:pathLst>
                </a:custGeom>
                <a:solidFill>
                  <a:srgbClr val="0099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12700" cap="flat" cmpd="sng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4596" name="Freeform 148">
                  <a:extLst>
                    <a:ext uri="{FF2B5EF4-FFF2-40B4-BE49-F238E27FC236}">
                      <a16:creationId xmlns:a16="http://schemas.microsoft.com/office/drawing/2014/main" id="{AA0D2D4F-EAD7-44B2-B2F2-55CCB8AFAFD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972" y="1810"/>
                  <a:ext cx="236" cy="548"/>
                </a:xfrm>
                <a:custGeom>
                  <a:avLst/>
                  <a:gdLst>
                    <a:gd name="T0" fmla="*/ 44 w 236"/>
                    <a:gd name="T1" fmla="*/ 176 h 548"/>
                    <a:gd name="T2" fmla="*/ 44 w 236"/>
                    <a:gd name="T3" fmla="*/ 548 h 548"/>
                    <a:gd name="T4" fmla="*/ 84 w 236"/>
                    <a:gd name="T5" fmla="*/ 532 h 548"/>
                    <a:gd name="T6" fmla="*/ 128 w 236"/>
                    <a:gd name="T7" fmla="*/ 524 h 548"/>
                    <a:gd name="T8" fmla="*/ 176 w 236"/>
                    <a:gd name="T9" fmla="*/ 520 h 548"/>
                    <a:gd name="T10" fmla="*/ 236 w 236"/>
                    <a:gd name="T11" fmla="*/ 528 h 548"/>
                    <a:gd name="T12" fmla="*/ 236 w 236"/>
                    <a:gd name="T13" fmla="*/ 20 h 548"/>
                    <a:gd name="T14" fmla="*/ 188 w 236"/>
                    <a:gd name="T15" fmla="*/ 8 h 548"/>
                    <a:gd name="T16" fmla="*/ 136 w 236"/>
                    <a:gd name="T17" fmla="*/ 0 h 548"/>
                    <a:gd name="T18" fmla="*/ 72 w 236"/>
                    <a:gd name="T19" fmla="*/ 8 h 548"/>
                    <a:gd name="T20" fmla="*/ 28 w 236"/>
                    <a:gd name="T21" fmla="*/ 36 h 548"/>
                    <a:gd name="T22" fmla="*/ 4 w 236"/>
                    <a:gd name="T23" fmla="*/ 64 h 548"/>
                    <a:gd name="T24" fmla="*/ 0 w 236"/>
                    <a:gd name="T25" fmla="*/ 100 h 548"/>
                    <a:gd name="T26" fmla="*/ 8 w 236"/>
                    <a:gd name="T27" fmla="*/ 128 h 548"/>
                    <a:gd name="T28" fmla="*/ 16 w 236"/>
                    <a:gd name="T29" fmla="*/ 148 h 548"/>
                    <a:gd name="T30" fmla="*/ 44 w 236"/>
                    <a:gd name="T31" fmla="*/ 176 h 54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</a:cxnLst>
                  <a:rect l="0" t="0" r="r" b="b"/>
                  <a:pathLst>
                    <a:path w="236" h="548">
                      <a:moveTo>
                        <a:pt x="44" y="176"/>
                      </a:moveTo>
                      <a:lnTo>
                        <a:pt x="44" y="548"/>
                      </a:lnTo>
                      <a:lnTo>
                        <a:pt x="84" y="532"/>
                      </a:lnTo>
                      <a:lnTo>
                        <a:pt x="128" y="524"/>
                      </a:lnTo>
                      <a:lnTo>
                        <a:pt x="176" y="520"/>
                      </a:lnTo>
                      <a:lnTo>
                        <a:pt x="236" y="528"/>
                      </a:lnTo>
                      <a:lnTo>
                        <a:pt x="236" y="20"/>
                      </a:lnTo>
                      <a:lnTo>
                        <a:pt x="188" y="8"/>
                      </a:lnTo>
                      <a:lnTo>
                        <a:pt x="136" y="0"/>
                      </a:lnTo>
                      <a:lnTo>
                        <a:pt x="72" y="8"/>
                      </a:lnTo>
                      <a:lnTo>
                        <a:pt x="28" y="36"/>
                      </a:lnTo>
                      <a:lnTo>
                        <a:pt x="4" y="64"/>
                      </a:lnTo>
                      <a:lnTo>
                        <a:pt x="0" y="100"/>
                      </a:lnTo>
                      <a:lnTo>
                        <a:pt x="8" y="128"/>
                      </a:lnTo>
                      <a:lnTo>
                        <a:pt x="16" y="148"/>
                      </a:lnTo>
                      <a:lnTo>
                        <a:pt x="44" y="176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FFCC00">
                        <a:gamma/>
                        <a:shade val="46275"/>
                        <a:invGamma/>
                      </a:srgbClr>
                    </a:gs>
                    <a:gs pos="100000">
                      <a:srgbClr val="FFCC00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12700" cap="flat" cmpd="sng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4597" name="Freeform 149">
                  <a:extLst>
                    <a:ext uri="{FF2B5EF4-FFF2-40B4-BE49-F238E27FC236}">
                      <a16:creationId xmlns:a16="http://schemas.microsoft.com/office/drawing/2014/main" id="{EDC06508-07B8-4F2E-92DF-4EC4EAD283D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00" y="1602"/>
                  <a:ext cx="588" cy="376"/>
                </a:xfrm>
                <a:custGeom>
                  <a:avLst/>
                  <a:gdLst>
                    <a:gd name="T0" fmla="*/ 588 w 588"/>
                    <a:gd name="T1" fmla="*/ 72 h 376"/>
                    <a:gd name="T2" fmla="*/ 520 w 588"/>
                    <a:gd name="T3" fmla="*/ 36 h 376"/>
                    <a:gd name="T4" fmla="*/ 468 w 588"/>
                    <a:gd name="T5" fmla="*/ 20 h 376"/>
                    <a:gd name="T6" fmla="*/ 412 w 588"/>
                    <a:gd name="T7" fmla="*/ 8 h 376"/>
                    <a:gd name="T8" fmla="*/ 336 w 588"/>
                    <a:gd name="T9" fmla="*/ 0 h 376"/>
                    <a:gd name="T10" fmla="*/ 244 w 588"/>
                    <a:gd name="T11" fmla="*/ 8 h 376"/>
                    <a:gd name="T12" fmla="*/ 148 w 588"/>
                    <a:gd name="T13" fmla="*/ 36 h 376"/>
                    <a:gd name="T14" fmla="*/ 88 w 588"/>
                    <a:gd name="T15" fmla="*/ 64 h 376"/>
                    <a:gd name="T16" fmla="*/ 48 w 588"/>
                    <a:gd name="T17" fmla="*/ 96 h 376"/>
                    <a:gd name="T18" fmla="*/ 24 w 588"/>
                    <a:gd name="T19" fmla="*/ 124 h 376"/>
                    <a:gd name="T20" fmla="*/ 4 w 588"/>
                    <a:gd name="T21" fmla="*/ 168 h 376"/>
                    <a:gd name="T22" fmla="*/ 0 w 588"/>
                    <a:gd name="T23" fmla="*/ 214 h 376"/>
                    <a:gd name="T24" fmla="*/ 8 w 588"/>
                    <a:gd name="T25" fmla="*/ 268 h 376"/>
                    <a:gd name="T26" fmla="*/ 24 w 588"/>
                    <a:gd name="T27" fmla="*/ 304 h 376"/>
                    <a:gd name="T28" fmla="*/ 40 w 588"/>
                    <a:gd name="T29" fmla="*/ 332 h 376"/>
                    <a:gd name="T30" fmla="*/ 76 w 588"/>
                    <a:gd name="T31" fmla="*/ 376 h 376"/>
                    <a:gd name="T32" fmla="*/ 168 w 588"/>
                    <a:gd name="T33" fmla="*/ 323 h 376"/>
                    <a:gd name="T34" fmla="*/ 136 w 588"/>
                    <a:gd name="T35" fmla="*/ 296 h 376"/>
                    <a:gd name="T36" fmla="*/ 112 w 588"/>
                    <a:gd name="T37" fmla="*/ 280 h 376"/>
                    <a:gd name="T38" fmla="*/ 96 w 588"/>
                    <a:gd name="T39" fmla="*/ 236 h 376"/>
                    <a:gd name="T40" fmla="*/ 100 w 588"/>
                    <a:gd name="T41" fmla="*/ 180 h 376"/>
                    <a:gd name="T42" fmla="*/ 132 w 588"/>
                    <a:gd name="T43" fmla="*/ 128 h 376"/>
                    <a:gd name="T44" fmla="*/ 188 w 588"/>
                    <a:gd name="T45" fmla="*/ 92 h 376"/>
                    <a:gd name="T46" fmla="*/ 240 w 588"/>
                    <a:gd name="T47" fmla="*/ 76 h 376"/>
                    <a:gd name="T48" fmla="*/ 308 w 588"/>
                    <a:gd name="T49" fmla="*/ 68 h 376"/>
                    <a:gd name="T50" fmla="*/ 376 w 588"/>
                    <a:gd name="T51" fmla="*/ 76 h 376"/>
                    <a:gd name="T52" fmla="*/ 432 w 588"/>
                    <a:gd name="T53" fmla="*/ 88 h 376"/>
                    <a:gd name="T54" fmla="*/ 508 w 588"/>
                    <a:gd name="T55" fmla="*/ 112 h 376"/>
                    <a:gd name="T56" fmla="*/ 588 w 588"/>
                    <a:gd name="T57" fmla="*/ 72 h 37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88" h="376">
                      <a:moveTo>
                        <a:pt x="588" y="72"/>
                      </a:moveTo>
                      <a:lnTo>
                        <a:pt x="520" y="36"/>
                      </a:lnTo>
                      <a:lnTo>
                        <a:pt x="468" y="20"/>
                      </a:lnTo>
                      <a:lnTo>
                        <a:pt x="412" y="8"/>
                      </a:lnTo>
                      <a:lnTo>
                        <a:pt x="336" y="0"/>
                      </a:lnTo>
                      <a:lnTo>
                        <a:pt x="244" y="8"/>
                      </a:lnTo>
                      <a:lnTo>
                        <a:pt x="148" y="36"/>
                      </a:lnTo>
                      <a:lnTo>
                        <a:pt x="88" y="64"/>
                      </a:lnTo>
                      <a:lnTo>
                        <a:pt x="48" y="96"/>
                      </a:lnTo>
                      <a:lnTo>
                        <a:pt x="24" y="124"/>
                      </a:lnTo>
                      <a:lnTo>
                        <a:pt x="4" y="168"/>
                      </a:lnTo>
                      <a:lnTo>
                        <a:pt x="0" y="214"/>
                      </a:lnTo>
                      <a:lnTo>
                        <a:pt x="8" y="268"/>
                      </a:lnTo>
                      <a:lnTo>
                        <a:pt x="24" y="304"/>
                      </a:lnTo>
                      <a:lnTo>
                        <a:pt x="40" y="332"/>
                      </a:lnTo>
                      <a:lnTo>
                        <a:pt x="76" y="376"/>
                      </a:lnTo>
                      <a:lnTo>
                        <a:pt x="168" y="323"/>
                      </a:lnTo>
                      <a:lnTo>
                        <a:pt x="136" y="296"/>
                      </a:lnTo>
                      <a:lnTo>
                        <a:pt x="112" y="280"/>
                      </a:lnTo>
                      <a:lnTo>
                        <a:pt x="96" y="236"/>
                      </a:lnTo>
                      <a:lnTo>
                        <a:pt x="100" y="180"/>
                      </a:lnTo>
                      <a:lnTo>
                        <a:pt x="132" y="128"/>
                      </a:lnTo>
                      <a:lnTo>
                        <a:pt x="188" y="92"/>
                      </a:lnTo>
                      <a:lnTo>
                        <a:pt x="240" y="76"/>
                      </a:lnTo>
                      <a:lnTo>
                        <a:pt x="308" y="68"/>
                      </a:lnTo>
                      <a:lnTo>
                        <a:pt x="376" y="76"/>
                      </a:lnTo>
                      <a:lnTo>
                        <a:pt x="432" y="88"/>
                      </a:lnTo>
                      <a:lnTo>
                        <a:pt x="508" y="112"/>
                      </a:lnTo>
                      <a:lnTo>
                        <a:pt x="588" y="72"/>
                      </a:lnTo>
                      <a:close/>
                    </a:path>
                  </a:pathLst>
                </a:custGeom>
                <a:solidFill>
                  <a:srgbClr val="FF3300"/>
                </a:solidFill>
                <a:ln w="12700" cap="flat" cmpd="sng">
                  <a:solidFill>
                    <a:srgbClr val="FF3300"/>
                  </a:solidFill>
                  <a:prstDash val="solid"/>
                  <a:round/>
                  <a:headEnd type="none" w="sm" len="lg"/>
                  <a:tailEnd type="none" w="sm" len="lg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4598" name="Freeform 150">
                  <a:extLst>
                    <a:ext uri="{FF2B5EF4-FFF2-40B4-BE49-F238E27FC236}">
                      <a16:creationId xmlns:a16="http://schemas.microsoft.com/office/drawing/2014/main" id="{FCFF6286-8A3B-421E-B446-5B47E5CB2D3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67" y="2486"/>
                  <a:ext cx="321" cy="368"/>
                </a:xfrm>
                <a:custGeom>
                  <a:avLst/>
                  <a:gdLst>
                    <a:gd name="T0" fmla="*/ 5 w 321"/>
                    <a:gd name="T1" fmla="*/ 84 h 368"/>
                    <a:gd name="T2" fmla="*/ 0 w 321"/>
                    <a:gd name="T3" fmla="*/ 368 h 368"/>
                    <a:gd name="T4" fmla="*/ 89 w 321"/>
                    <a:gd name="T5" fmla="*/ 324 h 368"/>
                    <a:gd name="T6" fmla="*/ 133 w 321"/>
                    <a:gd name="T7" fmla="*/ 304 h 368"/>
                    <a:gd name="T8" fmla="*/ 181 w 321"/>
                    <a:gd name="T9" fmla="*/ 284 h 368"/>
                    <a:gd name="T10" fmla="*/ 221 w 321"/>
                    <a:gd name="T11" fmla="*/ 280 h 368"/>
                    <a:gd name="T12" fmla="*/ 261 w 321"/>
                    <a:gd name="T13" fmla="*/ 288 h 368"/>
                    <a:gd name="T14" fmla="*/ 285 w 321"/>
                    <a:gd name="T15" fmla="*/ 296 h 368"/>
                    <a:gd name="T16" fmla="*/ 321 w 321"/>
                    <a:gd name="T17" fmla="*/ 320 h 368"/>
                    <a:gd name="T18" fmla="*/ 321 w 321"/>
                    <a:gd name="T19" fmla="*/ 20 h 368"/>
                    <a:gd name="T20" fmla="*/ 281 w 321"/>
                    <a:gd name="T21" fmla="*/ 8 h 368"/>
                    <a:gd name="T22" fmla="*/ 225 w 321"/>
                    <a:gd name="T23" fmla="*/ 0 h 368"/>
                    <a:gd name="T24" fmla="*/ 173 w 321"/>
                    <a:gd name="T25" fmla="*/ 4 h 368"/>
                    <a:gd name="T26" fmla="*/ 109 w 321"/>
                    <a:gd name="T27" fmla="*/ 24 h 368"/>
                    <a:gd name="T28" fmla="*/ 5 w 321"/>
                    <a:gd name="T29" fmla="*/ 84 h 3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321" h="368">
                      <a:moveTo>
                        <a:pt x="5" y="84"/>
                      </a:moveTo>
                      <a:lnTo>
                        <a:pt x="0" y="368"/>
                      </a:lnTo>
                      <a:lnTo>
                        <a:pt x="89" y="324"/>
                      </a:lnTo>
                      <a:lnTo>
                        <a:pt x="133" y="304"/>
                      </a:lnTo>
                      <a:lnTo>
                        <a:pt x="181" y="284"/>
                      </a:lnTo>
                      <a:lnTo>
                        <a:pt x="221" y="280"/>
                      </a:lnTo>
                      <a:lnTo>
                        <a:pt x="261" y="288"/>
                      </a:lnTo>
                      <a:lnTo>
                        <a:pt x="285" y="296"/>
                      </a:lnTo>
                      <a:lnTo>
                        <a:pt x="321" y="320"/>
                      </a:lnTo>
                      <a:lnTo>
                        <a:pt x="321" y="20"/>
                      </a:lnTo>
                      <a:lnTo>
                        <a:pt x="281" y="8"/>
                      </a:lnTo>
                      <a:lnTo>
                        <a:pt x="225" y="0"/>
                      </a:lnTo>
                      <a:lnTo>
                        <a:pt x="173" y="4"/>
                      </a:lnTo>
                      <a:lnTo>
                        <a:pt x="109" y="24"/>
                      </a:lnTo>
                      <a:lnTo>
                        <a:pt x="5" y="84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FFCC00"/>
                    </a:gs>
                    <a:gs pos="100000">
                      <a:srgbClr val="FFCC00">
                        <a:gamma/>
                        <a:shade val="65882"/>
                        <a:invGamma/>
                      </a:srgbClr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12700" cap="flat" cmpd="sng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4599" name="Freeform 151">
                  <a:extLst>
                    <a:ext uri="{FF2B5EF4-FFF2-40B4-BE49-F238E27FC236}">
                      <a16:creationId xmlns:a16="http://schemas.microsoft.com/office/drawing/2014/main" id="{683F34C2-7799-4D72-9445-62CF38CD440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276" y="1674"/>
                  <a:ext cx="112" cy="660"/>
                </a:xfrm>
                <a:custGeom>
                  <a:avLst/>
                  <a:gdLst>
                    <a:gd name="T0" fmla="*/ 32 w 112"/>
                    <a:gd name="T1" fmla="*/ 36 h 660"/>
                    <a:gd name="T2" fmla="*/ 32 w 112"/>
                    <a:gd name="T3" fmla="*/ 136 h 660"/>
                    <a:gd name="T4" fmla="*/ 0 w 112"/>
                    <a:gd name="T5" fmla="*/ 156 h 660"/>
                    <a:gd name="T6" fmla="*/ 0 w 112"/>
                    <a:gd name="T7" fmla="*/ 660 h 660"/>
                    <a:gd name="T8" fmla="*/ 112 w 112"/>
                    <a:gd name="T9" fmla="*/ 608 h 660"/>
                    <a:gd name="T10" fmla="*/ 112 w 112"/>
                    <a:gd name="T11" fmla="*/ 0 h 660"/>
                    <a:gd name="T12" fmla="*/ 32 w 112"/>
                    <a:gd name="T13" fmla="*/ 36 h 66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12" h="660">
                      <a:moveTo>
                        <a:pt x="32" y="36"/>
                      </a:moveTo>
                      <a:lnTo>
                        <a:pt x="32" y="136"/>
                      </a:lnTo>
                      <a:lnTo>
                        <a:pt x="0" y="156"/>
                      </a:lnTo>
                      <a:lnTo>
                        <a:pt x="0" y="660"/>
                      </a:lnTo>
                      <a:lnTo>
                        <a:pt x="112" y="608"/>
                      </a:lnTo>
                      <a:lnTo>
                        <a:pt x="112" y="0"/>
                      </a:lnTo>
                      <a:lnTo>
                        <a:pt x="32" y="36"/>
                      </a:lnTo>
                      <a:close/>
                    </a:path>
                  </a:pathLst>
                </a:custGeom>
                <a:solidFill>
                  <a:srgbClr val="FF66FF"/>
                </a:solidFill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sm" len="lg"/>
                  <a:tailEnd type="none" w="sm" len="lg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4600" name="Freeform 152">
                  <a:extLst>
                    <a:ext uri="{FF2B5EF4-FFF2-40B4-BE49-F238E27FC236}">
                      <a16:creationId xmlns:a16="http://schemas.microsoft.com/office/drawing/2014/main" id="{DCC1CF5B-82E6-4C3D-B6E4-BD070092038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020" y="2482"/>
                  <a:ext cx="153" cy="372"/>
                </a:xfrm>
                <a:custGeom>
                  <a:avLst/>
                  <a:gdLst>
                    <a:gd name="T0" fmla="*/ 0 w 153"/>
                    <a:gd name="T1" fmla="*/ 0 h 372"/>
                    <a:gd name="T2" fmla="*/ 152 w 153"/>
                    <a:gd name="T3" fmla="*/ 88 h 372"/>
                    <a:gd name="T4" fmla="*/ 153 w 153"/>
                    <a:gd name="T5" fmla="*/ 372 h 372"/>
                    <a:gd name="T6" fmla="*/ 0 w 153"/>
                    <a:gd name="T7" fmla="*/ 296 h 372"/>
                    <a:gd name="T8" fmla="*/ 0 w 153"/>
                    <a:gd name="T9" fmla="*/ 0 h 37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53" h="372">
                      <a:moveTo>
                        <a:pt x="0" y="0"/>
                      </a:moveTo>
                      <a:lnTo>
                        <a:pt x="152" y="88"/>
                      </a:lnTo>
                      <a:lnTo>
                        <a:pt x="153" y="372"/>
                      </a:lnTo>
                      <a:lnTo>
                        <a:pt x="0" y="29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CC3399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12700" cap="flat" cmpd="sng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4601" name="Freeform 153">
                  <a:extLst>
                    <a:ext uri="{FF2B5EF4-FFF2-40B4-BE49-F238E27FC236}">
                      <a16:creationId xmlns:a16="http://schemas.microsoft.com/office/drawing/2014/main" id="{4C2F4A99-55E4-42EA-91B8-0F91537CCF5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484" y="2458"/>
                  <a:ext cx="136" cy="336"/>
                </a:xfrm>
                <a:custGeom>
                  <a:avLst/>
                  <a:gdLst>
                    <a:gd name="T0" fmla="*/ 0 w 136"/>
                    <a:gd name="T1" fmla="*/ 48 h 336"/>
                    <a:gd name="T2" fmla="*/ 88 w 136"/>
                    <a:gd name="T3" fmla="*/ 0 h 336"/>
                    <a:gd name="T4" fmla="*/ 88 w 136"/>
                    <a:gd name="T5" fmla="*/ 108 h 336"/>
                    <a:gd name="T6" fmla="*/ 136 w 136"/>
                    <a:gd name="T7" fmla="*/ 84 h 336"/>
                    <a:gd name="T8" fmla="*/ 136 w 136"/>
                    <a:gd name="T9" fmla="*/ 256 h 336"/>
                    <a:gd name="T10" fmla="*/ 0 w 136"/>
                    <a:gd name="T11" fmla="*/ 336 h 336"/>
                    <a:gd name="T12" fmla="*/ 0 w 136"/>
                    <a:gd name="T13" fmla="*/ 48 h 3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36" h="336">
                      <a:moveTo>
                        <a:pt x="0" y="48"/>
                      </a:moveTo>
                      <a:lnTo>
                        <a:pt x="88" y="0"/>
                      </a:lnTo>
                      <a:lnTo>
                        <a:pt x="88" y="108"/>
                      </a:lnTo>
                      <a:lnTo>
                        <a:pt x="136" y="84"/>
                      </a:lnTo>
                      <a:lnTo>
                        <a:pt x="136" y="256"/>
                      </a:lnTo>
                      <a:lnTo>
                        <a:pt x="0" y="336"/>
                      </a:lnTo>
                      <a:lnTo>
                        <a:pt x="0" y="48"/>
                      </a:lnTo>
                      <a:close/>
                    </a:path>
                  </a:pathLst>
                </a:custGeom>
                <a:solidFill>
                  <a:srgbClr val="FF99FF"/>
                </a:solidFill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sm" len="lg"/>
                  <a:tailEnd type="none" w="sm" len="lg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4602" name="Freeform 154">
                  <a:extLst>
                    <a:ext uri="{FF2B5EF4-FFF2-40B4-BE49-F238E27FC236}">
                      <a16:creationId xmlns:a16="http://schemas.microsoft.com/office/drawing/2014/main" id="{2B2B3B7C-F78D-47B3-9EEC-50AA5563ACA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23" y="1926"/>
                  <a:ext cx="293" cy="732"/>
                </a:xfrm>
                <a:custGeom>
                  <a:avLst/>
                  <a:gdLst>
                    <a:gd name="T0" fmla="*/ 149 w 293"/>
                    <a:gd name="T1" fmla="*/ 40 h 732"/>
                    <a:gd name="T2" fmla="*/ 149 w 293"/>
                    <a:gd name="T3" fmla="*/ 356 h 732"/>
                    <a:gd name="T4" fmla="*/ 49 w 293"/>
                    <a:gd name="T5" fmla="*/ 414 h 732"/>
                    <a:gd name="T6" fmla="*/ 49 w 293"/>
                    <a:gd name="T7" fmla="*/ 532 h 732"/>
                    <a:gd name="T8" fmla="*/ 0 w 293"/>
                    <a:gd name="T9" fmla="*/ 560 h 732"/>
                    <a:gd name="T10" fmla="*/ 0 w 293"/>
                    <a:gd name="T11" fmla="*/ 732 h 732"/>
                    <a:gd name="T12" fmla="*/ 293 w 293"/>
                    <a:gd name="T13" fmla="*/ 563 h 732"/>
                    <a:gd name="T14" fmla="*/ 293 w 293"/>
                    <a:gd name="T15" fmla="*/ 56 h 732"/>
                    <a:gd name="T16" fmla="*/ 237 w 293"/>
                    <a:gd name="T17" fmla="*/ 88 h 732"/>
                    <a:gd name="T18" fmla="*/ 237 w 293"/>
                    <a:gd name="T19" fmla="*/ 0 h 732"/>
                    <a:gd name="T20" fmla="*/ 149 w 293"/>
                    <a:gd name="T21" fmla="*/ 40 h 73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293" h="732">
                      <a:moveTo>
                        <a:pt x="149" y="40"/>
                      </a:moveTo>
                      <a:lnTo>
                        <a:pt x="149" y="356"/>
                      </a:lnTo>
                      <a:lnTo>
                        <a:pt x="49" y="414"/>
                      </a:lnTo>
                      <a:lnTo>
                        <a:pt x="49" y="532"/>
                      </a:lnTo>
                      <a:lnTo>
                        <a:pt x="0" y="560"/>
                      </a:lnTo>
                      <a:lnTo>
                        <a:pt x="0" y="732"/>
                      </a:lnTo>
                      <a:lnTo>
                        <a:pt x="293" y="563"/>
                      </a:lnTo>
                      <a:lnTo>
                        <a:pt x="293" y="56"/>
                      </a:lnTo>
                      <a:lnTo>
                        <a:pt x="237" y="88"/>
                      </a:lnTo>
                      <a:lnTo>
                        <a:pt x="237" y="0"/>
                      </a:lnTo>
                      <a:lnTo>
                        <a:pt x="149" y="40"/>
                      </a:lnTo>
                      <a:close/>
                    </a:path>
                  </a:pathLst>
                </a:custGeom>
                <a:solidFill>
                  <a:srgbClr val="FF99FF"/>
                </a:solidFill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sm" len="lg"/>
                  <a:tailEnd type="none" w="sm" len="lg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4603" name="Freeform 155">
                  <a:extLst>
                    <a:ext uri="{FF2B5EF4-FFF2-40B4-BE49-F238E27FC236}">
                      <a16:creationId xmlns:a16="http://schemas.microsoft.com/office/drawing/2014/main" id="{57BACBEA-12CE-4FC2-A5F7-4D4CB0CFB19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23" y="2146"/>
                  <a:ext cx="295" cy="511"/>
                </a:xfrm>
                <a:custGeom>
                  <a:avLst/>
                  <a:gdLst>
                    <a:gd name="T0" fmla="*/ 0 w 885"/>
                    <a:gd name="T1" fmla="*/ 1531 h 1531"/>
                    <a:gd name="T2" fmla="*/ 884 w 885"/>
                    <a:gd name="T3" fmla="*/ 0 h 1531"/>
                    <a:gd name="T4" fmla="*/ 885 w 885"/>
                    <a:gd name="T5" fmla="*/ 0 h 153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885" h="1531">
                      <a:moveTo>
                        <a:pt x="0" y="1531"/>
                      </a:moveTo>
                      <a:lnTo>
                        <a:pt x="884" y="0"/>
                      </a:lnTo>
                      <a:lnTo>
                        <a:pt x="885" y="0"/>
                      </a:lnTo>
                    </a:path>
                  </a:pathLst>
                </a:custGeom>
                <a:solidFill>
                  <a:srgbClr val="FF99FF"/>
                </a:solidFill>
                <a:ln w="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4604" name="Freeform 156">
                  <a:extLst>
                    <a:ext uri="{FF2B5EF4-FFF2-40B4-BE49-F238E27FC236}">
                      <a16:creationId xmlns:a16="http://schemas.microsoft.com/office/drawing/2014/main" id="{8FA70FDB-5398-4002-B4A2-1EB622F41BC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34" y="2274"/>
                  <a:ext cx="184" cy="319"/>
                </a:xfrm>
                <a:custGeom>
                  <a:avLst/>
                  <a:gdLst>
                    <a:gd name="T0" fmla="*/ 0 w 552"/>
                    <a:gd name="T1" fmla="*/ 957 h 957"/>
                    <a:gd name="T2" fmla="*/ 551 w 552"/>
                    <a:gd name="T3" fmla="*/ 0 h 957"/>
                    <a:gd name="T4" fmla="*/ 552 w 552"/>
                    <a:gd name="T5" fmla="*/ 0 h 95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552" h="957">
                      <a:moveTo>
                        <a:pt x="0" y="957"/>
                      </a:moveTo>
                      <a:lnTo>
                        <a:pt x="551" y="0"/>
                      </a:lnTo>
                      <a:lnTo>
                        <a:pt x="552" y="0"/>
                      </a:lnTo>
                    </a:path>
                  </a:pathLst>
                </a:custGeom>
                <a:solidFill>
                  <a:srgbClr val="FF99FF"/>
                </a:solidFill>
                <a:ln w="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4605" name="Freeform 157">
                  <a:extLst>
                    <a:ext uri="{FF2B5EF4-FFF2-40B4-BE49-F238E27FC236}">
                      <a16:creationId xmlns:a16="http://schemas.microsoft.com/office/drawing/2014/main" id="{312D6E1A-0D73-4473-916D-E1B868DA478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944" y="2402"/>
                  <a:ext cx="74" cy="127"/>
                </a:xfrm>
                <a:custGeom>
                  <a:avLst/>
                  <a:gdLst>
                    <a:gd name="T0" fmla="*/ 0 w 221"/>
                    <a:gd name="T1" fmla="*/ 380 h 380"/>
                    <a:gd name="T2" fmla="*/ 220 w 221"/>
                    <a:gd name="T3" fmla="*/ 0 h 380"/>
                    <a:gd name="T4" fmla="*/ 221 w 221"/>
                    <a:gd name="T5" fmla="*/ 0 h 38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21" h="380">
                      <a:moveTo>
                        <a:pt x="0" y="380"/>
                      </a:moveTo>
                      <a:lnTo>
                        <a:pt x="220" y="0"/>
                      </a:lnTo>
                      <a:lnTo>
                        <a:pt x="221" y="0"/>
                      </a:lnTo>
                    </a:path>
                  </a:pathLst>
                </a:custGeom>
                <a:solidFill>
                  <a:srgbClr val="FF99FF"/>
                </a:solidFill>
                <a:ln w="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4606" name="Freeform 158">
                  <a:extLst>
                    <a:ext uri="{FF2B5EF4-FFF2-40B4-BE49-F238E27FC236}">
                      <a16:creationId xmlns:a16="http://schemas.microsoft.com/office/drawing/2014/main" id="{FF552B1E-88D8-4A3D-86A0-ADA1B4110D1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23" y="2461"/>
                  <a:ext cx="40" cy="68"/>
                </a:xfrm>
                <a:custGeom>
                  <a:avLst/>
                  <a:gdLst>
                    <a:gd name="T0" fmla="*/ 0 w 120"/>
                    <a:gd name="T1" fmla="*/ 205 h 205"/>
                    <a:gd name="T2" fmla="*/ 119 w 120"/>
                    <a:gd name="T3" fmla="*/ 0 h 205"/>
                    <a:gd name="T4" fmla="*/ 120 w 120"/>
                    <a:gd name="T5" fmla="*/ 0 h 2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20" h="205">
                      <a:moveTo>
                        <a:pt x="0" y="205"/>
                      </a:moveTo>
                      <a:lnTo>
                        <a:pt x="119" y="0"/>
                      </a:lnTo>
                      <a:lnTo>
                        <a:pt x="120" y="0"/>
                      </a:lnTo>
                    </a:path>
                  </a:pathLst>
                </a:custGeom>
                <a:solidFill>
                  <a:srgbClr val="FF99FF"/>
                </a:solidFill>
                <a:ln w="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4607" name="Freeform 159">
                  <a:extLst>
                    <a:ext uri="{FF2B5EF4-FFF2-40B4-BE49-F238E27FC236}">
                      <a16:creationId xmlns:a16="http://schemas.microsoft.com/office/drawing/2014/main" id="{4BC801A3-C83A-4D45-B7C1-94EE57395E6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79" y="1979"/>
                  <a:ext cx="88" cy="151"/>
                </a:xfrm>
                <a:custGeom>
                  <a:avLst/>
                  <a:gdLst>
                    <a:gd name="T0" fmla="*/ 0 w 264"/>
                    <a:gd name="T1" fmla="*/ 455 h 455"/>
                    <a:gd name="T2" fmla="*/ 263 w 264"/>
                    <a:gd name="T3" fmla="*/ 0 h 455"/>
                    <a:gd name="T4" fmla="*/ 264 w 264"/>
                    <a:gd name="T5" fmla="*/ 0 h 4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64" h="455">
                      <a:moveTo>
                        <a:pt x="0" y="455"/>
                      </a:moveTo>
                      <a:lnTo>
                        <a:pt x="263" y="0"/>
                      </a:lnTo>
                      <a:lnTo>
                        <a:pt x="264" y="0"/>
                      </a:lnTo>
                    </a:path>
                  </a:pathLst>
                </a:custGeom>
                <a:solidFill>
                  <a:srgbClr val="FF99FF"/>
                </a:solidFill>
                <a:ln w="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4608" name="Freeform 160">
                  <a:extLst>
                    <a:ext uri="{FF2B5EF4-FFF2-40B4-BE49-F238E27FC236}">
                      <a16:creationId xmlns:a16="http://schemas.microsoft.com/office/drawing/2014/main" id="{D31FADD3-823F-4F0F-95BB-12AC1D5A750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79" y="1952"/>
                  <a:ext cx="30" cy="50"/>
                </a:xfrm>
                <a:custGeom>
                  <a:avLst/>
                  <a:gdLst>
                    <a:gd name="T0" fmla="*/ 0 w 89"/>
                    <a:gd name="T1" fmla="*/ 151 h 151"/>
                    <a:gd name="T2" fmla="*/ 88 w 89"/>
                    <a:gd name="T3" fmla="*/ 0 h 151"/>
                    <a:gd name="T4" fmla="*/ 89 w 89"/>
                    <a:gd name="T5" fmla="*/ 0 h 15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89" h="151">
                      <a:moveTo>
                        <a:pt x="0" y="151"/>
                      </a:moveTo>
                      <a:lnTo>
                        <a:pt x="88" y="0"/>
                      </a:lnTo>
                      <a:lnTo>
                        <a:pt x="89" y="0"/>
                      </a:lnTo>
                    </a:path>
                  </a:pathLst>
                </a:custGeom>
                <a:solidFill>
                  <a:srgbClr val="FF99FF"/>
                </a:solidFill>
                <a:ln w="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4609" name="Freeform 161">
                  <a:extLst>
                    <a:ext uri="{FF2B5EF4-FFF2-40B4-BE49-F238E27FC236}">
                      <a16:creationId xmlns:a16="http://schemas.microsoft.com/office/drawing/2014/main" id="{6042C810-3224-463E-AE78-B45F46E555D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79" y="2018"/>
                  <a:ext cx="139" cy="240"/>
                </a:xfrm>
                <a:custGeom>
                  <a:avLst/>
                  <a:gdLst>
                    <a:gd name="T0" fmla="*/ 0 w 416"/>
                    <a:gd name="T1" fmla="*/ 719 h 719"/>
                    <a:gd name="T2" fmla="*/ 415 w 416"/>
                    <a:gd name="T3" fmla="*/ 0 h 719"/>
                    <a:gd name="T4" fmla="*/ 416 w 416"/>
                    <a:gd name="T5" fmla="*/ 0 h 7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416" h="719">
                      <a:moveTo>
                        <a:pt x="0" y="719"/>
                      </a:moveTo>
                      <a:lnTo>
                        <a:pt x="415" y="0"/>
                      </a:lnTo>
                      <a:lnTo>
                        <a:pt x="416" y="0"/>
                      </a:lnTo>
                    </a:path>
                  </a:pathLst>
                </a:custGeom>
                <a:solidFill>
                  <a:srgbClr val="FF99FF"/>
                </a:solidFill>
                <a:ln w="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4610" name="Freeform 162">
                  <a:extLst>
                    <a:ext uri="{FF2B5EF4-FFF2-40B4-BE49-F238E27FC236}">
                      <a16:creationId xmlns:a16="http://schemas.microsoft.com/office/drawing/2014/main" id="{B62D6784-1613-49C7-965F-DCCC43AD4AE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74" y="2290"/>
                  <a:ext cx="87" cy="151"/>
                </a:xfrm>
                <a:custGeom>
                  <a:avLst/>
                  <a:gdLst>
                    <a:gd name="T0" fmla="*/ 0 w 263"/>
                    <a:gd name="T1" fmla="*/ 454 h 454"/>
                    <a:gd name="T2" fmla="*/ 262 w 263"/>
                    <a:gd name="T3" fmla="*/ 0 h 454"/>
                    <a:gd name="T4" fmla="*/ 263 w 263"/>
                    <a:gd name="T5" fmla="*/ 0 h 4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63" h="454">
                      <a:moveTo>
                        <a:pt x="0" y="454"/>
                      </a:moveTo>
                      <a:lnTo>
                        <a:pt x="262" y="0"/>
                      </a:lnTo>
                      <a:lnTo>
                        <a:pt x="263" y="0"/>
                      </a:lnTo>
                    </a:path>
                  </a:pathLst>
                </a:custGeom>
                <a:solidFill>
                  <a:srgbClr val="FF99FF"/>
                </a:solidFill>
                <a:ln w="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4611" name="Freeform 163">
                  <a:extLst>
                    <a:ext uri="{FF2B5EF4-FFF2-40B4-BE49-F238E27FC236}">
                      <a16:creationId xmlns:a16="http://schemas.microsoft.com/office/drawing/2014/main" id="{7E75B3B5-56E9-4BA1-9884-FD3BCCD0D5D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283" y="1765"/>
                  <a:ext cx="102" cy="178"/>
                </a:xfrm>
                <a:custGeom>
                  <a:avLst/>
                  <a:gdLst>
                    <a:gd name="T0" fmla="*/ 0 w 308"/>
                    <a:gd name="T1" fmla="*/ 534 h 534"/>
                    <a:gd name="T2" fmla="*/ 307 w 308"/>
                    <a:gd name="T3" fmla="*/ 0 h 534"/>
                    <a:gd name="T4" fmla="*/ 308 w 308"/>
                    <a:gd name="T5" fmla="*/ 0 h 5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308" h="534">
                      <a:moveTo>
                        <a:pt x="0" y="534"/>
                      </a:moveTo>
                      <a:lnTo>
                        <a:pt x="307" y="0"/>
                      </a:lnTo>
                      <a:lnTo>
                        <a:pt x="308" y="0"/>
                      </a:lnTo>
                    </a:path>
                  </a:pathLst>
                </a:custGeom>
                <a:solidFill>
                  <a:srgbClr val="FF99FF"/>
                </a:solidFill>
                <a:ln w="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4612" name="Freeform 164">
                  <a:extLst>
                    <a:ext uri="{FF2B5EF4-FFF2-40B4-BE49-F238E27FC236}">
                      <a16:creationId xmlns:a16="http://schemas.microsoft.com/office/drawing/2014/main" id="{94A5D6A3-F709-4818-8940-2FE7A8E0615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283" y="1892"/>
                  <a:ext cx="102" cy="179"/>
                </a:xfrm>
                <a:custGeom>
                  <a:avLst/>
                  <a:gdLst>
                    <a:gd name="T0" fmla="*/ 0 w 308"/>
                    <a:gd name="T1" fmla="*/ 535 h 535"/>
                    <a:gd name="T2" fmla="*/ 307 w 308"/>
                    <a:gd name="T3" fmla="*/ 0 h 535"/>
                    <a:gd name="T4" fmla="*/ 308 w 308"/>
                    <a:gd name="T5" fmla="*/ 0 h 53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308" h="535">
                      <a:moveTo>
                        <a:pt x="0" y="535"/>
                      </a:moveTo>
                      <a:lnTo>
                        <a:pt x="307" y="0"/>
                      </a:lnTo>
                      <a:lnTo>
                        <a:pt x="308" y="0"/>
                      </a:lnTo>
                    </a:path>
                  </a:pathLst>
                </a:custGeom>
                <a:solidFill>
                  <a:srgbClr val="FF99FF"/>
                </a:solidFill>
                <a:ln w="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4613" name="Freeform 165">
                  <a:extLst>
                    <a:ext uri="{FF2B5EF4-FFF2-40B4-BE49-F238E27FC236}">
                      <a16:creationId xmlns:a16="http://schemas.microsoft.com/office/drawing/2014/main" id="{500F512D-4092-4FA1-8E95-325E0890A35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283" y="2021"/>
                  <a:ext cx="102" cy="177"/>
                </a:xfrm>
                <a:custGeom>
                  <a:avLst/>
                  <a:gdLst>
                    <a:gd name="T0" fmla="*/ 0 w 308"/>
                    <a:gd name="T1" fmla="*/ 533 h 533"/>
                    <a:gd name="T2" fmla="*/ 307 w 308"/>
                    <a:gd name="T3" fmla="*/ 0 h 533"/>
                    <a:gd name="T4" fmla="*/ 308 w 308"/>
                    <a:gd name="T5" fmla="*/ 0 h 53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308" h="533">
                      <a:moveTo>
                        <a:pt x="0" y="533"/>
                      </a:moveTo>
                      <a:lnTo>
                        <a:pt x="307" y="0"/>
                      </a:lnTo>
                      <a:lnTo>
                        <a:pt x="308" y="0"/>
                      </a:lnTo>
                    </a:path>
                  </a:pathLst>
                </a:custGeom>
                <a:solidFill>
                  <a:srgbClr val="FF99FF"/>
                </a:solidFill>
                <a:ln w="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4614" name="Freeform 166">
                  <a:extLst>
                    <a:ext uri="{FF2B5EF4-FFF2-40B4-BE49-F238E27FC236}">
                      <a16:creationId xmlns:a16="http://schemas.microsoft.com/office/drawing/2014/main" id="{8197A7BF-CB36-4AC6-8D42-2B1F80F2A13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283" y="2148"/>
                  <a:ext cx="102" cy="178"/>
                </a:xfrm>
                <a:custGeom>
                  <a:avLst/>
                  <a:gdLst>
                    <a:gd name="T0" fmla="*/ 0 w 308"/>
                    <a:gd name="T1" fmla="*/ 533 h 533"/>
                    <a:gd name="T2" fmla="*/ 307 w 308"/>
                    <a:gd name="T3" fmla="*/ 0 h 533"/>
                    <a:gd name="T4" fmla="*/ 308 w 308"/>
                    <a:gd name="T5" fmla="*/ 0 h 53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308" h="533">
                      <a:moveTo>
                        <a:pt x="0" y="533"/>
                      </a:moveTo>
                      <a:lnTo>
                        <a:pt x="307" y="0"/>
                      </a:lnTo>
                      <a:lnTo>
                        <a:pt x="308" y="0"/>
                      </a:lnTo>
                    </a:path>
                  </a:pathLst>
                </a:custGeom>
                <a:solidFill>
                  <a:srgbClr val="FF99FF"/>
                </a:solidFill>
                <a:ln w="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4615" name="Freeform 167">
                  <a:extLst>
                    <a:ext uri="{FF2B5EF4-FFF2-40B4-BE49-F238E27FC236}">
                      <a16:creationId xmlns:a16="http://schemas.microsoft.com/office/drawing/2014/main" id="{E3201D84-FC81-4DB7-81C9-C8C3DCE8B12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309" y="1697"/>
                  <a:ext cx="42" cy="71"/>
                </a:xfrm>
                <a:custGeom>
                  <a:avLst/>
                  <a:gdLst>
                    <a:gd name="T0" fmla="*/ 0 w 125"/>
                    <a:gd name="T1" fmla="*/ 215 h 215"/>
                    <a:gd name="T2" fmla="*/ 124 w 125"/>
                    <a:gd name="T3" fmla="*/ 0 h 215"/>
                    <a:gd name="T4" fmla="*/ 125 w 125"/>
                    <a:gd name="T5" fmla="*/ 0 h 21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25" h="215">
                      <a:moveTo>
                        <a:pt x="0" y="215"/>
                      </a:moveTo>
                      <a:lnTo>
                        <a:pt x="124" y="0"/>
                      </a:lnTo>
                      <a:lnTo>
                        <a:pt x="125" y="0"/>
                      </a:lnTo>
                    </a:path>
                  </a:pathLst>
                </a:custGeom>
                <a:solidFill>
                  <a:srgbClr val="FF99FF"/>
                </a:solidFill>
                <a:ln w="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4616" name="Freeform 168">
                  <a:extLst>
                    <a:ext uri="{FF2B5EF4-FFF2-40B4-BE49-F238E27FC236}">
                      <a16:creationId xmlns:a16="http://schemas.microsoft.com/office/drawing/2014/main" id="{61413ACF-0AC5-4AEB-AEA1-0E07CC56885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497" y="2571"/>
                  <a:ext cx="125" cy="217"/>
                </a:xfrm>
                <a:custGeom>
                  <a:avLst/>
                  <a:gdLst>
                    <a:gd name="T0" fmla="*/ 0 w 376"/>
                    <a:gd name="T1" fmla="*/ 650 h 650"/>
                    <a:gd name="T2" fmla="*/ 375 w 376"/>
                    <a:gd name="T3" fmla="*/ 0 h 650"/>
                    <a:gd name="T4" fmla="*/ 376 w 376"/>
                    <a:gd name="T5" fmla="*/ 0 h 65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376" h="650">
                      <a:moveTo>
                        <a:pt x="0" y="650"/>
                      </a:moveTo>
                      <a:lnTo>
                        <a:pt x="375" y="0"/>
                      </a:lnTo>
                      <a:lnTo>
                        <a:pt x="376" y="0"/>
                      </a:lnTo>
                    </a:path>
                  </a:pathLst>
                </a:custGeom>
                <a:solidFill>
                  <a:srgbClr val="FF99FF"/>
                </a:solidFill>
                <a:ln w="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4617" name="Freeform 169">
                  <a:extLst>
                    <a:ext uri="{FF2B5EF4-FFF2-40B4-BE49-F238E27FC236}">
                      <a16:creationId xmlns:a16="http://schemas.microsoft.com/office/drawing/2014/main" id="{B34D6430-3725-41DD-A66E-F53235A418D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485" y="2531"/>
                  <a:ext cx="87" cy="149"/>
                </a:xfrm>
                <a:custGeom>
                  <a:avLst/>
                  <a:gdLst>
                    <a:gd name="T0" fmla="*/ 0 w 259"/>
                    <a:gd name="T1" fmla="*/ 448 h 448"/>
                    <a:gd name="T2" fmla="*/ 258 w 259"/>
                    <a:gd name="T3" fmla="*/ 0 h 448"/>
                    <a:gd name="T4" fmla="*/ 259 w 259"/>
                    <a:gd name="T5" fmla="*/ 0 h 44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59" h="448">
                      <a:moveTo>
                        <a:pt x="0" y="448"/>
                      </a:moveTo>
                      <a:lnTo>
                        <a:pt x="258" y="0"/>
                      </a:lnTo>
                      <a:lnTo>
                        <a:pt x="259" y="0"/>
                      </a:lnTo>
                    </a:path>
                  </a:pathLst>
                </a:custGeom>
                <a:solidFill>
                  <a:srgbClr val="FF99FF"/>
                </a:solidFill>
                <a:ln w="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4618" name="Freeform 170">
                  <a:extLst>
                    <a:ext uri="{FF2B5EF4-FFF2-40B4-BE49-F238E27FC236}">
                      <a16:creationId xmlns:a16="http://schemas.microsoft.com/office/drawing/2014/main" id="{1E5DDD36-C3F4-4EBB-90AC-D208FAD7DFA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485" y="2485"/>
                  <a:ext cx="39" cy="67"/>
                </a:xfrm>
                <a:custGeom>
                  <a:avLst/>
                  <a:gdLst>
                    <a:gd name="T0" fmla="*/ 0 w 117"/>
                    <a:gd name="T1" fmla="*/ 202 h 202"/>
                    <a:gd name="T2" fmla="*/ 116 w 117"/>
                    <a:gd name="T3" fmla="*/ 0 h 202"/>
                    <a:gd name="T4" fmla="*/ 117 w 117"/>
                    <a:gd name="T5" fmla="*/ 0 h 2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17" h="202">
                      <a:moveTo>
                        <a:pt x="0" y="202"/>
                      </a:moveTo>
                      <a:lnTo>
                        <a:pt x="116" y="0"/>
                      </a:lnTo>
                      <a:lnTo>
                        <a:pt x="117" y="0"/>
                      </a:lnTo>
                    </a:path>
                  </a:pathLst>
                </a:custGeom>
                <a:solidFill>
                  <a:srgbClr val="FF99FF"/>
                </a:solidFill>
                <a:ln w="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04619" name="Group 171">
                <a:extLst>
                  <a:ext uri="{FF2B5EF4-FFF2-40B4-BE49-F238E27FC236}">
                    <a16:creationId xmlns:a16="http://schemas.microsoft.com/office/drawing/2014/main" id="{BEF84E67-974F-44EF-9CB0-3FD1751ECFE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15" y="2554"/>
                <a:ext cx="1472" cy="854"/>
                <a:chOff x="1822" y="2376"/>
                <a:chExt cx="1472" cy="854"/>
              </a:xfrm>
            </p:grpSpPr>
            <p:sp>
              <p:nvSpPr>
                <p:cNvPr id="104620" name="Oval 172">
                  <a:extLst>
                    <a:ext uri="{FF2B5EF4-FFF2-40B4-BE49-F238E27FC236}">
                      <a16:creationId xmlns:a16="http://schemas.microsoft.com/office/drawing/2014/main" id="{1351E7DB-2193-4D78-8BA1-9DD207D2E54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52" y="2796"/>
                  <a:ext cx="216" cy="131"/>
                </a:xfrm>
                <a:prstGeom prst="ellips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 type="none" w="sm" len="lg"/>
                  <a:tailEnd type="none" w="sm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4621" name="Freeform 173">
                  <a:extLst>
                    <a:ext uri="{FF2B5EF4-FFF2-40B4-BE49-F238E27FC236}">
                      <a16:creationId xmlns:a16="http://schemas.microsoft.com/office/drawing/2014/main" id="{A6580CF2-08EC-4328-8D19-2E5CC5FC2A1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02" y="2947"/>
                  <a:ext cx="171" cy="23"/>
                </a:xfrm>
                <a:custGeom>
                  <a:avLst/>
                  <a:gdLst>
                    <a:gd name="T0" fmla="*/ 513 w 513"/>
                    <a:gd name="T1" fmla="*/ 67 h 67"/>
                    <a:gd name="T2" fmla="*/ 256 w 513"/>
                    <a:gd name="T3" fmla="*/ 0 h 67"/>
                    <a:gd name="T4" fmla="*/ 0 w 513"/>
                    <a:gd name="T5" fmla="*/ 67 h 67"/>
                    <a:gd name="T6" fmla="*/ 1 w 513"/>
                    <a:gd name="T7" fmla="*/ 67 h 6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13" h="67">
                      <a:moveTo>
                        <a:pt x="513" y="67"/>
                      </a:moveTo>
                      <a:lnTo>
                        <a:pt x="256" y="0"/>
                      </a:lnTo>
                      <a:lnTo>
                        <a:pt x="0" y="67"/>
                      </a:lnTo>
                      <a:lnTo>
                        <a:pt x="1" y="67"/>
                      </a:lnTo>
                    </a:path>
                  </a:pathLst>
                </a:custGeom>
                <a:noFill/>
                <a:ln w="38100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4622" name="Oval 174">
                  <a:extLst>
                    <a:ext uri="{FF2B5EF4-FFF2-40B4-BE49-F238E27FC236}">
                      <a16:creationId xmlns:a16="http://schemas.microsoft.com/office/drawing/2014/main" id="{C0543985-46ED-46E8-8DCB-01250489522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06" y="2838"/>
                  <a:ext cx="108" cy="47"/>
                </a:xfrm>
                <a:prstGeom prst="ellips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 type="none" w="sm" len="lg"/>
                  <a:tailEnd type="none" w="sm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4623" name="Line 175">
                  <a:extLst>
                    <a:ext uri="{FF2B5EF4-FFF2-40B4-BE49-F238E27FC236}">
                      <a16:creationId xmlns:a16="http://schemas.microsoft.com/office/drawing/2014/main" id="{78445364-DB12-4D3D-8941-0654637B827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004" y="2381"/>
                  <a:ext cx="1290" cy="745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prstDash val="lgDashDot"/>
                  <a:round/>
                  <a:headEnd type="none" w="sm" len="lg"/>
                  <a:tailEnd type="none" w="sm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4624" name="Freeform 176">
                  <a:extLst>
                    <a:ext uri="{FF2B5EF4-FFF2-40B4-BE49-F238E27FC236}">
                      <a16:creationId xmlns:a16="http://schemas.microsoft.com/office/drawing/2014/main" id="{DFEF7A11-70AD-4325-9192-80F280F451C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774" y="2490"/>
                  <a:ext cx="322" cy="190"/>
                </a:xfrm>
                <a:custGeom>
                  <a:avLst/>
                  <a:gdLst>
                    <a:gd name="T0" fmla="*/ 232 w 322"/>
                    <a:gd name="T1" fmla="*/ 12 h 190"/>
                    <a:gd name="T2" fmla="*/ 154 w 322"/>
                    <a:gd name="T3" fmla="*/ 0 h 190"/>
                    <a:gd name="T4" fmla="*/ 88 w 322"/>
                    <a:gd name="T5" fmla="*/ 9 h 190"/>
                    <a:gd name="T6" fmla="*/ 40 w 322"/>
                    <a:gd name="T7" fmla="*/ 30 h 190"/>
                    <a:gd name="T8" fmla="*/ 13 w 322"/>
                    <a:gd name="T9" fmla="*/ 57 h 190"/>
                    <a:gd name="T10" fmla="*/ 1 w 322"/>
                    <a:gd name="T11" fmla="*/ 99 h 190"/>
                    <a:gd name="T12" fmla="*/ 19 w 322"/>
                    <a:gd name="T13" fmla="*/ 141 h 190"/>
                    <a:gd name="T14" fmla="*/ 46 w 322"/>
                    <a:gd name="T15" fmla="*/ 168 h 190"/>
                    <a:gd name="T16" fmla="*/ 112 w 322"/>
                    <a:gd name="T17" fmla="*/ 186 h 190"/>
                    <a:gd name="T18" fmla="*/ 163 w 322"/>
                    <a:gd name="T19" fmla="*/ 189 h 190"/>
                    <a:gd name="T20" fmla="*/ 226 w 322"/>
                    <a:gd name="T21" fmla="*/ 180 h 190"/>
                    <a:gd name="T22" fmla="*/ 280 w 322"/>
                    <a:gd name="T23" fmla="*/ 162 h 190"/>
                    <a:gd name="T24" fmla="*/ 310 w 322"/>
                    <a:gd name="T25" fmla="*/ 135 h 190"/>
                    <a:gd name="T26" fmla="*/ 322 w 322"/>
                    <a:gd name="T27" fmla="*/ 99 h 190"/>
                    <a:gd name="T28" fmla="*/ 310 w 322"/>
                    <a:gd name="T29" fmla="*/ 54 h 19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322" h="190">
                      <a:moveTo>
                        <a:pt x="232" y="12"/>
                      </a:moveTo>
                      <a:cubicBezTo>
                        <a:pt x="219" y="10"/>
                        <a:pt x="178" y="0"/>
                        <a:pt x="154" y="0"/>
                      </a:cubicBezTo>
                      <a:cubicBezTo>
                        <a:pt x="130" y="0"/>
                        <a:pt x="107" y="4"/>
                        <a:pt x="88" y="9"/>
                      </a:cubicBezTo>
                      <a:cubicBezTo>
                        <a:pt x="69" y="14"/>
                        <a:pt x="52" y="22"/>
                        <a:pt x="40" y="30"/>
                      </a:cubicBezTo>
                      <a:cubicBezTo>
                        <a:pt x="28" y="38"/>
                        <a:pt x="19" y="46"/>
                        <a:pt x="13" y="57"/>
                      </a:cubicBezTo>
                      <a:cubicBezTo>
                        <a:pt x="7" y="68"/>
                        <a:pt x="0" y="85"/>
                        <a:pt x="1" y="99"/>
                      </a:cubicBezTo>
                      <a:cubicBezTo>
                        <a:pt x="2" y="113"/>
                        <a:pt x="12" y="130"/>
                        <a:pt x="19" y="141"/>
                      </a:cubicBezTo>
                      <a:cubicBezTo>
                        <a:pt x="26" y="152"/>
                        <a:pt x="30" y="160"/>
                        <a:pt x="46" y="168"/>
                      </a:cubicBezTo>
                      <a:cubicBezTo>
                        <a:pt x="62" y="176"/>
                        <a:pt x="93" y="183"/>
                        <a:pt x="112" y="186"/>
                      </a:cubicBezTo>
                      <a:cubicBezTo>
                        <a:pt x="131" y="189"/>
                        <a:pt x="144" y="190"/>
                        <a:pt x="163" y="189"/>
                      </a:cubicBezTo>
                      <a:cubicBezTo>
                        <a:pt x="182" y="188"/>
                        <a:pt x="207" y="184"/>
                        <a:pt x="226" y="180"/>
                      </a:cubicBezTo>
                      <a:cubicBezTo>
                        <a:pt x="245" y="176"/>
                        <a:pt x="266" y="170"/>
                        <a:pt x="280" y="162"/>
                      </a:cubicBezTo>
                      <a:cubicBezTo>
                        <a:pt x="294" y="154"/>
                        <a:pt x="303" y="145"/>
                        <a:pt x="310" y="135"/>
                      </a:cubicBezTo>
                      <a:cubicBezTo>
                        <a:pt x="317" y="125"/>
                        <a:pt x="322" y="112"/>
                        <a:pt x="322" y="99"/>
                      </a:cubicBezTo>
                      <a:cubicBezTo>
                        <a:pt x="322" y="86"/>
                        <a:pt x="312" y="63"/>
                        <a:pt x="310" y="54"/>
                      </a:cubicBezTo>
                    </a:path>
                  </a:pathLst>
                </a:custGeom>
                <a:noFill/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sm" len="lg"/>
                  <a:tailEnd type="none" w="sm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4625" name="Oval 177">
                  <a:extLst>
                    <a:ext uri="{FF2B5EF4-FFF2-40B4-BE49-F238E27FC236}">
                      <a16:creationId xmlns:a16="http://schemas.microsoft.com/office/drawing/2014/main" id="{8C5F58C3-B4AF-4370-B4E7-644D3A75EFC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700" y="2437"/>
                  <a:ext cx="468" cy="299"/>
                </a:xfrm>
                <a:prstGeom prst="ellips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 type="none" w="sm" len="lg"/>
                  <a:tailEnd type="none" w="sm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4626" name="Oval 178">
                  <a:extLst>
                    <a:ext uri="{FF2B5EF4-FFF2-40B4-BE49-F238E27FC236}">
                      <a16:creationId xmlns:a16="http://schemas.microsoft.com/office/drawing/2014/main" id="{79EE9F95-5538-4119-A2F1-C7DEFC178B4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598" y="2376"/>
                  <a:ext cx="678" cy="419"/>
                </a:xfrm>
                <a:prstGeom prst="ellips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 type="none" w="sm" len="lg"/>
                  <a:tailEnd type="none" w="sm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4627" name="Freeform 179">
                  <a:extLst>
                    <a:ext uri="{FF2B5EF4-FFF2-40B4-BE49-F238E27FC236}">
                      <a16:creationId xmlns:a16="http://schemas.microsoft.com/office/drawing/2014/main" id="{D3E4091D-405C-47ED-8DB4-2CF1CA7EAE3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22" y="2938"/>
                  <a:ext cx="169" cy="96"/>
                </a:xfrm>
                <a:custGeom>
                  <a:avLst/>
                  <a:gdLst>
                    <a:gd name="T0" fmla="*/ 0 w 505"/>
                    <a:gd name="T1" fmla="*/ 0 h 289"/>
                    <a:gd name="T2" fmla="*/ 504 w 505"/>
                    <a:gd name="T3" fmla="*/ 289 h 289"/>
                    <a:gd name="T4" fmla="*/ 505 w 505"/>
                    <a:gd name="T5" fmla="*/ 289 h 28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505" h="289">
                      <a:moveTo>
                        <a:pt x="0" y="0"/>
                      </a:moveTo>
                      <a:lnTo>
                        <a:pt x="504" y="289"/>
                      </a:lnTo>
                      <a:lnTo>
                        <a:pt x="505" y="289"/>
                      </a:lnTo>
                    </a:path>
                  </a:pathLst>
                </a:custGeom>
                <a:noFill/>
                <a:ln w="38100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4628" name="Freeform 180">
                  <a:extLst>
                    <a:ext uri="{FF2B5EF4-FFF2-40B4-BE49-F238E27FC236}">
                      <a16:creationId xmlns:a16="http://schemas.microsoft.com/office/drawing/2014/main" id="{6AD58C3C-366F-498B-9D38-8FAAE846594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22" y="2441"/>
                  <a:ext cx="860" cy="497"/>
                </a:xfrm>
                <a:custGeom>
                  <a:avLst/>
                  <a:gdLst>
                    <a:gd name="T0" fmla="*/ 2580 w 2580"/>
                    <a:gd name="T1" fmla="*/ 0 h 1491"/>
                    <a:gd name="T2" fmla="*/ 0 w 2580"/>
                    <a:gd name="T3" fmla="*/ 1491 h 1491"/>
                    <a:gd name="T4" fmla="*/ 1 w 2580"/>
                    <a:gd name="T5" fmla="*/ 1491 h 149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580" h="1491">
                      <a:moveTo>
                        <a:pt x="2580" y="0"/>
                      </a:moveTo>
                      <a:lnTo>
                        <a:pt x="0" y="1491"/>
                      </a:lnTo>
                      <a:lnTo>
                        <a:pt x="1" y="1491"/>
                      </a:lnTo>
                    </a:path>
                  </a:pathLst>
                </a:custGeom>
                <a:noFill/>
                <a:ln w="38100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4629" name="Freeform 181">
                  <a:extLst>
                    <a:ext uri="{FF2B5EF4-FFF2-40B4-BE49-F238E27FC236}">
                      <a16:creationId xmlns:a16="http://schemas.microsoft.com/office/drawing/2014/main" id="{B9631473-65EB-4435-8D2B-59E7687C374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328" y="2733"/>
                  <a:ext cx="860" cy="497"/>
                </a:xfrm>
                <a:custGeom>
                  <a:avLst/>
                  <a:gdLst>
                    <a:gd name="T0" fmla="*/ 2579 w 2579"/>
                    <a:gd name="T1" fmla="*/ 0 h 1491"/>
                    <a:gd name="T2" fmla="*/ 0 w 2579"/>
                    <a:gd name="T3" fmla="*/ 1491 h 1491"/>
                    <a:gd name="T4" fmla="*/ 1 w 2579"/>
                    <a:gd name="T5" fmla="*/ 1491 h 149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579" h="1491">
                      <a:moveTo>
                        <a:pt x="2579" y="0"/>
                      </a:moveTo>
                      <a:lnTo>
                        <a:pt x="0" y="1491"/>
                      </a:lnTo>
                      <a:lnTo>
                        <a:pt x="1" y="1491"/>
                      </a:lnTo>
                    </a:path>
                  </a:pathLst>
                </a:custGeom>
                <a:noFill/>
                <a:ln w="38100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4630" name="Freeform 182">
                  <a:extLst>
                    <a:ext uri="{FF2B5EF4-FFF2-40B4-BE49-F238E27FC236}">
                      <a16:creationId xmlns:a16="http://schemas.microsoft.com/office/drawing/2014/main" id="{BC1249B7-32EA-4AD9-9145-46DBBEEEC8F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05" y="2481"/>
                  <a:ext cx="40" cy="23"/>
                </a:xfrm>
                <a:custGeom>
                  <a:avLst/>
                  <a:gdLst>
                    <a:gd name="T0" fmla="*/ 120 w 120"/>
                    <a:gd name="T1" fmla="*/ 0 h 70"/>
                    <a:gd name="T2" fmla="*/ 0 w 120"/>
                    <a:gd name="T3" fmla="*/ 70 h 70"/>
                    <a:gd name="T4" fmla="*/ 1 w 120"/>
                    <a:gd name="T5" fmla="*/ 70 h 7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20" h="70">
                      <a:moveTo>
                        <a:pt x="120" y="0"/>
                      </a:moveTo>
                      <a:lnTo>
                        <a:pt x="0" y="70"/>
                      </a:lnTo>
                      <a:lnTo>
                        <a:pt x="1" y="70"/>
                      </a:lnTo>
                    </a:path>
                  </a:pathLst>
                </a:custGeom>
                <a:noFill/>
                <a:ln w="38100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4631" name="Freeform 183">
                  <a:extLst>
                    <a:ext uri="{FF2B5EF4-FFF2-40B4-BE49-F238E27FC236}">
                      <a16:creationId xmlns:a16="http://schemas.microsoft.com/office/drawing/2014/main" id="{EA63BAD5-01D3-4735-AC99-D6C31A16A6E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75" y="2525"/>
                  <a:ext cx="46" cy="26"/>
                </a:xfrm>
                <a:custGeom>
                  <a:avLst/>
                  <a:gdLst>
                    <a:gd name="T0" fmla="*/ 137 w 137"/>
                    <a:gd name="T1" fmla="*/ 0 h 79"/>
                    <a:gd name="T2" fmla="*/ 0 w 137"/>
                    <a:gd name="T3" fmla="*/ 79 h 79"/>
                    <a:gd name="T4" fmla="*/ 1 w 137"/>
                    <a:gd name="T5" fmla="*/ 79 h 7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37" h="79">
                      <a:moveTo>
                        <a:pt x="137" y="0"/>
                      </a:moveTo>
                      <a:lnTo>
                        <a:pt x="0" y="79"/>
                      </a:lnTo>
                      <a:lnTo>
                        <a:pt x="1" y="79"/>
                      </a:lnTo>
                    </a:path>
                  </a:pathLst>
                </a:custGeom>
                <a:noFill/>
                <a:ln w="38100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4632" name="Freeform 184">
                  <a:extLst>
                    <a:ext uri="{FF2B5EF4-FFF2-40B4-BE49-F238E27FC236}">
                      <a16:creationId xmlns:a16="http://schemas.microsoft.com/office/drawing/2014/main" id="{6E7E7E39-1363-4BA2-B39E-31205EF11C3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39" y="2481"/>
                  <a:ext cx="76" cy="44"/>
                </a:xfrm>
                <a:custGeom>
                  <a:avLst/>
                  <a:gdLst>
                    <a:gd name="T0" fmla="*/ 0 w 229"/>
                    <a:gd name="T1" fmla="*/ 0 h 132"/>
                    <a:gd name="T2" fmla="*/ 228 w 229"/>
                    <a:gd name="T3" fmla="*/ 132 h 132"/>
                    <a:gd name="T4" fmla="*/ 229 w 229"/>
                    <a:gd name="T5" fmla="*/ 132 h 13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29" h="132">
                      <a:moveTo>
                        <a:pt x="0" y="0"/>
                      </a:moveTo>
                      <a:lnTo>
                        <a:pt x="228" y="132"/>
                      </a:lnTo>
                      <a:lnTo>
                        <a:pt x="229" y="132"/>
                      </a:lnTo>
                    </a:path>
                  </a:pathLst>
                </a:custGeom>
                <a:noFill/>
                <a:ln w="38100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4633" name="Freeform 185">
                  <a:extLst>
                    <a:ext uri="{FF2B5EF4-FFF2-40B4-BE49-F238E27FC236}">
                      <a16:creationId xmlns:a16="http://schemas.microsoft.com/office/drawing/2014/main" id="{2410BA68-8B40-4A80-AAB8-03609B642AB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990" y="2970"/>
                  <a:ext cx="112" cy="64"/>
                </a:xfrm>
                <a:custGeom>
                  <a:avLst/>
                  <a:gdLst>
                    <a:gd name="T0" fmla="*/ 334 w 334"/>
                    <a:gd name="T1" fmla="*/ 0 h 194"/>
                    <a:gd name="T2" fmla="*/ 0 w 334"/>
                    <a:gd name="T3" fmla="*/ 194 h 194"/>
                    <a:gd name="T4" fmla="*/ 1 w 334"/>
                    <a:gd name="T5" fmla="*/ 194 h 19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334" h="194">
                      <a:moveTo>
                        <a:pt x="334" y="0"/>
                      </a:moveTo>
                      <a:lnTo>
                        <a:pt x="0" y="194"/>
                      </a:lnTo>
                      <a:lnTo>
                        <a:pt x="1" y="194"/>
                      </a:lnTo>
                    </a:path>
                  </a:pathLst>
                </a:custGeom>
                <a:noFill/>
                <a:ln w="38100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4634" name="Freeform 186">
                  <a:extLst>
                    <a:ext uri="{FF2B5EF4-FFF2-40B4-BE49-F238E27FC236}">
                      <a16:creationId xmlns:a16="http://schemas.microsoft.com/office/drawing/2014/main" id="{FE6CF309-3E0E-4E79-B523-769D8A8171F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61" y="3069"/>
                  <a:ext cx="112" cy="64"/>
                </a:xfrm>
                <a:custGeom>
                  <a:avLst/>
                  <a:gdLst>
                    <a:gd name="T0" fmla="*/ 336 w 336"/>
                    <a:gd name="T1" fmla="*/ 0 h 194"/>
                    <a:gd name="T2" fmla="*/ 0 w 336"/>
                    <a:gd name="T3" fmla="*/ 194 h 194"/>
                    <a:gd name="T4" fmla="*/ 1 w 336"/>
                    <a:gd name="T5" fmla="*/ 194 h 19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336" h="194">
                      <a:moveTo>
                        <a:pt x="336" y="0"/>
                      </a:moveTo>
                      <a:lnTo>
                        <a:pt x="0" y="194"/>
                      </a:lnTo>
                      <a:lnTo>
                        <a:pt x="1" y="194"/>
                      </a:lnTo>
                    </a:path>
                  </a:pathLst>
                </a:custGeom>
                <a:noFill/>
                <a:ln w="38100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4635" name="Freeform 187">
                  <a:extLst>
                    <a:ext uri="{FF2B5EF4-FFF2-40B4-BE49-F238E27FC236}">
                      <a16:creationId xmlns:a16="http://schemas.microsoft.com/office/drawing/2014/main" id="{BF6F7F52-D17D-41DD-8AEB-498116A275A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273" y="2970"/>
                  <a:ext cx="25" cy="99"/>
                </a:xfrm>
                <a:custGeom>
                  <a:avLst/>
                  <a:gdLst>
                    <a:gd name="T0" fmla="*/ 0 w 75"/>
                    <a:gd name="T1" fmla="*/ 297 h 297"/>
                    <a:gd name="T2" fmla="*/ 75 w 75"/>
                    <a:gd name="T3" fmla="*/ 208 h 297"/>
                    <a:gd name="T4" fmla="*/ 75 w 75"/>
                    <a:gd name="T5" fmla="*/ 90 h 297"/>
                    <a:gd name="T6" fmla="*/ 0 w 75"/>
                    <a:gd name="T7" fmla="*/ 0 h 297"/>
                    <a:gd name="T8" fmla="*/ 1 w 75"/>
                    <a:gd name="T9" fmla="*/ 0 h 29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297">
                      <a:moveTo>
                        <a:pt x="0" y="297"/>
                      </a:moveTo>
                      <a:lnTo>
                        <a:pt x="75" y="208"/>
                      </a:lnTo>
                      <a:lnTo>
                        <a:pt x="75" y="90"/>
                      </a:lnTo>
                      <a:lnTo>
                        <a:pt x="0" y="0"/>
                      </a:lnTo>
                      <a:lnTo>
                        <a:pt x="1" y="0"/>
                      </a:lnTo>
                    </a:path>
                  </a:pathLst>
                </a:custGeom>
                <a:noFill/>
                <a:ln w="38100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4636" name="Freeform 188">
                  <a:extLst>
                    <a:ext uri="{FF2B5EF4-FFF2-40B4-BE49-F238E27FC236}">
                      <a16:creationId xmlns:a16="http://schemas.microsoft.com/office/drawing/2014/main" id="{69CAD53C-7D61-488D-A429-409DF728A8F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61" y="3133"/>
                  <a:ext cx="168" cy="97"/>
                </a:xfrm>
                <a:custGeom>
                  <a:avLst/>
                  <a:gdLst>
                    <a:gd name="T0" fmla="*/ 0 w 504"/>
                    <a:gd name="T1" fmla="*/ 0 h 290"/>
                    <a:gd name="T2" fmla="*/ 503 w 504"/>
                    <a:gd name="T3" fmla="*/ 290 h 290"/>
                    <a:gd name="T4" fmla="*/ 504 w 504"/>
                    <a:gd name="T5" fmla="*/ 290 h 29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504" h="290">
                      <a:moveTo>
                        <a:pt x="0" y="0"/>
                      </a:moveTo>
                      <a:lnTo>
                        <a:pt x="503" y="290"/>
                      </a:lnTo>
                      <a:lnTo>
                        <a:pt x="504" y="290"/>
                      </a:lnTo>
                    </a:path>
                  </a:pathLst>
                </a:custGeom>
                <a:noFill/>
                <a:ln w="38100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4637" name="Freeform 189">
                  <a:extLst>
                    <a:ext uri="{FF2B5EF4-FFF2-40B4-BE49-F238E27FC236}">
                      <a16:creationId xmlns:a16="http://schemas.microsoft.com/office/drawing/2014/main" id="{419A9CF2-4ACD-46B3-870A-ADF95B956FE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336" y="2790"/>
                  <a:ext cx="243" cy="141"/>
                </a:xfrm>
                <a:custGeom>
                  <a:avLst/>
                  <a:gdLst>
                    <a:gd name="T0" fmla="*/ 0 w 730"/>
                    <a:gd name="T1" fmla="*/ 0 h 421"/>
                    <a:gd name="T2" fmla="*/ 729 w 730"/>
                    <a:gd name="T3" fmla="*/ 421 h 421"/>
                    <a:gd name="T4" fmla="*/ 730 w 730"/>
                    <a:gd name="T5" fmla="*/ 421 h 42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730" h="421">
                      <a:moveTo>
                        <a:pt x="0" y="0"/>
                      </a:moveTo>
                      <a:lnTo>
                        <a:pt x="729" y="421"/>
                      </a:lnTo>
                      <a:lnTo>
                        <a:pt x="730" y="421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4638" name="Freeform 190">
                  <a:extLst>
                    <a:ext uri="{FF2B5EF4-FFF2-40B4-BE49-F238E27FC236}">
                      <a16:creationId xmlns:a16="http://schemas.microsoft.com/office/drawing/2014/main" id="{90995C38-761A-4B69-A5DD-DA8661723C8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66" y="2949"/>
                  <a:ext cx="259" cy="150"/>
                </a:xfrm>
                <a:custGeom>
                  <a:avLst/>
                  <a:gdLst>
                    <a:gd name="T0" fmla="*/ 0 w 777"/>
                    <a:gd name="T1" fmla="*/ 0 h 449"/>
                    <a:gd name="T2" fmla="*/ 776 w 777"/>
                    <a:gd name="T3" fmla="*/ 449 h 449"/>
                    <a:gd name="T4" fmla="*/ 777 w 777"/>
                    <a:gd name="T5" fmla="*/ 449 h 44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777" h="449">
                      <a:moveTo>
                        <a:pt x="0" y="0"/>
                      </a:moveTo>
                      <a:lnTo>
                        <a:pt x="776" y="449"/>
                      </a:lnTo>
                      <a:lnTo>
                        <a:pt x="777" y="449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grpSp>
              <p:nvGrpSpPr>
                <p:cNvPr id="104639" name="Group 191">
                  <a:extLst>
                    <a:ext uri="{FF2B5EF4-FFF2-40B4-BE49-F238E27FC236}">
                      <a16:creationId xmlns:a16="http://schemas.microsoft.com/office/drawing/2014/main" id="{292395DF-0B60-4CDA-99E5-E0002123543F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654" y="2424"/>
                  <a:ext cx="601" cy="348"/>
                  <a:chOff x="2654" y="2424"/>
                  <a:chExt cx="601" cy="348"/>
                </a:xfrm>
              </p:grpSpPr>
              <p:sp>
                <p:nvSpPr>
                  <p:cNvPr id="104640" name="Freeform 192">
                    <a:extLst>
                      <a:ext uri="{FF2B5EF4-FFF2-40B4-BE49-F238E27FC236}">
                        <a16:creationId xmlns:a16="http://schemas.microsoft.com/office/drawing/2014/main" id="{8906A10A-AE2B-4E15-AA23-C3F95F090281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654" y="2424"/>
                    <a:ext cx="199" cy="116"/>
                  </a:xfrm>
                  <a:custGeom>
                    <a:avLst/>
                    <a:gdLst>
                      <a:gd name="T0" fmla="*/ 0 w 599"/>
                      <a:gd name="T1" fmla="*/ 0 h 347"/>
                      <a:gd name="T2" fmla="*/ 598 w 599"/>
                      <a:gd name="T3" fmla="*/ 347 h 347"/>
                      <a:gd name="T4" fmla="*/ 599 w 599"/>
                      <a:gd name="T5" fmla="*/ 347 h 34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599" h="347">
                        <a:moveTo>
                          <a:pt x="0" y="0"/>
                        </a:moveTo>
                        <a:lnTo>
                          <a:pt x="598" y="347"/>
                        </a:lnTo>
                        <a:lnTo>
                          <a:pt x="599" y="347"/>
                        </a:lnTo>
                      </a:path>
                    </a:pathLst>
                  </a:custGeom>
                  <a:noFill/>
                  <a:ln w="19050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04641" name="Freeform 193">
                    <a:extLst>
                      <a:ext uri="{FF2B5EF4-FFF2-40B4-BE49-F238E27FC236}">
                        <a16:creationId xmlns:a16="http://schemas.microsoft.com/office/drawing/2014/main" id="{B5680BE3-BAED-4BF2-ACBE-2AA0C461486F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876" y="2552"/>
                    <a:ext cx="5" cy="4"/>
                  </a:xfrm>
                  <a:custGeom>
                    <a:avLst/>
                    <a:gdLst>
                      <a:gd name="T0" fmla="*/ 0 w 16"/>
                      <a:gd name="T1" fmla="*/ 0 h 10"/>
                      <a:gd name="T2" fmla="*/ 15 w 16"/>
                      <a:gd name="T3" fmla="*/ 10 h 10"/>
                      <a:gd name="T4" fmla="*/ 16 w 16"/>
                      <a:gd name="T5" fmla="*/ 10 h 1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16" h="10">
                        <a:moveTo>
                          <a:pt x="0" y="0"/>
                        </a:moveTo>
                        <a:lnTo>
                          <a:pt x="15" y="10"/>
                        </a:lnTo>
                        <a:lnTo>
                          <a:pt x="16" y="10"/>
                        </a:lnTo>
                      </a:path>
                    </a:pathLst>
                  </a:custGeom>
                  <a:noFill/>
                  <a:ln w="19050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04642" name="Freeform 194">
                    <a:extLst>
                      <a:ext uri="{FF2B5EF4-FFF2-40B4-BE49-F238E27FC236}">
                        <a16:creationId xmlns:a16="http://schemas.microsoft.com/office/drawing/2014/main" id="{8EB05A53-E43D-43CF-9DBC-47E251C0A4C0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899" y="2566"/>
                    <a:ext cx="356" cy="206"/>
                  </a:xfrm>
                  <a:custGeom>
                    <a:avLst/>
                    <a:gdLst>
                      <a:gd name="T0" fmla="*/ 0 w 1069"/>
                      <a:gd name="T1" fmla="*/ 0 h 618"/>
                      <a:gd name="T2" fmla="*/ 1068 w 1069"/>
                      <a:gd name="T3" fmla="*/ 618 h 618"/>
                      <a:gd name="T4" fmla="*/ 1069 w 1069"/>
                      <a:gd name="T5" fmla="*/ 618 h 61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1069" h="618">
                        <a:moveTo>
                          <a:pt x="0" y="0"/>
                        </a:moveTo>
                        <a:lnTo>
                          <a:pt x="1068" y="618"/>
                        </a:lnTo>
                        <a:lnTo>
                          <a:pt x="1069" y="618"/>
                        </a:lnTo>
                      </a:path>
                    </a:pathLst>
                  </a:custGeom>
                  <a:noFill/>
                  <a:ln w="19050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</p:grpSp>
        </p:grpSp>
      </p:grpSp>
      <p:grpSp>
        <p:nvGrpSpPr>
          <p:cNvPr id="104643" name="Group 195">
            <a:extLst>
              <a:ext uri="{FF2B5EF4-FFF2-40B4-BE49-F238E27FC236}">
                <a16:creationId xmlns:a16="http://schemas.microsoft.com/office/drawing/2014/main" id="{65AF32C2-9E1C-4840-B813-61F8744C6B13}"/>
              </a:ext>
            </a:extLst>
          </p:cNvPr>
          <p:cNvGrpSpPr>
            <a:grpSpLocks/>
          </p:cNvGrpSpPr>
          <p:nvPr/>
        </p:nvGrpSpPr>
        <p:grpSpPr bwMode="auto">
          <a:xfrm>
            <a:off x="871538" y="2036763"/>
            <a:ext cx="2901950" cy="2362200"/>
            <a:chOff x="561" y="1016"/>
            <a:chExt cx="1828" cy="1488"/>
          </a:xfrm>
        </p:grpSpPr>
        <p:sp>
          <p:nvSpPr>
            <p:cNvPr id="104644" name="Line 196">
              <a:extLst>
                <a:ext uri="{FF2B5EF4-FFF2-40B4-BE49-F238E27FC236}">
                  <a16:creationId xmlns:a16="http://schemas.microsoft.com/office/drawing/2014/main" id="{88E639CF-201F-41F0-8533-182BBE0F047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579" y="1940"/>
              <a:ext cx="443" cy="288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4645" name="Line 197">
              <a:extLst>
                <a:ext uri="{FF2B5EF4-FFF2-40B4-BE49-F238E27FC236}">
                  <a16:creationId xmlns:a16="http://schemas.microsoft.com/office/drawing/2014/main" id="{D6477675-FF4A-45FF-A966-315BC7CE273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561" y="2236"/>
              <a:ext cx="456" cy="268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4646" name="Line 198">
              <a:extLst>
                <a:ext uri="{FF2B5EF4-FFF2-40B4-BE49-F238E27FC236}">
                  <a16:creationId xmlns:a16="http://schemas.microsoft.com/office/drawing/2014/main" id="{8A272953-FAC0-4811-A27F-B437F21266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185" y="1311"/>
              <a:ext cx="693" cy="400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4647" name="Line 199">
              <a:extLst>
                <a:ext uri="{FF2B5EF4-FFF2-40B4-BE49-F238E27FC236}">
                  <a16:creationId xmlns:a16="http://schemas.microsoft.com/office/drawing/2014/main" id="{0BAC55D7-7FF3-4E97-B6C0-8DA62F6A970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690" y="1016"/>
              <a:ext cx="699" cy="384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04648" name="Group 200">
            <a:extLst>
              <a:ext uri="{FF2B5EF4-FFF2-40B4-BE49-F238E27FC236}">
                <a16:creationId xmlns:a16="http://schemas.microsoft.com/office/drawing/2014/main" id="{597DC777-62CD-4930-815F-9C019616123A}"/>
              </a:ext>
            </a:extLst>
          </p:cNvPr>
          <p:cNvGrpSpPr>
            <a:grpSpLocks/>
          </p:cNvGrpSpPr>
          <p:nvPr/>
        </p:nvGrpSpPr>
        <p:grpSpPr bwMode="auto">
          <a:xfrm>
            <a:off x="1228725" y="2081213"/>
            <a:ext cx="1454150" cy="1679575"/>
            <a:chOff x="774" y="1311"/>
            <a:chExt cx="916" cy="1058"/>
          </a:xfrm>
        </p:grpSpPr>
        <p:sp>
          <p:nvSpPr>
            <p:cNvPr id="104649" name="Freeform 201">
              <a:extLst>
                <a:ext uri="{FF2B5EF4-FFF2-40B4-BE49-F238E27FC236}">
                  <a16:creationId xmlns:a16="http://schemas.microsoft.com/office/drawing/2014/main" id="{ADAA0191-D31F-46DB-93E4-B743D42ABC4E}"/>
                </a:ext>
              </a:extLst>
            </p:cNvPr>
            <p:cNvSpPr>
              <a:spLocks/>
            </p:cNvSpPr>
            <p:nvPr/>
          </p:nvSpPr>
          <p:spPr bwMode="auto">
            <a:xfrm>
              <a:off x="1028" y="1734"/>
              <a:ext cx="294" cy="510"/>
            </a:xfrm>
            <a:custGeom>
              <a:avLst/>
              <a:gdLst>
                <a:gd name="T0" fmla="*/ 0 w 884"/>
                <a:gd name="T1" fmla="*/ 1531 h 1531"/>
                <a:gd name="T2" fmla="*/ 883 w 884"/>
                <a:gd name="T3" fmla="*/ 0 h 1531"/>
                <a:gd name="T4" fmla="*/ 884 w 884"/>
                <a:gd name="T5" fmla="*/ 0 h 15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884" h="1531">
                  <a:moveTo>
                    <a:pt x="0" y="1531"/>
                  </a:moveTo>
                  <a:lnTo>
                    <a:pt x="883" y="0"/>
                  </a:lnTo>
                  <a:lnTo>
                    <a:pt x="884" y="0"/>
                  </a:lnTo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650" name="Freeform 202">
              <a:extLst>
                <a:ext uri="{FF2B5EF4-FFF2-40B4-BE49-F238E27FC236}">
                  <a16:creationId xmlns:a16="http://schemas.microsoft.com/office/drawing/2014/main" id="{D8053C43-28B1-41B7-B462-6625C96ACB11}"/>
                </a:ext>
              </a:extLst>
            </p:cNvPr>
            <p:cNvSpPr>
              <a:spLocks/>
            </p:cNvSpPr>
            <p:nvPr/>
          </p:nvSpPr>
          <p:spPr bwMode="auto">
            <a:xfrm>
              <a:off x="1249" y="1989"/>
              <a:ext cx="73" cy="127"/>
            </a:xfrm>
            <a:custGeom>
              <a:avLst/>
              <a:gdLst>
                <a:gd name="T0" fmla="*/ 0 w 221"/>
                <a:gd name="T1" fmla="*/ 382 h 382"/>
                <a:gd name="T2" fmla="*/ 220 w 221"/>
                <a:gd name="T3" fmla="*/ 0 h 382"/>
                <a:gd name="T4" fmla="*/ 221 w 221"/>
                <a:gd name="T5" fmla="*/ 0 h 3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21" h="382">
                  <a:moveTo>
                    <a:pt x="0" y="382"/>
                  </a:moveTo>
                  <a:lnTo>
                    <a:pt x="220" y="0"/>
                  </a:lnTo>
                  <a:lnTo>
                    <a:pt x="221" y="0"/>
                  </a:lnTo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651" name="Freeform 203">
              <a:extLst>
                <a:ext uri="{FF2B5EF4-FFF2-40B4-BE49-F238E27FC236}">
                  <a16:creationId xmlns:a16="http://schemas.microsoft.com/office/drawing/2014/main" id="{2DC18349-84DB-4122-B2F6-8B621847CE92}"/>
                </a:ext>
              </a:extLst>
            </p:cNvPr>
            <p:cNvSpPr>
              <a:spLocks/>
            </p:cNvSpPr>
            <p:nvPr/>
          </p:nvSpPr>
          <p:spPr bwMode="auto">
            <a:xfrm>
              <a:off x="1184" y="1606"/>
              <a:ext cx="138" cy="239"/>
            </a:xfrm>
            <a:custGeom>
              <a:avLst/>
              <a:gdLst>
                <a:gd name="T0" fmla="*/ 0 w 415"/>
                <a:gd name="T1" fmla="*/ 719 h 719"/>
                <a:gd name="T2" fmla="*/ 414 w 415"/>
                <a:gd name="T3" fmla="*/ 0 h 719"/>
                <a:gd name="T4" fmla="*/ 415 w 415"/>
                <a:gd name="T5" fmla="*/ 0 h 7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5" h="719">
                  <a:moveTo>
                    <a:pt x="0" y="719"/>
                  </a:moveTo>
                  <a:lnTo>
                    <a:pt x="414" y="0"/>
                  </a:lnTo>
                  <a:lnTo>
                    <a:pt x="415" y="0"/>
                  </a:lnTo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652" name="Freeform 204">
              <a:extLst>
                <a:ext uri="{FF2B5EF4-FFF2-40B4-BE49-F238E27FC236}">
                  <a16:creationId xmlns:a16="http://schemas.microsoft.com/office/drawing/2014/main" id="{925BE394-BCA2-4DAC-B85D-F0ACF495362E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4" y="1877"/>
              <a:ext cx="152" cy="263"/>
            </a:xfrm>
            <a:custGeom>
              <a:avLst/>
              <a:gdLst>
                <a:gd name="T0" fmla="*/ 0 w 456"/>
                <a:gd name="T1" fmla="*/ 788 h 788"/>
                <a:gd name="T2" fmla="*/ 455 w 456"/>
                <a:gd name="T3" fmla="*/ 0 h 788"/>
                <a:gd name="T4" fmla="*/ 456 w 456"/>
                <a:gd name="T5" fmla="*/ 0 h 7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56" h="788">
                  <a:moveTo>
                    <a:pt x="0" y="788"/>
                  </a:moveTo>
                  <a:lnTo>
                    <a:pt x="455" y="0"/>
                  </a:lnTo>
                  <a:lnTo>
                    <a:pt x="456" y="0"/>
                  </a:lnTo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653" name="Freeform 205">
              <a:extLst>
                <a:ext uri="{FF2B5EF4-FFF2-40B4-BE49-F238E27FC236}">
                  <a16:creationId xmlns:a16="http://schemas.microsoft.com/office/drawing/2014/main" id="{DC8C44B7-65F7-452F-97FA-9FC50BAFE8E1}"/>
                </a:ext>
              </a:extLst>
            </p:cNvPr>
            <p:cNvSpPr>
              <a:spLocks/>
            </p:cNvSpPr>
            <p:nvPr/>
          </p:nvSpPr>
          <p:spPr bwMode="auto">
            <a:xfrm>
              <a:off x="1184" y="1586"/>
              <a:ext cx="76" cy="132"/>
            </a:xfrm>
            <a:custGeom>
              <a:avLst/>
              <a:gdLst>
                <a:gd name="T0" fmla="*/ 0 w 228"/>
                <a:gd name="T1" fmla="*/ 395 h 395"/>
                <a:gd name="T2" fmla="*/ 227 w 228"/>
                <a:gd name="T3" fmla="*/ 0 h 395"/>
                <a:gd name="T4" fmla="*/ 228 w 228"/>
                <a:gd name="T5" fmla="*/ 0 h 3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28" h="395">
                  <a:moveTo>
                    <a:pt x="0" y="395"/>
                  </a:moveTo>
                  <a:lnTo>
                    <a:pt x="227" y="0"/>
                  </a:lnTo>
                  <a:lnTo>
                    <a:pt x="228" y="0"/>
                  </a:lnTo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654" name="Freeform 206">
              <a:extLst>
                <a:ext uri="{FF2B5EF4-FFF2-40B4-BE49-F238E27FC236}">
                  <a16:creationId xmlns:a16="http://schemas.microsoft.com/office/drawing/2014/main" id="{272D9CF9-883F-4263-A15C-CBA064CA14D4}"/>
                </a:ext>
              </a:extLst>
            </p:cNvPr>
            <p:cNvSpPr>
              <a:spLocks/>
            </p:cNvSpPr>
            <p:nvPr/>
          </p:nvSpPr>
          <p:spPr bwMode="auto">
            <a:xfrm>
              <a:off x="1587" y="1736"/>
              <a:ext cx="103" cy="177"/>
            </a:xfrm>
            <a:custGeom>
              <a:avLst/>
              <a:gdLst>
                <a:gd name="T0" fmla="*/ 0 w 309"/>
                <a:gd name="T1" fmla="*/ 533 h 533"/>
                <a:gd name="T2" fmla="*/ 308 w 309"/>
                <a:gd name="T3" fmla="*/ 0 h 533"/>
                <a:gd name="T4" fmla="*/ 309 w 309"/>
                <a:gd name="T5" fmla="*/ 0 h 5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09" h="533">
                  <a:moveTo>
                    <a:pt x="0" y="533"/>
                  </a:moveTo>
                  <a:lnTo>
                    <a:pt x="308" y="0"/>
                  </a:lnTo>
                  <a:lnTo>
                    <a:pt x="309" y="0"/>
                  </a:lnTo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655" name="Freeform 207">
              <a:extLst>
                <a:ext uri="{FF2B5EF4-FFF2-40B4-BE49-F238E27FC236}">
                  <a16:creationId xmlns:a16="http://schemas.microsoft.com/office/drawing/2014/main" id="{29D91CA3-0F57-4598-81F5-3E8DCE11BF2F}"/>
                </a:ext>
              </a:extLst>
            </p:cNvPr>
            <p:cNvSpPr>
              <a:spLocks/>
            </p:cNvSpPr>
            <p:nvPr/>
          </p:nvSpPr>
          <p:spPr bwMode="auto">
            <a:xfrm>
              <a:off x="1587" y="1607"/>
              <a:ext cx="103" cy="179"/>
            </a:xfrm>
            <a:custGeom>
              <a:avLst/>
              <a:gdLst>
                <a:gd name="T0" fmla="*/ 0 w 309"/>
                <a:gd name="T1" fmla="*/ 535 h 535"/>
                <a:gd name="T2" fmla="*/ 308 w 309"/>
                <a:gd name="T3" fmla="*/ 0 h 535"/>
                <a:gd name="T4" fmla="*/ 309 w 309"/>
                <a:gd name="T5" fmla="*/ 0 h 5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09" h="535">
                  <a:moveTo>
                    <a:pt x="0" y="535"/>
                  </a:moveTo>
                  <a:lnTo>
                    <a:pt x="308" y="0"/>
                  </a:lnTo>
                  <a:lnTo>
                    <a:pt x="309" y="0"/>
                  </a:lnTo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656" name="Freeform 208">
              <a:extLst>
                <a:ext uri="{FF2B5EF4-FFF2-40B4-BE49-F238E27FC236}">
                  <a16:creationId xmlns:a16="http://schemas.microsoft.com/office/drawing/2014/main" id="{0E627EB3-4BAF-44AC-9AD0-F7C5780C7893}"/>
                </a:ext>
              </a:extLst>
            </p:cNvPr>
            <p:cNvSpPr>
              <a:spLocks/>
            </p:cNvSpPr>
            <p:nvPr/>
          </p:nvSpPr>
          <p:spPr bwMode="auto">
            <a:xfrm>
              <a:off x="1587" y="1480"/>
              <a:ext cx="103" cy="177"/>
            </a:xfrm>
            <a:custGeom>
              <a:avLst/>
              <a:gdLst>
                <a:gd name="T0" fmla="*/ 0 w 309"/>
                <a:gd name="T1" fmla="*/ 533 h 533"/>
                <a:gd name="T2" fmla="*/ 308 w 309"/>
                <a:gd name="T3" fmla="*/ 0 h 533"/>
                <a:gd name="T4" fmla="*/ 309 w 309"/>
                <a:gd name="T5" fmla="*/ 0 h 5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09" h="533">
                  <a:moveTo>
                    <a:pt x="0" y="533"/>
                  </a:moveTo>
                  <a:lnTo>
                    <a:pt x="308" y="0"/>
                  </a:lnTo>
                  <a:lnTo>
                    <a:pt x="309" y="0"/>
                  </a:lnTo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657" name="Freeform 209">
              <a:extLst>
                <a:ext uri="{FF2B5EF4-FFF2-40B4-BE49-F238E27FC236}">
                  <a16:creationId xmlns:a16="http://schemas.microsoft.com/office/drawing/2014/main" id="{636F2E58-7054-4D9D-8C11-AB800AD038F5}"/>
                </a:ext>
              </a:extLst>
            </p:cNvPr>
            <p:cNvSpPr>
              <a:spLocks/>
            </p:cNvSpPr>
            <p:nvPr/>
          </p:nvSpPr>
          <p:spPr bwMode="auto">
            <a:xfrm>
              <a:off x="1587" y="1352"/>
              <a:ext cx="103" cy="178"/>
            </a:xfrm>
            <a:custGeom>
              <a:avLst/>
              <a:gdLst>
                <a:gd name="T0" fmla="*/ 0 w 309"/>
                <a:gd name="T1" fmla="*/ 533 h 533"/>
                <a:gd name="T2" fmla="*/ 308 w 309"/>
                <a:gd name="T3" fmla="*/ 0 h 533"/>
                <a:gd name="T4" fmla="*/ 309 w 309"/>
                <a:gd name="T5" fmla="*/ 0 h 5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09" h="533">
                  <a:moveTo>
                    <a:pt x="0" y="533"/>
                  </a:moveTo>
                  <a:lnTo>
                    <a:pt x="308" y="0"/>
                  </a:lnTo>
                  <a:lnTo>
                    <a:pt x="309" y="0"/>
                  </a:lnTo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658" name="Freeform 210">
              <a:extLst>
                <a:ext uri="{FF2B5EF4-FFF2-40B4-BE49-F238E27FC236}">
                  <a16:creationId xmlns:a16="http://schemas.microsoft.com/office/drawing/2014/main" id="{6752E16F-5799-42B3-ABE1-7D55EB5E0BE2}"/>
                </a:ext>
              </a:extLst>
            </p:cNvPr>
            <p:cNvSpPr>
              <a:spLocks/>
            </p:cNvSpPr>
            <p:nvPr/>
          </p:nvSpPr>
          <p:spPr bwMode="auto">
            <a:xfrm>
              <a:off x="1614" y="1311"/>
              <a:ext cx="26" cy="45"/>
            </a:xfrm>
            <a:custGeom>
              <a:avLst/>
              <a:gdLst>
                <a:gd name="T0" fmla="*/ 0 w 78"/>
                <a:gd name="T1" fmla="*/ 134 h 134"/>
                <a:gd name="T2" fmla="*/ 77 w 78"/>
                <a:gd name="T3" fmla="*/ 0 h 134"/>
                <a:gd name="T4" fmla="*/ 78 w 78"/>
                <a:gd name="T5" fmla="*/ 0 h 1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78" h="134">
                  <a:moveTo>
                    <a:pt x="0" y="134"/>
                  </a:moveTo>
                  <a:lnTo>
                    <a:pt x="77" y="0"/>
                  </a:lnTo>
                  <a:lnTo>
                    <a:pt x="78" y="0"/>
                  </a:lnTo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659" name="Freeform 211">
              <a:extLst>
                <a:ext uri="{FF2B5EF4-FFF2-40B4-BE49-F238E27FC236}">
                  <a16:creationId xmlns:a16="http://schemas.microsoft.com/office/drawing/2014/main" id="{417017F5-853B-4016-ABD8-EDE5218E9901}"/>
                </a:ext>
              </a:extLst>
            </p:cNvPr>
            <p:cNvSpPr>
              <a:spLocks/>
            </p:cNvSpPr>
            <p:nvPr/>
          </p:nvSpPr>
          <p:spPr bwMode="auto">
            <a:xfrm>
              <a:off x="812" y="2201"/>
              <a:ext cx="97" cy="168"/>
            </a:xfrm>
            <a:custGeom>
              <a:avLst/>
              <a:gdLst>
                <a:gd name="T0" fmla="*/ 0 w 292"/>
                <a:gd name="T1" fmla="*/ 502 h 502"/>
                <a:gd name="T2" fmla="*/ 291 w 292"/>
                <a:gd name="T3" fmla="*/ 0 h 502"/>
                <a:gd name="T4" fmla="*/ 292 w 292"/>
                <a:gd name="T5" fmla="*/ 0 h 5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92" h="502">
                  <a:moveTo>
                    <a:pt x="0" y="502"/>
                  </a:moveTo>
                  <a:lnTo>
                    <a:pt x="291" y="0"/>
                  </a:lnTo>
                  <a:lnTo>
                    <a:pt x="292" y="0"/>
                  </a:lnTo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660" name="Freeform 212">
              <a:extLst>
                <a:ext uri="{FF2B5EF4-FFF2-40B4-BE49-F238E27FC236}">
                  <a16:creationId xmlns:a16="http://schemas.microsoft.com/office/drawing/2014/main" id="{2E27D701-1A56-406E-9C47-3E8592629B86}"/>
                </a:ext>
              </a:extLst>
            </p:cNvPr>
            <p:cNvSpPr>
              <a:spLocks/>
            </p:cNvSpPr>
            <p:nvPr/>
          </p:nvSpPr>
          <p:spPr bwMode="auto">
            <a:xfrm>
              <a:off x="774" y="2158"/>
              <a:ext cx="86" cy="149"/>
            </a:xfrm>
            <a:custGeom>
              <a:avLst/>
              <a:gdLst>
                <a:gd name="T0" fmla="*/ 0 w 260"/>
                <a:gd name="T1" fmla="*/ 447 h 447"/>
                <a:gd name="T2" fmla="*/ 259 w 260"/>
                <a:gd name="T3" fmla="*/ 0 h 447"/>
                <a:gd name="T4" fmla="*/ 260 w 260"/>
                <a:gd name="T5" fmla="*/ 0 h 4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60" h="447">
                  <a:moveTo>
                    <a:pt x="0" y="447"/>
                  </a:moveTo>
                  <a:lnTo>
                    <a:pt x="259" y="0"/>
                  </a:lnTo>
                  <a:lnTo>
                    <a:pt x="260" y="0"/>
                  </a:lnTo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661" name="Freeform 213">
              <a:extLst>
                <a:ext uri="{FF2B5EF4-FFF2-40B4-BE49-F238E27FC236}">
                  <a16:creationId xmlns:a16="http://schemas.microsoft.com/office/drawing/2014/main" id="{AA9309E5-A5B7-4D7B-904B-9C4653F6A4A1}"/>
                </a:ext>
              </a:extLst>
            </p:cNvPr>
            <p:cNvSpPr>
              <a:spLocks/>
            </p:cNvSpPr>
            <p:nvPr/>
          </p:nvSpPr>
          <p:spPr bwMode="auto">
            <a:xfrm>
              <a:off x="774" y="2066"/>
              <a:ext cx="65" cy="113"/>
            </a:xfrm>
            <a:custGeom>
              <a:avLst/>
              <a:gdLst>
                <a:gd name="T0" fmla="*/ 0 w 197"/>
                <a:gd name="T1" fmla="*/ 338 h 338"/>
                <a:gd name="T2" fmla="*/ 196 w 197"/>
                <a:gd name="T3" fmla="*/ 0 h 338"/>
                <a:gd name="T4" fmla="*/ 197 w 197"/>
                <a:gd name="T5" fmla="*/ 0 h 3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7" h="338">
                  <a:moveTo>
                    <a:pt x="0" y="338"/>
                  </a:moveTo>
                  <a:lnTo>
                    <a:pt x="196" y="0"/>
                  </a:lnTo>
                  <a:lnTo>
                    <a:pt x="197" y="0"/>
                  </a:lnTo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662" name="Freeform 214">
              <a:extLst>
                <a:ext uri="{FF2B5EF4-FFF2-40B4-BE49-F238E27FC236}">
                  <a16:creationId xmlns:a16="http://schemas.microsoft.com/office/drawing/2014/main" id="{A2D6C36D-6753-43AD-8ABD-DA16DE58F07C}"/>
                </a:ext>
              </a:extLst>
            </p:cNvPr>
            <p:cNvSpPr>
              <a:spLocks/>
            </p:cNvSpPr>
            <p:nvPr/>
          </p:nvSpPr>
          <p:spPr bwMode="auto">
            <a:xfrm>
              <a:off x="1138" y="1861"/>
              <a:ext cx="184" cy="319"/>
            </a:xfrm>
            <a:custGeom>
              <a:avLst/>
              <a:gdLst>
                <a:gd name="T0" fmla="*/ 0 w 553"/>
                <a:gd name="T1" fmla="*/ 956 h 956"/>
                <a:gd name="T2" fmla="*/ 552 w 553"/>
                <a:gd name="T3" fmla="*/ 0 h 956"/>
                <a:gd name="T4" fmla="*/ 553 w 553"/>
                <a:gd name="T5" fmla="*/ 0 h 9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53" h="956">
                  <a:moveTo>
                    <a:pt x="0" y="956"/>
                  </a:moveTo>
                  <a:lnTo>
                    <a:pt x="552" y="0"/>
                  </a:lnTo>
                  <a:lnTo>
                    <a:pt x="553" y="0"/>
                  </a:lnTo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04663" name="Group 215">
            <a:extLst>
              <a:ext uri="{FF2B5EF4-FFF2-40B4-BE49-F238E27FC236}">
                <a16:creationId xmlns:a16="http://schemas.microsoft.com/office/drawing/2014/main" id="{828DAD34-6094-4C52-AB70-5FDF29194CAA}"/>
              </a:ext>
            </a:extLst>
          </p:cNvPr>
          <p:cNvGrpSpPr>
            <a:grpSpLocks/>
          </p:cNvGrpSpPr>
          <p:nvPr/>
        </p:nvGrpSpPr>
        <p:grpSpPr bwMode="auto">
          <a:xfrm>
            <a:off x="906463" y="2035175"/>
            <a:ext cx="1778000" cy="1958975"/>
            <a:chOff x="571" y="1282"/>
            <a:chExt cx="1120" cy="1234"/>
          </a:xfrm>
        </p:grpSpPr>
        <p:sp>
          <p:nvSpPr>
            <p:cNvPr id="104664" name="Freeform 216">
              <a:extLst>
                <a:ext uri="{FF2B5EF4-FFF2-40B4-BE49-F238E27FC236}">
                  <a16:creationId xmlns:a16="http://schemas.microsoft.com/office/drawing/2014/main" id="{AAABA97B-FCF5-4E26-B59F-418371E2641E}"/>
                </a:ext>
              </a:extLst>
            </p:cNvPr>
            <p:cNvSpPr>
              <a:spLocks/>
            </p:cNvSpPr>
            <p:nvPr/>
          </p:nvSpPr>
          <p:spPr bwMode="auto">
            <a:xfrm>
              <a:off x="774" y="2103"/>
              <a:ext cx="1" cy="288"/>
            </a:xfrm>
            <a:custGeom>
              <a:avLst/>
              <a:gdLst>
                <a:gd name="T0" fmla="*/ 0 w 1"/>
                <a:gd name="T1" fmla="*/ 0 h 862"/>
                <a:gd name="T2" fmla="*/ 0 w 1"/>
                <a:gd name="T3" fmla="*/ 862 h 862"/>
                <a:gd name="T4" fmla="*/ 1 w 1"/>
                <a:gd name="T5" fmla="*/ 862 h 8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862">
                  <a:moveTo>
                    <a:pt x="0" y="0"/>
                  </a:moveTo>
                  <a:lnTo>
                    <a:pt x="0" y="862"/>
                  </a:lnTo>
                  <a:lnTo>
                    <a:pt x="1" y="862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665" name="Freeform 217">
              <a:extLst>
                <a:ext uri="{FF2B5EF4-FFF2-40B4-BE49-F238E27FC236}">
                  <a16:creationId xmlns:a16="http://schemas.microsoft.com/office/drawing/2014/main" id="{906C7003-C89E-41D1-B980-A73C20999D66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4" y="2081"/>
              <a:ext cx="1" cy="171"/>
            </a:xfrm>
            <a:custGeom>
              <a:avLst/>
              <a:gdLst>
                <a:gd name="T0" fmla="*/ 0 w 1"/>
                <a:gd name="T1" fmla="*/ 0 h 513"/>
                <a:gd name="T2" fmla="*/ 0 w 1"/>
                <a:gd name="T3" fmla="*/ 513 h 513"/>
                <a:gd name="T4" fmla="*/ 1 w 1"/>
                <a:gd name="T5" fmla="*/ 513 h 5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513">
                  <a:moveTo>
                    <a:pt x="0" y="0"/>
                  </a:moveTo>
                  <a:lnTo>
                    <a:pt x="0" y="513"/>
                  </a:lnTo>
                  <a:lnTo>
                    <a:pt x="1" y="513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666" name="Line 218">
              <a:extLst>
                <a:ext uri="{FF2B5EF4-FFF2-40B4-BE49-F238E27FC236}">
                  <a16:creationId xmlns:a16="http://schemas.microsoft.com/office/drawing/2014/main" id="{F883021A-4D69-48D6-8CBB-D2577FB2236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09" y="1322"/>
              <a:ext cx="0" cy="11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4667" name="Line 219">
              <a:extLst>
                <a:ext uri="{FF2B5EF4-FFF2-40B4-BE49-F238E27FC236}">
                  <a16:creationId xmlns:a16="http://schemas.microsoft.com/office/drawing/2014/main" id="{77DCD378-16F2-4800-8E56-25E8E4E223E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61" y="1526"/>
              <a:ext cx="0" cy="10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4668" name="Freeform 220">
              <a:extLst>
                <a:ext uri="{FF2B5EF4-FFF2-40B4-BE49-F238E27FC236}">
                  <a16:creationId xmlns:a16="http://schemas.microsoft.com/office/drawing/2014/main" id="{53540186-54EF-4076-BA82-24269AD62CAF}"/>
                </a:ext>
              </a:extLst>
            </p:cNvPr>
            <p:cNvSpPr>
              <a:spLocks/>
            </p:cNvSpPr>
            <p:nvPr/>
          </p:nvSpPr>
          <p:spPr bwMode="auto">
            <a:xfrm>
              <a:off x="572" y="1861"/>
              <a:ext cx="1118" cy="647"/>
            </a:xfrm>
            <a:custGeom>
              <a:avLst/>
              <a:gdLst>
                <a:gd name="T0" fmla="*/ 3354 w 3354"/>
                <a:gd name="T1" fmla="*/ 0 h 1939"/>
                <a:gd name="T2" fmla="*/ 0 w 3354"/>
                <a:gd name="T3" fmla="*/ 1939 h 1939"/>
                <a:gd name="T4" fmla="*/ 1 w 3354"/>
                <a:gd name="T5" fmla="*/ 1939 h 19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354" h="1939">
                  <a:moveTo>
                    <a:pt x="3354" y="0"/>
                  </a:moveTo>
                  <a:lnTo>
                    <a:pt x="0" y="1939"/>
                  </a:lnTo>
                  <a:lnTo>
                    <a:pt x="1" y="1939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669" name="Freeform 221">
              <a:extLst>
                <a:ext uri="{FF2B5EF4-FFF2-40B4-BE49-F238E27FC236}">
                  <a16:creationId xmlns:a16="http://schemas.microsoft.com/office/drawing/2014/main" id="{18CC2CFA-A0E7-4F97-ADDD-2F369CFAEBE6}"/>
                </a:ext>
              </a:extLst>
            </p:cNvPr>
            <p:cNvSpPr>
              <a:spLocks/>
            </p:cNvSpPr>
            <p:nvPr/>
          </p:nvSpPr>
          <p:spPr bwMode="auto">
            <a:xfrm>
              <a:off x="572" y="1867"/>
              <a:ext cx="612" cy="353"/>
            </a:xfrm>
            <a:custGeom>
              <a:avLst/>
              <a:gdLst>
                <a:gd name="T0" fmla="*/ 1837 w 1837"/>
                <a:gd name="T1" fmla="*/ 0 h 1061"/>
                <a:gd name="T2" fmla="*/ 0 w 1837"/>
                <a:gd name="T3" fmla="*/ 1061 h 1061"/>
                <a:gd name="T4" fmla="*/ 1 w 1837"/>
                <a:gd name="T5" fmla="*/ 1061 h 10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837" h="1061">
                  <a:moveTo>
                    <a:pt x="1837" y="0"/>
                  </a:moveTo>
                  <a:lnTo>
                    <a:pt x="0" y="1061"/>
                  </a:lnTo>
                  <a:lnTo>
                    <a:pt x="1" y="1061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670" name="Freeform 222">
              <a:extLst>
                <a:ext uri="{FF2B5EF4-FFF2-40B4-BE49-F238E27FC236}">
                  <a16:creationId xmlns:a16="http://schemas.microsoft.com/office/drawing/2014/main" id="{AC087B7F-B33A-4E60-9A30-9830E1D7B6D6}"/>
                </a:ext>
              </a:extLst>
            </p:cNvPr>
            <p:cNvSpPr>
              <a:spLocks/>
            </p:cNvSpPr>
            <p:nvPr/>
          </p:nvSpPr>
          <p:spPr bwMode="auto">
            <a:xfrm>
              <a:off x="1184" y="1282"/>
              <a:ext cx="506" cy="292"/>
            </a:xfrm>
            <a:custGeom>
              <a:avLst/>
              <a:gdLst>
                <a:gd name="T0" fmla="*/ 1517 w 1517"/>
                <a:gd name="T1" fmla="*/ 0 h 877"/>
                <a:gd name="T2" fmla="*/ 0 w 1517"/>
                <a:gd name="T3" fmla="*/ 877 h 877"/>
                <a:gd name="T4" fmla="*/ 1 w 1517"/>
                <a:gd name="T5" fmla="*/ 877 h 8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17" h="877">
                  <a:moveTo>
                    <a:pt x="1517" y="0"/>
                  </a:moveTo>
                  <a:lnTo>
                    <a:pt x="0" y="877"/>
                  </a:lnTo>
                  <a:lnTo>
                    <a:pt x="1" y="877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671" name="Freeform 223">
              <a:extLst>
                <a:ext uri="{FF2B5EF4-FFF2-40B4-BE49-F238E27FC236}">
                  <a16:creationId xmlns:a16="http://schemas.microsoft.com/office/drawing/2014/main" id="{247DED69-DFE9-4861-A00E-74986F418593}"/>
                </a:ext>
              </a:extLst>
            </p:cNvPr>
            <p:cNvSpPr>
              <a:spLocks/>
            </p:cNvSpPr>
            <p:nvPr/>
          </p:nvSpPr>
          <p:spPr bwMode="auto">
            <a:xfrm>
              <a:off x="1690" y="1282"/>
              <a:ext cx="1" cy="579"/>
            </a:xfrm>
            <a:custGeom>
              <a:avLst/>
              <a:gdLst>
                <a:gd name="T0" fmla="*/ 0 w 1"/>
                <a:gd name="T1" fmla="*/ 1738 h 1738"/>
                <a:gd name="T2" fmla="*/ 0 w 1"/>
                <a:gd name="T3" fmla="*/ 0 h 1738"/>
                <a:gd name="T4" fmla="*/ 1 w 1"/>
                <a:gd name="T5" fmla="*/ 0 h 17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1738">
                  <a:moveTo>
                    <a:pt x="0" y="1738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672" name="Freeform 224">
              <a:extLst>
                <a:ext uri="{FF2B5EF4-FFF2-40B4-BE49-F238E27FC236}">
                  <a16:creationId xmlns:a16="http://schemas.microsoft.com/office/drawing/2014/main" id="{0A14998E-50C5-4363-AD76-E2893B7CF1B5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2" y="1937"/>
              <a:ext cx="1" cy="117"/>
            </a:xfrm>
            <a:custGeom>
              <a:avLst/>
              <a:gdLst>
                <a:gd name="T0" fmla="*/ 0 w 1"/>
                <a:gd name="T1" fmla="*/ 0 h 350"/>
                <a:gd name="T2" fmla="*/ 0 w 1"/>
                <a:gd name="T3" fmla="*/ 350 h 350"/>
                <a:gd name="T4" fmla="*/ 1 w 1"/>
                <a:gd name="T5" fmla="*/ 350 h 3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350">
                  <a:moveTo>
                    <a:pt x="0" y="0"/>
                  </a:moveTo>
                  <a:lnTo>
                    <a:pt x="0" y="350"/>
                  </a:lnTo>
                  <a:lnTo>
                    <a:pt x="1" y="35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673" name="Freeform 225">
              <a:extLst>
                <a:ext uri="{FF2B5EF4-FFF2-40B4-BE49-F238E27FC236}">
                  <a16:creationId xmlns:a16="http://schemas.microsoft.com/office/drawing/2014/main" id="{1326B7EF-5A5F-4678-88A8-1A1FCFB5EB91}"/>
                </a:ext>
              </a:extLst>
            </p:cNvPr>
            <p:cNvSpPr>
              <a:spLocks/>
            </p:cNvSpPr>
            <p:nvPr/>
          </p:nvSpPr>
          <p:spPr bwMode="auto">
            <a:xfrm>
              <a:off x="961" y="1954"/>
              <a:ext cx="1" cy="412"/>
            </a:xfrm>
            <a:custGeom>
              <a:avLst/>
              <a:gdLst>
                <a:gd name="T0" fmla="*/ 0 w 1"/>
                <a:gd name="T1" fmla="*/ 0 h 1238"/>
                <a:gd name="T2" fmla="*/ 0 w 1"/>
                <a:gd name="T3" fmla="*/ 1238 h 1238"/>
                <a:gd name="T4" fmla="*/ 1 w 1"/>
                <a:gd name="T5" fmla="*/ 1238 h 1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1238">
                  <a:moveTo>
                    <a:pt x="0" y="0"/>
                  </a:moveTo>
                  <a:lnTo>
                    <a:pt x="0" y="1238"/>
                  </a:lnTo>
                  <a:lnTo>
                    <a:pt x="1" y="1238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lg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674" name="Freeform 226">
              <a:extLst>
                <a:ext uri="{FF2B5EF4-FFF2-40B4-BE49-F238E27FC236}">
                  <a16:creationId xmlns:a16="http://schemas.microsoft.com/office/drawing/2014/main" id="{74E60B3C-3491-4390-958A-9B235103E659}"/>
                </a:ext>
              </a:extLst>
            </p:cNvPr>
            <p:cNvSpPr>
              <a:spLocks/>
            </p:cNvSpPr>
            <p:nvPr/>
          </p:nvSpPr>
          <p:spPr bwMode="auto">
            <a:xfrm>
              <a:off x="860" y="2054"/>
              <a:ext cx="1" cy="114"/>
            </a:xfrm>
            <a:custGeom>
              <a:avLst/>
              <a:gdLst>
                <a:gd name="T0" fmla="*/ 0 w 1"/>
                <a:gd name="T1" fmla="*/ 0 h 342"/>
                <a:gd name="T2" fmla="*/ 0 w 1"/>
                <a:gd name="T3" fmla="*/ 342 h 342"/>
                <a:gd name="T4" fmla="*/ 1 w 1"/>
                <a:gd name="T5" fmla="*/ 342 h 3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342">
                  <a:moveTo>
                    <a:pt x="0" y="0"/>
                  </a:moveTo>
                  <a:lnTo>
                    <a:pt x="0" y="342"/>
                  </a:lnTo>
                  <a:lnTo>
                    <a:pt x="1" y="342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675" name="Freeform 227">
              <a:extLst>
                <a:ext uri="{FF2B5EF4-FFF2-40B4-BE49-F238E27FC236}">
                  <a16:creationId xmlns:a16="http://schemas.microsoft.com/office/drawing/2014/main" id="{2C56F785-72E4-48A8-AA0F-1FEFBACB2D60}"/>
                </a:ext>
              </a:extLst>
            </p:cNvPr>
            <p:cNvSpPr>
              <a:spLocks/>
            </p:cNvSpPr>
            <p:nvPr/>
          </p:nvSpPr>
          <p:spPr bwMode="auto">
            <a:xfrm>
              <a:off x="860" y="2054"/>
              <a:ext cx="203" cy="114"/>
            </a:xfrm>
            <a:custGeom>
              <a:avLst/>
              <a:gdLst>
                <a:gd name="T0" fmla="*/ 0 w 608"/>
                <a:gd name="T1" fmla="*/ 342 h 342"/>
                <a:gd name="T2" fmla="*/ 607 w 608"/>
                <a:gd name="T3" fmla="*/ 0 h 342"/>
                <a:gd name="T4" fmla="*/ 608 w 608"/>
                <a:gd name="T5" fmla="*/ 0 h 3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08" h="342">
                  <a:moveTo>
                    <a:pt x="0" y="342"/>
                  </a:moveTo>
                  <a:lnTo>
                    <a:pt x="607" y="0"/>
                  </a:lnTo>
                  <a:lnTo>
                    <a:pt x="608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676" name="Freeform 228">
              <a:extLst>
                <a:ext uri="{FF2B5EF4-FFF2-40B4-BE49-F238E27FC236}">
                  <a16:creationId xmlns:a16="http://schemas.microsoft.com/office/drawing/2014/main" id="{95CB3943-922C-4C60-B9C7-05246FB14C33}"/>
                </a:ext>
              </a:extLst>
            </p:cNvPr>
            <p:cNvSpPr>
              <a:spLocks/>
            </p:cNvSpPr>
            <p:nvPr/>
          </p:nvSpPr>
          <p:spPr bwMode="auto">
            <a:xfrm>
              <a:off x="909" y="2140"/>
              <a:ext cx="1" cy="173"/>
            </a:xfrm>
            <a:custGeom>
              <a:avLst/>
              <a:gdLst>
                <a:gd name="T0" fmla="*/ 0 w 1"/>
                <a:gd name="T1" fmla="*/ 0 h 517"/>
                <a:gd name="T2" fmla="*/ 0 w 1"/>
                <a:gd name="T3" fmla="*/ 517 h 517"/>
                <a:gd name="T4" fmla="*/ 1 w 1"/>
                <a:gd name="T5" fmla="*/ 517 h 5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517">
                  <a:moveTo>
                    <a:pt x="0" y="0"/>
                  </a:moveTo>
                  <a:lnTo>
                    <a:pt x="0" y="517"/>
                  </a:lnTo>
                  <a:lnTo>
                    <a:pt x="1" y="517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677" name="Freeform 229">
              <a:extLst>
                <a:ext uri="{FF2B5EF4-FFF2-40B4-BE49-F238E27FC236}">
                  <a16:creationId xmlns:a16="http://schemas.microsoft.com/office/drawing/2014/main" id="{BE84F71A-4E1A-4E05-B1CB-6B16E8F899D9}"/>
                </a:ext>
              </a:extLst>
            </p:cNvPr>
            <p:cNvSpPr>
              <a:spLocks/>
            </p:cNvSpPr>
            <p:nvPr/>
          </p:nvSpPr>
          <p:spPr bwMode="auto">
            <a:xfrm>
              <a:off x="1184" y="1574"/>
              <a:ext cx="1" cy="293"/>
            </a:xfrm>
            <a:custGeom>
              <a:avLst/>
              <a:gdLst>
                <a:gd name="T0" fmla="*/ 0 w 1"/>
                <a:gd name="T1" fmla="*/ 0 h 877"/>
                <a:gd name="T2" fmla="*/ 0 w 1"/>
                <a:gd name="T3" fmla="*/ 877 h 877"/>
                <a:gd name="T4" fmla="*/ 1 w 1"/>
                <a:gd name="T5" fmla="*/ 877 h 8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877">
                  <a:moveTo>
                    <a:pt x="0" y="0"/>
                  </a:moveTo>
                  <a:lnTo>
                    <a:pt x="0" y="877"/>
                  </a:lnTo>
                  <a:lnTo>
                    <a:pt x="1" y="877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678" name="Freeform 230">
              <a:extLst>
                <a:ext uri="{FF2B5EF4-FFF2-40B4-BE49-F238E27FC236}">
                  <a16:creationId xmlns:a16="http://schemas.microsoft.com/office/drawing/2014/main" id="{4D8BE095-E2E7-48F8-B232-CE148269E27E}"/>
                </a:ext>
              </a:extLst>
            </p:cNvPr>
            <p:cNvSpPr>
              <a:spLocks/>
            </p:cNvSpPr>
            <p:nvPr/>
          </p:nvSpPr>
          <p:spPr bwMode="auto">
            <a:xfrm>
              <a:off x="1260" y="1428"/>
              <a:ext cx="354" cy="204"/>
            </a:xfrm>
            <a:custGeom>
              <a:avLst/>
              <a:gdLst>
                <a:gd name="T0" fmla="*/ 1062 w 1062"/>
                <a:gd name="T1" fmla="*/ 0 h 613"/>
                <a:gd name="T2" fmla="*/ 0 w 1062"/>
                <a:gd name="T3" fmla="*/ 613 h 613"/>
                <a:gd name="T4" fmla="*/ 1 w 1062"/>
                <a:gd name="T5" fmla="*/ 613 h 6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062" h="613">
                  <a:moveTo>
                    <a:pt x="1062" y="0"/>
                  </a:moveTo>
                  <a:lnTo>
                    <a:pt x="0" y="613"/>
                  </a:lnTo>
                  <a:lnTo>
                    <a:pt x="1" y="613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679" name="Freeform 231">
              <a:extLst>
                <a:ext uri="{FF2B5EF4-FFF2-40B4-BE49-F238E27FC236}">
                  <a16:creationId xmlns:a16="http://schemas.microsoft.com/office/drawing/2014/main" id="{7A7C1C16-BAC1-4306-8238-8E9949DEA50D}"/>
                </a:ext>
              </a:extLst>
            </p:cNvPr>
            <p:cNvSpPr>
              <a:spLocks/>
            </p:cNvSpPr>
            <p:nvPr/>
          </p:nvSpPr>
          <p:spPr bwMode="auto">
            <a:xfrm>
              <a:off x="1184" y="1567"/>
              <a:ext cx="13" cy="22"/>
            </a:xfrm>
            <a:custGeom>
              <a:avLst/>
              <a:gdLst>
                <a:gd name="T0" fmla="*/ 0 w 39"/>
                <a:gd name="T1" fmla="*/ 68 h 68"/>
                <a:gd name="T2" fmla="*/ 38 w 39"/>
                <a:gd name="T3" fmla="*/ 0 h 68"/>
                <a:gd name="T4" fmla="*/ 39 w 39"/>
                <a:gd name="T5" fmla="*/ 0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68">
                  <a:moveTo>
                    <a:pt x="0" y="68"/>
                  </a:moveTo>
                  <a:lnTo>
                    <a:pt x="38" y="0"/>
                  </a:lnTo>
                  <a:lnTo>
                    <a:pt x="39" y="0"/>
                  </a:lnTo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04680" name="Group 232">
              <a:extLst>
                <a:ext uri="{FF2B5EF4-FFF2-40B4-BE49-F238E27FC236}">
                  <a16:creationId xmlns:a16="http://schemas.microsoft.com/office/drawing/2014/main" id="{3807811B-573E-4AD8-9A36-6EECB60A231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89" y="2109"/>
              <a:ext cx="1" cy="402"/>
              <a:chOff x="1498" y="1927"/>
              <a:chExt cx="1" cy="402"/>
            </a:xfrm>
          </p:grpSpPr>
          <p:sp>
            <p:nvSpPr>
              <p:cNvPr id="104681" name="Freeform 233">
                <a:extLst>
                  <a:ext uri="{FF2B5EF4-FFF2-40B4-BE49-F238E27FC236}">
                    <a16:creationId xmlns:a16="http://schemas.microsoft.com/office/drawing/2014/main" id="{41EAD162-79DB-47AE-9C04-7D3086C758F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98" y="1927"/>
                <a:ext cx="1" cy="158"/>
              </a:xfrm>
              <a:custGeom>
                <a:avLst/>
                <a:gdLst>
                  <a:gd name="T0" fmla="*/ 0 w 1"/>
                  <a:gd name="T1" fmla="*/ 0 h 475"/>
                  <a:gd name="T2" fmla="*/ 0 w 1"/>
                  <a:gd name="T3" fmla="*/ 475 h 475"/>
                  <a:gd name="T4" fmla="*/ 1 w 1"/>
                  <a:gd name="T5" fmla="*/ 475 h 4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475">
                    <a:moveTo>
                      <a:pt x="0" y="0"/>
                    </a:moveTo>
                    <a:lnTo>
                      <a:pt x="0" y="475"/>
                    </a:lnTo>
                    <a:lnTo>
                      <a:pt x="1" y="475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4682" name="Freeform 234">
                <a:extLst>
                  <a:ext uri="{FF2B5EF4-FFF2-40B4-BE49-F238E27FC236}">
                    <a16:creationId xmlns:a16="http://schemas.microsoft.com/office/drawing/2014/main" id="{76B5E9A0-8B22-4AA4-91D7-4755C453B6F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98" y="2176"/>
                <a:ext cx="1" cy="153"/>
              </a:xfrm>
              <a:custGeom>
                <a:avLst/>
                <a:gdLst>
                  <a:gd name="T0" fmla="*/ 0 w 1"/>
                  <a:gd name="T1" fmla="*/ 0 h 459"/>
                  <a:gd name="T2" fmla="*/ 0 w 1"/>
                  <a:gd name="T3" fmla="*/ 459 h 459"/>
                  <a:gd name="T4" fmla="*/ 1 w 1"/>
                  <a:gd name="T5" fmla="*/ 459 h 4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459">
                    <a:moveTo>
                      <a:pt x="0" y="0"/>
                    </a:moveTo>
                    <a:lnTo>
                      <a:pt x="0" y="459"/>
                    </a:lnTo>
                    <a:lnTo>
                      <a:pt x="1" y="459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4683" name="Freeform 235">
                <a:extLst>
                  <a:ext uri="{FF2B5EF4-FFF2-40B4-BE49-F238E27FC236}">
                    <a16:creationId xmlns:a16="http://schemas.microsoft.com/office/drawing/2014/main" id="{91292C3E-A860-4AAD-9C11-255C65D3665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98" y="2123"/>
                <a:ext cx="1" cy="15"/>
              </a:xfrm>
              <a:custGeom>
                <a:avLst/>
                <a:gdLst>
                  <a:gd name="T0" fmla="*/ 0 w 1"/>
                  <a:gd name="T1" fmla="*/ 0 h 43"/>
                  <a:gd name="T2" fmla="*/ 0 w 1"/>
                  <a:gd name="T3" fmla="*/ 43 h 43"/>
                  <a:gd name="T4" fmla="*/ 1 w 1"/>
                  <a:gd name="T5" fmla="*/ 43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43">
                    <a:moveTo>
                      <a:pt x="0" y="0"/>
                    </a:moveTo>
                    <a:lnTo>
                      <a:pt x="0" y="43"/>
                    </a:lnTo>
                    <a:lnTo>
                      <a:pt x="1" y="43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04684" name="Group 236">
              <a:extLst>
                <a:ext uri="{FF2B5EF4-FFF2-40B4-BE49-F238E27FC236}">
                  <a16:creationId xmlns:a16="http://schemas.microsoft.com/office/drawing/2014/main" id="{1BBBF109-D6AF-4E40-B5A4-DF4FD2DBC9B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37" y="1381"/>
              <a:ext cx="1" cy="694"/>
              <a:chOff x="2246" y="1199"/>
              <a:chExt cx="1" cy="694"/>
            </a:xfrm>
          </p:grpSpPr>
          <p:sp>
            <p:nvSpPr>
              <p:cNvPr id="104685" name="Freeform 237">
                <a:extLst>
                  <a:ext uri="{FF2B5EF4-FFF2-40B4-BE49-F238E27FC236}">
                    <a16:creationId xmlns:a16="http://schemas.microsoft.com/office/drawing/2014/main" id="{5EFEB817-0D2A-4286-9FBF-00A7F9CE3CD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46" y="1627"/>
                <a:ext cx="1" cy="266"/>
              </a:xfrm>
              <a:custGeom>
                <a:avLst/>
                <a:gdLst>
                  <a:gd name="T0" fmla="*/ 0 w 1"/>
                  <a:gd name="T1" fmla="*/ 799 h 799"/>
                  <a:gd name="T2" fmla="*/ 0 w 1"/>
                  <a:gd name="T3" fmla="*/ 0 h 799"/>
                  <a:gd name="T4" fmla="*/ 1 w 1"/>
                  <a:gd name="T5" fmla="*/ 0 h 7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799">
                    <a:moveTo>
                      <a:pt x="0" y="799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4686" name="Freeform 238">
                <a:extLst>
                  <a:ext uri="{FF2B5EF4-FFF2-40B4-BE49-F238E27FC236}">
                    <a16:creationId xmlns:a16="http://schemas.microsoft.com/office/drawing/2014/main" id="{C4FF1FDC-C176-44C0-9D12-550570203F0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46" y="1565"/>
                <a:ext cx="1" cy="19"/>
              </a:xfrm>
              <a:custGeom>
                <a:avLst/>
                <a:gdLst>
                  <a:gd name="T0" fmla="*/ 0 w 1"/>
                  <a:gd name="T1" fmla="*/ 57 h 57"/>
                  <a:gd name="T2" fmla="*/ 0 w 1"/>
                  <a:gd name="T3" fmla="*/ 0 h 57"/>
                  <a:gd name="T4" fmla="*/ 1 w 1"/>
                  <a:gd name="T5" fmla="*/ 0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57">
                    <a:moveTo>
                      <a:pt x="0" y="57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4687" name="Freeform 239">
                <a:extLst>
                  <a:ext uri="{FF2B5EF4-FFF2-40B4-BE49-F238E27FC236}">
                    <a16:creationId xmlns:a16="http://schemas.microsoft.com/office/drawing/2014/main" id="{321FBA82-D149-4350-9E3F-BAB85F08103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46" y="1199"/>
                <a:ext cx="1" cy="332"/>
              </a:xfrm>
              <a:custGeom>
                <a:avLst/>
                <a:gdLst>
                  <a:gd name="T0" fmla="*/ 0 w 1"/>
                  <a:gd name="T1" fmla="*/ 997 h 997"/>
                  <a:gd name="T2" fmla="*/ 0 w 1"/>
                  <a:gd name="T3" fmla="*/ 0 h 997"/>
                  <a:gd name="T4" fmla="*/ 1 w 1"/>
                  <a:gd name="T5" fmla="*/ 0 h 9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997">
                    <a:moveTo>
                      <a:pt x="0" y="997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04688" name="Line 240">
              <a:extLst>
                <a:ext uri="{FF2B5EF4-FFF2-40B4-BE49-F238E27FC236}">
                  <a16:creationId xmlns:a16="http://schemas.microsoft.com/office/drawing/2014/main" id="{A09ACDAD-D8D3-4AB2-A38E-CF0856EE6CB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321" y="1598"/>
              <a:ext cx="0" cy="47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4689" name="Line 241">
              <a:extLst>
                <a:ext uri="{FF2B5EF4-FFF2-40B4-BE49-F238E27FC236}">
                  <a16:creationId xmlns:a16="http://schemas.microsoft.com/office/drawing/2014/main" id="{B8BE41FC-7D30-4461-A718-B4D82E594C7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549" y="1460"/>
              <a:ext cx="0" cy="48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4690" name="Line 242">
              <a:extLst>
                <a:ext uri="{FF2B5EF4-FFF2-40B4-BE49-F238E27FC236}">
                  <a16:creationId xmlns:a16="http://schemas.microsoft.com/office/drawing/2014/main" id="{6687BB83-29E4-44A8-8FCC-D82E8E09F06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85" y="1442"/>
              <a:ext cx="0" cy="47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4691" name="Line 243">
              <a:extLst>
                <a:ext uri="{FF2B5EF4-FFF2-40B4-BE49-F238E27FC236}">
                  <a16:creationId xmlns:a16="http://schemas.microsoft.com/office/drawing/2014/main" id="{714A1146-7E2F-40F0-87B9-15BE1FAB274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71" y="2216"/>
              <a:ext cx="0" cy="3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 spd="slow">
    <p:cover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1044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10445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4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0449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4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45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0464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4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046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046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2" dur="500"/>
                                        <p:tgtEl>
                                          <p:spTgt spid="1044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495" grpId="0" autoUpdateAnimBg="0"/>
      <p:bldP spid="104496" grpId="0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5474" name="Group 2">
            <a:extLst>
              <a:ext uri="{FF2B5EF4-FFF2-40B4-BE49-F238E27FC236}">
                <a16:creationId xmlns:a16="http://schemas.microsoft.com/office/drawing/2014/main" id="{4C1775C1-4240-45D9-97B6-41DCA41E3650}"/>
              </a:ext>
            </a:extLst>
          </p:cNvPr>
          <p:cNvGrpSpPr>
            <a:grpSpLocks/>
          </p:cNvGrpSpPr>
          <p:nvPr/>
        </p:nvGrpSpPr>
        <p:grpSpPr bwMode="auto">
          <a:xfrm>
            <a:off x="1514475" y="965200"/>
            <a:ext cx="2976563" cy="1635125"/>
            <a:chOff x="767" y="608"/>
            <a:chExt cx="1875" cy="1030"/>
          </a:xfrm>
        </p:grpSpPr>
        <p:sp>
          <p:nvSpPr>
            <p:cNvPr id="105475" name="Line 3">
              <a:extLst>
                <a:ext uri="{FF2B5EF4-FFF2-40B4-BE49-F238E27FC236}">
                  <a16:creationId xmlns:a16="http://schemas.microsoft.com/office/drawing/2014/main" id="{954553B5-AA15-43D1-896D-468D6C961F9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09" y="726"/>
              <a:ext cx="0" cy="14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5476" name="Freeform 4">
              <a:extLst>
                <a:ext uri="{FF2B5EF4-FFF2-40B4-BE49-F238E27FC236}">
                  <a16:creationId xmlns:a16="http://schemas.microsoft.com/office/drawing/2014/main" id="{F32D57AC-94E6-4A00-A85C-56E5E89E2127}"/>
                </a:ext>
              </a:extLst>
            </p:cNvPr>
            <p:cNvSpPr>
              <a:spLocks/>
            </p:cNvSpPr>
            <p:nvPr/>
          </p:nvSpPr>
          <p:spPr bwMode="auto">
            <a:xfrm>
              <a:off x="2446" y="871"/>
              <a:ext cx="1" cy="631"/>
            </a:xfrm>
            <a:custGeom>
              <a:avLst/>
              <a:gdLst>
                <a:gd name="T0" fmla="*/ 0 w 2"/>
                <a:gd name="T1" fmla="*/ 1818 h 1818"/>
                <a:gd name="T2" fmla="*/ 0 w 2"/>
                <a:gd name="T3" fmla="*/ 0 h 1818"/>
                <a:gd name="T4" fmla="*/ 2 w 2"/>
                <a:gd name="T5" fmla="*/ 0 h 18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1818">
                  <a:moveTo>
                    <a:pt x="0" y="1818"/>
                  </a:moveTo>
                  <a:lnTo>
                    <a:pt x="0" y="0"/>
                  </a:lnTo>
                  <a:lnTo>
                    <a:pt x="2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5477" name="Freeform 5">
              <a:extLst>
                <a:ext uri="{FF2B5EF4-FFF2-40B4-BE49-F238E27FC236}">
                  <a16:creationId xmlns:a16="http://schemas.microsoft.com/office/drawing/2014/main" id="{EE812300-BE1B-47D4-97AE-2C853D3CDB76}"/>
                </a:ext>
              </a:extLst>
            </p:cNvPr>
            <p:cNvSpPr>
              <a:spLocks/>
            </p:cNvSpPr>
            <p:nvPr/>
          </p:nvSpPr>
          <p:spPr bwMode="auto">
            <a:xfrm>
              <a:off x="1790" y="727"/>
              <a:ext cx="1" cy="528"/>
            </a:xfrm>
            <a:custGeom>
              <a:avLst/>
              <a:gdLst>
                <a:gd name="T0" fmla="*/ 0 w 1"/>
                <a:gd name="T1" fmla="*/ 1523 h 1523"/>
                <a:gd name="T2" fmla="*/ 0 w 1"/>
                <a:gd name="T3" fmla="*/ 0 h 1523"/>
                <a:gd name="T4" fmla="*/ 1 w 1"/>
                <a:gd name="T5" fmla="*/ 0 h 15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1523">
                  <a:moveTo>
                    <a:pt x="0" y="1523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5478" name="Freeform 6">
              <a:extLst>
                <a:ext uri="{FF2B5EF4-FFF2-40B4-BE49-F238E27FC236}">
                  <a16:creationId xmlns:a16="http://schemas.microsoft.com/office/drawing/2014/main" id="{F1397647-62C4-4CD1-AF6D-AB536915BEDD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1" y="727"/>
              <a:ext cx="1" cy="775"/>
            </a:xfrm>
            <a:custGeom>
              <a:avLst/>
              <a:gdLst>
                <a:gd name="T0" fmla="*/ 0 w 2"/>
                <a:gd name="T1" fmla="*/ 2235 h 2235"/>
                <a:gd name="T2" fmla="*/ 0 w 2"/>
                <a:gd name="T3" fmla="*/ 0 h 2235"/>
                <a:gd name="T4" fmla="*/ 2 w 2"/>
                <a:gd name="T5" fmla="*/ 0 h 22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2235">
                  <a:moveTo>
                    <a:pt x="0" y="2235"/>
                  </a:moveTo>
                  <a:lnTo>
                    <a:pt x="0" y="0"/>
                  </a:lnTo>
                  <a:lnTo>
                    <a:pt x="2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5479" name="Freeform 7">
              <a:extLst>
                <a:ext uri="{FF2B5EF4-FFF2-40B4-BE49-F238E27FC236}">
                  <a16:creationId xmlns:a16="http://schemas.microsoft.com/office/drawing/2014/main" id="{5575A403-EF61-4DB5-BF7B-F3EF1F49F6B6}"/>
                </a:ext>
              </a:extLst>
            </p:cNvPr>
            <p:cNvSpPr>
              <a:spLocks/>
            </p:cNvSpPr>
            <p:nvPr/>
          </p:nvSpPr>
          <p:spPr bwMode="auto">
            <a:xfrm>
              <a:off x="2522" y="727"/>
              <a:ext cx="1" cy="144"/>
            </a:xfrm>
            <a:custGeom>
              <a:avLst/>
              <a:gdLst>
                <a:gd name="T0" fmla="*/ 0 w 2"/>
                <a:gd name="T1" fmla="*/ 417 h 417"/>
                <a:gd name="T2" fmla="*/ 0 w 2"/>
                <a:gd name="T3" fmla="*/ 0 h 417"/>
                <a:gd name="T4" fmla="*/ 2 w 2"/>
                <a:gd name="T5" fmla="*/ 0 h 4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417">
                  <a:moveTo>
                    <a:pt x="0" y="417"/>
                  </a:moveTo>
                  <a:lnTo>
                    <a:pt x="0" y="0"/>
                  </a:lnTo>
                  <a:lnTo>
                    <a:pt x="2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5480" name="Freeform 8">
              <a:extLst>
                <a:ext uri="{FF2B5EF4-FFF2-40B4-BE49-F238E27FC236}">
                  <a16:creationId xmlns:a16="http://schemas.microsoft.com/office/drawing/2014/main" id="{A49D18FF-A868-4A4C-AD2E-362E63E22BB7}"/>
                </a:ext>
              </a:extLst>
            </p:cNvPr>
            <p:cNvSpPr>
              <a:spLocks/>
            </p:cNvSpPr>
            <p:nvPr/>
          </p:nvSpPr>
          <p:spPr bwMode="auto">
            <a:xfrm>
              <a:off x="2360" y="871"/>
              <a:ext cx="1" cy="631"/>
            </a:xfrm>
            <a:custGeom>
              <a:avLst/>
              <a:gdLst>
                <a:gd name="T0" fmla="*/ 0 w 1"/>
                <a:gd name="T1" fmla="*/ 1818 h 1818"/>
                <a:gd name="T2" fmla="*/ 0 w 1"/>
                <a:gd name="T3" fmla="*/ 0 h 1818"/>
                <a:gd name="T4" fmla="*/ 1 w 1"/>
                <a:gd name="T5" fmla="*/ 0 h 18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1818">
                  <a:moveTo>
                    <a:pt x="0" y="1818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5481" name="Freeform 9">
              <a:extLst>
                <a:ext uri="{FF2B5EF4-FFF2-40B4-BE49-F238E27FC236}">
                  <a16:creationId xmlns:a16="http://schemas.microsoft.com/office/drawing/2014/main" id="{96FE7230-AB34-44C7-B45C-FA8D5E056652}"/>
                </a:ext>
              </a:extLst>
            </p:cNvPr>
            <p:cNvSpPr>
              <a:spLocks/>
            </p:cNvSpPr>
            <p:nvPr/>
          </p:nvSpPr>
          <p:spPr bwMode="auto">
            <a:xfrm>
              <a:off x="2053" y="871"/>
              <a:ext cx="1" cy="631"/>
            </a:xfrm>
            <a:custGeom>
              <a:avLst/>
              <a:gdLst>
                <a:gd name="T0" fmla="*/ 0 w 1"/>
                <a:gd name="T1" fmla="*/ 1818 h 1818"/>
                <a:gd name="T2" fmla="*/ 0 w 1"/>
                <a:gd name="T3" fmla="*/ 0 h 1818"/>
                <a:gd name="T4" fmla="*/ 1 w 1"/>
                <a:gd name="T5" fmla="*/ 0 h 18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1818">
                  <a:moveTo>
                    <a:pt x="0" y="1818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5482" name="Freeform 10">
              <a:extLst>
                <a:ext uri="{FF2B5EF4-FFF2-40B4-BE49-F238E27FC236}">
                  <a16:creationId xmlns:a16="http://schemas.microsoft.com/office/drawing/2014/main" id="{E7E2621C-27DF-41DB-94B9-E6E8A4FCA7CE}"/>
                </a:ext>
              </a:extLst>
            </p:cNvPr>
            <p:cNvSpPr>
              <a:spLocks/>
            </p:cNvSpPr>
            <p:nvPr/>
          </p:nvSpPr>
          <p:spPr bwMode="auto">
            <a:xfrm>
              <a:off x="767" y="1502"/>
              <a:ext cx="1875" cy="1"/>
            </a:xfrm>
            <a:custGeom>
              <a:avLst/>
              <a:gdLst>
                <a:gd name="T0" fmla="*/ 0 w 5406"/>
                <a:gd name="T1" fmla="*/ 5404 w 5406"/>
                <a:gd name="T2" fmla="*/ 5406 w 540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5406">
                  <a:moveTo>
                    <a:pt x="0" y="0"/>
                  </a:moveTo>
                  <a:lnTo>
                    <a:pt x="5404" y="0"/>
                  </a:lnTo>
                  <a:lnTo>
                    <a:pt x="5406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5483" name="Freeform 11">
              <a:extLst>
                <a:ext uri="{FF2B5EF4-FFF2-40B4-BE49-F238E27FC236}">
                  <a16:creationId xmlns:a16="http://schemas.microsoft.com/office/drawing/2014/main" id="{7A052AB3-4DF4-4788-B296-556B891B57D7}"/>
                </a:ext>
              </a:extLst>
            </p:cNvPr>
            <p:cNvSpPr>
              <a:spLocks/>
            </p:cNvSpPr>
            <p:nvPr/>
          </p:nvSpPr>
          <p:spPr bwMode="auto">
            <a:xfrm>
              <a:off x="767" y="1255"/>
              <a:ext cx="1023" cy="1"/>
            </a:xfrm>
            <a:custGeom>
              <a:avLst/>
              <a:gdLst>
                <a:gd name="T0" fmla="*/ 0 w 2949"/>
                <a:gd name="T1" fmla="*/ 2948 w 2949"/>
                <a:gd name="T2" fmla="*/ 2949 w 2949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2949">
                  <a:moveTo>
                    <a:pt x="0" y="0"/>
                  </a:moveTo>
                  <a:lnTo>
                    <a:pt x="2948" y="0"/>
                  </a:lnTo>
                  <a:lnTo>
                    <a:pt x="2949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5484" name="Freeform 12">
              <a:extLst>
                <a:ext uri="{FF2B5EF4-FFF2-40B4-BE49-F238E27FC236}">
                  <a16:creationId xmlns:a16="http://schemas.microsoft.com/office/drawing/2014/main" id="{46EE2388-F66C-40FE-968B-4410F78C905E}"/>
                </a:ext>
              </a:extLst>
            </p:cNvPr>
            <p:cNvSpPr>
              <a:spLocks/>
            </p:cNvSpPr>
            <p:nvPr/>
          </p:nvSpPr>
          <p:spPr bwMode="auto">
            <a:xfrm>
              <a:off x="1192" y="1255"/>
              <a:ext cx="1" cy="247"/>
            </a:xfrm>
            <a:custGeom>
              <a:avLst/>
              <a:gdLst>
                <a:gd name="T0" fmla="*/ 0 w 2"/>
                <a:gd name="T1" fmla="*/ 712 h 712"/>
                <a:gd name="T2" fmla="*/ 0 w 2"/>
                <a:gd name="T3" fmla="*/ 0 h 712"/>
                <a:gd name="T4" fmla="*/ 2 w 2"/>
                <a:gd name="T5" fmla="*/ 0 h 7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712">
                  <a:moveTo>
                    <a:pt x="0" y="712"/>
                  </a:moveTo>
                  <a:lnTo>
                    <a:pt x="0" y="0"/>
                  </a:lnTo>
                  <a:lnTo>
                    <a:pt x="2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5485" name="Freeform 13">
              <a:extLst>
                <a:ext uri="{FF2B5EF4-FFF2-40B4-BE49-F238E27FC236}">
                  <a16:creationId xmlns:a16="http://schemas.microsoft.com/office/drawing/2014/main" id="{343732C1-D6B9-43FC-93A7-76333EA994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67" y="1255"/>
              <a:ext cx="1" cy="247"/>
            </a:xfrm>
            <a:custGeom>
              <a:avLst/>
              <a:gdLst>
                <a:gd name="T0" fmla="*/ 0 w 2"/>
                <a:gd name="T1" fmla="*/ 712 h 712"/>
                <a:gd name="T2" fmla="*/ 0 w 2"/>
                <a:gd name="T3" fmla="*/ 0 h 712"/>
                <a:gd name="T4" fmla="*/ 2 w 2"/>
                <a:gd name="T5" fmla="*/ 0 h 7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712">
                  <a:moveTo>
                    <a:pt x="0" y="712"/>
                  </a:moveTo>
                  <a:lnTo>
                    <a:pt x="0" y="0"/>
                  </a:lnTo>
                  <a:lnTo>
                    <a:pt x="2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05486" name="Group 14">
              <a:extLst>
                <a:ext uri="{FF2B5EF4-FFF2-40B4-BE49-F238E27FC236}">
                  <a16:creationId xmlns:a16="http://schemas.microsoft.com/office/drawing/2014/main" id="{FBDB41BA-11E0-4328-B0FA-8E7DF769135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31" y="1161"/>
              <a:ext cx="1" cy="468"/>
              <a:chOff x="2479" y="1715"/>
              <a:chExt cx="1" cy="468"/>
            </a:xfrm>
          </p:grpSpPr>
          <p:sp>
            <p:nvSpPr>
              <p:cNvPr id="105487" name="Freeform 15">
                <a:extLst>
                  <a:ext uri="{FF2B5EF4-FFF2-40B4-BE49-F238E27FC236}">
                    <a16:creationId xmlns:a16="http://schemas.microsoft.com/office/drawing/2014/main" id="{D7970D57-2645-4F61-885E-A2B387CF898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79" y="1715"/>
                <a:ext cx="1" cy="154"/>
              </a:xfrm>
              <a:custGeom>
                <a:avLst/>
                <a:gdLst>
                  <a:gd name="T0" fmla="*/ 0 w 2"/>
                  <a:gd name="T1" fmla="*/ 443 h 443"/>
                  <a:gd name="T2" fmla="*/ 0 w 2"/>
                  <a:gd name="T3" fmla="*/ 0 h 443"/>
                  <a:gd name="T4" fmla="*/ 2 w 2"/>
                  <a:gd name="T5" fmla="*/ 0 h 4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443">
                    <a:moveTo>
                      <a:pt x="0" y="443"/>
                    </a:moveTo>
                    <a:lnTo>
                      <a:pt x="0" y="0"/>
                    </a:lnTo>
                    <a:lnTo>
                      <a:pt x="2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5488" name="Freeform 16">
                <a:extLst>
                  <a:ext uri="{FF2B5EF4-FFF2-40B4-BE49-F238E27FC236}">
                    <a16:creationId xmlns:a16="http://schemas.microsoft.com/office/drawing/2014/main" id="{AED69738-6974-4776-961E-2ECD3516F0B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79" y="1988"/>
                <a:ext cx="1" cy="195"/>
              </a:xfrm>
              <a:custGeom>
                <a:avLst/>
                <a:gdLst>
                  <a:gd name="T0" fmla="*/ 0 w 2"/>
                  <a:gd name="T1" fmla="*/ 564 h 564"/>
                  <a:gd name="T2" fmla="*/ 0 w 2"/>
                  <a:gd name="T3" fmla="*/ 0 h 564"/>
                  <a:gd name="T4" fmla="*/ 2 w 2"/>
                  <a:gd name="T5" fmla="*/ 0 h 5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564">
                    <a:moveTo>
                      <a:pt x="0" y="564"/>
                    </a:moveTo>
                    <a:lnTo>
                      <a:pt x="0" y="0"/>
                    </a:lnTo>
                    <a:lnTo>
                      <a:pt x="2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5489" name="Freeform 17">
                <a:extLst>
                  <a:ext uri="{FF2B5EF4-FFF2-40B4-BE49-F238E27FC236}">
                    <a16:creationId xmlns:a16="http://schemas.microsoft.com/office/drawing/2014/main" id="{F027A914-400C-4B45-BEB5-32AE67076DD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79" y="1923"/>
                <a:ext cx="1" cy="19"/>
              </a:xfrm>
              <a:custGeom>
                <a:avLst/>
                <a:gdLst>
                  <a:gd name="T0" fmla="*/ 0 w 2"/>
                  <a:gd name="T1" fmla="*/ 54 h 54"/>
                  <a:gd name="T2" fmla="*/ 0 w 2"/>
                  <a:gd name="T3" fmla="*/ 0 h 54"/>
                  <a:gd name="T4" fmla="*/ 2 w 2"/>
                  <a:gd name="T5" fmla="*/ 0 h 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54">
                    <a:moveTo>
                      <a:pt x="0" y="54"/>
                    </a:moveTo>
                    <a:lnTo>
                      <a:pt x="0" y="0"/>
                    </a:lnTo>
                    <a:lnTo>
                      <a:pt x="2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05490" name="Freeform 18">
              <a:extLst>
                <a:ext uri="{FF2B5EF4-FFF2-40B4-BE49-F238E27FC236}">
                  <a16:creationId xmlns:a16="http://schemas.microsoft.com/office/drawing/2014/main" id="{DE6C909F-C6C3-47CC-878A-DBB8C1B3641C}"/>
                </a:ext>
              </a:extLst>
            </p:cNvPr>
            <p:cNvSpPr>
              <a:spLocks/>
            </p:cNvSpPr>
            <p:nvPr/>
          </p:nvSpPr>
          <p:spPr bwMode="auto">
            <a:xfrm>
              <a:off x="1355" y="1255"/>
              <a:ext cx="1" cy="111"/>
            </a:xfrm>
            <a:custGeom>
              <a:avLst/>
              <a:gdLst>
                <a:gd name="T0" fmla="*/ 0 w 2"/>
                <a:gd name="T1" fmla="*/ 319 h 319"/>
                <a:gd name="T2" fmla="*/ 0 w 2"/>
                <a:gd name="T3" fmla="*/ 0 h 319"/>
                <a:gd name="T4" fmla="*/ 2 w 2"/>
                <a:gd name="T5" fmla="*/ 0 h 3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319">
                  <a:moveTo>
                    <a:pt x="0" y="319"/>
                  </a:moveTo>
                  <a:lnTo>
                    <a:pt x="0" y="0"/>
                  </a:lnTo>
                  <a:lnTo>
                    <a:pt x="2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5491" name="Freeform 19">
              <a:extLst>
                <a:ext uri="{FF2B5EF4-FFF2-40B4-BE49-F238E27FC236}">
                  <a16:creationId xmlns:a16="http://schemas.microsoft.com/office/drawing/2014/main" id="{959E7B84-8B32-409B-BCC8-1771ED25BB12}"/>
                </a:ext>
              </a:extLst>
            </p:cNvPr>
            <p:cNvSpPr>
              <a:spLocks/>
            </p:cNvSpPr>
            <p:nvPr/>
          </p:nvSpPr>
          <p:spPr bwMode="auto">
            <a:xfrm>
              <a:off x="1517" y="1175"/>
              <a:ext cx="1" cy="463"/>
            </a:xfrm>
            <a:custGeom>
              <a:avLst/>
              <a:gdLst>
                <a:gd name="T0" fmla="*/ 0 w 1"/>
                <a:gd name="T1" fmla="*/ 1332 h 1332"/>
                <a:gd name="T2" fmla="*/ 0 w 1"/>
                <a:gd name="T3" fmla="*/ 0 h 1332"/>
                <a:gd name="T4" fmla="*/ 1 w 1"/>
                <a:gd name="T5" fmla="*/ 0 h 13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1332">
                  <a:moveTo>
                    <a:pt x="0" y="1332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lg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5492" name="Freeform 20">
              <a:extLst>
                <a:ext uri="{FF2B5EF4-FFF2-40B4-BE49-F238E27FC236}">
                  <a16:creationId xmlns:a16="http://schemas.microsoft.com/office/drawing/2014/main" id="{4E445D0C-E7D2-41CB-BFCE-BBBE5C10B047}"/>
                </a:ext>
              </a:extLst>
            </p:cNvPr>
            <p:cNvSpPr>
              <a:spLocks/>
            </p:cNvSpPr>
            <p:nvPr/>
          </p:nvSpPr>
          <p:spPr bwMode="auto">
            <a:xfrm>
              <a:off x="1355" y="1366"/>
              <a:ext cx="323" cy="1"/>
            </a:xfrm>
            <a:custGeom>
              <a:avLst/>
              <a:gdLst>
                <a:gd name="T0" fmla="*/ 0 w 935"/>
                <a:gd name="T1" fmla="*/ 933 w 935"/>
                <a:gd name="T2" fmla="*/ 935 w 93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935">
                  <a:moveTo>
                    <a:pt x="0" y="0"/>
                  </a:moveTo>
                  <a:lnTo>
                    <a:pt x="933" y="0"/>
                  </a:lnTo>
                  <a:lnTo>
                    <a:pt x="935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5493" name="Freeform 21">
              <a:extLst>
                <a:ext uri="{FF2B5EF4-FFF2-40B4-BE49-F238E27FC236}">
                  <a16:creationId xmlns:a16="http://schemas.microsoft.com/office/drawing/2014/main" id="{93B7AA83-C619-45D6-B520-D14A904F3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1602" y="1366"/>
              <a:ext cx="1" cy="136"/>
            </a:xfrm>
            <a:custGeom>
              <a:avLst/>
              <a:gdLst>
                <a:gd name="T0" fmla="*/ 0 w 1"/>
                <a:gd name="T1" fmla="*/ 393 h 393"/>
                <a:gd name="T2" fmla="*/ 0 w 1"/>
                <a:gd name="T3" fmla="*/ 0 h 393"/>
                <a:gd name="T4" fmla="*/ 1 w 1"/>
                <a:gd name="T5" fmla="*/ 0 h 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393">
                  <a:moveTo>
                    <a:pt x="0" y="393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05494" name="Group 22">
              <a:extLst>
                <a:ext uri="{FF2B5EF4-FFF2-40B4-BE49-F238E27FC236}">
                  <a16:creationId xmlns:a16="http://schemas.microsoft.com/office/drawing/2014/main" id="{436BE334-DBD5-47A9-8E03-232C6BF0642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16" y="608"/>
              <a:ext cx="1" cy="986"/>
              <a:chOff x="3664" y="1162"/>
              <a:chExt cx="1" cy="986"/>
            </a:xfrm>
          </p:grpSpPr>
          <p:sp>
            <p:nvSpPr>
              <p:cNvPr id="105495" name="Freeform 23">
                <a:extLst>
                  <a:ext uri="{FF2B5EF4-FFF2-40B4-BE49-F238E27FC236}">
                    <a16:creationId xmlns:a16="http://schemas.microsoft.com/office/drawing/2014/main" id="{E91FC8DC-0AD8-4D93-82B9-52A585D47EA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64" y="1162"/>
                <a:ext cx="1" cy="446"/>
              </a:xfrm>
              <a:custGeom>
                <a:avLst/>
                <a:gdLst>
                  <a:gd name="T0" fmla="*/ 0 w 1"/>
                  <a:gd name="T1" fmla="*/ 1286 h 1286"/>
                  <a:gd name="T2" fmla="*/ 0 w 1"/>
                  <a:gd name="T3" fmla="*/ 0 h 1286"/>
                  <a:gd name="T4" fmla="*/ 1 w 1"/>
                  <a:gd name="T5" fmla="*/ 0 h 12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286">
                    <a:moveTo>
                      <a:pt x="0" y="1286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5496" name="Freeform 24">
                <a:extLst>
                  <a:ext uri="{FF2B5EF4-FFF2-40B4-BE49-F238E27FC236}">
                    <a16:creationId xmlns:a16="http://schemas.microsoft.com/office/drawing/2014/main" id="{3F064D13-4A67-45A6-A863-57332BF3DD6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64" y="1698"/>
                <a:ext cx="1" cy="450"/>
              </a:xfrm>
              <a:custGeom>
                <a:avLst/>
                <a:gdLst>
                  <a:gd name="T0" fmla="*/ 0 w 1"/>
                  <a:gd name="T1" fmla="*/ 1297 h 1297"/>
                  <a:gd name="T2" fmla="*/ 0 w 1"/>
                  <a:gd name="T3" fmla="*/ 0 h 1297"/>
                  <a:gd name="T4" fmla="*/ 1 w 1"/>
                  <a:gd name="T5" fmla="*/ 0 h 12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297">
                    <a:moveTo>
                      <a:pt x="0" y="1297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5497" name="Freeform 25">
                <a:extLst>
                  <a:ext uri="{FF2B5EF4-FFF2-40B4-BE49-F238E27FC236}">
                    <a16:creationId xmlns:a16="http://schemas.microsoft.com/office/drawing/2014/main" id="{98A3B5EC-CA0C-4F5C-9F02-A0ECBE24506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64" y="1628"/>
                <a:ext cx="1" cy="38"/>
              </a:xfrm>
              <a:custGeom>
                <a:avLst/>
                <a:gdLst>
                  <a:gd name="T0" fmla="*/ 0 w 1"/>
                  <a:gd name="T1" fmla="*/ 107 h 107"/>
                  <a:gd name="T2" fmla="*/ 0 w 1"/>
                  <a:gd name="T3" fmla="*/ 0 h 107"/>
                  <a:gd name="T4" fmla="*/ 1 w 1"/>
                  <a:gd name="T5" fmla="*/ 0 h 1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07">
                    <a:moveTo>
                      <a:pt x="0" y="107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05498" name="Freeform 26">
              <a:extLst>
                <a:ext uri="{FF2B5EF4-FFF2-40B4-BE49-F238E27FC236}">
                  <a16:creationId xmlns:a16="http://schemas.microsoft.com/office/drawing/2014/main" id="{039D76BC-BCCF-48E1-B2EA-121B762766A3}"/>
                </a:ext>
              </a:extLst>
            </p:cNvPr>
            <p:cNvSpPr>
              <a:spLocks/>
            </p:cNvSpPr>
            <p:nvPr/>
          </p:nvSpPr>
          <p:spPr bwMode="auto">
            <a:xfrm>
              <a:off x="1790" y="727"/>
              <a:ext cx="851" cy="1"/>
            </a:xfrm>
            <a:custGeom>
              <a:avLst/>
              <a:gdLst>
                <a:gd name="T0" fmla="*/ 2456 w 2456"/>
                <a:gd name="T1" fmla="*/ 0 w 2456"/>
                <a:gd name="T2" fmla="*/ 1 w 245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2456">
                  <a:moveTo>
                    <a:pt x="2456" y="0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5499" name="Freeform 27">
              <a:extLst>
                <a:ext uri="{FF2B5EF4-FFF2-40B4-BE49-F238E27FC236}">
                  <a16:creationId xmlns:a16="http://schemas.microsoft.com/office/drawing/2014/main" id="{92CEC8FC-2B16-46F1-8073-141A77FBF370}"/>
                </a:ext>
              </a:extLst>
            </p:cNvPr>
            <p:cNvSpPr>
              <a:spLocks/>
            </p:cNvSpPr>
            <p:nvPr/>
          </p:nvSpPr>
          <p:spPr bwMode="auto">
            <a:xfrm>
              <a:off x="1909" y="871"/>
              <a:ext cx="614" cy="1"/>
            </a:xfrm>
            <a:custGeom>
              <a:avLst/>
              <a:gdLst>
                <a:gd name="T0" fmla="*/ 0 w 1769"/>
                <a:gd name="T1" fmla="*/ 1767 w 1769"/>
                <a:gd name="T2" fmla="*/ 1769 w 1769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1769">
                  <a:moveTo>
                    <a:pt x="0" y="0"/>
                  </a:moveTo>
                  <a:lnTo>
                    <a:pt x="1767" y="0"/>
                  </a:lnTo>
                  <a:lnTo>
                    <a:pt x="1769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5500" name="Line 28">
              <a:extLst>
                <a:ext uri="{FF2B5EF4-FFF2-40B4-BE49-F238E27FC236}">
                  <a16:creationId xmlns:a16="http://schemas.microsoft.com/office/drawing/2014/main" id="{FE8C12E7-F944-4C55-80C7-6E95392D0ED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75" y="1256"/>
              <a:ext cx="0" cy="11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5501" name="Line 29">
              <a:extLst>
                <a:ext uri="{FF2B5EF4-FFF2-40B4-BE49-F238E27FC236}">
                  <a16:creationId xmlns:a16="http://schemas.microsoft.com/office/drawing/2014/main" id="{5AFD5D8A-4557-48FA-A2EF-011D6A848D9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31" y="1369"/>
              <a:ext cx="0" cy="13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05502" name="Group 30">
            <a:extLst>
              <a:ext uri="{FF2B5EF4-FFF2-40B4-BE49-F238E27FC236}">
                <a16:creationId xmlns:a16="http://schemas.microsoft.com/office/drawing/2014/main" id="{AC68F569-654E-4B59-A08D-3DF1D7A2F4C2}"/>
              </a:ext>
            </a:extLst>
          </p:cNvPr>
          <p:cNvGrpSpPr>
            <a:grpSpLocks/>
          </p:cNvGrpSpPr>
          <p:nvPr/>
        </p:nvGrpSpPr>
        <p:grpSpPr bwMode="auto">
          <a:xfrm>
            <a:off x="2190750" y="1993900"/>
            <a:ext cx="377825" cy="392113"/>
            <a:chOff x="2641" y="1810"/>
            <a:chExt cx="238" cy="247"/>
          </a:xfrm>
        </p:grpSpPr>
        <p:sp>
          <p:nvSpPr>
            <p:cNvPr id="105503" name="Line 31">
              <a:extLst>
                <a:ext uri="{FF2B5EF4-FFF2-40B4-BE49-F238E27FC236}">
                  <a16:creationId xmlns:a16="http://schemas.microsoft.com/office/drawing/2014/main" id="{6E20EAA1-76A2-4E81-B0A9-6FB25DC93BD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41" y="1810"/>
              <a:ext cx="0" cy="246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5504" name="Line 32">
              <a:extLst>
                <a:ext uri="{FF2B5EF4-FFF2-40B4-BE49-F238E27FC236}">
                  <a16:creationId xmlns:a16="http://schemas.microsoft.com/office/drawing/2014/main" id="{3323EB9C-E21E-4B40-8DF1-692811F5F49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41" y="1810"/>
              <a:ext cx="162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5505" name="Line 33">
              <a:extLst>
                <a:ext uri="{FF2B5EF4-FFF2-40B4-BE49-F238E27FC236}">
                  <a16:creationId xmlns:a16="http://schemas.microsoft.com/office/drawing/2014/main" id="{49F91C5E-5D07-45FF-918D-10A26F188B1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01" y="1810"/>
              <a:ext cx="0" cy="11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5506" name="Line 34">
              <a:extLst>
                <a:ext uri="{FF2B5EF4-FFF2-40B4-BE49-F238E27FC236}">
                  <a16:creationId xmlns:a16="http://schemas.microsoft.com/office/drawing/2014/main" id="{686BCCD0-F211-4FF4-B449-D3ABF98DEC5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879" y="1923"/>
              <a:ext cx="0" cy="133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5507" name="Line 35">
              <a:extLst>
                <a:ext uri="{FF2B5EF4-FFF2-40B4-BE49-F238E27FC236}">
                  <a16:creationId xmlns:a16="http://schemas.microsoft.com/office/drawing/2014/main" id="{3EB13CC9-6C62-4A4F-A4D3-E805E1629AA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41" y="2057"/>
              <a:ext cx="229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5508" name="Line 36">
              <a:extLst>
                <a:ext uri="{FF2B5EF4-FFF2-40B4-BE49-F238E27FC236}">
                  <a16:creationId xmlns:a16="http://schemas.microsoft.com/office/drawing/2014/main" id="{64B76B94-5B88-455B-9275-58A2CF5F1ED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01" y="1923"/>
              <a:ext cx="78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05509" name="Group 37">
            <a:extLst>
              <a:ext uri="{FF2B5EF4-FFF2-40B4-BE49-F238E27FC236}">
                <a16:creationId xmlns:a16="http://schemas.microsoft.com/office/drawing/2014/main" id="{D17BBC9A-1C48-423A-A451-49EC318469DC}"/>
              </a:ext>
            </a:extLst>
          </p:cNvPr>
          <p:cNvGrpSpPr>
            <a:grpSpLocks/>
          </p:cNvGrpSpPr>
          <p:nvPr/>
        </p:nvGrpSpPr>
        <p:grpSpPr bwMode="auto">
          <a:xfrm>
            <a:off x="2833688" y="1152525"/>
            <a:ext cx="722312" cy="1233488"/>
            <a:chOff x="1598" y="726"/>
            <a:chExt cx="455" cy="777"/>
          </a:xfrm>
        </p:grpSpPr>
        <p:sp>
          <p:nvSpPr>
            <p:cNvPr id="105510" name="Line 38">
              <a:extLst>
                <a:ext uri="{FF2B5EF4-FFF2-40B4-BE49-F238E27FC236}">
                  <a16:creationId xmlns:a16="http://schemas.microsoft.com/office/drawing/2014/main" id="{995BF2F0-FE16-46DE-8DDC-C3AEF82CB31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910" y="726"/>
              <a:ext cx="0" cy="146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5511" name="Line 39">
              <a:extLst>
                <a:ext uri="{FF2B5EF4-FFF2-40B4-BE49-F238E27FC236}">
                  <a16:creationId xmlns:a16="http://schemas.microsoft.com/office/drawing/2014/main" id="{CC868039-D20C-417D-8A98-F5701CD5379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90" y="727"/>
              <a:ext cx="0" cy="529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5512" name="Line 40">
              <a:extLst>
                <a:ext uri="{FF2B5EF4-FFF2-40B4-BE49-F238E27FC236}">
                  <a16:creationId xmlns:a16="http://schemas.microsoft.com/office/drawing/2014/main" id="{4141C20B-9F7F-4DC6-8617-3C0EC1EB071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75" y="1256"/>
              <a:ext cx="115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5513" name="Line 41">
              <a:extLst>
                <a:ext uri="{FF2B5EF4-FFF2-40B4-BE49-F238E27FC236}">
                  <a16:creationId xmlns:a16="http://schemas.microsoft.com/office/drawing/2014/main" id="{62E23E9C-F14C-478B-BB8D-A3E9609DD8B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98" y="1369"/>
              <a:ext cx="77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5514" name="Line 42">
              <a:extLst>
                <a:ext uri="{FF2B5EF4-FFF2-40B4-BE49-F238E27FC236}">
                  <a16:creationId xmlns:a16="http://schemas.microsoft.com/office/drawing/2014/main" id="{3FB4D10B-CE3C-48AA-9512-321BD58A3F0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603" y="1375"/>
              <a:ext cx="0" cy="127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5515" name="Line 43">
              <a:extLst>
                <a:ext uri="{FF2B5EF4-FFF2-40B4-BE49-F238E27FC236}">
                  <a16:creationId xmlns:a16="http://schemas.microsoft.com/office/drawing/2014/main" id="{977BE07A-33A1-48F2-B8AE-46D98DE61B1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98" y="1503"/>
              <a:ext cx="455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5516" name="Line 44">
              <a:extLst>
                <a:ext uri="{FF2B5EF4-FFF2-40B4-BE49-F238E27FC236}">
                  <a16:creationId xmlns:a16="http://schemas.microsoft.com/office/drawing/2014/main" id="{7BAA1A2D-F600-4729-AD08-852C05328F4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053" y="871"/>
              <a:ext cx="0" cy="632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5517" name="Line 45">
              <a:extLst>
                <a:ext uri="{FF2B5EF4-FFF2-40B4-BE49-F238E27FC236}">
                  <a16:creationId xmlns:a16="http://schemas.microsoft.com/office/drawing/2014/main" id="{895060BF-AF6D-4992-9C67-96A3140EE03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909" y="871"/>
              <a:ext cx="144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5518" name="Line 46">
              <a:extLst>
                <a:ext uri="{FF2B5EF4-FFF2-40B4-BE49-F238E27FC236}">
                  <a16:creationId xmlns:a16="http://schemas.microsoft.com/office/drawing/2014/main" id="{E0DBBFEE-A2BE-4144-B0F1-62C32318D16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90" y="727"/>
              <a:ext cx="119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5519" name="Line 47">
              <a:extLst>
                <a:ext uri="{FF2B5EF4-FFF2-40B4-BE49-F238E27FC236}">
                  <a16:creationId xmlns:a16="http://schemas.microsoft.com/office/drawing/2014/main" id="{18155129-211C-4A42-AC01-30B118EB26A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75" y="1255"/>
              <a:ext cx="0" cy="112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05520" name="Group 48">
            <a:extLst>
              <a:ext uri="{FF2B5EF4-FFF2-40B4-BE49-F238E27FC236}">
                <a16:creationId xmlns:a16="http://schemas.microsoft.com/office/drawing/2014/main" id="{6122421D-EBA5-4DC9-919C-9550BDA60355}"/>
              </a:ext>
            </a:extLst>
          </p:cNvPr>
          <p:cNvGrpSpPr>
            <a:grpSpLocks/>
          </p:cNvGrpSpPr>
          <p:nvPr/>
        </p:nvGrpSpPr>
        <p:grpSpPr bwMode="auto">
          <a:xfrm>
            <a:off x="4181475" y="1152525"/>
            <a:ext cx="311150" cy="1231900"/>
            <a:chOff x="3447" y="922"/>
            <a:chExt cx="196" cy="776"/>
          </a:xfrm>
        </p:grpSpPr>
        <p:sp>
          <p:nvSpPr>
            <p:cNvPr id="105521" name="Line 49">
              <a:extLst>
                <a:ext uri="{FF2B5EF4-FFF2-40B4-BE49-F238E27FC236}">
                  <a16:creationId xmlns:a16="http://schemas.microsoft.com/office/drawing/2014/main" id="{7BB2B16D-0C27-4E82-B101-85863F78E9D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47" y="1067"/>
              <a:ext cx="0" cy="63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5522" name="Line 50">
              <a:extLst>
                <a:ext uri="{FF2B5EF4-FFF2-40B4-BE49-F238E27FC236}">
                  <a16:creationId xmlns:a16="http://schemas.microsoft.com/office/drawing/2014/main" id="{6A5B3706-3383-445C-AFBC-ACE1A56580D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23" y="922"/>
              <a:ext cx="0" cy="145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5523" name="Line 51">
              <a:extLst>
                <a:ext uri="{FF2B5EF4-FFF2-40B4-BE49-F238E27FC236}">
                  <a16:creationId xmlns:a16="http://schemas.microsoft.com/office/drawing/2014/main" id="{2FA86A8D-FBD9-49AD-821D-540CB699D0A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47" y="1067"/>
              <a:ext cx="76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5524" name="Line 52">
              <a:extLst>
                <a:ext uri="{FF2B5EF4-FFF2-40B4-BE49-F238E27FC236}">
                  <a16:creationId xmlns:a16="http://schemas.microsoft.com/office/drawing/2014/main" id="{D008A06D-C435-4094-9F6B-BBF0A480156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48" y="1697"/>
              <a:ext cx="195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5525" name="Line 53">
              <a:extLst>
                <a:ext uri="{FF2B5EF4-FFF2-40B4-BE49-F238E27FC236}">
                  <a16:creationId xmlns:a16="http://schemas.microsoft.com/office/drawing/2014/main" id="{DEFC8219-A201-4EAA-9F89-BD7CAFE4F14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43" y="923"/>
              <a:ext cx="0" cy="775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5526" name="Line 54">
              <a:extLst>
                <a:ext uri="{FF2B5EF4-FFF2-40B4-BE49-F238E27FC236}">
                  <a16:creationId xmlns:a16="http://schemas.microsoft.com/office/drawing/2014/main" id="{9FF926FE-061E-402E-A546-447239BD72A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24" y="922"/>
              <a:ext cx="118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05527" name="Rectangle 55">
            <a:extLst>
              <a:ext uri="{FF2B5EF4-FFF2-40B4-BE49-F238E27FC236}">
                <a16:creationId xmlns:a16="http://schemas.microsoft.com/office/drawing/2014/main" id="{81319720-2089-4E9E-9D5F-03FD151AC0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99784" y="-42853"/>
            <a:ext cx="4992687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l" eaLnBrk="1" hangingPunct="1"/>
            <a:r>
              <a:rPr lang="en-US" altLang="zh-CN" sz="3200" dirty="0">
                <a:solidFill>
                  <a:schemeClr val="bg1"/>
                </a:solidFill>
                <a:latin typeface="宋体" panose="02010600030101010101" pitchFamily="2" charset="-122"/>
              </a:rPr>
              <a:t>2)</a:t>
            </a:r>
            <a:r>
              <a:rPr lang="zh-CN" altLang="en-US" sz="3200" dirty="0">
                <a:solidFill>
                  <a:schemeClr val="bg1"/>
                </a:solidFill>
                <a:latin typeface="宋体" panose="02010600030101010101" pitchFamily="2" charset="-122"/>
              </a:rPr>
              <a:t>剖视图的画图步骤</a:t>
            </a:r>
            <a:endParaRPr lang="zh-CN" altLang="en-US" sz="3600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105528" name="Group 56">
            <a:extLst>
              <a:ext uri="{FF2B5EF4-FFF2-40B4-BE49-F238E27FC236}">
                <a16:creationId xmlns:a16="http://schemas.microsoft.com/office/drawing/2014/main" id="{95307C15-D5B8-4404-B0AE-B1442081E7E7}"/>
              </a:ext>
            </a:extLst>
          </p:cNvPr>
          <p:cNvGrpSpPr>
            <a:grpSpLocks/>
          </p:cNvGrpSpPr>
          <p:nvPr/>
        </p:nvGrpSpPr>
        <p:grpSpPr bwMode="auto">
          <a:xfrm>
            <a:off x="5365750" y="2168525"/>
            <a:ext cx="2181225" cy="1987550"/>
            <a:chOff x="3380" y="1366"/>
            <a:chExt cx="1374" cy="1252"/>
          </a:xfrm>
        </p:grpSpPr>
        <p:sp>
          <p:nvSpPr>
            <p:cNvPr id="105529" name="Freeform 57">
              <a:extLst>
                <a:ext uri="{FF2B5EF4-FFF2-40B4-BE49-F238E27FC236}">
                  <a16:creationId xmlns:a16="http://schemas.microsoft.com/office/drawing/2014/main" id="{7560F414-5F0B-43D3-AF32-3669081F4A05}"/>
                </a:ext>
              </a:extLst>
            </p:cNvPr>
            <p:cNvSpPr>
              <a:spLocks/>
            </p:cNvSpPr>
            <p:nvPr/>
          </p:nvSpPr>
          <p:spPr bwMode="auto">
            <a:xfrm>
              <a:off x="3380" y="1790"/>
              <a:ext cx="858" cy="618"/>
            </a:xfrm>
            <a:custGeom>
              <a:avLst/>
              <a:gdLst>
                <a:gd name="T0" fmla="*/ 0 w 858"/>
                <a:gd name="T1" fmla="*/ 459 h 618"/>
                <a:gd name="T2" fmla="*/ 801 w 858"/>
                <a:gd name="T3" fmla="*/ 0 h 618"/>
                <a:gd name="T4" fmla="*/ 858 w 858"/>
                <a:gd name="T5" fmla="*/ 261 h 618"/>
                <a:gd name="T6" fmla="*/ 228 w 858"/>
                <a:gd name="T7" fmla="*/ 618 h 618"/>
                <a:gd name="T8" fmla="*/ 0 w 858"/>
                <a:gd name="T9" fmla="*/ 459 h 6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58" h="618">
                  <a:moveTo>
                    <a:pt x="0" y="459"/>
                  </a:moveTo>
                  <a:lnTo>
                    <a:pt x="801" y="0"/>
                  </a:lnTo>
                  <a:lnTo>
                    <a:pt x="858" y="261"/>
                  </a:lnTo>
                  <a:lnTo>
                    <a:pt x="228" y="618"/>
                  </a:lnTo>
                  <a:lnTo>
                    <a:pt x="0" y="459"/>
                  </a:lnTo>
                  <a:close/>
                </a:path>
              </a:pathLst>
            </a:custGeom>
            <a:gradFill rotWithShape="0">
              <a:gsLst>
                <a:gs pos="0">
                  <a:srgbClr val="FF6600">
                    <a:gamma/>
                    <a:shade val="46275"/>
                    <a:invGamma/>
                  </a:srgbClr>
                </a:gs>
                <a:gs pos="100000">
                  <a:srgbClr val="FF6600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chemeClr val="tx1"/>
                  </a:solidFill>
                  <a:prstDash val="solid"/>
                  <a:round/>
                  <a:headEnd type="none" w="sm" len="lg"/>
                  <a:tailEnd type="none" w="sm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5530" name="Freeform 58">
              <a:extLst>
                <a:ext uri="{FF2B5EF4-FFF2-40B4-BE49-F238E27FC236}">
                  <a16:creationId xmlns:a16="http://schemas.microsoft.com/office/drawing/2014/main" id="{2425844E-62CC-49C0-8DA3-B263081BA95C}"/>
                </a:ext>
              </a:extLst>
            </p:cNvPr>
            <p:cNvSpPr>
              <a:spLocks/>
            </p:cNvSpPr>
            <p:nvPr/>
          </p:nvSpPr>
          <p:spPr bwMode="auto">
            <a:xfrm>
              <a:off x="3983" y="2238"/>
              <a:ext cx="107" cy="204"/>
            </a:xfrm>
            <a:custGeom>
              <a:avLst/>
              <a:gdLst>
                <a:gd name="T0" fmla="*/ 107 w 107"/>
                <a:gd name="T1" fmla="*/ 184 h 204"/>
                <a:gd name="T2" fmla="*/ 59 w 107"/>
                <a:gd name="T3" fmla="*/ 180 h 204"/>
                <a:gd name="T4" fmla="*/ 35 w 107"/>
                <a:gd name="T5" fmla="*/ 184 h 204"/>
                <a:gd name="T6" fmla="*/ 3 w 107"/>
                <a:gd name="T7" fmla="*/ 204 h 204"/>
                <a:gd name="T8" fmla="*/ 3 w 107"/>
                <a:gd name="T9" fmla="*/ 60 h 204"/>
                <a:gd name="T10" fmla="*/ 0 w 107"/>
                <a:gd name="T11" fmla="*/ 32 h 204"/>
                <a:gd name="T12" fmla="*/ 15 w 107"/>
                <a:gd name="T13" fmla="*/ 12 h 204"/>
                <a:gd name="T14" fmla="*/ 47 w 107"/>
                <a:gd name="T15" fmla="*/ 0 h 204"/>
                <a:gd name="T16" fmla="*/ 107 w 107"/>
                <a:gd name="T17" fmla="*/ 8 h 204"/>
                <a:gd name="T18" fmla="*/ 107 w 107"/>
                <a:gd name="T19" fmla="*/ 184 h 2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7" h="204">
                  <a:moveTo>
                    <a:pt x="107" y="184"/>
                  </a:moveTo>
                  <a:lnTo>
                    <a:pt x="59" y="180"/>
                  </a:lnTo>
                  <a:lnTo>
                    <a:pt x="35" y="184"/>
                  </a:lnTo>
                  <a:lnTo>
                    <a:pt x="3" y="204"/>
                  </a:lnTo>
                  <a:lnTo>
                    <a:pt x="3" y="60"/>
                  </a:lnTo>
                  <a:lnTo>
                    <a:pt x="0" y="32"/>
                  </a:lnTo>
                  <a:lnTo>
                    <a:pt x="15" y="12"/>
                  </a:lnTo>
                  <a:lnTo>
                    <a:pt x="47" y="0"/>
                  </a:lnTo>
                  <a:lnTo>
                    <a:pt x="107" y="8"/>
                  </a:lnTo>
                  <a:lnTo>
                    <a:pt x="107" y="184"/>
                  </a:lnTo>
                  <a:close/>
                </a:path>
              </a:pathLst>
            </a:custGeom>
            <a:gradFill rotWithShape="0">
              <a:gsLst>
                <a:gs pos="0">
                  <a:srgbClr val="FFCC00"/>
                </a:gs>
                <a:gs pos="100000">
                  <a:srgbClr val="FFCC00">
                    <a:gamma/>
                    <a:shade val="63529"/>
                    <a:invGamma/>
                  </a:srgbClr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chemeClr val="tx1"/>
                  </a:solidFill>
                  <a:prstDash val="solid"/>
                  <a:round/>
                  <a:headEnd type="none" w="sm" len="lg"/>
                  <a:tailEnd type="none" w="sm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5531" name="Freeform 59">
              <a:extLst>
                <a:ext uri="{FF2B5EF4-FFF2-40B4-BE49-F238E27FC236}">
                  <a16:creationId xmlns:a16="http://schemas.microsoft.com/office/drawing/2014/main" id="{7A83685C-5FCE-4E74-BC4D-A1A3AB8D3EE5}"/>
                </a:ext>
              </a:extLst>
            </p:cNvPr>
            <p:cNvSpPr>
              <a:spLocks/>
            </p:cNvSpPr>
            <p:nvPr/>
          </p:nvSpPr>
          <p:spPr bwMode="auto">
            <a:xfrm>
              <a:off x="4163" y="1547"/>
              <a:ext cx="79" cy="499"/>
            </a:xfrm>
            <a:custGeom>
              <a:avLst/>
              <a:gdLst>
                <a:gd name="T0" fmla="*/ 0 w 79"/>
                <a:gd name="T1" fmla="*/ 0 h 499"/>
                <a:gd name="T2" fmla="*/ 0 w 79"/>
                <a:gd name="T3" fmla="*/ 390 h 499"/>
                <a:gd name="T4" fmla="*/ 9 w 79"/>
                <a:gd name="T5" fmla="*/ 432 h 499"/>
                <a:gd name="T6" fmla="*/ 35 w 79"/>
                <a:gd name="T7" fmla="*/ 463 h 499"/>
                <a:gd name="T8" fmla="*/ 54 w 79"/>
                <a:gd name="T9" fmla="*/ 486 h 499"/>
                <a:gd name="T10" fmla="*/ 79 w 79"/>
                <a:gd name="T11" fmla="*/ 499 h 499"/>
                <a:gd name="T12" fmla="*/ 79 w 79"/>
                <a:gd name="T13" fmla="*/ 191 h 499"/>
                <a:gd name="T14" fmla="*/ 0 w 79"/>
                <a:gd name="T15" fmla="*/ 0 h 4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9" h="499">
                  <a:moveTo>
                    <a:pt x="0" y="0"/>
                  </a:moveTo>
                  <a:lnTo>
                    <a:pt x="0" y="390"/>
                  </a:lnTo>
                  <a:lnTo>
                    <a:pt x="9" y="432"/>
                  </a:lnTo>
                  <a:lnTo>
                    <a:pt x="35" y="463"/>
                  </a:lnTo>
                  <a:lnTo>
                    <a:pt x="54" y="486"/>
                  </a:lnTo>
                  <a:lnTo>
                    <a:pt x="79" y="499"/>
                  </a:lnTo>
                  <a:lnTo>
                    <a:pt x="79" y="191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CC0000">
                    <a:gamma/>
                    <a:shade val="46275"/>
                    <a:invGamma/>
                  </a:srgbClr>
                </a:gs>
                <a:gs pos="100000">
                  <a:srgbClr val="CC000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chemeClr val="tx1"/>
                  </a:solidFill>
                  <a:prstDash val="solid"/>
                  <a:round/>
                  <a:headEnd type="none" w="sm" len="lg"/>
                  <a:tailEnd type="none" w="sm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5532" name="Freeform 60">
              <a:extLst>
                <a:ext uri="{FF2B5EF4-FFF2-40B4-BE49-F238E27FC236}">
                  <a16:creationId xmlns:a16="http://schemas.microsoft.com/office/drawing/2014/main" id="{22E5CED4-5916-46A2-8530-2A6545C6051E}"/>
                </a:ext>
              </a:extLst>
            </p:cNvPr>
            <p:cNvSpPr>
              <a:spLocks/>
            </p:cNvSpPr>
            <p:nvPr/>
          </p:nvSpPr>
          <p:spPr bwMode="auto">
            <a:xfrm>
              <a:off x="3902" y="2078"/>
              <a:ext cx="234" cy="150"/>
            </a:xfrm>
            <a:custGeom>
              <a:avLst/>
              <a:gdLst>
                <a:gd name="T0" fmla="*/ 234 w 234"/>
                <a:gd name="T1" fmla="*/ 24 h 150"/>
                <a:gd name="T2" fmla="*/ 204 w 234"/>
                <a:gd name="T3" fmla="*/ 15 h 150"/>
                <a:gd name="T4" fmla="*/ 165 w 234"/>
                <a:gd name="T5" fmla="*/ 3 h 150"/>
                <a:gd name="T6" fmla="*/ 132 w 234"/>
                <a:gd name="T7" fmla="*/ 0 h 150"/>
                <a:gd name="T8" fmla="*/ 78 w 234"/>
                <a:gd name="T9" fmla="*/ 9 h 150"/>
                <a:gd name="T10" fmla="*/ 36 w 234"/>
                <a:gd name="T11" fmla="*/ 24 h 150"/>
                <a:gd name="T12" fmla="*/ 21 w 234"/>
                <a:gd name="T13" fmla="*/ 42 h 150"/>
                <a:gd name="T14" fmla="*/ 6 w 234"/>
                <a:gd name="T15" fmla="*/ 63 h 150"/>
                <a:gd name="T16" fmla="*/ 0 w 234"/>
                <a:gd name="T17" fmla="*/ 90 h 150"/>
                <a:gd name="T18" fmla="*/ 12 w 234"/>
                <a:gd name="T19" fmla="*/ 114 h 150"/>
                <a:gd name="T20" fmla="*/ 48 w 234"/>
                <a:gd name="T21" fmla="*/ 150 h 150"/>
                <a:gd name="T22" fmla="*/ 231 w 234"/>
                <a:gd name="T23" fmla="*/ 135 h 150"/>
                <a:gd name="T24" fmla="*/ 234 w 234"/>
                <a:gd name="T25" fmla="*/ 24 h 1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4" h="150">
                  <a:moveTo>
                    <a:pt x="234" y="24"/>
                  </a:moveTo>
                  <a:lnTo>
                    <a:pt x="204" y="15"/>
                  </a:lnTo>
                  <a:lnTo>
                    <a:pt x="165" y="3"/>
                  </a:lnTo>
                  <a:lnTo>
                    <a:pt x="132" y="0"/>
                  </a:lnTo>
                  <a:lnTo>
                    <a:pt x="78" y="9"/>
                  </a:lnTo>
                  <a:lnTo>
                    <a:pt x="36" y="24"/>
                  </a:lnTo>
                  <a:lnTo>
                    <a:pt x="21" y="42"/>
                  </a:lnTo>
                  <a:lnTo>
                    <a:pt x="6" y="63"/>
                  </a:lnTo>
                  <a:lnTo>
                    <a:pt x="0" y="90"/>
                  </a:lnTo>
                  <a:lnTo>
                    <a:pt x="12" y="114"/>
                  </a:lnTo>
                  <a:lnTo>
                    <a:pt x="48" y="150"/>
                  </a:lnTo>
                  <a:lnTo>
                    <a:pt x="231" y="135"/>
                  </a:lnTo>
                  <a:lnTo>
                    <a:pt x="234" y="24"/>
                  </a:lnTo>
                  <a:close/>
                </a:path>
              </a:pathLst>
            </a:custGeom>
            <a:gradFill rotWithShape="0">
              <a:gsLst>
                <a:gs pos="0">
                  <a:srgbClr val="FFCC00"/>
                </a:gs>
                <a:gs pos="100000">
                  <a:srgbClr val="FFCC00">
                    <a:gamma/>
                    <a:shade val="46275"/>
                    <a:invGamma/>
                  </a:srgbClr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chemeClr val="tx1"/>
                  </a:solidFill>
                  <a:prstDash val="solid"/>
                  <a:round/>
                  <a:headEnd type="none" w="sm" len="lg"/>
                  <a:tailEnd type="none" w="sm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5533" name="Freeform 61">
              <a:extLst>
                <a:ext uri="{FF2B5EF4-FFF2-40B4-BE49-F238E27FC236}">
                  <a16:creationId xmlns:a16="http://schemas.microsoft.com/office/drawing/2014/main" id="{B47397B8-D397-4CD6-9A7F-13F0FABB9B86}"/>
                </a:ext>
              </a:extLst>
            </p:cNvPr>
            <p:cNvSpPr>
              <a:spLocks/>
            </p:cNvSpPr>
            <p:nvPr/>
          </p:nvSpPr>
          <p:spPr bwMode="auto">
            <a:xfrm>
              <a:off x="3938" y="2190"/>
              <a:ext cx="200" cy="136"/>
            </a:xfrm>
            <a:custGeom>
              <a:avLst/>
              <a:gdLst>
                <a:gd name="T0" fmla="*/ 52 w 200"/>
                <a:gd name="T1" fmla="*/ 116 h 136"/>
                <a:gd name="T2" fmla="*/ 48 w 200"/>
                <a:gd name="T3" fmla="*/ 80 h 136"/>
                <a:gd name="T4" fmla="*/ 60 w 200"/>
                <a:gd name="T5" fmla="*/ 59 h 136"/>
                <a:gd name="T6" fmla="*/ 99 w 200"/>
                <a:gd name="T7" fmla="*/ 56 h 136"/>
                <a:gd name="T8" fmla="*/ 153 w 200"/>
                <a:gd name="T9" fmla="*/ 62 h 136"/>
                <a:gd name="T10" fmla="*/ 200 w 200"/>
                <a:gd name="T11" fmla="*/ 24 h 136"/>
                <a:gd name="T12" fmla="*/ 174 w 200"/>
                <a:gd name="T13" fmla="*/ 8 h 136"/>
                <a:gd name="T14" fmla="*/ 140 w 200"/>
                <a:gd name="T15" fmla="*/ 0 h 136"/>
                <a:gd name="T16" fmla="*/ 96 w 200"/>
                <a:gd name="T17" fmla="*/ 0 h 136"/>
                <a:gd name="T18" fmla="*/ 48 w 200"/>
                <a:gd name="T19" fmla="*/ 8 h 136"/>
                <a:gd name="T20" fmla="*/ 0 w 200"/>
                <a:gd name="T21" fmla="*/ 41 h 136"/>
                <a:gd name="T22" fmla="*/ 4 w 200"/>
                <a:gd name="T23" fmla="*/ 136 h 136"/>
                <a:gd name="T24" fmla="*/ 52 w 200"/>
                <a:gd name="T25" fmla="*/ 116 h 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00" h="136">
                  <a:moveTo>
                    <a:pt x="52" y="116"/>
                  </a:moveTo>
                  <a:lnTo>
                    <a:pt x="48" y="80"/>
                  </a:lnTo>
                  <a:lnTo>
                    <a:pt x="60" y="59"/>
                  </a:lnTo>
                  <a:lnTo>
                    <a:pt x="99" y="56"/>
                  </a:lnTo>
                  <a:lnTo>
                    <a:pt x="153" y="62"/>
                  </a:lnTo>
                  <a:lnTo>
                    <a:pt x="200" y="24"/>
                  </a:lnTo>
                  <a:lnTo>
                    <a:pt x="174" y="8"/>
                  </a:lnTo>
                  <a:lnTo>
                    <a:pt x="140" y="0"/>
                  </a:lnTo>
                  <a:lnTo>
                    <a:pt x="96" y="0"/>
                  </a:lnTo>
                  <a:lnTo>
                    <a:pt x="48" y="8"/>
                  </a:lnTo>
                  <a:lnTo>
                    <a:pt x="0" y="41"/>
                  </a:lnTo>
                  <a:lnTo>
                    <a:pt x="4" y="136"/>
                  </a:lnTo>
                  <a:lnTo>
                    <a:pt x="52" y="116"/>
                  </a:lnTo>
                  <a:close/>
                </a:path>
              </a:pathLst>
            </a:custGeom>
            <a:solidFill>
              <a:srgbClr val="FFCC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chemeClr val="tx1"/>
                  </a:solidFill>
                  <a:prstDash val="solid"/>
                  <a:round/>
                  <a:headEnd type="none" w="sm" len="lg"/>
                  <a:tailEnd type="none" w="sm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5534" name="Freeform 62">
              <a:extLst>
                <a:ext uri="{FF2B5EF4-FFF2-40B4-BE49-F238E27FC236}">
                  <a16:creationId xmlns:a16="http://schemas.microsoft.com/office/drawing/2014/main" id="{1E7BEA96-22F2-41BA-98B7-8FA353B104D7}"/>
                </a:ext>
              </a:extLst>
            </p:cNvPr>
            <p:cNvSpPr>
              <a:spLocks/>
            </p:cNvSpPr>
            <p:nvPr/>
          </p:nvSpPr>
          <p:spPr bwMode="auto">
            <a:xfrm>
              <a:off x="4242" y="1434"/>
              <a:ext cx="424" cy="196"/>
            </a:xfrm>
            <a:custGeom>
              <a:avLst/>
              <a:gdLst>
                <a:gd name="T0" fmla="*/ 0 w 424"/>
                <a:gd name="T1" fmla="*/ 116 h 196"/>
                <a:gd name="T2" fmla="*/ 40 w 424"/>
                <a:gd name="T3" fmla="*/ 48 h 196"/>
                <a:gd name="T4" fmla="*/ 92 w 424"/>
                <a:gd name="T5" fmla="*/ 28 h 196"/>
                <a:gd name="T6" fmla="*/ 124 w 424"/>
                <a:gd name="T7" fmla="*/ 16 h 196"/>
                <a:gd name="T8" fmla="*/ 180 w 424"/>
                <a:gd name="T9" fmla="*/ 4 h 196"/>
                <a:gd name="T10" fmla="*/ 244 w 424"/>
                <a:gd name="T11" fmla="*/ 0 h 196"/>
                <a:gd name="T12" fmla="*/ 320 w 424"/>
                <a:gd name="T13" fmla="*/ 8 h 196"/>
                <a:gd name="T14" fmla="*/ 380 w 424"/>
                <a:gd name="T15" fmla="*/ 20 h 196"/>
                <a:gd name="T16" fmla="*/ 424 w 424"/>
                <a:gd name="T17" fmla="*/ 36 h 196"/>
                <a:gd name="T18" fmla="*/ 424 w 424"/>
                <a:gd name="T19" fmla="*/ 144 h 196"/>
                <a:gd name="T20" fmla="*/ 32 w 424"/>
                <a:gd name="T21" fmla="*/ 196 h 196"/>
                <a:gd name="T22" fmla="*/ 0 w 424"/>
                <a:gd name="T23" fmla="*/ 116 h 1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24" h="196">
                  <a:moveTo>
                    <a:pt x="0" y="116"/>
                  </a:moveTo>
                  <a:lnTo>
                    <a:pt x="40" y="48"/>
                  </a:lnTo>
                  <a:lnTo>
                    <a:pt x="92" y="28"/>
                  </a:lnTo>
                  <a:lnTo>
                    <a:pt x="124" y="16"/>
                  </a:lnTo>
                  <a:lnTo>
                    <a:pt x="180" y="4"/>
                  </a:lnTo>
                  <a:lnTo>
                    <a:pt x="244" y="0"/>
                  </a:lnTo>
                  <a:lnTo>
                    <a:pt x="320" y="8"/>
                  </a:lnTo>
                  <a:lnTo>
                    <a:pt x="380" y="20"/>
                  </a:lnTo>
                  <a:lnTo>
                    <a:pt x="424" y="36"/>
                  </a:lnTo>
                  <a:lnTo>
                    <a:pt x="424" y="144"/>
                  </a:lnTo>
                  <a:lnTo>
                    <a:pt x="32" y="196"/>
                  </a:lnTo>
                  <a:lnTo>
                    <a:pt x="0" y="116"/>
                  </a:lnTo>
                  <a:close/>
                </a:path>
              </a:pathLst>
            </a:custGeom>
            <a:gradFill rotWithShape="0">
              <a:gsLst>
                <a:gs pos="0">
                  <a:srgbClr val="FFFF66">
                    <a:gamma/>
                    <a:shade val="46275"/>
                    <a:invGamma/>
                  </a:srgbClr>
                </a:gs>
                <a:gs pos="100000">
                  <a:srgbClr val="FFFF66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chemeClr val="tx1"/>
                  </a:solidFill>
                  <a:prstDash val="solid"/>
                  <a:round/>
                  <a:headEnd type="none" w="sm" len="lg"/>
                  <a:tailEnd type="none" w="sm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5535" name="Freeform 63">
              <a:extLst>
                <a:ext uri="{FF2B5EF4-FFF2-40B4-BE49-F238E27FC236}">
                  <a16:creationId xmlns:a16="http://schemas.microsoft.com/office/drawing/2014/main" id="{068EBDCB-7EDB-42B6-ABC3-79C730777EAB}"/>
                </a:ext>
              </a:extLst>
            </p:cNvPr>
            <p:cNvSpPr>
              <a:spLocks/>
            </p:cNvSpPr>
            <p:nvPr/>
          </p:nvSpPr>
          <p:spPr bwMode="auto">
            <a:xfrm>
              <a:off x="4274" y="1518"/>
              <a:ext cx="400" cy="260"/>
            </a:xfrm>
            <a:custGeom>
              <a:avLst/>
              <a:gdLst>
                <a:gd name="T0" fmla="*/ 296 w 400"/>
                <a:gd name="T1" fmla="*/ 80 h 260"/>
                <a:gd name="T2" fmla="*/ 332 w 400"/>
                <a:gd name="T3" fmla="*/ 59 h 260"/>
                <a:gd name="T4" fmla="*/ 369 w 400"/>
                <a:gd name="T5" fmla="*/ 80 h 260"/>
                <a:gd name="T6" fmla="*/ 400 w 400"/>
                <a:gd name="T7" fmla="*/ 62 h 260"/>
                <a:gd name="T8" fmla="*/ 332 w 400"/>
                <a:gd name="T9" fmla="*/ 24 h 260"/>
                <a:gd name="T10" fmla="*/ 288 w 400"/>
                <a:gd name="T11" fmla="*/ 12 h 260"/>
                <a:gd name="T12" fmla="*/ 216 w 400"/>
                <a:gd name="T13" fmla="*/ 0 h 260"/>
                <a:gd name="T14" fmla="*/ 152 w 400"/>
                <a:gd name="T15" fmla="*/ 8 h 260"/>
                <a:gd name="T16" fmla="*/ 96 w 400"/>
                <a:gd name="T17" fmla="*/ 28 h 260"/>
                <a:gd name="T18" fmla="*/ 52 w 400"/>
                <a:gd name="T19" fmla="*/ 48 h 260"/>
                <a:gd name="T20" fmla="*/ 8 w 400"/>
                <a:gd name="T21" fmla="*/ 88 h 260"/>
                <a:gd name="T22" fmla="*/ 0 w 400"/>
                <a:gd name="T23" fmla="*/ 120 h 260"/>
                <a:gd name="T24" fmla="*/ 20 w 400"/>
                <a:gd name="T25" fmla="*/ 140 h 260"/>
                <a:gd name="T26" fmla="*/ 52 w 400"/>
                <a:gd name="T27" fmla="*/ 156 h 260"/>
                <a:gd name="T28" fmla="*/ 52 w 400"/>
                <a:gd name="T29" fmla="*/ 260 h 260"/>
                <a:gd name="T30" fmla="*/ 100 w 400"/>
                <a:gd name="T31" fmla="*/ 232 h 260"/>
                <a:gd name="T32" fmla="*/ 296 w 400"/>
                <a:gd name="T33" fmla="*/ 80 h 2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00" h="260">
                  <a:moveTo>
                    <a:pt x="296" y="80"/>
                  </a:moveTo>
                  <a:lnTo>
                    <a:pt x="332" y="59"/>
                  </a:lnTo>
                  <a:lnTo>
                    <a:pt x="369" y="80"/>
                  </a:lnTo>
                  <a:lnTo>
                    <a:pt x="400" y="62"/>
                  </a:lnTo>
                  <a:lnTo>
                    <a:pt x="332" y="24"/>
                  </a:lnTo>
                  <a:lnTo>
                    <a:pt x="288" y="12"/>
                  </a:lnTo>
                  <a:lnTo>
                    <a:pt x="216" y="0"/>
                  </a:lnTo>
                  <a:lnTo>
                    <a:pt x="152" y="8"/>
                  </a:lnTo>
                  <a:lnTo>
                    <a:pt x="96" y="28"/>
                  </a:lnTo>
                  <a:lnTo>
                    <a:pt x="52" y="48"/>
                  </a:lnTo>
                  <a:lnTo>
                    <a:pt x="8" y="88"/>
                  </a:lnTo>
                  <a:lnTo>
                    <a:pt x="0" y="120"/>
                  </a:lnTo>
                  <a:lnTo>
                    <a:pt x="20" y="140"/>
                  </a:lnTo>
                  <a:lnTo>
                    <a:pt x="52" y="156"/>
                  </a:lnTo>
                  <a:lnTo>
                    <a:pt x="52" y="260"/>
                  </a:lnTo>
                  <a:lnTo>
                    <a:pt x="100" y="232"/>
                  </a:lnTo>
                  <a:lnTo>
                    <a:pt x="296" y="80"/>
                  </a:lnTo>
                  <a:close/>
                </a:path>
              </a:pathLst>
            </a:custGeom>
            <a:solidFill>
              <a:srgbClr val="FFCC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chemeClr val="tx1"/>
                  </a:solidFill>
                  <a:prstDash val="solid"/>
                  <a:round/>
                  <a:headEnd type="none" w="sm" len="lg"/>
                  <a:tailEnd type="none" w="sm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5536" name="Freeform 64">
              <a:extLst>
                <a:ext uri="{FF2B5EF4-FFF2-40B4-BE49-F238E27FC236}">
                  <a16:creationId xmlns:a16="http://schemas.microsoft.com/office/drawing/2014/main" id="{7873CFEF-7215-41E8-994B-0A452E928CD8}"/>
                </a:ext>
              </a:extLst>
            </p:cNvPr>
            <p:cNvSpPr>
              <a:spLocks/>
            </p:cNvSpPr>
            <p:nvPr/>
          </p:nvSpPr>
          <p:spPr bwMode="auto">
            <a:xfrm>
              <a:off x="4610" y="1570"/>
              <a:ext cx="34" cy="536"/>
            </a:xfrm>
            <a:custGeom>
              <a:avLst/>
              <a:gdLst>
                <a:gd name="T0" fmla="*/ 0 w 34"/>
                <a:gd name="T1" fmla="*/ 0 h 536"/>
                <a:gd name="T2" fmla="*/ 0 w 34"/>
                <a:gd name="T3" fmla="*/ 516 h 536"/>
                <a:gd name="T4" fmla="*/ 28 w 34"/>
                <a:gd name="T5" fmla="*/ 536 h 536"/>
                <a:gd name="T6" fmla="*/ 34 w 34"/>
                <a:gd name="T7" fmla="*/ 20 h 536"/>
                <a:gd name="T8" fmla="*/ 0 w 34"/>
                <a:gd name="T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536">
                  <a:moveTo>
                    <a:pt x="0" y="0"/>
                  </a:moveTo>
                  <a:lnTo>
                    <a:pt x="0" y="516"/>
                  </a:lnTo>
                  <a:lnTo>
                    <a:pt x="28" y="536"/>
                  </a:lnTo>
                  <a:lnTo>
                    <a:pt x="34" y="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chemeClr val="tx1"/>
                  </a:solidFill>
                  <a:prstDash val="solid"/>
                  <a:round/>
                  <a:headEnd type="none" w="sm" len="lg"/>
                  <a:tailEnd type="none" w="sm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5537" name="Freeform 65">
              <a:extLst>
                <a:ext uri="{FF2B5EF4-FFF2-40B4-BE49-F238E27FC236}">
                  <a16:creationId xmlns:a16="http://schemas.microsoft.com/office/drawing/2014/main" id="{B922F3FB-CE36-4E10-AF69-F55E4B4A9594}"/>
                </a:ext>
              </a:extLst>
            </p:cNvPr>
            <p:cNvSpPr>
              <a:spLocks/>
            </p:cNvSpPr>
            <p:nvPr/>
          </p:nvSpPr>
          <p:spPr bwMode="auto">
            <a:xfrm>
              <a:off x="4570" y="1574"/>
              <a:ext cx="44" cy="524"/>
            </a:xfrm>
            <a:custGeom>
              <a:avLst/>
              <a:gdLst>
                <a:gd name="T0" fmla="*/ 0 w 44"/>
                <a:gd name="T1" fmla="*/ 20 h 524"/>
                <a:gd name="T2" fmla="*/ 0 w 44"/>
                <a:gd name="T3" fmla="*/ 524 h 524"/>
                <a:gd name="T4" fmla="*/ 44 w 44"/>
                <a:gd name="T5" fmla="*/ 508 h 524"/>
                <a:gd name="T6" fmla="*/ 44 w 44"/>
                <a:gd name="T7" fmla="*/ 0 h 524"/>
                <a:gd name="T8" fmla="*/ 0 w 44"/>
                <a:gd name="T9" fmla="*/ 2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" h="524">
                  <a:moveTo>
                    <a:pt x="0" y="20"/>
                  </a:moveTo>
                  <a:lnTo>
                    <a:pt x="0" y="524"/>
                  </a:lnTo>
                  <a:lnTo>
                    <a:pt x="44" y="508"/>
                  </a:lnTo>
                  <a:lnTo>
                    <a:pt x="44" y="0"/>
                  </a:lnTo>
                  <a:lnTo>
                    <a:pt x="0" y="20"/>
                  </a:lnTo>
                  <a:close/>
                </a:path>
              </a:pathLst>
            </a:custGeom>
            <a:solidFill>
              <a:srgbClr val="0099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chemeClr val="tx1"/>
                  </a:solidFill>
                  <a:prstDash val="solid"/>
                  <a:round/>
                  <a:headEnd type="none" w="sm" len="lg"/>
                  <a:tailEnd type="none" w="sm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5538" name="Freeform 66">
              <a:extLst>
                <a:ext uri="{FF2B5EF4-FFF2-40B4-BE49-F238E27FC236}">
                  <a16:creationId xmlns:a16="http://schemas.microsoft.com/office/drawing/2014/main" id="{B4E042D9-7656-4F95-B65C-F433E03710B1}"/>
                </a:ext>
              </a:extLst>
            </p:cNvPr>
            <p:cNvSpPr>
              <a:spLocks/>
            </p:cNvSpPr>
            <p:nvPr/>
          </p:nvSpPr>
          <p:spPr bwMode="auto">
            <a:xfrm>
              <a:off x="4338" y="1574"/>
              <a:ext cx="236" cy="548"/>
            </a:xfrm>
            <a:custGeom>
              <a:avLst/>
              <a:gdLst>
                <a:gd name="T0" fmla="*/ 44 w 236"/>
                <a:gd name="T1" fmla="*/ 176 h 548"/>
                <a:gd name="T2" fmla="*/ 44 w 236"/>
                <a:gd name="T3" fmla="*/ 548 h 548"/>
                <a:gd name="T4" fmla="*/ 84 w 236"/>
                <a:gd name="T5" fmla="*/ 532 h 548"/>
                <a:gd name="T6" fmla="*/ 128 w 236"/>
                <a:gd name="T7" fmla="*/ 524 h 548"/>
                <a:gd name="T8" fmla="*/ 176 w 236"/>
                <a:gd name="T9" fmla="*/ 520 h 548"/>
                <a:gd name="T10" fmla="*/ 236 w 236"/>
                <a:gd name="T11" fmla="*/ 528 h 548"/>
                <a:gd name="T12" fmla="*/ 236 w 236"/>
                <a:gd name="T13" fmla="*/ 20 h 548"/>
                <a:gd name="T14" fmla="*/ 188 w 236"/>
                <a:gd name="T15" fmla="*/ 8 h 548"/>
                <a:gd name="T16" fmla="*/ 136 w 236"/>
                <a:gd name="T17" fmla="*/ 0 h 548"/>
                <a:gd name="T18" fmla="*/ 72 w 236"/>
                <a:gd name="T19" fmla="*/ 8 h 548"/>
                <a:gd name="T20" fmla="*/ 28 w 236"/>
                <a:gd name="T21" fmla="*/ 36 h 548"/>
                <a:gd name="T22" fmla="*/ 4 w 236"/>
                <a:gd name="T23" fmla="*/ 64 h 548"/>
                <a:gd name="T24" fmla="*/ 0 w 236"/>
                <a:gd name="T25" fmla="*/ 100 h 548"/>
                <a:gd name="T26" fmla="*/ 8 w 236"/>
                <a:gd name="T27" fmla="*/ 128 h 548"/>
                <a:gd name="T28" fmla="*/ 16 w 236"/>
                <a:gd name="T29" fmla="*/ 148 h 548"/>
                <a:gd name="T30" fmla="*/ 44 w 236"/>
                <a:gd name="T31" fmla="*/ 176 h 5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36" h="548">
                  <a:moveTo>
                    <a:pt x="44" y="176"/>
                  </a:moveTo>
                  <a:lnTo>
                    <a:pt x="44" y="548"/>
                  </a:lnTo>
                  <a:lnTo>
                    <a:pt x="84" y="532"/>
                  </a:lnTo>
                  <a:lnTo>
                    <a:pt x="128" y="524"/>
                  </a:lnTo>
                  <a:lnTo>
                    <a:pt x="176" y="520"/>
                  </a:lnTo>
                  <a:lnTo>
                    <a:pt x="236" y="528"/>
                  </a:lnTo>
                  <a:lnTo>
                    <a:pt x="236" y="20"/>
                  </a:lnTo>
                  <a:lnTo>
                    <a:pt x="188" y="8"/>
                  </a:lnTo>
                  <a:lnTo>
                    <a:pt x="136" y="0"/>
                  </a:lnTo>
                  <a:lnTo>
                    <a:pt x="72" y="8"/>
                  </a:lnTo>
                  <a:lnTo>
                    <a:pt x="28" y="36"/>
                  </a:lnTo>
                  <a:lnTo>
                    <a:pt x="4" y="64"/>
                  </a:lnTo>
                  <a:lnTo>
                    <a:pt x="0" y="100"/>
                  </a:lnTo>
                  <a:lnTo>
                    <a:pt x="8" y="128"/>
                  </a:lnTo>
                  <a:lnTo>
                    <a:pt x="16" y="148"/>
                  </a:lnTo>
                  <a:lnTo>
                    <a:pt x="44" y="176"/>
                  </a:lnTo>
                  <a:close/>
                </a:path>
              </a:pathLst>
            </a:custGeom>
            <a:gradFill rotWithShape="0">
              <a:gsLst>
                <a:gs pos="0">
                  <a:srgbClr val="FFCC00">
                    <a:gamma/>
                    <a:shade val="46275"/>
                    <a:invGamma/>
                  </a:srgbClr>
                </a:gs>
                <a:gs pos="100000">
                  <a:srgbClr val="FFCC0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chemeClr val="tx1"/>
                  </a:solidFill>
                  <a:prstDash val="solid"/>
                  <a:round/>
                  <a:headEnd type="none" w="sm" len="lg"/>
                  <a:tailEnd type="none" w="sm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5539" name="Freeform 67">
              <a:extLst>
                <a:ext uri="{FF2B5EF4-FFF2-40B4-BE49-F238E27FC236}">
                  <a16:creationId xmlns:a16="http://schemas.microsoft.com/office/drawing/2014/main" id="{E4050F1C-48D8-4B8B-99F2-D25B9E6A5E34}"/>
                </a:ext>
              </a:extLst>
            </p:cNvPr>
            <p:cNvSpPr>
              <a:spLocks/>
            </p:cNvSpPr>
            <p:nvPr/>
          </p:nvSpPr>
          <p:spPr bwMode="auto">
            <a:xfrm>
              <a:off x="4166" y="1366"/>
              <a:ext cx="588" cy="376"/>
            </a:xfrm>
            <a:custGeom>
              <a:avLst/>
              <a:gdLst>
                <a:gd name="T0" fmla="*/ 588 w 588"/>
                <a:gd name="T1" fmla="*/ 72 h 376"/>
                <a:gd name="T2" fmla="*/ 520 w 588"/>
                <a:gd name="T3" fmla="*/ 36 h 376"/>
                <a:gd name="T4" fmla="*/ 468 w 588"/>
                <a:gd name="T5" fmla="*/ 20 h 376"/>
                <a:gd name="T6" fmla="*/ 412 w 588"/>
                <a:gd name="T7" fmla="*/ 8 h 376"/>
                <a:gd name="T8" fmla="*/ 336 w 588"/>
                <a:gd name="T9" fmla="*/ 0 h 376"/>
                <a:gd name="T10" fmla="*/ 244 w 588"/>
                <a:gd name="T11" fmla="*/ 8 h 376"/>
                <a:gd name="T12" fmla="*/ 148 w 588"/>
                <a:gd name="T13" fmla="*/ 36 h 376"/>
                <a:gd name="T14" fmla="*/ 88 w 588"/>
                <a:gd name="T15" fmla="*/ 64 h 376"/>
                <a:gd name="T16" fmla="*/ 48 w 588"/>
                <a:gd name="T17" fmla="*/ 96 h 376"/>
                <a:gd name="T18" fmla="*/ 24 w 588"/>
                <a:gd name="T19" fmla="*/ 124 h 376"/>
                <a:gd name="T20" fmla="*/ 4 w 588"/>
                <a:gd name="T21" fmla="*/ 168 h 376"/>
                <a:gd name="T22" fmla="*/ 0 w 588"/>
                <a:gd name="T23" fmla="*/ 214 h 376"/>
                <a:gd name="T24" fmla="*/ 8 w 588"/>
                <a:gd name="T25" fmla="*/ 268 h 376"/>
                <a:gd name="T26" fmla="*/ 24 w 588"/>
                <a:gd name="T27" fmla="*/ 304 h 376"/>
                <a:gd name="T28" fmla="*/ 40 w 588"/>
                <a:gd name="T29" fmla="*/ 332 h 376"/>
                <a:gd name="T30" fmla="*/ 76 w 588"/>
                <a:gd name="T31" fmla="*/ 376 h 376"/>
                <a:gd name="T32" fmla="*/ 168 w 588"/>
                <a:gd name="T33" fmla="*/ 323 h 376"/>
                <a:gd name="T34" fmla="*/ 136 w 588"/>
                <a:gd name="T35" fmla="*/ 296 h 376"/>
                <a:gd name="T36" fmla="*/ 112 w 588"/>
                <a:gd name="T37" fmla="*/ 280 h 376"/>
                <a:gd name="T38" fmla="*/ 96 w 588"/>
                <a:gd name="T39" fmla="*/ 236 h 376"/>
                <a:gd name="T40" fmla="*/ 100 w 588"/>
                <a:gd name="T41" fmla="*/ 180 h 376"/>
                <a:gd name="T42" fmla="*/ 132 w 588"/>
                <a:gd name="T43" fmla="*/ 128 h 376"/>
                <a:gd name="T44" fmla="*/ 188 w 588"/>
                <a:gd name="T45" fmla="*/ 92 h 376"/>
                <a:gd name="T46" fmla="*/ 240 w 588"/>
                <a:gd name="T47" fmla="*/ 76 h 376"/>
                <a:gd name="T48" fmla="*/ 308 w 588"/>
                <a:gd name="T49" fmla="*/ 68 h 376"/>
                <a:gd name="T50" fmla="*/ 376 w 588"/>
                <a:gd name="T51" fmla="*/ 76 h 376"/>
                <a:gd name="T52" fmla="*/ 432 w 588"/>
                <a:gd name="T53" fmla="*/ 88 h 376"/>
                <a:gd name="T54" fmla="*/ 508 w 588"/>
                <a:gd name="T55" fmla="*/ 112 h 376"/>
                <a:gd name="T56" fmla="*/ 588 w 588"/>
                <a:gd name="T57" fmla="*/ 72 h 3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588" h="376">
                  <a:moveTo>
                    <a:pt x="588" y="72"/>
                  </a:moveTo>
                  <a:lnTo>
                    <a:pt x="520" y="36"/>
                  </a:lnTo>
                  <a:lnTo>
                    <a:pt x="468" y="20"/>
                  </a:lnTo>
                  <a:lnTo>
                    <a:pt x="412" y="8"/>
                  </a:lnTo>
                  <a:lnTo>
                    <a:pt x="336" y="0"/>
                  </a:lnTo>
                  <a:lnTo>
                    <a:pt x="244" y="8"/>
                  </a:lnTo>
                  <a:lnTo>
                    <a:pt x="148" y="36"/>
                  </a:lnTo>
                  <a:lnTo>
                    <a:pt x="88" y="64"/>
                  </a:lnTo>
                  <a:lnTo>
                    <a:pt x="48" y="96"/>
                  </a:lnTo>
                  <a:lnTo>
                    <a:pt x="24" y="124"/>
                  </a:lnTo>
                  <a:lnTo>
                    <a:pt x="4" y="168"/>
                  </a:lnTo>
                  <a:lnTo>
                    <a:pt x="0" y="214"/>
                  </a:lnTo>
                  <a:lnTo>
                    <a:pt x="8" y="268"/>
                  </a:lnTo>
                  <a:lnTo>
                    <a:pt x="24" y="304"/>
                  </a:lnTo>
                  <a:lnTo>
                    <a:pt x="40" y="332"/>
                  </a:lnTo>
                  <a:lnTo>
                    <a:pt x="76" y="376"/>
                  </a:lnTo>
                  <a:lnTo>
                    <a:pt x="168" y="323"/>
                  </a:lnTo>
                  <a:lnTo>
                    <a:pt x="136" y="296"/>
                  </a:lnTo>
                  <a:lnTo>
                    <a:pt x="112" y="280"/>
                  </a:lnTo>
                  <a:lnTo>
                    <a:pt x="96" y="236"/>
                  </a:lnTo>
                  <a:lnTo>
                    <a:pt x="100" y="180"/>
                  </a:lnTo>
                  <a:lnTo>
                    <a:pt x="132" y="128"/>
                  </a:lnTo>
                  <a:lnTo>
                    <a:pt x="188" y="92"/>
                  </a:lnTo>
                  <a:lnTo>
                    <a:pt x="240" y="76"/>
                  </a:lnTo>
                  <a:lnTo>
                    <a:pt x="308" y="68"/>
                  </a:lnTo>
                  <a:lnTo>
                    <a:pt x="376" y="76"/>
                  </a:lnTo>
                  <a:lnTo>
                    <a:pt x="432" y="88"/>
                  </a:lnTo>
                  <a:lnTo>
                    <a:pt x="508" y="112"/>
                  </a:lnTo>
                  <a:lnTo>
                    <a:pt x="588" y="72"/>
                  </a:lnTo>
                  <a:close/>
                </a:path>
              </a:pathLst>
            </a:custGeom>
            <a:solidFill>
              <a:srgbClr val="FF3300"/>
            </a:solidFill>
            <a:ln w="12700" cap="flat" cmpd="sng">
              <a:solidFill>
                <a:srgbClr val="FF3300"/>
              </a:solidFill>
              <a:prstDash val="solid"/>
              <a:round/>
              <a:headEnd type="none" w="sm" len="lg"/>
              <a:tailEnd type="none" w="sm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5540" name="Freeform 68">
              <a:extLst>
                <a:ext uri="{FF2B5EF4-FFF2-40B4-BE49-F238E27FC236}">
                  <a16:creationId xmlns:a16="http://schemas.microsoft.com/office/drawing/2014/main" id="{29648126-59A5-4893-99A0-B04A853C659D}"/>
                </a:ext>
              </a:extLst>
            </p:cNvPr>
            <p:cNvSpPr>
              <a:spLocks/>
            </p:cNvSpPr>
            <p:nvPr/>
          </p:nvSpPr>
          <p:spPr bwMode="auto">
            <a:xfrm>
              <a:off x="3533" y="2250"/>
              <a:ext cx="321" cy="368"/>
            </a:xfrm>
            <a:custGeom>
              <a:avLst/>
              <a:gdLst>
                <a:gd name="T0" fmla="*/ 5 w 321"/>
                <a:gd name="T1" fmla="*/ 84 h 368"/>
                <a:gd name="T2" fmla="*/ 0 w 321"/>
                <a:gd name="T3" fmla="*/ 368 h 368"/>
                <a:gd name="T4" fmla="*/ 89 w 321"/>
                <a:gd name="T5" fmla="*/ 324 h 368"/>
                <a:gd name="T6" fmla="*/ 133 w 321"/>
                <a:gd name="T7" fmla="*/ 304 h 368"/>
                <a:gd name="T8" fmla="*/ 181 w 321"/>
                <a:gd name="T9" fmla="*/ 284 h 368"/>
                <a:gd name="T10" fmla="*/ 221 w 321"/>
                <a:gd name="T11" fmla="*/ 280 h 368"/>
                <a:gd name="T12" fmla="*/ 261 w 321"/>
                <a:gd name="T13" fmla="*/ 288 h 368"/>
                <a:gd name="T14" fmla="*/ 285 w 321"/>
                <a:gd name="T15" fmla="*/ 296 h 368"/>
                <a:gd name="T16" fmla="*/ 321 w 321"/>
                <a:gd name="T17" fmla="*/ 320 h 368"/>
                <a:gd name="T18" fmla="*/ 321 w 321"/>
                <a:gd name="T19" fmla="*/ 20 h 368"/>
                <a:gd name="T20" fmla="*/ 281 w 321"/>
                <a:gd name="T21" fmla="*/ 8 h 368"/>
                <a:gd name="T22" fmla="*/ 225 w 321"/>
                <a:gd name="T23" fmla="*/ 0 h 368"/>
                <a:gd name="T24" fmla="*/ 173 w 321"/>
                <a:gd name="T25" fmla="*/ 4 h 368"/>
                <a:gd name="T26" fmla="*/ 109 w 321"/>
                <a:gd name="T27" fmla="*/ 24 h 368"/>
                <a:gd name="T28" fmla="*/ 5 w 321"/>
                <a:gd name="T29" fmla="*/ 84 h 3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21" h="368">
                  <a:moveTo>
                    <a:pt x="5" y="84"/>
                  </a:moveTo>
                  <a:lnTo>
                    <a:pt x="0" y="368"/>
                  </a:lnTo>
                  <a:lnTo>
                    <a:pt x="89" y="324"/>
                  </a:lnTo>
                  <a:lnTo>
                    <a:pt x="133" y="304"/>
                  </a:lnTo>
                  <a:lnTo>
                    <a:pt x="181" y="284"/>
                  </a:lnTo>
                  <a:lnTo>
                    <a:pt x="221" y="280"/>
                  </a:lnTo>
                  <a:lnTo>
                    <a:pt x="261" y="288"/>
                  </a:lnTo>
                  <a:lnTo>
                    <a:pt x="285" y="296"/>
                  </a:lnTo>
                  <a:lnTo>
                    <a:pt x="321" y="320"/>
                  </a:lnTo>
                  <a:lnTo>
                    <a:pt x="321" y="20"/>
                  </a:lnTo>
                  <a:lnTo>
                    <a:pt x="281" y="8"/>
                  </a:lnTo>
                  <a:lnTo>
                    <a:pt x="225" y="0"/>
                  </a:lnTo>
                  <a:lnTo>
                    <a:pt x="173" y="4"/>
                  </a:lnTo>
                  <a:lnTo>
                    <a:pt x="109" y="24"/>
                  </a:lnTo>
                  <a:lnTo>
                    <a:pt x="5" y="84"/>
                  </a:lnTo>
                  <a:close/>
                </a:path>
              </a:pathLst>
            </a:custGeom>
            <a:gradFill rotWithShape="0">
              <a:gsLst>
                <a:gs pos="0">
                  <a:srgbClr val="FFCC00"/>
                </a:gs>
                <a:gs pos="100000">
                  <a:srgbClr val="FFCC00">
                    <a:gamma/>
                    <a:shade val="65882"/>
                    <a:invGamma/>
                  </a:srgbClr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chemeClr val="tx1"/>
                  </a:solidFill>
                  <a:prstDash val="solid"/>
                  <a:round/>
                  <a:headEnd type="none" w="sm" len="lg"/>
                  <a:tailEnd type="none" w="sm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5541" name="Freeform 69">
              <a:extLst>
                <a:ext uri="{FF2B5EF4-FFF2-40B4-BE49-F238E27FC236}">
                  <a16:creationId xmlns:a16="http://schemas.microsoft.com/office/drawing/2014/main" id="{1B0DF49C-B9DC-47D6-BFE7-6C9C55A35973}"/>
                </a:ext>
              </a:extLst>
            </p:cNvPr>
            <p:cNvSpPr>
              <a:spLocks/>
            </p:cNvSpPr>
            <p:nvPr/>
          </p:nvSpPr>
          <p:spPr bwMode="auto">
            <a:xfrm>
              <a:off x="4642" y="1438"/>
              <a:ext cx="112" cy="660"/>
            </a:xfrm>
            <a:custGeom>
              <a:avLst/>
              <a:gdLst>
                <a:gd name="T0" fmla="*/ 32 w 112"/>
                <a:gd name="T1" fmla="*/ 36 h 660"/>
                <a:gd name="T2" fmla="*/ 32 w 112"/>
                <a:gd name="T3" fmla="*/ 136 h 660"/>
                <a:gd name="T4" fmla="*/ 0 w 112"/>
                <a:gd name="T5" fmla="*/ 156 h 660"/>
                <a:gd name="T6" fmla="*/ 0 w 112"/>
                <a:gd name="T7" fmla="*/ 660 h 660"/>
                <a:gd name="T8" fmla="*/ 112 w 112"/>
                <a:gd name="T9" fmla="*/ 608 h 660"/>
                <a:gd name="T10" fmla="*/ 112 w 112"/>
                <a:gd name="T11" fmla="*/ 0 h 660"/>
                <a:gd name="T12" fmla="*/ 32 w 112"/>
                <a:gd name="T13" fmla="*/ 36 h 6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" h="660">
                  <a:moveTo>
                    <a:pt x="32" y="36"/>
                  </a:moveTo>
                  <a:lnTo>
                    <a:pt x="32" y="136"/>
                  </a:lnTo>
                  <a:lnTo>
                    <a:pt x="0" y="156"/>
                  </a:lnTo>
                  <a:lnTo>
                    <a:pt x="0" y="660"/>
                  </a:lnTo>
                  <a:lnTo>
                    <a:pt x="112" y="608"/>
                  </a:lnTo>
                  <a:lnTo>
                    <a:pt x="112" y="0"/>
                  </a:lnTo>
                  <a:lnTo>
                    <a:pt x="32" y="36"/>
                  </a:lnTo>
                  <a:close/>
                </a:path>
              </a:pathLst>
            </a:custGeom>
            <a:solidFill>
              <a:srgbClr val="FF66FF"/>
            </a:solidFill>
            <a:ln w="28575" cap="flat" cmpd="sng">
              <a:solidFill>
                <a:schemeClr val="tx1"/>
              </a:solidFill>
              <a:prstDash val="solid"/>
              <a:round/>
              <a:headEnd type="none" w="sm" len="lg"/>
              <a:tailEnd type="none" w="sm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5542" name="Freeform 70">
              <a:extLst>
                <a:ext uri="{FF2B5EF4-FFF2-40B4-BE49-F238E27FC236}">
                  <a16:creationId xmlns:a16="http://schemas.microsoft.com/office/drawing/2014/main" id="{65A05E6F-14F9-4DAF-96F4-2D5F628D44FA}"/>
                </a:ext>
              </a:extLst>
            </p:cNvPr>
            <p:cNvSpPr>
              <a:spLocks/>
            </p:cNvSpPr>
            <p:nvPr/>
          </p:nvSpPr>
          <p:spPr bwMode="auto">
            <a:xfrm>
              <a:off x="3386" y="2246"/>
              <a:ext cx="153" cy="372"/>
            </a:xfrm>
            <a:custGeom>
              <a:avLst/>
              <a:gdLst>
                <a:gd name="T0" fmla="*/ 0 w 153"/>
                <a:gd name="T1" fmla="*/ 0 h 372"/>
                <a:gd name="T2" fmla="*/ 152 w 153"/>
                <a:gd name="T3" fmla="*/ 88 h 372"/>
                <a:gd name="T4" fmla="*/ 153 w 153"/>
                <a:gd name="T5" fmla="*/ 372 h 372"/>
                <a:gd name="T6" fmla="*/ 0 w 153"/>
                <a:gd name="T7" fmla="*/ 296 h 372"/>
                <a:gd name="T8" fmla="*/ 0 w 153"/>
                <a:gd name="T9" fmla="*/ 0 h 3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3" h="372">
                  <a:moveTo>
                    <a:pt x="0" y="0"/>
                  </a:moveTo>
                  <a:lnTo>
                    <a:pt x="152" y="88"/>
                  </a:lnTo>
                  <a:lnTo>
                    <a:pt x="153" y="372"/>
                  </a:lnTo>
                  <a:lnTo>
                    <a:pt x="0" y="29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C33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chemeClr val="tx1"/>
                  </a:solidFill>
                  <a:prstDash val="solid"/>
                  <a:round/>
                  <a:headEnd type="none" w="sm" len="lg"/>
                  <a:tailEnd type="none" w="sm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5543" name="Freeform 71">
              <a:extLst>
                <a:ext uri="{FF2B5EF4-FFF2-40B4-BE49-F238E27FC236}">
                  <a16:creationId xmlns:a16="http://schemas.microsoft.com/office/drawing/2014/main" id="{31257252-A027-4D94-A006-F85633638E87}"/>
                </a:ext>
              </a:extLst>
            </p:cNvPr>
            <p:cNvSpPr>
              <a:spLocks/>
            </p:cNvSpPr>
            <p:nvPr/>
          </p:nvSpPr>
          <p:spPr bwMode="auto">
            <a:xfrm>
              <a:off x="3850" y="2222"/>
              <a:ext cx="136" cy="336"/>
            </a:xfrm>
            <a:custGeom>
              <a:avLst/>
              <a:gdLst>
                <a:gd name="T0" fmla="*/ 0 w 136"/>
                <a:gd name="T1" fmla="*/ 48 h 336"/>
                <a:gd name="T2" fmla="*/ 88 w 136"/>
                <a:gd name="T3" fmla="*/ 0 h 336"/>
                <a:gd name="T4" fmla="*/ 88 w 136"/>
                <a:gd name="T5" fmla="*/ 108 h 336"/>
                <a:gd name="T6" fmla="*/ 136 w 136"/>
                <a:gd name="T7" fmla="*/ 84 h 336"/>
                <a:gd name="T8" fmla="*/ 136 w 136"/>
                <a:gd name="T9" fmla="*/ 256 h 336"/>
                <a:gd name="T10" fmla="*/ 0 w 136"/>
                <a:gd name="T11" fmla="*/ 336 h 336"/>
                <a:gd name="T12" fmla="*/ 0 w 136"/>
                <a:gd name="T13" fmla="*/ 48 h 3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6" h="336">
                  <a:moveTo>
                    <a:pt x="0" y="48"/>
                  </a:moveTo>
                  <a:lnTo>
                    <a:pt x="88" y="0"/>
                  </a:lnTo>
                  <a:lnTo>
                    <a:pt x="88" y="108"/>
                  </a:lnTo>
                  <a:lnTo>
                    <a:pt x="136" y="84"/>
                  </a:lnTo>
                  <a:lnTo>
                    <a:pt x="136" y="256"/>
                  </a:lnTo>
                  <a:lnTo>
                    <a:pt x="0" y="336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rgbClr val="FF99FF"/>
            </a:solidFill>
            <a:ln w="28575" cap="flat" cmpd="sng">
              <a:solidFill>
                <a:schemeClr val="tx1"/>
              </a:solidFill>
              <a:prstDash val="solid"/>
              <a:round/>
              <a:headEnd type="none" w="sm" len="lg"/>
              <a:tailEnd type="none" w="sm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5544" name="Freeform 72">
              <a:extLst>
                <a:ext uri="{FF2B5EF4-FFF2-40B4-BE49-F238E27FC236}">
                  <a16:creationId xmlns:a16="http://schemas.microsoft.com/office/drawing/2014/main" id="{FCFE6210-DE68-45FC-8FE6-0DF131D0A66B}"/>
                </a:ext>
              </a:extLst>
            </p:cNvPr>
            <p:cNvSpPr>
              <a:spLocks/>
            </p:cNvSpPr>
            <p:nvPr/>
          </p:nvSpPr>
          <p:spPr bwMode="auto">
            <a:xfrm>
              <a:off x="4089" y="1690"/>
              <a:ext cx="293" cy="732"/>
            </a:xfrm>
            <a:custGeom>
              <a:avLst/>
              <a:gdLst>
                <a:gd name="T0" fmla="*/ 149 w 293"/>
                <a:gd name="T1" fmla="*/ 40 h 732"/>
                <a:gd name="T2" fmla="*/ 149 w 293"/>
                <a:gd name="T3" fmla="*/ 356 h 732"/>
                <a:gd name="T4" fmla="*/ 49 w 293"/>
                <a:gd name="T5" fmla="*/ 414 h 732"/>
                <a:gd name="T6" fmla="*/ 49 w 293"/>
                <a:gd name="T7" fmla="*/ 532 h 732"/>
                <a:gd name="T8" fmla="*/ 0 w 293"/>
                <a:gd name="T9" fmla="*/ 560 h 732"/>
                <a:gd name="T10" fmla="*/ 0 w 293"/>
                <a:gd name="T11" fmla="*/ 732 h 732"/>
                <a:gd name="T12" fmla="*/ 293 w 293"/>
                <a:gd name="T13" fmla="*/ 563 h 732"/>
                <a:gd name="T14" fmla="*/ 293 w 293"/>
                <a:gd name="T15" fmla="*/ 56 h 732"/>
                <a:gd name="T16" fmla="*/ 237 w 293"/>
                <a:gd name="T17" fmla="*/ 88 h 732"/>
                <a:gd name="T18" fmla="*/ 237 w 293"/>
                <a:gd name="T19" fmla="*/ 0 h 732"/>
                <a:gd name="T20" fmla="*/ 149 w 293"/>
                <a:gd name="T21" fmla="*/ 40 h 7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93" h="732">
                  <a:moveTo>
                    <a:pt x="149" y="40"/>
                  </a:moveTo>
                  <a:lnTo>
                    <a:pt x="149" y="356"/>
                  </a:lnTo>
                  <a:lnTo>
                    <a:pt x="49" y="414"/>
                  </a:lnTo>
                  <a:lnTo>
                    <a:pt x="49" y="532"/>
                  </a:lnTo>
                  <a:lnTo>
                    <a:pt x="0" y="560"/>
                  </a:lnTo>
                  <a:lnTo>
                    <a:pt x="0" y="732"/>
                  </a:lnTo>
                  <a:lnTo>
                    <a:pt x="293" y="563"/>
                  </a:lnTo>
                  <a:lnTo>
                    <a:pt x="293" y="56"/>
                  </a:lnTo>
                  <a:lnTo>
                    <a:pt x="237" y="88"/>
                  </a:lnTo>
                  <a:lnTo>
                    <a:pt x="237" y="0"/>
                  </a:lnTo>
                  <a:lnTo>
                    <a:pt x="149" y="40"/>
                  </a:lnTo>
                  <a:close/>
                </a:path>
              </a:pathLst>
            </a:custGeom>
            <a:solidFill>
              <a:srgbClr val="FF99FF"/>
            </a:solidFill>
            <a:ln w="28575" cap="flat" cmpd="sng">
              <a:solidFill>
                <a:schemeClr val="tx1"/>
              </a:solidFill>
              <a:prstDash val="solid"/>
              <a:round/>
              <a:headEnd type="none" w="sm" len="lg"/>
              <a:tailEnd type="none" w="sm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5545" name="Freeform 73">
              <a:extLst>
                <a:ext uri="{FF2B5EF4-FFF2-40B4-BE49-F238E27FC236}">
                  <a16:creationId xmlns:a16="http://schemas.microsoft.com/office/drawing/2014/main" id="{4414AA65-6CDD-44E7-ABF0-17E57C4E7207}"/>
                </a:ext>
              </a:extLst>
            </p:cNvPr>
            <p:cNvSpPr>
              <a:spLocks/>
            </p:cNvSpPr>
            <p:nvPr/>
          </p:nvSpPr>
          <p:spPr bwMode="auto">
            <a:xfrm>
              <a:off x="4089" y="1910"/>
              <a:ext cx="295" cy="511"/>
            </a:xfrm>
            <a:custGeom>
              <a:avLst/>
              <a:gdLst>
                <a:gd name="T0" fmla="*/ 0 w 885"/>
                <a:gd name="T1" fmla="*/ 1531 h 1531"/>
                <a:gd name="T2" fmla="*/ 884 w 885"/>
                <a:gd name="T3" fmla="*/ 0 h 1531"/>
                <a:gd name="T4" fmla="*/ 885 w 885"/>
                <a:gd name="T5" fmla="*/ 0 h 15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885" h="1531">
                  <a:moveTo>
                    <a:pt x="0" y="1531"/>
                  </a:moveTo>
                  <a:lnTo>
                    <a:pt x="884" y="0"/>
                  </a:lnTo>
                  <a:lnTo>
                    <a:pt x="885" y="0"/>
                  </a:lnTo>
                </a:path>
              </a:pathLst>
            </a:custGeom>
            <a:solidFill>
              <a:srgbClr val="FF99FF"/>
            </a:solidFill>
            <a:ln w="0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5546" name="Freeform 74">
              <a:extLst>
                <a:ext uri="{FF2B5EF4-FFF2-40B4-BE49-F238E27FC236}">
                  <a16:creationId xmlns:a16="http://schemas.microsoft.com/office/drawing/2014/main" id="{85D5C5EB-798F-49D9-85AD-902A4638AEDA}"/>
                </a:ext>
              </a:extLst>
            </p:cNvPr>
            <p:cNvSpPr>
              <a:spLocks/>
            </p:cNvSpPr>
            <p:nvPr/>
          </p:nvSpPr>
          <p:spPr bwMode="auto">
            <a:xfrm>
              <a:off x="4200" y="2038"/>
              <a:ext cx="184" cy="319"/>
            </a:xfrm>
            <a:custGeom>
              <a:avLst/>
              <a:gdLst>
                <a:gd name="T0" fmla="*/ 0 w 552"/>
                <a:gd name="T1" fmla="*/ 957 h 957"/>
                <a:gd name="T2" fmla="*/ 551 w 552"/>
                <a:gd name="T3" fmla="*/ 0 h 957"/>
                <a:gd name="T4" fmla="*/ 552 w 552"/>
                <a:gd name="T5" fmla="*/ 0 h 9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52" h="957">
                  <a:moveTo>
                    <a:pt x="0" y="957"/>
                  </a:moveTo>
                  <a:lnTo>
                    <a:pt x="551" y="0"/>
                  </a:lnTo>
                  <a:lnTo>
                    <a:pt x="552" y="0"/>
                  </a:lnTo>
                </a:path>
              </a:pathLst>
            </a:custGeom>
            <a:solidFill>
              <a:srgbClr val="FF99FF"/>
            </a:solidFill>
            <a:ln w="0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5547" name="Freeform 75">
              <a:extLst>
                <a:ext uri="{FF2B5EF4-FFF2-40B4-BE49-F238E27FC236}">
                  <a16:creationId xmlns:a16="http://schemas.microsoft.com/office/drawing/2014/main" id="{B5807438-A4D0-443A-B12F-82B712626FCC}"/>
                </a:ext>
              </a:extLst>
            </p:cNvPr>
            <p:cNvSpPr>
              <a:spLocks/>
            </p:cNvSpPr>
            <p:nvPr/>
          </p:nvSpPr>
          <p:spPr bwMode="auto">
            <a:xfrm>
              <a:off x="4310" y="2166"/>
              <a:ext cx="74" cy="127"/>
            </a:xfrm>
            <a:custGeom>
              <a:avLst/>
              <a:gdLst>
                <a:gd name="T0" fmla="*/ 0 w 221"/>
                <a:gd name="T1" fmla="*/ 380 h 380"/>
                <a:gd name="T2" fmla="*/ 220 w 221"/>
                <a:gd name="T3" fmla="*/ 0 h 380"/>
                <a:gd name="T4" fmla="*/ 221 w 221"/>
                <a:gd name="T5" fmla="*/ 0 h 3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21" h="380">
                  <a:moveTo>
                    <a:pt x="0" y="380"/>
                  </a:moveTo>
                  <a:lnTo>
                    <a:pt x="220" y="0"/>
                  </a:lnTo>
                  <a:lnTo>
                    <a:pt x="221" y="0"/>
                  </a:lnTo>
                </a:path>
              </a:pathLst>
            </a:custGeom>
            <a:solidFill>
              <a:srgbClr val="FF99FF"/>
            </a:solidFill>
            <a:ln w="0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5548" name="Freeform 76">
              <a:extLst>
                <a:ext uri="{FF2B5EF4-FFF2-40B4-BE49-F238E27FC236}">
                  <a16:creationId xmlns:a16="http://schemas.microsoft.com/office/drawing/2014/main" id="{43B413F1-1C3A-48C7-8B70-D2C2867D3FB9}"/>
                </a:ext>
              </a:extLst>
            </p:cNvPr>
            <p:cNvSpPr>
              <a:spLocks/>
            </p:cNvSpPr>
            <p:nvPr/>
          </p:nvSpPr>
          <p:spPr bwMode="auto">
            <a:xfrm>
              <a:off x="4089" y="2225"/>
              <a:ext cx="40" cy="68"/>
            </a:xfrm>
            <a:custGeom>
              <a:avLst/>
              <a:gdLst>
                <a:gd name="T0" fmla="*/ 0 w 120"/>
                <a:gd name="T1" fmla="*/ 205 h 205"/>
                <a:gd name="T2" fmla="*/ 119 w 120"/>
                <a:gd name="T3" fmla="*/ 0 h 205"/>
                <a:gd name="T4" fmla="*/ 120 w 120"/>
                <a:gd name="T5" fmla="*/ 0 h 2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20" h="205">
                  <a:moveTo>
                    <a:pt x="0" y="205"/>
                  </a:moveTo>
                  <a:lnTo>
                    <a:pt x="119" y="0"/>
                  </a:lnTo>
                  <a:lnTo>
                    <a:pt x="120" y="0"/>
                  </a:lnTo>
                </a:path>
              </a:pathLst>
            </a:custGeom>
            <a:solidFill>
              <a:srgbClr val="FF99FF"/>
            </a:solidFill>
            <a:ln w="0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5549" name="Freeform 77">
              <a:extLst>
                <a:ext uri="{FF2B5EF4-FFF2-40B4-BE49-F238E27FC236}">
                  <a16:creationId xmlns:a16="http://schemas.microsoft.com/office/drawing/2014/main" id="{337FCB5F-1EDC-4AF8-AC41-28727276EDEC}"/>
                </a:ext>
              </a:extLst>
            </p:cNvPr>
            <p:cNvSpPr>
              <a:spLocks/>
            </p:cNvSpPr>
            <p:nvPr/>
          </p:nvSpPr>
          <p:spPr bwMode="auto">
            <a:xfrm>
              <a:off x="4245" y="1743"/>
              <a:ext cx="88" cy="151"/>
            </a:xfrm>
            <a:custGeom>
              <a:avLst/>
              <a:gdLst>
                <a:gd name="T0" fmla="*/ 0 w 264"/>
                <a:gd name="T1" fmla="*/ 455 h 455"/>
                <a:gd name="T2" fmla="*/ 263 w 264"/>
                <a:gd name="T3" fmla="*/ 0 h 455"/>
                <a:gd name="T4" fmla="*/ 264 w 264"/>
                <a:gd name="T5" fmla="*/ 0 h 4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64" h="455">
                  <a:moveTo>
                    <a:pt x="0" y="455"/>
                  </a:moveTo>
                  <a:lnTo>
                    <a:pt x="263" y="0"/>
                  </a:lnTo>
                  <a:lnTo>
                    <a:pt x="264" y="0"/>
                  </a:lnTo>
                </a:path>
              </a:pathLst>
            </a:custGeom>
            <a:solidFill>
              <a:srgbClr val="FF99FF"/>
            </a:solidFill>
            <a:ln w="0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5550" name="Freeform 78">
              <a:extLst>
                <a:ext uri="{FF2B5EF4-FFF2-40B4-BE49-F238E27FC236}">
                  <a16:creationId xmlns:a16="http://schemas.microsoft.com/office/drawing/2014/main" id="{F5733E6C-4501-4470-BFEF-C2E36EEBBD81}"/>
                </a:ext>
              </a:extLst>
            </p:cNvPr>
            <p:cNvSpPr>
              <a:spLocks/>
            </p:cNvSpPr>
            <p:nvPr/>
          </p:nvSpPr>
          <p:spPr bwMode="auto">
            <a:xfrm>
              <a:off x="4245" y="1716"/>
              <a:ext cx="30" cy="50"/>
            </a:xfrm>
            <a:custGeom>
              <a:avLst/>
              <a:gdLst>
                <a:gd name="T0" fmla="*/ 0 w 89"/>
                <a:gd name="T1" fmla="*/ 151 h 151"/>
                <a:gd name="T2" fmla="*/ 88 w 89"/>
                <a:gd name="T3" fmla="*/ 0 h 151"/>
                <a:gd name="T4" fmla="*/ 89 w 89"/>
                <a:gd name="T5" fmla="*/ 0 h 1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89" h="151">
                  <a:moveTo>
                    <a:pt x="0" y="151"/>
                  </a:moveTo>
                  <a:lnTo>
                    <a:pt x="88" y="0"/>
                  </a:lnTo>
                  <a:lnTo>
                    <a:pt x="89" y="0"/>
                  </a:lnTo>
                </a:path>
              </a:pathLst>
            </a:custGeom>
            <a:solidFill>
              <a:srgbClr val="FF99FF"/>
            </a:solidFill>
            <a:ln w="0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5551" name="Freeform 79">
              <a:extLst>
                <a:ext uri="{FF2B5EF4-FFF2-40B4-BE49-F238E27FC236}">
                  <a16:creationId xmlns:a16="http://schemas.microsoft.com/office/drawing/2014/main" id="{5A205BD5-17BC-4FD8-B896-F506BF729AAD}"/>
                </a:ext>
              </a:extLst>
            </p:cNvPr>
            <p:cNvSpPr>
              <a:spLocks/>
            </p:cNvSpPr>
            <p:nvPr/>
          </p:nvSpPr>
          <p:spPr bwMode="auto">
            <a:xfrm>
              <a:off x="4245" y="1782"/>
              <a:ext cx="139" cy="240"/>
            </a:xfrm>
            <a:custGeom>
              <a:avLst/>
              <a:gdLst>
                <a:gd name="T0" fmla="*/ 0 w 416"/>
                <a:gd name="T1" fmla="*/ 719 h 719"/>
                <a:gd name="T2" fmla="*/ 415 w 416"/>
                <a:gd name="T3" fmla="*/ 0 h 719"/>
                <a:gd name="T4" fmla="*/ 416 w 416"/>
                <a:gd name="T5" fmla="*/ 0 h 7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6" h="719">
                  <a:moveTo>
                    <a:pt x="0" y="719"/>
                  </a:moveTo>
                  <a:lnTo>
                    <a:pt x="415" y="0"/>
                  </a:lnTo>
                  <a:lnTo>
                    <a:pt x="416" y="0"/>
                  </a:lnTo>
                </a:path>
              </a:pathLst>
            </a:custGeom>
            <a:solidFill>
              <a:srgbClr val="FF99FF"/>
            </a:solidFill>
            <a:ln w="0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5552" name="Freeform 80">
              <a:extLst>
                <a:ext uri="{FF2B5EF4-FFF2-40B4-BE49-F238E27FC236}">
                  <a16:creationId xmlns:a16="http://schemas.microsoft.com/office/drawing/2014/main" id="{AD2ED1CE-DF3D-4742-8D81-CC4015D0324E}"/>
                </a:ext>
              </a:extLst>
            </p:cNvPr>
            <p:cNvSpPr>
              <a:spLocks/>
            </p:cNvSpPr>
            <p:nvPr/>
          </p:nvSpPr>
          <p:spPr bwMode="auto">
            <a:xfrm>
              <a:off x="4140" y="2054"/>
              <a:ext cx="87" cy="151"/>
            </a:xfrm>
            <a:custGeom>
              <a:avLst/>
              <a:gdLst>
                <a:gd name="T0" fmla="*/ 0 w 263"/>
                <a:gd name="T1" fmla="*/ 454 h 454"/>
                <a:gd name="T2" fmla="*/ 262 w 263"/>
                <a:gd name="T3" fmla="*/ 0 h 454"/>
                <a:gd name="T4" fmla="*/ 263 w 263"/>
                <a:gd name="T5" fmla="*/ 0 h 4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63" h="454">
                  <a:moveTo>
                    <a:pt x="0" y="454"/>
                  </a:moveTo>
                  <a:lnTo>
                    <a:pt x="262" y="0"/>
                  </a:lnTo>
                  <a:lnTo>
                    <a:pt x="263" y="0"/>
                  </a:lnTo>
                </a:path>
              </a:pathLst>
            </a:custGeom>
            <a:solidFill>
              <a:srgbClr val="FF99FF"/>
            </a:solidFill>
            <a:ln w="0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5553" name="Freeform 81">
              <a:extLst>
                <a:ext uri="{FF2B5EF4-FFF2-40B4-BE49-F238E27FC236}">
                  <a16:creationId xmlns:a16="http://schemas.microsoft.com/office/drawing/2014/main" id="{56A89CC5-8949-49B9-B4A9-12DCED316C89}"/>
                </a:ext>
              </a:extLst>
            </p:cNvPr>
            <p:cNvSpPr>
              <a:spLocks/>
            </p:cNvSpPr>
            <p:nvPr/>
          </p:nvSpPr>
          <p:spPr bwMode="auto">
            <a:xfrm>
              <a:off x="4649" y="1529"/>
              <a:ext cx="102" cy="178"/>
            </a:xfrm>
            <a:custGeom>
              <a:avLst/>
              <a:gdLst>
                <a:gd name="T0" fmla="*/ 0 w 308"/>
                <a:gd name="T1" fmla="*/ 534 h 534"/>
                <a:gd name="T2" fmla="*/ 307 w 308"/>
                <a:gd name="T3" fmla="*/ 0 h 534"/>
                <a:gd name="T4" fmla="*/ 308 w 308"/>
                <a:gd name="T5" fmla="*/ 0 h 5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08" h="534">
                  <a:moveTo>
                    <a:pt x="0" y="534"/>
                  </a:moveTo>
                  <a:lnTo>
                    <a:pt x="307" y="0"/>
                  </a:lnTo>
                  <a:lnTo>
                    <a:pt x="308" y="0"/>
                  </a:lnTo>
                </a:path>
              </a:pathLst>
            </a:custGeom>
            <a:solidFill>
              <a:srgbClr val="FF99FF"/>
            </a:solidFill>
            <a:ln w="0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5554" name="Freeform 82">
              <a:extLst>
                <a:ext uri="{FF2B5EF4-FFF2-40B4-BE49-F238E27FC236}">
                  <a16:creationId xmlns:a16="http://schemas.microsoft.com/office/drawing/2014/main" id="{0B411F89-0DD6-49C9-AFF2-9D51DF8722C0}"/>
                </a:ext>
              </a:extLst>
            </p:cNvPr>
            <p:cNvSpPr>
              <a:spLocks/>
            </p:cNvSpPr>
            <p:nvPr/>
          </p:nvSpPr>
          <p:spPr bwMode="auto">
            <a:xfrm>
              <a:off x="4649" y="1656"/>
              <a:ext cx="102" cy="179"/>
            </a:xfrm>
            <a:custGeom>
              <a:avLst/>
              <a:gdLst>
                <a:gd name="T0" fmla="*/ 0 w 308"/>
                <a:gd name="T1" fmla="*/ 535 h 535"/>
                <a:gd name="T2" fmla="*/ 307 w 308"/>
                <a:gd name="T3" fmla="*/ 0 h 535"/>
                <a:gd name="T4" fmla="*/ 308 w 308"/>
                <a:gd name="T5" fmla="*/ 0 h 5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08" h="535">
                  <a:moveTo>
                    <a:pt x="0" y="535"/>
                  </a:moveTo>
                  <a:lnTo>
                    <a:pt x="307" y="0"/>
                  </a:lnTo>
                  <a:lnTo>
                    <a:pt x="308" y="0"/>
                  </a:lnTo>
                </a:path>
              </a:pathLst>
            </a:custGeom>
            <a:solidFill>
              <a:srgbClr val="FF99FF"/>
            </a:solidFill>
            <a:ln w="0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5555" name="Freeform 83">
              <a:extLst>
                <a:ext uri="{FF2B5EF4-FFF2-40B4-BE49-F238E27FC236}">
                  <a16:creationId xmlns:a16="http://schemas.microsoft.com/office/drawing/2014/main" id="{DAADF9D7-1DF5-4DF2-933B-03AA0A90443C}"/>
                </a:ext>
              </a:extLst>
            </p:cNvPr>
            <p:cNvSpPr>
              <a:spLocks/>
            </p:cNvSpPr>
            <p:nvPr/>
          </p:nvSpPr>
          <p:spPr bwMode="auto">
            <a:xfrm>
              <a:off x="4649" y="1785"/>
              <a:ext cx="102" cy="177"/>
            </a:xfrm>
            <a:custGeom>
              <a:avLst/>
              <a:gdLst>
                <a:gd name="T0" fmla="*/ 0 w 308"/>
                <a:gd name="T1" fmla="*/ 533 h 533"/>
                <a:gd name="T2" fmla="*/ 307 w 308"/>
                <a:gd name="T3" fmla="*/ 0 h 533"/>
                <a:gd name="T4" fmla="*/ 308 w 308"/>
                <a:gd name="T5" fmla="*/ 0 h 5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08" h="533">
                  <a:moveTo>
                    <a:pt x="0" y="533"/>
                  </a:moveTo>
                  <a:lnTo>
                    <a:pt x="307" y="0"/>
                  </a:lnTo>
                  <a:lnTo>
                    <a:pt x="308" y="0"/>
                  </a:lnTo>
                </a:path>
              </a:pathLst>
            </a:custGeom>
            <a:solidFill>
              <a:srgbClr val="FF99FF"/>
            </a:solidFill>
            <a:ln w="0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5556" name="Freeform 84">
              <a:extLst>
                <a:ext uri="{FF2B5EF4-FFF2-40B4-BE49-F238E27FC236}">
                  <a16:creationId xmlns:a16="http://schemas.microsoft.com/office/drawing/2014/main" id="{62CFB8A9-77BA-4FEF-840E-9ED209EE2976}"/>
                </a:ext>
              </a:extLst>
            </p:cNvPr>
            <p:cNvSpPr>
              <a:spLocks/>
            </p:cNvSpPr>
            <p:nvPr/>
          </p:nvSpPr>
          <p:spPr bwMode="auto">
            <a:xfrm>
              <a:off x="4649" y="1912"/>
              <a:ext cx="102" cy="178"/>
            </a:xfrm>
            <a:custGeom>
              <a:avLst/>
              <a:gdLst>
                <a:gd name="T0" fmla="*/ 0 w 308"/>
                <a:gd name="T1" fmla="*/ 533 h 533"/>
                <a:gd name="T2" fmla="*/ 307 w 308"/>
                <a:gd name="T3" fmla="*/ 0 h 533"/>
                <a:gd name="T4" fmla="*/ 308 w 308"/>
                <a:gd name="T5" fmla="*/ 0 h 5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08" h="533">
                  <a:moveTo>
                    <a:pt x="0" y="533"/>
                  </a:moveTo>
                  <a:lnTo>
                    <a:pt x="307" y="0"/>
                  </a:lnTo>
                  <a:lnTo>
                    <a:pt x="308" y="0"/>
                  </a:lnTo>
                </a:path>
              </a:pathLst>
            </a:custGeom>
            <a:solidFill>
              <a:srgbClr val="FF99FF"/>
            </a:solidFill>
            <a:ln w="0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5557" name="Freeform 85">
              <a:extLst>
                <a:ext uri="{FF2B5EF4-FFF2-40B4-BE49-F238E27FC236}">
                  <a16:creationId xmlns:a16="http://schemas.microsoft.com/office/drawing/2014/main" id="{BADED8AA-FF71-4930-A0F7-7B3D2847AB5E}"/>
                </a:ext>
              </a:extLst>
            </p:cNvPr>
            <p:cNvSpPr>
              <a:spLocks/>
            </p:cNvSpPr>
            <p:nvPr/>
          </p:nvSpPr>
          <p:spPr bwMode="auto">
            <a:xfrm>
              <a:off x="4675" y="1461"/>
              <a:ext cx="42" cy="71"/>
            </a:xfrm>
            <a:custGeom>
              <a:avLst/>
              <a:gdLst>
                <a:gd name="T0" fmla="*/ 0 w 125"/>
                <a:gd name="T1" fmla="*/ 215 h 215"/>
                <a:gd name="T2" fmla="*/ 124 w 125"/>
                <a:gd name="T3" fmla="*/ 0 h 215"/>
                <a:gd name="T4" fmla="*/ 125 w 125"/>
                <a:gd name="T5" fmla="*/ 0 h 2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25" h="215">
                  <a:moveTo>
                    <a:pt x="0" y="215"/>
                  </a:moveTo>
                  <a:lnTo>
                    <a:pt x="124" y="0"/>
                  </a:lnTo>
                  <a:lnTo>
                    <a:pt x="125" y="0"/>
                  </a:lnTo>
                </a:path>
              </a:pathLst>
            </a:custGeom>
            <a:solidFill>
              <a:srgbClr val="FF99FF"/>
            </a:solidFill>
            <a:ln w="0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5558" name="Freeform 86">
              <a:extLst>
                <a:ext uri="{FF2B5EF4-FFF2-40B4-BE49-F238E27FC236}">
                  <a16:creationId xmlns:a16="http://schemas.microsoft.com/office/drawing/2014/main" id="{85B9DE97-1603-4AE7-AF34-DE194387F5A3}"/>
                </a:ext>
              </a:extLst>
            </p:cNvPr>
            <p:cNvSpPr>
              <a:spLocks/>
            </p:cNvSpPr>
            <p:nvPr/>
          </p:nvSpPr>
          <p:spPr bwMode="auto">
            <a:xfrm>
              <a:off x="3863" y="2335"/>
              <a:ext cx="125" cy="217"/>
            </a:xfrm>
            <a:custGeom>
              <a:avLst/>
              <a:gdLst>
                <a:gd name="T0" fmla="*/ 0 w 376"/>
                <a:gd name="T1" fmla="*/ 650 h 650"/>
                <a:gd name="T2" fmla="*/ 375 w 376"/>
                <a:gd name="T3" fmla="*/ 0 h 650"/>
                <a:gd name="T4" fmla="*/ 376 w 376"/>
                <a:gd name="T5" fmla="*/ 0 h 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76" h="650">
                  <a:moveTo>
                    <a:pt x="0" y="650"/>
                  </a:moveTo>
                  <a:lnTo>
                    <a:pt x="375" y="0"/>
                  </a:lnTo>
                  <a:lnTo>
                    <a:pt x="376" y="0"/>
                  </a:lnTo>
                </a:path>
              </a:pathLst>
            </a:custGeom>
            <a:solidFill>
              <a:srgbClr val="FF99FF"/>
            </a:solidFill>
            <a:ln w="0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5559" name="Freeform 87">
              <a:extLst>
                <a:ext uri="{FF2B5EF4-FFF2-40B4-BE49-F238E27FC236}">
                  <a16:creationId xmlns:a16="http://schemas.microsoft.com/office/drawing/2014/main" id="{64C80286-2D83-461D-A3C6-0BD0F6CA77FB}"/>
                </a:ext>
              </a:extLst>
            </p:cNvPr>
            <p:cNvSpPr>
              <a:spLocks/>
            </p:cNvSpPr>
            <p:nvPr/>
          </p:nvSpPr>
          <p:spPr bwMode="auto">
            <a:xfrm>
              <a:off x="3851" y="2295"/>
              <a:ext cx="87" cy="149"/>
            </a:xfrm>
            <a:custGeom>
              <a:avLst/>
              <a:gdLst>
                <a:gd name="T0" fmla="*/ 0 w 259"/>
                <a:gd name="T1" fmla="*/ 448 h 448"/>
                <a:gd name="T2" fmla="*/ 258 w 259"/>
                <a:gd name="T3" fmla="*/ 0 h 448"/>
                <a:gd name="T4" fmla="*/ 259 w 259"/>
                <a:gd name="T5" fmla="*/ 0 h 4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59" h="448">
                  <a:moveTo>
                    <a:pt x="0" y="448"/>
                  </a:moveTo>
                  <a:lnTo>
                    <a:pt x="258" y="0"/>
                  </a:lnTo>
                  <a:lnTo>
                    <a:pt x="259" y="0"/>
                  </a:lnTo>
                </a:path>
              </a:pathLst>
            </a:custGeom>
            <a:solidFill>
              <a:srgbClr val="FF99FF"/>
            </a:solidFill>
            <a:ln w="0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5560" name="Freeform 88">
              <a:extLst>
                <a:ext uri="{FF2B5EF4-FFF2-40B4-BE49-F238E27FC236}">
                  <a16:creationId xmlns:a16="http://schemas.microsoft.com/office/drawing/2014/main" id="{49F6765F-3A3C-439D-8955-217A113DAE65}"/>
                </a:ext>
              </a:extLst>
            </p:cNvPr>
            <p:cNvSpPr>
              <a:spLocks/>
            </p:cNvSpPr>
            <p:nvPr/>
          </p:nvSpPr>
          <p:spPr bwMode="auto">
            <a:xfrm>
              <a:off x="3851" y="2249"/>
              <a:ext cx="39" cy="67"/>
            </a:xfrm>
            <a:custGeom>
              <a:avLst/>
              <a:gdLst>
                <a:gd name="T0" fmla="*/ 0 w 117"/>
                <a:gd name="T1" fmla="*/ 202 h 202"/>
                <a:gd name="T2" fmla="*/ 116 w 117"/>
                <a:gd name="T3" fmla="*/ 0 h 202"/>
                <a:gd name="T4" fmla="*/ 117 w 117"/>
                <a:gd name="T5" fmla="*/ 0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17" h="202">
                  <a:moveTo>
                    <a:pt x="0" y="202"/>
                  </a:moveTo>
                  <a:lnTo>
                    <a:pt x="116" y="0"/>
                  </a:lnTo>
                  <a:lnTo>
                    <a:pt x="117" y="0"/>
                  </a:lnTo>
                </a:path>
              </a:pathLst>
            </a:custGeom>
            <a:solidFill>
              <a:srgbClr val="FF99FF"/>
            </a:solidFill>
            <a:ln w="0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05561" name="Text Box 89">
            <a:extLst>
              <a:ext uri="{FF2B5EF4-FFF2-40B4-BE49-F238E27FC236}">
                <a16:creationId xmlns:a16="http://schemas.microsoft.com/office/drawing/2014/main" id="{F41E12BA-0DEC-420F-A082-453D973421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4667250"/>
            <a:ext cx="38925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en-US" altLang="zh-CN" sz="2800">
                <a:solidFill>
                  <a:srgbClr val="0000CC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</a:t>
            </a:r>
            <a:r>
              <a:rPr lang="en-US" altLang="zh-CN" sz="2800">
                <a:solidFill>
                  <a:srgbClr val="0000CC"/>
                </a:solidFill>
                <a:latin typeface="宋体" panose="02010600030101010101" pitchFamily="2" charset="-122"/>
              </a:rPr>
              <a:t> </a:t>
            </a:r>
            <a:r>
              <a:rPr lang="zh-CN" altLang="en-US" sz="2800">
                <a:solidFill>
                  <a:srgbClr val="0000CC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确定剖切面的位置。</a:t>
            </a:r>
          </a:p>
        </p:txBody>
      </p:sp>
      <p:sp>
        <p:nvSpPr>
          <p:cNvPr id="105562" name="Text Box 90">
            <a:extLst>
              <a:ext uri="{FF2B5EF4-FFF2-40B4-BE49-F238E27FC236}">
                <a16:creationId xmlns:a16="http://schemas.microsoft.com/office/drawing/2014/main" id="{E0B37ABD-798B-4E20-8A99-8E5F70C3DA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5073650"/>
            <a:ext cx="8242300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l" eaLnBrk="1" hangingPunct="1"/>
            <a:r>
              <a:rPr lang="en-US" altLang="zh-CN" sz="2800">
                <a:solidFill>
                  <a:srgbClr val="0000CC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</a:t>
            </a:r>
            <a:r>
              <a:rPr lang="en-US" altLang="zh-CN" sz="2800">
                <a:solidFill>
                  <a:srgbClr val="0000CC"/>
                </a:solidFill>
                <a:latin typeface="宋体" panose="02010600030101010101" pitchFamily="2" charset="-122"/>
              </a:rPr>
              <a:t> </a:t>
            </a:r>
            <a:r>
              <a:rPr lang="zh-CN" altLang="en-US" sz="2800">
                <a:solidFill>
                  <a:srgbClr val="0000CC"/>
                </a:solidFill>
                <a:latin typeface="宋体" panose="02010600030101010101" pitchFamily="2" charset="-122"/>
              </a:rPr>
              <a:t>想象哪部分移走了？剖面区域的形状？哪些部分</a:t>
            </a:r>
          </a:p>
          <a:p>
            <a:pPr algn="l" eaLnBrk="1" hangingPunct="1"/>
            <a:r>
              <a:rPr lang="zh-CN" altLang="en-US" sz="2800">
                <a:solidFill>
                  <a:srgbClr val="0000CC"/>
                </a:solidFill>
                <a:latin typeface="宋体" panose="02010600030101010101" pitchFamily="2" charset="-122"/>
              </a:rPr>
              <a:t>  投射时可看到？</a:t>
            </a:r>
          </a:p>
        </p:txBody>
      </p:sp>
      <p:sp>
        <p:nvSpPr>
          <p:cNvPr id="105563" name="Text Box 91">
            <a:extLst>
              <a:ext uri="{FF2B5EF4-FFF2-40B4-BE49-F238E27FC236}">
                <a16:creationId xmlns:a16="http://schemas.microsoft.com/office/drawing/2014/main" id="{37AC7EB7-A02D-4775-A9EE-77ED79B7F6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5908675"/>
            <a:ext cx="55784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en-US" altLang="zh-CN" sz="2800">
                <a:solidFill>
                  <a:srgbClr val="0000CC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 </a:t>
            </a:r>
            <a:r>
              <a:rPr lang="zh-CN" altLang="en-US" sz="2800">
                <a:solidFill>
                  <a:srgbClr val="0000CC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在剖面区域内画上剖面符号。</a:t>
            </a:r>
            <a:endParaRPr lang="zh-CN" altLang="en-US" sz="2800">
              <a:solidFill>
                <a:srgbClr val="0000CC"/>
              </a:solidFill>
              <a:latin typeface="宋体" panose="02010600030101010101" pitchFamily="2" charset="-122"/>
            </a:endParaRPr>
          </a:p>
        </p:txBody>
      </p:sp>
      <p:grpSp>
        <p:nvGrpSpPr>
          <p:cNvPr id="105564" name="Group 92">
            <a:extLst>
              <a:ext uri="{FF2B5EF4-FFF2-40B4-BE49-F238E27FC236}">
                <a16:creationId xmlns:a16="http://schemas.microsoft.com/office/drawing/2014/main" id="{E654FBA4-36ED-4313-8578-A50829FCDB05}"/>
              </a:ext>
            </a:extLst>
          </p:cNvPr>
          <p:cNvGrpSpPr>
            <a:grpSpLocks/>
          </p:cNvGrpSpPr>
          <p:nvPr/>
        </p:nvGrpSpPr>
        <p:grpSpPr bwMode="auto">
          <a:xfrm>
            <a:off x="2189163" y="1154113"/>
            <a:ext cx="2301875" cy="1230312"/>
            <a:chOff x="2640" y="1281"/>
            <a:chExt cx="1450" cy="775"/>
          </a:xfrm>
        </p:grpSpPr>
        <p:sp>
          <p:nvSpPr>
            <p:cNvPr id="105565" name="Freeform 93">
              <a:extLst>
                <a:ext uri="{FF2B5EF4-FFF2-40B4-BE49-F238E27FC236}">
                  <a16:creationId xmlns:a16="http://schemas.microsoft.com/office/drawing/2014/main" id="{501C37EE-B06B-485A-BA3B-A6310600160D}"/>
                </a:ext>
              </a:extLst>
            </p:cNvPr>
            <p:cNvSpPr>
              <a:spLocks/>
            </p:cNvSpPr>
            <p:nvPr/>
          </p:nvSpPr>
          <p:spPr bwMode="auto">
            <a:xfrm>
              <a:off x="3238" y="1281"/>
              <a:ext cx="52" cy="51"/>
            </a:xfrm>
            <a:custGeom>
              <a:avLst/>
              <a:gdLst>
                <a:gd name="T0" fmla="*/ 0 w 150"/>
                <a:gd name="T1" fmla="*/ 149 h 149"/>
                <a:gd name="T2" fmla="*/ 149 w 150"/>
                <a:gd name="T3" fmla="*/ 0 h 149"/>
                <a:gd name="T4" fmla="*/ 150 w 150"/>
                <a:gd name="T5" fmla="*/ 0 h 1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0" h="149">
                  <a:moveTo>
                    <a:pt x="0" y="149"/>
                  </a:moveTo>
                  <a:lnTo>
                    <a:pt x="149" y="0"/>
                  </a:lnTo>
                  <a:lnTo>
                    <a:pt x="150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5566" name="Freeform 94">
              <a:extLst>
                <a:ext uri="{FF2B5EF4-FFF2-40B4-BE49-F238E27FC236}">
                  <a16:creationId xmlns:a16="http://schemas.microsoft.com/office/drawing/2014/main" id="{9E4E58E9-2F6C-405B-AE90-99C46C9CBCB1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0" y="1809"/>
              <a:ext cx="121" cy="120"/>
            </a:xfrm>
            <a:custGeom>
              <a:avLst/>
              <a:gdLst>
                <a:gd name="T0" fmla="*/ 0 w 349"/>
                <a:gd name="T1" fmla="*/ 347 h 347"/>
                <a:gd name="T2" fmla="*/ 348 w 349"/>
                <a:gd name="T3" fmla="*/ 0 h 347"/>
                <a:gd name="T4" fmla="*/ 349 w 349"/>
                <a:gd name="T5" fmla="*/ 0 h 3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49" h="347">
                  <a:moveTo>
                    <a:pt x="0" y="347"/>
                  </a:moveTo>
                  <a:lnTo>
                    <a:pt x="348" y="0"/>
                  </a:lnTo>
                  <a:lnTo>
                    <a:pt x="349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5567" name="Freeform 95">
              <a:extLst>
                <a:ext uri="{FF2B5EF4-FFF2-40B4-BE49-F238E27FC236}">
                  <a16:creationId xmlns:a16="http://schemas.microsoft.com/office/drawing/2014/main" id="{2333D560-7215-4827-84EF-6BFAB5013865}"/>
                </a:ext>
              </a:extLst>
            </p:cNvPr>
            <p:cNvSpPr>
              <a:spLocks/>
            </p:cNvSpPr>
            <p:nvPr/>
          </p:nvSpPr>
          <p:spPr bwMode="auto">
            <a:xfrm>
              <a:off x="2733" y="1920"/>
              <a:ext cx="137" cy="136"/>
            </a:xfrm>
            <a:custGeom>
              <a:avLst/>
              <a:gdLst>
                <a:gd name="T0" fmla="*/ 0 w 395"/>
                <a:gd name="T1" fmla="*/ 393 h 393"/>
                <a:gd name="T2" fmla="*/ 393 w 395"/>
                <a:gd name="T3" fmla="*/ 0 h 393"/>
                <a:gd name="T4" fmla="*/ 395 w 395"/>
                <a:gd name="T5" fmla="*/ 0 h 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5" h="393">
                  <a:moveTo>
                    <a:pt x="0" y="393"/>
                  </a:moveTo>
                  <a:lnTo>
                    <a:pt x="393" y="0"/>
                  </a:lnTo>
                  <a:lnTo>
                    <a:pt x="395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5568" name="Freeform 96">
              <a:extLst>
                <a:ext uri="{FF2B5EF4-FFF2-40B4-BE49-F238E27FC236}">
                  <a16:creationId xmlns:a16="http://schemas.microsoft.com/office/drawing/2014/main" id="{06B694D7-6577-4897-B924-337AA39BC7AE}"/>
                </a:ext>
              </a:extLst>
            </p:cNvPr>
            <p:cNvSpPr>
              <a:spLocks/>
            </p:cNvSpPr>
            <p:nvPr/>
          </p:nvSpPr>
          <p:spPr bwMode="auto">
            <a:xfrm>
              <a:off x="3238" y="1425"/>
              <a:ext cx="126" cy="126"/>
            </a:xfrm>
            <a:custGeom>
              <a:avLst/>
              <a:gdLst>
                <a:gd name="T0" fmla="*/ 0 w 365"/>
                <a:gd name="T1" fmla="*/ 365 h 365"/>
                <a:gd name="T2" fmla="*/ 364 w 365"/>
                <a:gd name="T3" fmla="*/ 0 h 365"/>
                <a:gd name="T4" fmla="*/ 365 w 365"/>
                <a:gd name="T5" fmla="*/ 0 h 3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65" h="365">
                  <a:moveTo>
                    <a:pt x="0" y="365"/>
                  </a:moveTo>
                  <a:lnTo>
                    <a:pt x="364" y="0"/>
                  </a:lnTo>
                  <a:lnTo>
                    <a:pt x="365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5569" name="Freeform 97">
              <a:extLst>
                <a:ext uri="{FF2B5EF4-FFF2-40B4-BE49-F238E27FC236}">
                  <a16:creationId xmlns:a16="http://schemas.microsoft.com/office/drawing/2014/main" id="{53BCD016-9187-4107-965A-242804A3C75F}"/>
                </a:ext>
              </a:extLst>
            </p:cNvPr>
            <p:cNvSpPr>
              <a:spLocks/>
            </p:cNvSpPr>
            <p:nvPr/>
          </p:nvSpPr>
          <p:spPr bwMode="auto">
            <a:xfrm>
              <a:off x="3050" y="1920"/>
              <a:ext cx="40" cy="39"/>
            </a:xfrm>
            <a:custGeom>
              <a:avLst/>
              <a:gdLst>
                <a:gd name="T0" fmla="*/ 0 w 114"/>
                <a:gd name="T1" fmla="*/ 113 h 113"/>
                <a:gd name="T2" fmla="*/ 113 w 114"/>
                <a:gd name="T3" fmla="*/ 0 h 113"/>
                <a:gd name="T4" fmla="*/ 114 w 114"/>
                <a:gd name="T5" fmla="*/ 0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14" h="113">
                  <a:moveTo>
                    <a:pt x="0" y="113"/>
                  </a:moveTo>
                  <a:lnTo>
                    <a:pt x="113" y="0"/>
                  </a:lnTo>
                  <a:lnTo>
                    <a:pt x="114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5570" name="Freeform 98">
              <a:extLst>
                <a:ext uri="{FF2B5EF4-FFF2-40B4-BE49-F238E27FC236}">
                  <a16:creationId xmlns:a16="http://schemas.microsoft.com/office/drawing/2014/main" id="{A98785FF-2E1F-4D8D-B269-3B26C9DAF562}"/>
                </a:ext>
              </a:extLst>
            </p:cNvPr>
            <p:cNvSpPr>
              <a:spLocks/>
            </p:cNvSpPr>
            <p:nvPr/>
          </p:nvSpPr>
          <p:spPr bwMode="auto">
            <a:xfrm>
              <a:off x="3238" y="1507"/>
              <a:ext cx="264" cy="264"/>
            </a:xfrm>
            <a:custGeom>
              <a:avLst/>
              <a:gdLst>
                <a:gd name="T0" fmla="*/ 0 w 762"/>
                <a:gd name="T1" fmla="*/ 764 h 764"/>
                <a:gd name="T2" fmla="*/ 761 w 762"/>
                <a:gd name="T3" fmla="*/ 0 h 764"/>
                <a:gd name="T4" fmla="*/ 762 w 762"/>
                <a:gd name="T5" fmla="*/ 0 h 7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762" h="764">
                  <a:moveTo>
                    <a:pt x="0" y="764"/>
                  </a:moveTo>
                  <a:lnTo>
                    <a:pt x="761" y="0"/>
                  </a:lnTo>
                  <a:lnTo>
                    <a:pt x="762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5571" name="Freeform 99">
              <a:extLst>
                <a:ext uri="{FF2B5EF4-FFF2-40B4-BE49-F238E27FC236}">
                  <a16:creationId xmlns:a16="http://schemas.microsoft.com/office/drawing/2014/main" id="{41ACE3F5-F19F-466C-AE5B-BBBB9865FA77}"/>
                </a:ext>
              </a:extLst>
            </p:cNvPr>
            <p:cNvSpPr>
              <a:spLocks/>
            </p:cNvSpPr>
            <p:nvPr/>
          </p:nvSpPr>
          <p:spPr bwMode="auto">
            <a:xfrm>
              <a:off x="3126" y="1809"/>
              <a:ext cx="74" cy="73"/>
            </a:xfrm>
            <a:custGeom>
              <a:avLst/>
              <a:gdLst>
                <a:gd name="T0" fmla="*/ 0 w 214"/>
                <a:gd name="T1" fmla="*/ 211 h 211"/>
                <a:gd name="T2" fmla="*/ 213 w 214"/>
                <a:gd name="T3" fmla="*/ 0 h 211"/>
                <a:gd name="T4" fmla="*/ 214 w 214"/>
                <a:gd name="T5" fmla="*/ 0 h 2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4" h="211">
                  <a:moveTo>
                    <a:pt x="0" y="211"/>
                  </a:moveTo>
                  <a:lnTo>
                    <a:pt x="213" y="0"/>
                  </a:lnTo>
                  <a:lnTo>
                    <a:pt x="214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5572" name="Freeform 100">
              <a:extLst>
                <a:ext uri="{FF2B5EF4-FFF2-40B4-BE49-F238E27FC236}">
                  <a16:creationId xmlns:a16="http://schemas.microsoft.com/office/drawing/2014/main" id="{22434F9E-02CA-4E84-9765-B6A8C4459238}"/>
                </a:ext>
              </a:extLst>
            </p:cNvPr>
            <p:cNvSpPr>
              <a:spLocks/>
            </p:cNvSpPr>
            <p:nvPr/>
          </p:nvSpPr>
          <p:spPr bwMode="auto">
            <a:xfrm>
              <a:off x="3172" y="1726"/>
              <a:ext cx="330" cy="330"/>
            </a:xfrm>
            <a:custGeom>
              <a:avLst/>
              <a:gdLst>
                <a:gd name="T0" fmla="*/ 0 w 951"/>
                <a:gd name="T1" fmla="*/ 950 h 950"/>
                <a:gd name="T2" fmla="*/ 950 w 951"/>
                <a:gd name="T3" fmla="*/ 0 h 950"/>
                <a:gd name="T4" fmla="*/ 951 w 951"/>
                <a:gd name="T5" fmla="*/ 0 h 9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51" h="950">
                  <a:moveTo>
                    <a:pt x="0" y="950"/>
                  </a:moveTo>
                  <a:lnTo>
                    <a:pt x="950" y="0"/>
                  </a:lnTo>
                  <a:lnTo>
                    <a:pt x="951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5573" name="Freeform 101">
              <a:extLst>
                <a:ext uri="{FF2B5EF4-FFF2-40B4-BE49-F238E27FC236}">
                  <a16:creationId xmlns:a16="http://schemas.microsoft.com/office/drawing/2014/main" id="{883D4D76-DE5E-4B5A-9CFE-D7505DE29B81}"/>
                </a:ext>
              </a:extLst>
            </p:cNvPr>
            <p:cNvSpPr>
              <a:spLocks/>
            </p:cNvSpPr>
            <p:nvPr/>
          </p:nvSpPr>
          <p:spPr bwMode="auto">
            <a:xfrm>
              <a:off x="3391" y="1946"/>
              <a:ext cx="111" cy="110"/>
            </a:xfrm>
            <a:custGeom>
              <a:avLst/>
              <a:gdLst>
                <a:gd name="T0" fmla="*/ 0 w 319"/>
                <a:gd name="T1" fmla="*/ 318 h 318"/>
                <a:gd name="T2" fmla="*/ 318 w 319"/>
                <a:gd name="T3" fmla="*/ 0 h 318"/>
                <a:gd name="T4" fmla="*/ 319 w 319"/>
                <a:gd name="T5" fmla="*/ 0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19" h="318">
                  <a:moveTo>
                    <a:pt x="0" y="318"/>
                  </a:moveTo>
                  <a:lnTo>
                    <a:pt x="318" y="0"/>
                  </a:lnTo>
                  <a:lnTo>
                    <a:pt x="319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5574" name="Freeform 102">
              <a:extLst>
                <a:ext uri="{FF2B5EF4-FFF2-40B4-BE49-F238E27FC236}">
                  <a16:creationId xmlns:a16="http://schemas.microsoft.com/office/drawing/2014/main" id="{A0D3F3B3-3B09-471B-A785-A06E9B3C3C03}"/>
                </a:ext>
              </a:extLst>
            </p:cNvPr>
            <p:cNvSpPr>
              <a:spLocks/>
            </p:cNvSpPr>
            <p:nvPr/>
          </p:nvSpPr>
          <p:spPr bwMode="auto">
            <a:xfrm>
              <a:off x="3894" y="1357"/>
              <a:ext cx="196" cy="196"/>
            </a:xfrm>
            <a:custGeom>
              <a:avLst/>
              <a:gdLst>
                <a:gd name="T0" fmla="*/ 0 w 568"/>
                <a:gd name="T1" fmla="*/ 566 h 566"/>
                <a:gd name="T2" fmla="*/ 566 w 568"/>
                <a:gd name="T3" fmla="*/ 0 h 566"/>
                <a:gd name="T4" fmla="*/ 568 w 568"/>
                <a:gd name="T5" fmla="*/ 0 h 5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68" h="566">
                  <a:moveTo>
                    <a:pt x="0" y="566"/>
                  </a:moveTo>
                  <a:lnTo>
                    <a:pt x="566" y="0"/>
                  </a:lnTo>
                  <a:lnTo>
                    <a:pt x="568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5575" name="Freeform 103">
              <a:extLst>
                <a:ext uri="{FF2B5EF4-FFF2-40B4-BE49-F238E27FC236}">
                  <a16:creationId xmlns:a16="http://schemas.microsoft.com/office/drawing/2014/main" id="{DC4C82DA-CC61-4E97-A13D-8155F2D928F7}"/>
                </a:ext>
              </a:extLst>
            </p:cNvPr>
            <p:cNvSpPr>
              <a:spLocks/>
            </p:cNvSpPr>
            <p:nvPr/>
          </p:nvSpPr>
          <p:spPr bwMode="auto">
            <a:xfrm>
              <a:off x="3894" y="1576"/>
              <a:ext cx="196" cy="197"/>
            </a:xfrm>
            <a:custGeom>
              <a:avLst/>
              <a:gdLst>
                <a:gd name="T0" fmla="*/ 0 w 568"/>
                <a:gd name="T1" fmla="*/ 566 h 566"/>
                <a:gd name="T2" fmla="*/ 566 w 568"/>
                <a:gd name="T3" fmla="*/ 0 h 566"/>
                <a:gd name="T4" fmla="*/ 568 w 568"/>
                <a:gd name="T5" fmla="*/ 0 h 5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68" h="566">
                  <a:moveTo>
                    <a:pt x="0" y="566"/>
                  </a:moveTo>
                  <a:lnTo>
                    <a:pt x="566" y="0"/>
                  </a:lnTo>
                  <a:lnTo>
                    <a:pt x="568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5576" name="Freeform 104">
              <a:extLst>
                <a:ext uri="{FF2B5EF4-FFF2-40B4-BE49-F238E27FC236}">
                  <a16:creationId xmlns:a16="http://schemas.microsoft.com/office/drawing/2014/main" id="{DE3A0BFB-E7D1-4742-B40F-1E7482CA95BF}"/>
                </a:ext>
              </a:extLst>
            </p:cNvPr>
            <p:cNvSpPr>
              <a:spLocks/>
            </p:cNvSpPr>
            <p:nvPr/>
          </p:nvSpPr>
          <p:spPr bwMode="auto">
            <a:xfrm>
              <a:off x="3894" y="1796"/>
              <a:ext cx="196" cy="196"/>
            </a:xfrm>
            <a:custGeom>
              <a:avLst/>
              <a:gdLst>
                <a:gd name="T0" fmla="*/ 0 w 568"/>
                <a:gd name="T1" fmla="*/ 566 h 566"/>
                <a:gd name="T2" fmla="*/ 566 w 568"/>
                <a:gd name="T3" fmla="*/ 0 h 566"/>
                <a:gd name="T4" fmla="*/ 568 w 568"/>
                <a:gd name="T5" fmla="*/ 0 h 5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68" h="566">
                  <a:moveTo>
                    <a:pt x="0" y="566"/>
                  </a:moveTo>
                  <a:lnTo>
                    <a:pt x="566" y="0"/>
                  </a:lnTo>
                  <a:lnTo>
                    <a:pt x="568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5577" name="Freeform 105">
              <a:extLst>
                <a:ext uri="{FF2B5EF4-FFF2-40B4-BE49-F238E27FC236}">
                  <a16:creationId xmlns:a16="http://schemas.microsoft.com/office/drawing/2014/main" id="{BF91E1CC-5238-4726-AA76-E851E9D1A2A4}"/>
                </a:ext>
              </a:extLst>
            </p:cNvPr>
            <p:cNvSpPr>
              <a:spLocks/>
            </p:cNvSpPr>
            <p:nvPr/>
          </p:nvSpPr>
          <p:spPr bwMode="auto">
            <a:xfrm>
              <a:off x="4049" y="2016"/>
              <a:ext cx="41" cy="40"/>
            </a:xfrm>
            <a:custGeom>
              <a:avLst/>
              <a:gdLst>
                <a:gd name="T0" fmla="*/ 0 w 119"/>
                <a:gd name="T1" fmla="*/ 116 h 116"/>
                <a:gd name="T2" fmla="*/ 117 w 119"/>
                <a:gd name="T3" fmla="*/ 0 h 116"/>
                <a:gd name="T4" fmla="*/ 119 w 119"/>
                <a:gd name="T5" fmla="*/ 0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19" h="116">
                  <a:moveTo>
                    <a:pt x="0" y="116"/>
                  </a:moveTo>
                  <a:lnTo>
                    <a:pt x="117" y="0"/>
                  </a:lnTo>
                  <a:lnTo>
                    <a:pt x="119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05578" name="Group 106">
            <a:extLst>
              <a:ext uri="{FF2B5EF4-FFF2-40B4-BE49-F238E27FC236}">
                <a16:creationId xmlns:a16="http://schemas.microsoft.com/office/drawing/2014/main" id="{DED81D89-E528-4508-A823-3328357FB018}"/>
              </a:ext>
            </a:extLst>
          </p:cNvPr>
          <p:cNvGrpSpPr>
            <a:grpSpLocks/>
          </p:cNvGrpSpPr>
          <p:nvPr/>
        </p:nvGrpSpPr>
        <p:grpSpPr bwMode="auto">
          <a:xfrm>
            <a:off x="1444625" y="2771775"/>
            <a:ext cx="3117850" cy="1636713"/>
            <a:chOff x="910" y="1746"/>
            <a:chExt cx="1964" cy="1031"/>
          </a:xfrm>
        </p:grpSpPr>
        <p:sp>
          <p:nvSpPr>
            <p:cNvPr id="105579" name="Arc 107">
              <a:extLst>
                <a:ext uri="{FF2B5EF4-FFF2-40B4-BE49-F238E27FC236}">
                  <a16:creationId xmlns:a16="http://schemas.microsoft.com/office/drawing/2014/main" id="{043AAA8F-D4FC-43A1-9742-5BDFAABD959F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2241" y="2092"/>
              <a:ext cx="306" cy="324"/>
            </a:xfrm>
            <a:custGeom>
              <a:avLst/>
              <a:gdLst>
                <a:gd name="G0" fmla="+- 19141 0 0"/>
                <a:gd name="G1" fmla="+- 21600 0 0"/>
                <a:gd name="G2" fmla="+- 21600 0 0"/>
                <a:gd name="T0" fmla="*/ 251 w 40741"/>
                <a:gd name="T1" fmla="*/ 11125 h 43200"/>
                <a:gd name="T2" fmla="*/ 0 w 40741"/>
                <a:gd name="T3" fmla="*/ 31609 h 43200"/>
                <a:gd name="T4" fmla="*/ 19141 w 40741"/>
                <a:gd name="T5" fmla="*/ 21600 h 43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741" h="43200" fill="none" extrusionOk="0">
                  <a:moveTo>
                    <a:pt x="250" y="11124"/>
                  </a:moveTo>
                  <a:cubicBezTo>
                    <a:pt x="4058" y="4259"/>
                    <a:pt x="11290" y="0"/>
                    <a:pt x="19141" y="0"/>
                  </a:cubicBezTo>
                  <a:cubicBezTo>
                    <a:pt x="31070" y="0"/>
                    <a:pt x="40741" y="9670"/>
                    <a:pt x="40741" y="21600"/>
                  </a:cubicBezTo>
                  <a:cubicBezTo>
                    <a:pt x="40741" y="33529"/>
                    <a:pt x="31070" y="43200"/>
                    <a:pt x="19141" y="43200"/>
                  </a:cubicBezTo>
                  <a:cubicBezTo>
                    <a:pt x="11100" y="43199"/>
                    <a:pt x="3725" y="38734"/>
                    <a:pt x="-1" y="31609"/>
                  </a:cubicBezTo>
                </a:path>
                <a:path w="40741" h="43200" stroke="0" extrusionOk="0">
                  <a:moveTo>
                    <a:pt x="250" y="11124"/>
                  </a:moveTo>
                  <a:cubicBezTo>
                    <a:pt x="4058" y="4259"/>
                    <a:pt x="11290" y="0"/>
                    <a:pt x="19141" y="0"/>
                  </a:cubicBezTo>
                  <a:cubicBezTo>
                    <a:pt x="31070" y="0"/>
                    <a:pt x="40741" y="9670"/>
                    <a:pt x="40741" y="21600"/>
                  </a:cubicBezTo>
                  <a:cubicBezTo>
                    <a:pt x="40741" y="33529"/>
                    <a:pt x="31070" y="43200"/>
                    <a:pt x="19141" y="43200"/>
                  </a:cubicBezTo>
                  <a:cubicBezTo>
                    <a:pt x="11100" y="43199"/>
                    <a:pt x="3725" y="38734"/>
                    <a:pt x="-1" y="31609"/>
                  </a:cubicBezTo>
                  <a:lnTo>
                    <a:pt x="19141" y="21600"/>
                  </a:lnTo>
                  <a:close/>
                </a:path>
              </a:pathLst>
            </a:cu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5580" name="Arc 108">
              <a:extLst>
                <a:ext uri="{FF2B5EF4-FFF2-40B4-BE49-F238E27FC236}">
                  <a16:creationId xmlns:a16="http://schemas.microsoft.com/office/drawing/2014/main" id="{A882E557-4F3A-4CC4-BC11-D8FBE66E44D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13" y="2092"/>
              <a:ext cx="166" cy="320"/>
            </a:xfrm>
            <a:custGeom>
              <a:avLst/>
              <a:gdLst>
                <a:gd name="G0" fmla="+- 599 0 0"/>
                <a:gd name="G1" fmla="+- 21600 0 0"/>
                <a:gd name="G2" fmla="+- 21600 0 0"/>
                <a:gd name="T0" fmla="*/ 599 w 22199"/>
                <a:gd name="T1" fmla="*/ 0 h 43200"/>
                <a:gd name="T2" fmla="*/ 0 w 22199"/>
                <a:gd name="T3" fmla="*/ 43192 h 43200"/>
                <a:gd name="T4" fmla="*/ 599 w 22199"/>
                <a:gd name="T5" fmla="*/ 21600 h 43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2199" h="43200" fill="none" extrusionOk="0">
                  <a:moveTo>
                    <a:pt x="599" y="0"/>
                  </a:moveTo>
                  <a:cubicBezTo>
                    <a:pt x="12528" y="0"/>
                    <a:pt x="22199" y="9670"/>
                    <a:pt x="22199" y="21600"/>
                  </a:cubicBezTo>
                  <a:cubicBezTo>
                    <a:pt x="22199" y="33529"/>
                    <a:pt x="12528" y="43200"/>
                    <a:pt x="599" y="43200"/>
                  </a:cubicBezTo>
                  <a:cubicBezTo>
                    <a:pt x="399" y="43199"/>
                    <a:pt x="199" y="43197"/>
                    <a:pt x="0" y="43191"/>
                  </a:cubicBezTo>
                </a:path>
                <a:path w="22199" h="43200" stroke="0" extrusionOk="0">
                  <a:moveTo>
                    <a:pt x="599" y="0"/>
                  </a:moveTo>
                  <a:cubicBezTo>
                    <a:pt x="12528" y="0"/>
                    <a:pt x="22199" y="9670"/>
                    <a:pt x="22199" y="21600"/>
                  </a:cubicBezTo>
                  <a:cubicBezTo>
                    <a:pt x="22199" y="33529"/>
                    <a:pt x="12528" y="43200"/>
                    <a:pt x="599" y="43200"/>
                  </a:cubicBezTo>
                  <a:cubicBezTo>
                    <a:pt x="399" y="43199"/>
                    <a:pt x="199" y="43197"/>
                    <a:pt x="0" y="43191"/>
                  </a:cubicBezTo>
                  <a:lnTo>
                    <a:pt x="599" y="21600"/>
                  </a:lnTo>
                  <a:close/>
                </a:path>
              </a:pathLst>
            </a:cu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5581" name="Oval 109">
              <a:extLst>
                <a:ext uri="{FF2B5EF4-FFF2-40B4-BE49-F238E27FC236}">
                  <a16:creationId xmlns:a16="http://schemas.microsoft.com/office/drawing/2014/main" id="{11855363-8CC7-4529-81BD-A97F303D22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77" y="1827"/>
              <a:ext cx="852" cy="852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5582" name="Oval 110">
              <a:extLst>
                <a:ext uri="{FF2B5EF4-FFF2-40B4-BE49-F238E27FC236}">
                  <a16:creationId xmlns:a16="http://schemas.microsoft.com/office/drawing/2014/main" id="{7903F200-5B58-4D06-80C5-AE7D009120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97" y="1964"/>
              <a:ext cx="612" cy="572"/>
            </a:xfrm>
            <a:prstGeom prst="ellips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5583" name="Oval 111">
              <a:extLst>
                <a:ext uri="{FF2B5EF4-FFF2-40B4-BE49-F238E27FC236}">
                  <a16:creationId xmlns:a16="http://schemas.microsoft.com/office/drawing/2014/main" id="{4A206BC7-5832-45EB-84F4-571D71C472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18" y="2168"/>
              <a:ext cx="167" cy="167"/>
            </a:xfrm>
            <a:prstGeom prst="ellips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5584" name="Oval 112">
              <a:extLst>
                <a:ext uri="{FF2B5EF4-FFF2-40B4-BE49-F238E27FC236}">
                  <a16:creationId xmlns:a16="http://schemas.microsoft.com/office/drawing/2014/main" id="{A05E7557-363C-43F2-874C-94953D834B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51" y="2102"/>
              <a:ext cx="311" cy="300"/>
            </a:xfrm>
            <a:prstGeom prst="ellips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5585" name="Freeform 113">
              <a:extLst>
                <a:ext uri="{FF2B5EF4-FFF2-40B4-BE49-F238E27FC236}">
                  <a16:creationId xmlns:a16="http://schemas.microsoft.com/office/drawing/2014/main" id="{886DBCAC-48F6-40B4-915A-D007708F0052}"/>
                </a:ext>
              </a:extLst>
            </p:cNvPr>
            <p:cNvSpPr>
              <a:spLocks/>
            </p:cNvSpPr>
            <p:nvPr/>
          </p:nvSpPr>
          <p:spPr bwMode="auto">
            <a:xfrm>
              <a:off x="1704" y="2023"/>
              <a:ext cx="1" cy="512"/>
            </a:xfrm>
            <a:custGeom>
              <a:avLst/>
              <a:gdLst>
                <a:gd name="T0" fmla="*/ 0 w 1"/>
                <a:gd name="T1" fmla="*/ 0 h 1472"/>
                <a:gd name="T2" fmla="*/ 0 w 1"/>
                <a:gd name="T3" fmla="*/ 1472 h 1472"/>
                <a:gd name="T4" fmla="*/ 1 w 1"/>
                <a:gd name="T5" fmla="*/ 1472 h 14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1472">
                  <a:moveTo>
                    <a:pt x="0" y="0"/>
                  </a:moveTo>
                  <a:lnTo>
                    <a:pt x="0" y="1472"/>
                  </a:lnTo>
                  <a:lnTo>
                    <a:pt x="1" y="1472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lg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5586" name="Freeform 114">
              <a:extLst>
                <a:ext uri="{FF2B5EF4-FFF2-40B4-BE49-F238E27FC236}">
                  <a16:creationId xmlns:a16="http://schemas.microsoft.com/office/drawing/2014/main" id="{3FE9813B-2B9D-465F-AB51-164ED4FD409C}"/>
                </a:ext>
              </a:extLst>
            </p:cNvPr>
            <p:cNvSpPr>
              <a:spLocks/>
            </p:cNvSpPr>
            <p:nvPr/>
          </p:nvSpPr>
          <p:spPr bwMode="auto">
            <a:xfrm>
              <a:off x="1218" y="1997"/>
              <a:ext cx="1" cy="528"/>
            </a:xfrm>
            <a:custGeom>
              <a:avLst/>
              <a:gdLst>
                <a:gd name="T0" fmla="*/ 0 w 2"/>
                <a:gd name="T1" fmla="*/ 0 h 1522"/>
                <a:gd name="T2" fmla="*/ 0 w 2"/>
                <a:gd name="T3" fmla="*/ 1522 h 1522"/>
                <a:gd name="T4" fmla="*/ 2 w 2"/>
                <a:gd name="T5" fmla="*/ 1522 h 15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1522">
                  <a:moveTo>
                    <a:pt x="0" y="0"/>
                  </a:moveTo>
                  <a:lnTo>
                    <a:pt x="0" y="1522"/>
                  </a:lnTo>
                  <a:lnTo>
                    <a:pt x="2" y="1522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lg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5587" name="Freeform 115">
              <a:extLst>
                <a:ext uri="{FF2B5EF4-FFF2-40B4-BE49-F238E27FC236}">
                  <a16:creationId xmlns:a16="http://schemas.microsoft.com/office/drawing/2014/main" id="{24315B90-5FCD-4A40-9530-EF20B441493E}"/>
                </a:ext>
              </a:extLst>
            </p:cNvPr>
            <p:cNvSpPr>
              <a:spLocks/>
            </p:cNvSpPr>
            <p:nvPr/>
          </p:nvSpPr>
          <p:spPr bwMode="auto">
            <a:xfrm>
              <a:off x="954" y="2679"/>
              <a:ext cx="1449" cy="1"/>
            </a:xfrm>
            <a:custGeom>
              <a:avLst/>
              <a:gdLst>
                <a:gd name="T0" fmla="*/ 4176 w 4176"/>
                <a:gd name="T1" fmla="*/ 0 w 4176"/>
                <a:gd name="T2" fmla="*/ 2 w 417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4176">
                  <a:moveTo>
                    <a:pt x="4176" y="0"/>
                  </a:moveTo>
                  <a:lnTo>
                    <a:pt x="0" y="0"/>
                  </a:lnTo>
                  <a:lnTo>
                    <a:pt x="2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5588" name="Freeform 116">
              <a:extLst>
                <a:ext uri="{FF2B5EF4-FFF2-40B4-BE49-F238E27FC236}">
                  <a16:creationId xmlns:a16="http://schemas.microsoft.com/office/drawing/2014/main" id="{ADDAA522-C04B-4E0D-A869-E5A4AE8F96C2}"/>
                </a:ext>
              </a:extLst>
            </p:cNvPr>
            <p:cNvSpPr>
              <a:spLocks/>
            </p:cNvSpPr>
            <p:nvPr/>
          </p:nvSpPr>
          <p:spPr bwMode="auto">
            <a:xfrm>
              <a:off x="954" y="2415"/>
              <a:ext cx="1" cy="264"/>
            </a:xfrm>
            <a:custGeom>
              <a:avLst/>
              <a:gdLst>
                <a:gd name="T0" fmla="*/ 0 w 2"/>
                <a:gd name="T1" fmla="*/ 762 h 762"/>
                <a:gd name="T2" fmla="*/ 0 w 2"/>
                <a:gd name="T3" fmla="*/ 0 h 762"/>
                <a:gd name="T4" fmla="*/ 2 w 2"/>
                <a:gd name="T5" fmla="*/ 0 h 7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762">
                  <a:moveTo>
                    <a:pt x="0" y="762"/>
                  </a:moveTo>
                  <a:lnTo>
                    <a:pt x="0" y="0"/>
                  </a:lnTo>
                  <a:lnTo>
                    <a:pt x="2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5589" name="Freeform 117">
              <a:extLst>
                <a:ext uri="{FF2B5EF4-FFF2-40B4-BE49-F238E27FC236}">
                  <a16:creationId xmlns:a16="http://schemas.microsoft.com/office/drawing/2014/main" id="{C02D61B4-6E8B-4F4A-9B53-87F7B7535262}"/>
                </a:ext>
              </a:extLst>
            </p:cNvPr>
            <p:cNvSpPr>
              <a:spLocks/>
            </p:cNvSpPr>
            <p:nvPr/>
          </p:nvSpPr>
          <p:spPr bwMode="auto">
            <a:xfrm>
              <a:off x="954" y="2415"/>
              <a:ext cx="264" cy="1"/>
            </a:xfrm>
            <a:custGeom>
              <a:avLst/>
              <a:gdLst>
                <a:gd name="T0" fmla="*/ 761 w 761"/>
                <a:gd name="T1" fmla="*/ 0 w 761"/>
                <a:gd name="T2" fmla="*/ 2 w 76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761">
                  <a:moveTo>
                    <a:pt x="761" y="0"/>
                  </a:moveTo>
                  <a:lnTo>
                    <a:pt x="0" y="0"/>
                  </a:lnTo>
                  <a:lnTo>
                    <a:pt x="2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5590" name="Freeform 118">
              <a:extLst>
                <a:ext uri="{FF2B5EF4-FFF2-40B4-BE49-F238E27FC236}">
                  <a16:creationId xmlns:a16="http://schemas.microsoft.com/office/drawing/2014/main" id="{0DBFB9F2-B341-46EA-921D-24480569BE34}"/>
                </a:ext>
              </a:extLst>
            </p:cNvPr>
            <p:cNvSpPr>
              <a:spLocks/>
            </p:cNvSpPr>
            <p:nvPr/>
          </p:nvSpPr>
          <p:spPr bwMode="auto">
            <a:xfrm>
              <a:off x="954" y="1827"/>
              <a:ext cx="1449" cy="1"/>
            </a:xfrm>
            <a:custGeom>
              <a:avLst/>
              <a:gdLst>
                <a:gd name="T0" fmla="*/ 4176 w 4176"/>
                <a:gd name="T1" fmla="*/ 0 w 4176"/>
                <a:gd name="T2" fmla="*/ 2 w 417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4176">
                  <a:moveTo>
                    <a:pt x="4176" y="0"/>
                  </a:moveTo>
                  <a:lnTo>
                    <a:pt x="0" y="0"/>
                  </a:lnTo>
                  <a:lnTo>
                    <a:pt x="2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5591" name="Freeform 119">
              <a:extLst>
                <a:ext uri="{FF2B5EF4-FFF2-40B4-BE49-F238E27FC236}">
                  <a16:creationId xmlns:a16="http://schemas.microsoft.com/office/drawing/2014/main" id="{E3F39A7A-2CAC-41E6-AA9A-E58A8CA70000}"/>
                </a:ext>
              </a:extLst>
            </p:cNvPr>
            <p:cNvSpPr>
              <a:spLocks/>
            </p:cNvSpPr>
            <p:nvPr/>
          </p:nvSpPr>
          <p:spPr bwMode="auto">
            <a:xfrm>
              <a:off x="954" y="1827"/>
              <a:ext cx="1" cy="264"/>
            </a:xfrm>
            <a:custGeom>
              <a:avLst/>
              <a:gdLst>
                <a:gd name="T0" fmla="*/ 0 w 2"/>
                <a:gd name="T1" fmla="*/ 0 h 763"/>
                <a:gd name="T2" fmla="*/ 0 w 2"/>
                <a:gd name="T3" fmla="*/ 763 h 763"/>
                <a:gd name="T4" fmla="*/ 2 w 2"/>
                <a:gd name="T5" fmla="*/ 763 h 7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763">
                  <a:moveTo>
                    <a:pt x="0" y="0"/>
                  </a:moveTo>
                  <a:lnTo>
                    <a:pt x="0" y="763"/>
                  </a:lnTo>
                  <a:lnTo>
                    <a:pt x="2" y="763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5592" name="Freeform 120">
              <a:extLst>
                <a:ext uri="{FF2B5EF4-FFF2-40B4-BE49-F238E27FC236}">
                  <a16:creationId xmlns:a16="http://schemas.microsoft.com/office/drawing/2014/main" id="{164D0CE5-CF40-4833-A9F3-A74D62271B34}"/>
                </a:ext>
              </a:extLst>
            </p:cNvPr>
            <p:cNvSpPr>
              <a:spLocks/>
            </p:cNvSpPr>
            <p:nvPr/>
          </p:nvSpPr>
          <p:spPr bwMode="auto">
            <a:xfrm>
              <a:off x="954" y="2091"/>
              <a:ext cx="264" cy="1"/>
            </a:xfrm>
            <a:custGeom>
              <a:avLst/>
              <a:gdLst>
                <a:gd name="T0" fmla="*/ 761 w 761"/>
                <a:gd name="T1" fmla="*/ 0 w 761"/>
                <a:gd name="T2" fmla="*/ 2 w 76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761">
                  <a:moveTo>
                    <a:pt x="761" y="0"/>
                  </a:moveTo>
                  <a:lnTo>
                    <a:pt x="0" y="0"/>
                  </a:lnTo>
                  <a:lnTo>
                    <a:pt x="2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5593" name="Freeform 121">
              <a:extLst>
                <a:ext uri="{FF2B5EF4-FFF2-40B4-BE49-F238E27FC236}">
                  <a16:creationId xmlns:a16="http://schemas.microsoft.com/office/drawing/2014/main" id="{B3EC9C64-FC66-46A6-8BBD-46FDB0629A03}"/>
                </a:ext>
              </a:extLst>
            </p:cNvPr>
            <p:cNvSpPr>
              <a:spLocks/>
            </p:cNvSpPr>
            <p:nvPr/>
          </p:nvSpPr>
          <p:spPr bwMode="auto">
            <a:xfrm>
              <a:off x="2633" y="2182"/>
              <a:ext cx="1" cy="143"/>
            </a:xfrm>
            <a:custGeom>
              <a:avLst/>
              <a:gdLst>
                <a:gd name="T0" fmla="*/ 0 w 2"/>
                <a:gd name="T1" fmla="*/ 0 h 414"/>
                <a:gd name="T2" fmla="*/ 0 w 2"/>
                <a:gd name="T3" fmla="*/ 414 h 414"/>
                <a:gd name="T4" fmla="*/ 2 w 2"/>
                <a:gd name="T5" fmla="*/ 414 h 4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414">
                  <a:moveTo>
                    <a:pt x="0" y="0"/>
                  </a:moveTo>
                  <a:lnTo>
                    <a:pt x="0" y="414"/>
                  </a:lnTo>
                  <a:lnTo>
                    <a:pt x="2" y="414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05594" name="Group 122">
              <a:extLst>
                <a:ext uri="{FF2B5EF4-FFF2-40B4-BE49-F238E27FC236}">
                  <a16:creationId xmlns:a16="http://schemas.microsoft.com/office/drawing/2014/main" id="{47BFF914-BCFE-491A-B836-2C57A033F30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03" y="1746"/>
              <a:ext cx="1" cy="1031"/>
              <a:chOff x="3664" y="2388"/>
              <a:chExt cx="1" cy="1031"/>
            </a:xfrm>
          </p:grpSpPr>
          <p:sp>
            <p:nvSpPr>
              <p:cNvPr id="105595" name="Freeform 123">
                <a:extLst>
                  <a:ext uri="{FF2B5EF4-FFF2-40B4-BE49-F238E27FC236}">
                    <a16:creationId xmlns:a16="http://schemas.microsoft.com/office/drawing/2014/main" id="{9F5D0747-907E-4758-BE12-4C67CCCF347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64" y="2991"/>
                <a:ext cx="1" cy="428"/>
              </a:xfrm>
              <a:custGeom>
                <a:avLst/>
                <a:gdLst>
                  <a:gd name="T0" fmla="*/ 0 w 1"/>
                  <a:gd name="T1" fmla="*/ 0 h 1234"/>
                  <a:gd name="T2" fmla="*/ 0 w 1"/>
                  <a:gd name="T3" fmla="*/ 1234 h 1234"/>
                  <a:gd name="T4" fmla="*/ 1 w 1"/>
                  <a:gd name="T5" fmla="*/ 1234 h 12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234">
                    <a:moveTo>
                      <a:pt x="0" y="0"/>
                    </a:moveTo>
                    <a:lnTo>
                      <a:pt x="0" y="1234"/>
                    </a:lnTo>
                    <a:lnTo>
                      <a:pt x="1" y="1234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5596" name="Freeform 124">
                <a:extLst>
                  <a:ext uri="{FF2B5EF4-FFF2-40B4-BE49-F238E27FC236}">
                    <a16:creationId xmlns:a16="http://schemas.microsoft.com/office/drawing/2014/main" id="{61878DCD-F136-446E-8B06-C96DA37C07D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64" y="2388"/>
                <a:ext cx="1" cy="556"/>
              </a:xfrm>
              <a:custGeom>
                <a:avLst/>
                <a:gdLst>
                  <a:gd name="T0" fmla="*/ 0 w 1"/>
                  <a:gd name="T1" fmla="*/ 0 h 1602"/>
                  <a:gd name="T2" fmla="*/ 0 w 1"/>
                  <a:gd name="T3" fmla="*/ 1602 h 1602"/>
                  <a:gd name="T4" fmla="*/ 1 w 1"/>
                  <a:gd name="T5" fmla="*/ 1602 h 16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602">
                    <a:moveTo>
                      <a:pt x="0" y="0"/>
                    </a:moveTo>
                    <a:lnTo>
                      <a:pt x="0" y="1602"/>
                    </a:lnTo>
                    <a:lnTo>
                      <a:pt x="1" y="1602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5597" name="Freeform 125">
                <a:extLst>
                  <a:ext uri="{FF2B5EF4-FFF2-40B4-BE49-F238E27FC236}">
                    <a16:creationId xmlns:a16="http://schemas.microsoft.com/office/drawing/2014/main" id="{788DF950-319C-43D9-B44E-EBA0CD7CA5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64" y="2963"/>
                <a:ext cx="1" cy="9"/>
              </a:xfrm>
              <a:custGeom>
                <a:avLst/>
                <a:gdLst>
                  <a:gd name="T0" fmla="*/ 0 w 1"/>
                  <a:gd name="T1" fmla="*/ 0 h 24"/>
                  <a:gd name="T2" fmla="*/ 0 w 1"/>
                  <a:gd name="T3" fmla="*/ 24 h 24"/>
                  <a:gd name="T4" fmla="*/ 1 w 1"/>
                  <a:gd name="T5" fmla="*/ 24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4">
                    <a:moveTo>
                      <a:pt x="0" y="0"/>
                    </a:moveTo>
                    <a:lnTo>
                      <a:pt x="0" y="24"/>
                    </a:lnTo>
                    <a:lnTo>
                      <a:pt x="1" y="24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05598" name="Group 126">
              <a:extLst>
                <a:ext uri="{FF2B5EF4-FFF2-40B4-BE49-F238E27FC236}">
                  <a16:creationId xmlns:a16="http://schemas.microsoft.com/office/drawing/2014/main" id="{029609D4-973F-4F92-98F2-21C8549C32B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10" y="2254"/>
              <a:ext cx="1964" cy="1"/>
              <a:chOff x="2171" y="2896"/>
              <a:chExt cx="1964" cy="1"/>
            </a:xfrm>
          </p:grpSpPr>
          <p:sp>
            <p:nvSpPr>
              <p:cNvPr id="105599" name="Freeform 127">
                <a:extLst>
                  <a:ext uri="{FF2B5EF4-FFF2-40B4-BE49-F238E27FC236}">
                    <a16:creationId xmlns:a16="http://schemas.microsoft.com/office/drawing/2014/main" id="{E5C1D396-AB77-48F4-B4D8-5EB142FF86B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71" y="2896"/>
                <a:ext cx="529" cy="1"/>
              </a:xfrm>
              <a:custGeom>
                <a:avLst/>
                <a:gdLst>
                  <a:gd name="T0" fmla="*/ 0 w 1526"/>
                  <a:gd name="T1" fmla="*/ 1525 w 1526"/>
                  <a:gd name="T2" fmla="*/ 1526 w 1526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526">
                    <a:moveTo>
                      <a:pt x="0" y="0"/>
                    </a:moveTo>
                    <a:lnTo>
                      <a:pt x="1525" y="0"/>
                    </a:lnTo>
                    <a:lnTo>
                      <a:pt x="1526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5600" name="Freeform 128">
                <a:extLst>
                  <a:ext uri="{FF2B5EF4-FFF2-40B4-BE49-F238E27FC236}">
                    <a16:creationId xmlns:a16="http://schemas.microsoft.com/office/drawing/2014/main" id="{926E4BB6-8D71-4384-AB8C-B516E9A5106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82" y="2896"/>
                <a:ext cx="956" cy="1"/>
              </a:xfrm>
              <a:custGeom>
                <a:avLst/>
                <a:gdLst>
                  <a:gd name="T0" fmla="*/ 0 w 2753"/>
                  <a:gd name="T1" fmla="*/ 2752 w 2753"/>
                  <a:gd name="T2" fmla="*/ 2753 w 2753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2753">
                    <a:moveTo>
                      <a:pt x="0" y="0"/>
                    </a:moveTo>
                    <a:lnTo>
                      <a:pt x="2752" y="0"/>
                    </a:lnTo>
                    <a:lnTo>
                      <a:pt x="2753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5601" name="Freeform 129">
                <a:extLst>
                  <a:ext uri="{FF2B5EF4-FFF2-40B4-BE49-F238E27FC236}">
                    <a16:creationId xmlns:a16="http://schemas.microsoft.com/office/drawing/2014/main" id="{37639AEC-2C49-4A99-A9E8-83FE75CD5C1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28" y="2896"/>
                <a:ext cx="25" cy="1"/>
              </a:xfrm>
              <a:custGeom>
                <a:avLst/>
                <a:gdLst>
                  <a:gd name="T0" fmla="*/ 0 w 71"/>
                  <a:gd name="T1" fmla="*/ 70 w 71"/>
                  <a:gd name="T2" fmla="*/ 71 w 7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71">
                    <a:moveTo>
                      <a:pt x="0" y="0"/>
                    </a:moveTo>
                    <a:lnTo>
                      <a:pt x="70" y="0"/>
                    </a:lnTo>
                    <a:lnTo>
                      <a:pt x="71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5602" name="Freeform 130">
                <a:extLst>
                  <a:ext uri="{FF2B5EF4-FFF2-40B4-BE49-F238E27FC236}">
                    <a16:creationId xmlns:a16="http://schemas.microsoft.com/office/drawing/2014/main" id="{C305E33A-A988-4B47-A64A-0D3CD7612D4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10" y="2896"/>
                <a:ext cx="325" cy="1"/>
              </a:xfrm>
              <a:custGeom>
                <a:avLst/>
                <a:gdLst>
                  <a:gd name="T0" fmla="*/ 0 w 935"/>
                  <a:gd name="T1" fmla="*/ 934 w 935"/>
                  <a:gd name="T2" fmla="*/ 935 w 935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935">
                    <a:moveTo>
                      <a:pt x="0" y="0"/>
                    </a:moveTo>
                    <a:lnTo>
                      <a:pt x="934" y="0"/>
                    </a:lnTo>
                    <a:lnTo>
                      <a:pt x="935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5603" name="Freeform 131">
                <a:extLst>
                  <a:ext uri="{FF2B5EF4-FFF2-40B4-BE49-F238E27FC236}">
                    <a16:creationId xmlns:a16="http://schemas.microsoft.com/office/drawing/2014/main" id="{65C271F0-A45F-4EA5-9E3A-5B3DC8C5F6B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62" y="2896"/>
                <a:ext cx="25" cy="1"/>
              </a:xfrm>
              <a:custGeom>
                <a:avLst/>
                <a:gdLst>
                  <a:gd name="T0" fmla="*/ 0 w 71"/>
                  <a:gd name="T1" fmla="*/ 70 w 71"/>
                  <a:gd name="T2" fmla="*/ 71 w 7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71">
                    <a:moveTo>
                      <a:pt x="0" y="0"/>
                    </a:moveTo>
                    <a:lnTo>
                      <a:pt x="70" y="0"/>
                    </a:lnTo>
                    <a:lnTo>
                      <a:pt x="71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05604" name="Freeform 132">
              <a:extLst>
                <a:ext uri="{FF2B5EF4-FFF2-40B4-BE49-F238E27FC236}">
                  <a16:creationId xmlns:a16="http://schemas.microsoft.com/office/drawing/2014/main" id="{FD31D195-BB6D-4EBB-9483-344B73C33E43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7" y="2325"/>
              <a:ext cx="86" cy="1"/>
            </a:xfrm>
            <a:custGeom>
              <a:avLst/>
              <a:gdLst>
                <a:gd name="T0" fmla="*/ 0 w 246"/>
                <a:gd name="T1" fmla="*/ 244 w 246"/>
                <a:gd name="T2" fmla="*/ 246 w 24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246">
                  <a:moveTo>
                    <a:pt x="0" y="0"/>
                  </a:moveTo>
                  <a:lnTo>
                    <a:pt x="244" y="0"/>
                  </a:lnTo>
                  <a:lnTo>
                    <a:pt x="246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5605" name="Freeform 133">
              <a:extLst>
                <a:ext uri="{FF2B5EF4-FFF2-40B4-BE49-F238E27FC236}">
                  <a16:creationId xmlns:a16="http://schemas.microsoft.com/office/drawing/2014/main" id="{BE462BB9-017E-4976-A9FC-B31F2E63085B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7" y="2182"/>
              <a:ext cx="86" cy="1"/>
            </a:xfrm>
            <a:custGeom>
              <a:avLst/>
              <a:gdLst>
                <a:gd name="T0" fmla="*/ 0 w 246"/>
                <a:gd name="T1" fmla="*/ 244 w 246"/>
                <a:gd name="T2" fmla="*/ 246 w 24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246">
                  <a:moveTo>
                    <a:pt x="0" y="0"/>
                  </a:moveTo>
                  <a:lnTo>
                    <a:pt x="244" y="0"/>
                  </a:lnTo>
                  <a:lnTo>
                    <a:pt x="246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05606" name="Line 134">
            <a:extLst>
              <a:ext uri="{FF2B5EF4-FFF2-40B4-BE49-F238E27FC236}">
                <a16:creationId xmlns:a16="http://schemas.microsoft.com/office/drawing/2014/main" id="{1B8E694D-DF21-4D9F-AC7B-9BBE0AA41A52}"/>
              </a:ext>
            </a:extLst>
          </p:cNvPr>
          <p:cNvSpPr>
            <a:spLocks noChangeShapeType="1"/>
          </p:cNvSpPr>
          <p:nvPr/>
        </p:nvSpPr>
        <p:spPr bwMode="auto">
          <a:xfrm>
            <a:off x="3556000" y="1384300"/>
            <a:ext cx="627063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5607" name="Line 135">
            <a:extLst>
              <a:ext uri="{FF2B5EF4-FFF2-40B4-BE49-F238E27FC236}">
                <a16:creationId xmlns:a16="http://schemas.microsoft.com/office/drawing/2014/main" id="{712177A0-90EB-4EDA-9B8E-E7E04D200E1B}"/>
              </a:ext>
            </a:extLst>
          </p:cNvPr>
          <p:cNvSpPr>
            <a:spLocks noChangeShapeType="1"/>
          </p:cNvSpPr>
          <p:nvPr/>
        </p:nvSpPr>
        <p:spPr bwMode="auto">
          <a:xfrm>
            <a:off x="4043363" y="1382713"/>
            <a:ext cx="0" cy="10033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5608" name="Line 136">
            <a:extLst>
              <a:ext uri="{FF2B5EF4-FFF2-40B4-BE49-F238E27FC236}">
                <a16:creationId xmlns:a16="http://schemas.microsoft.com/office/drawing/2014/main" id="{441A983D-0560-4C53-989C-8F3BC1C374C4}"/>
              </a:ext>
            </a:extLst>
          </p:cNvPr>
          <p:cNvSpPr>
            <a:spLocks noChangeShapeType="1"/>
          </p:cNvSpPr>
          <p:nvPr/>
        </p:nvSpPr>
        <p:spPr bwMode="auto">
          <a:xfrm>
            <a:off x="2568575" y="2173288"/>
            <a:ext cx="27305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ransition spd="slow">
    <p:cover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55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055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055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1054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1055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1055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1055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056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056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1056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1055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05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561" grpId="0" autoUpdateAnimBg="0"/>
      <p:bldP spid="105562" grpId="0" autoUpdateAnimBg="0"/>
      <p:bldP spid="105563" grpId="0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Text Box 2">
            <a:extLst>
              <a:ext uri="{FF2B5EF4-FFF2-40B4-BE49-F238E27FC236}">
                <a16:creationId xmlns:a16="http://schemas.microsoft.com/office/drawing/2014/main" id="{7FBAB577-052B-476F-AC82-4C4323EED4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84812" y="-44337"/>
            <a:ext cx="32004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en-US" altLang="zh-CN" sz="3200" dirty="0">
                <a:solidFill>
                  <a:schemeClr val="bg1"/>
                </a:solidFill>
                <a:latin typeface="宋体" panose="02010600030101010101" pitchFamily="2" charset="-122"/>
              </a:rPr>
              <a:t>3)</a:t>
            </a:r>
            <a:r>
              <a:rPr lang="zh-CN" altLang="en-US" sz="3200" dirty="0">
                <a:solidFill>
                  <a:schemeClr val="bg1"/>
                </a:solidFill>
                <a:latin typeface="宋体" panose="02010600030101010101" pitchFamily="2" charset="-122"/>
              </a:rPr>
              <a:t>剖视图的标注</a:t>
            </a:r>
            <a:endParaRPr lang="zh-CN" altLang="en-US" sz="3200" b="0" dirty="0">
              <a:solidFill>
                <a:schemeClr val="bg1"/>
              </a:solidFill>
              <a:latin typeface="宋体" panose="02010600030101010101" pitchFamily="2" charset="-122"/>
            </a:endParaRPr>
          </a:p>
        </p:txBody>
      </p:sp>
      <p:sp>
        <p:nvSpPr>
          <p:cNvPr id="106499" name="Text Box 3">
            <a:extLst>
              <a:ext uri="{FF2B5EF4-FFF2-40B4-BE49-F238E27FC236}">
                <a16:creationId xmlns:a16="http://schemas.microsoft.com/office/drawing/2014/main" id="{E3F12A10-4130-4429-BF1B-CE24F17446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0863" y="2847975"/>
            <a:ext cx="2763837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lnSpc>
                <a:spcPct val="90000"/>
              </a:lnSpc>
            </a:pPr>
            <a:r>
              <a:rPr lang="en-US" altLang="zh-CN" sz="2800">
                <a:solidFill>
                  <a:srgbClr val="0000CC"/>
                </a:solidFill>
                <a:latin typeface="宋体" panose="02010600030101010101" pitchFamily="2" charset="-122"/>
              </a:rPr>
              <a:t>(2) </a:t>
            </a:r>
            <a:r>
              <a:rPr lang="zh-CN" altLang="en-US" sz="2800">
                <a:solidFill>
                  <a:srgbClr val="0000CC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剖切符号 </a:t>
            </a:r>
          </a:p>
        </p:txBody>
      </p:sp>
      <p:sp>
        <p:nvSpPr>
          <p:cNvPr id="106500" name="Text Box 4">
            <a:extLst>
              <a:ext uri="{FF2B5EF4-FFF2-40B4-BE49-F238E27FC236}">
                <a16:creationId xmlns:a16="http://schemas.microsoft.com/office/drawing/2014/main" id="{68FD086C-9288-48C0-9354-310551943F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4200" y="4494213"/>
            <a:ext cx="30448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r>
              <a:rPr lang="en-US" altLang="zh-CN" sz="2800">
                <a:solidFill>
                  <a:srgbClr val="0000CC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(3) </a:t>
            </a:r>
            <a:r>
              <a:rPr lang="zh-CN" altLang="en-US" sz="2800">
                <a:solidFill>
                  <a:schemeClr val="accent2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剖视图的</a:t>
            </a:r>
            <a:r>
              <a:rPr lang="zh-CN" altLang="en-US" sz="2800">
                <a:solidFill>
                  <a:srgbClr val="0000CC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名称</a:t>
            </a:r>
          </a:p>
        </p:txBody>
      </p:sp>
      <p:sp>
        <p:nvSpPr>
          <p:cNvPr id="106501" name="Text Box 5">
            <a:extLst>
              <a:ext uri="{FF2B5EF4-FFF2-40B4-BE49-F238E27FC236}">
                <a16:creationId xmlns:a16="http://schemas.microsoft.com/office/drawing/2014/main" id="{7F73A3CF-1272-4FEE-A101-89EBD6AEEB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8325" y="577850"/>
            <a:ext cx="22161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r>
              <a:rPr lang="zh-CN" altLang="en-US" sz="3200">
                <a:latin typeface="宋体" panose="02010600030101010101" pitchFamily="2" charset="-122"/>
              </a:rPr>
              <a:t>标注内容：</a:t>
            </a:r>
          </a:p>
        </p:txBody>
      </p:sp>
      <p:sp>
        <p:nvSpPr>
          <p:cNvPr id="106502" name="Text Box 6">
            <a:extLst>
              <a:ext uri="{FF2B5EF4-FFF2-40B4-BE49-F238E27FC236}">
                <a16:creationId xmlns:a16="http://schemas.microsoft.com/office/drawing/2014/main" id="{A2CD4CD8-47DA-4EF7-92C3-C1AB4224E0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0863" y="1174750"/>
            <a:ext cx="2601912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l" eaLnBrk="1" hangingPunct="1">
              <a:lnSpc>
                <a:spcPct val="90000"/>
              </a:lnSpc>
            </a:pPr>
            <a:r>
              <a:rPr lang="en-US" altLang="zh-CN" sz="2800">
                <a:solidFill>
                  <a:srgbClr val="0000CC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(1) </a:t>
            </a:r>
            <a:r>
              <a:rPr lang="zh-CN" altLang="en-US" sz="2800">
                <a:solidFill>
                  <a:srgbClr val="0000CC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剖切线</a:t>
            </a:r>
          </a:p>
        </p:txBody>
      </p:sp>
      <p:sp>
        <p:nvSpPr>
          <p:cNvPr id="106503" name="Rectangle 7">
            <a:extLst>
              <a:ext uri="{FF2B5EF4-FFF2-40B4-BE49-F238E27FC236}">
                <a16:creationId xmlns:a16="http://schemas.microsoft.com/office/drawing/2014/main" id="{EB342948-AB5E-425B-909F-CD24E10AF9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51325" y="3152775"/>
            <a:ext cx="14922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eaLnBrk="1" hangingPunct="1"/>
            <a:r>
              <a:rPr lang="en-US" altLang="zh-CN" i="1">
                <a:latin typeface="宋体" panose="02010600030101010101" pitchFamily="2" charset="-122"/>
              </a:rPr>
              <a:t>A</a:t>
            </a:r>
            <a:endParaRPr lang="en-US" altLang="zh-CN" i="1"/>
          </a:p>
        </p:txBody>
      </p:sp>
      <p:sp>
        <p:nvSpPr>
          <p:cNvPr id="106504" name="Rectangle 8">
            <a:extLst>
              <a:ext uri="{FF2B5EF4-FFF2-40B4-BE49-F238E27FC236}">
                <a16:creationId xmlns:a16="http://schemas.microsoft.com/office/drawing/2014/main" id="{80F53399-0F09-4D2C-8039-068700927A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94363" y="407988"/>
            <a:ext cx="1770062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eaLnBrk="1" hangingPunct="1"/>
            <a:r>
              <a:rPr lang="en-US" altLang="zh-CN" i="1">
                <a:latin typeface="宋体" panose="02010600030101010101" pitchFamily="2" charset="-122"/>
              </a:rPr>
              <a:t>A</a:t>
            </a:r>
            <a:r>
              <a:rPr lang="zh-CN" altLang="en-US">
                <a:latin typeface="宋体" panose="02010600030101010101" pitchFamily="2" charset="-122"/>
              </a:rPr>
              <a:t>－</a:t>
            </a:r>
            <a:r>
              <a:rPr lang="en-US" altLang="zh-CN" i="1">
                <a:latin typeface="宋体" panose="02010600030101010101" pitchFamily="2" charset="-122"/>
              </a:rPr>
              <a:t>A</a:t>
            </a:r>
            <a:endParaRPr lang="en-US" altLang="zh-CN"/>
          </a:p>
        </p:txBody>
      </p:sp>
      <p:sp>
        <p:nvSpPr>
          <p:cNvPr id="106505" name="Rectangle 9">
            <a:extLst>
              <a:ext uri="{FF2B5EF4-FFF2-40B4-BE49-F238E27FC236}">
                <a16:creationId xmlns:a16="http://schemas.microsoft.com/office/drawing/2014/main" id="{EA1E3375-1C80-4226-9D69-D9B6E038D1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07425" y="3201988"/>
            <a:ext cx="14922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eaLnBrk="1" hangingPunct="1"/>
            <a:r>
              <a:rPr lang="en-US" altLang="zh-CN" i="1">
                <a:latin typeface="宋体" panose="02010600030101010101" pitchFamily="2" charset="-122"/>
              </a:rPr>
              <a:t>A</a:t>
            </a:r>
            <a:endParaRPr lang="en-US" altLang="zh-CN" i="1"/>
          </a:p>
        </p:txBody>
      </p:sp>
      <p:grpSp>
        <p:nvGrpSpPr>
          <p:cNvPr id="106506" name="Group 10">
            <a:extLst>
              <a:ext uri="{FF2B5EF4-FFF2-40B4-BE49-F238E27FC236}">
                <a16:creationId xmlns:a16="http://schemas.microsoft.com/office/drawing/2014/main" id="{D5589BA5-2744-4CC1-978A-68F74B16A1F9}"/>
              </a:ext>
            </a:extLst>
          </p:cNvPr>
          <p:cNvGrpSpPr>
            <a:grpSpLocks/>
          </p:cNvGrpSpPr>
          <p:nvPr/>
        </p:nvGrpSpPr>
        <p:grpSpPr bwMode="auto">
          <a:xfrm>
            <a:off x="4976813" y="773113"/>
            <a:ext cx="3117850" cy="3582987"/>
            <a:chOff x="2948" y="487"/>
            <a:chExt cx="1964" cy="2257"/>
          </a:xfrm>
        </p:grpSpPr>
        <p:sp>
          <p:nvSpPr>
            <p:cNvPr id="106507" name="Freeform 11">
              <a:extLst>
                <a:ext uri="{FF2B5EF4-FFF2-40B4-BE49-F238E27FC236}">
                  <a16:creationId xmlns:a16="http://schemas.microsoft.com/office/drawing/2014/main" id="{45A152E8-DABB-4DEA-A986-5FF71967FF1A}"/>
                </a:ext>
              </a:extLst>
            </p:cNvPr>
            <p:cNvSpPr>
              <a:spLocks/>
            </p:cNvSpPr>
            <p:nvPr/>
          </p:nvSpPr>
          <p:spPr bwMode="auto">
            <a:xfrm>
              <a:off x="4015" y="606"/>
              <a:ext cx="1" cy="528"/>
            </a:xfrm>
            <a:custGeom>
              <a:avLst/>
              <a:gdLst>
                <a:gd name="T0" fmla="*/ 0 w 1"/>
                <a:gd name="T1" fmla="*/ 1523 h 1523"/>
                <a:gd name="T2" fmla="*/ 0 w 1"/>
                <a:gd name="T3" fmla="*/ 0 h 1523"/>
                <a:gd name="T4" fmla="*/ 1 w 1"/>
                <a:gd name="T5" fmla="*/ 0 h 15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1523">
                  <a:moveTo>
                    <a:pt x="0" y="1523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6508" name="Freeform 12">
              <a:extLst>
                <a:ext uri="{FF2B5EF4-FFF2-40B4-BE49-F238E27FC236}">
                  <a16:creationId xmlns:a16="http://schemas.microsoft.com/office/drawing/2014/main" id="{D0113BE7-85F8-4DB9-805D-4AE43AFBACE0}"/>
                </a:ext>
              </a:extLst>
            </p:cNvPr>
            <p:cNvSpPr>
              <a:spLocks/>
            </p:cNvSpPr>
            <p:nvPr/>
          </p:nvSpPr>
          <p:spPr bwMode="auto">
            <a:xfrm>
              <a:off x="4866" y="606"/>
              <a:ext cx="1" cy="775"/>
            </a:xfrm>
            <a:custGeom>
              <a:avLst/>
              <a:gdLst>
                <a:gd name="T0" fmla="*/ 0 w 2"/>
                <a:gd name="T1" fmla="*/ 2235 h 2235"/>
                <a:gd name="T2" fmla="*/ 0 w 2"/>
                <a:gd name="T3" fmla="*/ 0 h 2235"/>
                <a:gd name="T4" fmla="*/ 2 w 2"/>
                <a:gd name="T5" fmla="*/ 0 h 22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2235">
                  <a:moveTo>
                    <a:pt x="0" y="2235"/>
                  </a:moveTo>
                  <a:lnTo>
                    <a:pt x="0" y="0"/>
                  </a:lnTo>
                  <a:lnTo>
                    <a:pt x="2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6509" name="Freeform 13">
              <a:extLst>
                <a:ext uri="{FF2B5EF4-FFF2-40B4-BE49-F238E27FC236}">
                  <a16:creationId xmlns:a16="http://schemas.microsoft.com/office/drawing/2014/main" id="{4CADB60D-CE40-4762-B12F-CC2531B45864}"/>
                </a:ext>
              </a:extLst>
            </p:cNvPr>
            <p:cNvSpPr>
              <a:spLocks/>
            </p:cNvSpPr>
            <p:nvPr/>
          </p:nvSpPr>
          <p:spPr bwMode="auto">
            <a:xfrm>
              <a:off x="4134" y="606"/>
              <a:ext cx="1" cy="144"/>
            </a:xfrm>
            <a:custGeom>
              <a:avLst/>
              <a:gdLst>
                <a:gd name="T0" fmla="*/ 0 w 2"/>
                <a:gd name="T1" fmla="*/ 417 h 417"/>
                <a:gd name="T2" fmla="*/ 0 w 2"/>
                <a:gd name="T3" fmla="*/ 0 h 417"/>
                <a:gd name="T4" fmla="*/ 2 w 2"/>
                <a:gd name="T5" fmla="*/ 0 h 4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417">
                  <a:moveTo>
                    <a:pt x="0" y="417"/>
                  </a:moveTo>
                  <a:lnTo>
                    <a:pt x="0" y="0"/>
                  </a:lnTo>
                  <a:lnTo>
                    <a:pt x="2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6510" name="Freeform 14">
              <a:extLst>
                <a:ext uri="{FF2B5EF4-FFF2-40B4-BE49-F238E27FC236}">
                  <a16:creationId xmlns:a16="http://schemas.microsoft.com/office/drawing/2014/main" id="{1FF3902B-0F89-489C-A4F5-79D967F3A6E6}"/>
                </a:ext>
              </a:extLst>
            </p:cNvPr>
            <p:cNvSpPr>
              <a:spLocks/>
            </p:cNvSpPr>
            <p:nvPr/>
          </p:nvSpPr>
          <p:spPr bwMode="auto">
            <a:xfrm>
              <a:off x="4747" y="606"/>
              <a:ext cx="1" cy="144"/>
            </a:xfrm>
            <a:custGeom>
              <a:avLst/>
              <a:gdLst>
                <a:gd name="T0" fmla="*/ 0 w 2"/>
                <a:gd name="T1" fmla="*/ 417 h 417"/>
                <a:gd name="T2" fmla="*/ 0 w 2"/>
                <a:gd name="T3" fmla="*/ 0 h 417"/>
                <a:gd name="T4" fmla="*/ 2 w 2"/>
                <a:gd name="T5" fmla="*/ 0 h 4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417">
                  <a:moveTo>
                    <a:pt x="0" y="417"/>
                  </a:moveTo>
                  <a:lnTo>
                    <a:pt x="0" y="0"/>
                  </a:lnTo>
                  <a:lnTo>
                    <a:pt x="2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6511" name="Freeform 15">
              <a:extLst>
                <a:ext uri="{FF2B5EF4-FFF2-40B4-BE49-F238E27FC236}">
                  <a16:creationId xmlns:a16="http://schemas.microsoft.com/office/drawing/2014/main" id="{E0F1B11B-89FA-4086-8E34-EEA54154FA43}"/>
                </a:ext>
              </a:extLst>
            </p:cNvPr>
            <p:cNvSpPr>
              <a:spLocks/>
            </p:cNvSpPr>
            <p:nvPr/>
          </p:nvSpPr>
          <p:spPr bwMode="auto">
            <a:xfrm>
              <a:off x="4585" y="750"/>
              <a:ext cx="1" cy="631"/>
            </a:xfrm>
            <a:custGeom>
              <a:avLst/>
              <a:gdLst>
                <a:gd name="T0" fmla="*/ 0 w 1"/>
                <a:gd name="T1" fmla="*/ 1818 h 1818"/>
                <a:gd name="T2" fmla="*/ 0 w 1"/>
                <a:gd name="T3" fmla="*/ 0 h 1818"/>
                <a:gd name="T4" fmla="*/ 1 w 1"/>
                <a:gd name="T5" fmla="*/ 0 h 18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1818">
                  <a:moveTo>
                    <a:pt x="0" y="1818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6512" name="Freeform 16">
              <a:extLst>
                <a:ext uri="{FF2B5EF4-FFF2-40B4-BE49-F238E27FC236}">
                  <a16:creationId xmlns:a16="http://schemas.microsoft.com/office/drawing/2014/main" id="{1262DB2A-F22C-4A16-97F3-69647400838F}"/>
                </a:ext>
              </a:extLst>
            </p:cNvPr>
            <p:cNvSpPr>
              <a:spLocks/>
            </p:cNvSpPr>
            <p:nvPr/>
          </p:nvSpPr>
          <p:spPr bwMode="auto">
            <a:xfrm>
              <a:off x="4278" y="750"/>
              <a:ext cx="1" cy="631"/>
            </a:xfrm>
            <a:custGeom>
              <a:avLst/>
              <a:gdLst>
                <a:gd name="T0" fmla="*/ 0 w 1"/>
                <a:gd name="T1" fmla="*/ 1818 h 1818"/>
                <a:gd name="T2" fmla="*/ 0 w 1"/>
                <a:gd name="T3" fmla="*/ 0 h 1818"/>
                <a:gd name="T4" fmla="*/ 1 w 1"/>
                <a:gd name="T5" fmla="*/ 0 h 18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1818">
                  <a:moveTo>
                    <a:pt x="0" y="1818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6513" name="Freeform 17">
              <a:extLst>
                <a:ext uri="{FF2B5EF4-FFF2-40B4-BE49-F238E27FC236}">
                  <a16:creationId xmlns:a16="http://schemas.microsoft.com/office/drawing/2014/main" id="{5DDDE5DA-6FB5-4C26-9824-E37CDD3E7895}"/>
                </a:ext>
              </a:extLst>
            </p:cNvPr>
            <p:cNvSpPr>
              <a:spLocks/>
            </p:cNvSpPr>
            <p:nvPr/>
          </p:nvSpPr>
          <p:spPr bwMode="auto">
            <a:xfrm>
              <a:off x="2992" y="1381"/>
              <a:ext cx="1875" cy="1"/>
            </a:xfrm>
            <a:custGeom>
              <a:avLst/>
              <a:gdLst>
                <a:gd name="T0" fmla="*/ 0 w 5406"/>
                <a:gd name="T1" fmla="*/ 5404 w 5406"/>
                <a:gd name="T2" fmla="*/ 5406 w 540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5406">
                  <a:moveTo>
                    <a:pt x="0" y="0"/>
                  </a:moveTo>
                  <a:lnTo>
                    <a:pt x="5404" y="0"/>
                  </a:lnTo>
                  <a:lnTo>
                    <a:pt x="5406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6514" name="Freeform 18">
              <a:extLst>
                <a:ext uri="{FF2B5EF4-FFF2-40B4-BE49-F238E27FC236}">
                  <a16:creationId xmlns:a16="http://schemas.microsoft.com/office/drawing/2014/main" id="{2C1919A1-C079-440B-A794-0D4F126270FC}"/>
                </a:ext>
              </a:extLst>
            </p:cNvPr>
            <p:cNvSpPr>
              <a:spLocks/>
            </p:cNvSpPr>
            <p:nvPr/>
          </p:nvSpPr>
          <p:spPr bwMode="auto">
            <a:xfrm>
              <a:off x="2992" y="1134"/>
              <a:ext cx="1023" cy="1"/>
            </a:xfrm>
            <a:custGeom>
              <a:avLst/>
              <a:gdLst>
                <a:gd name="T0" fmla="*/ 0 w 2949"/>
                <a:gd name="T1" fmla="*/ 2948 w 2949"/>
                <a:gd name="T2" fmla="*/ 2949 w 2949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2949">
                  <a:moveTo>
                    <a:pt x="0" y="0"/>
                  </a:moveTo>
                  <a:lnTo>
                    <a:pt x="2948" y="0"/>
                  </a:lnTo>
                  <a:lnTo>
                    <a:pt x="2949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6515" name="Freeform 19">
              <a:extLst>
                <a:ext uri="{FF2B5EF4-FFF2-40B4-BE49-F238E27FC236}">
                  <a16:creationId xmlns:a16="http://schemas.microsoft.com/office/drawing/2014/main" id="{8432405F-7168-467A-A9F9-576C02F41D56}"/>
                </a:ext>
              </a:extLst>
            </p:cNvPr>
            <p:cNvSpPr>
              <a:spLocks/>
            </p:cNvSpPr>
            <p:nvPr/>
          </p:nvSpPr>
          <p:spPr bwMode="auto">
            <a:xfrm>
              <a:off x="3417" y="1134"/>
              <a:ext cx="1" cy="247"/>
            </a:xfrm>
            <a:custGeom>
              <a:avLst/>
              <a:gdLst>
                <a:gd name="T0" fmla="*/ 0 w 2"/>
                <a:gd name="T1" fmla="*/ 712 h 712"/>
                <a:gd name="T2" fmla="*/ 0 w 2"/>
                <a:gd name="T3" fmla="*/ 0 h 712"/>
                <a:gd name="T4" fmla="*/ 2 w 2"/>
                <a:gd name="T5" fmla="*/ 0 h 7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712">
                  <a:moveTo>
                    <a:pt x="0" y="712"/>
                  </a:moveTo>
                  <a:lnTo>
                    <a:pt x="0" y="0"/>
                  </a:lnTo>
                  <a:lnTo>
                    <a:pt x="2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6516" name="Freeform 20">
              <a:extLst>
                <a:ext uri="{FF2B5EF4-FFF2-40B4-BE49-F238E27FC236}">
                  <a16:creationId xmlns:a16="http://schemas.microsoft.com/office/drawing/2014/main" id="{2D4FC71C-553E-456F-B22E-C05BD43D0893}"/>
                </a:ext>
              </a:extLst>
            </p:cNvPr>
            <p:cNvSpPr>
              <a:spLocks/>
            </p:cNvSpPr>
            <p:nvPr/>
          </p:nvSpPr>
          <p:spPr bwMode="auto">
            <a:xfrm>
              <a:off x="2992" y="1134"/>
              <a:ext cx="1" cy="247"/>
            </a:xfrm>
            <a:custGeom>
              <a:avLst/>
              <a:gdLst>
                <a:gd name="T0" fmla="*/ 0 w 2"/>
                <a:gd name="T1" fmla="*/ 712 h 712"/>
                <a:gd name="T2" fmla="*/ 0 w 2"/>
                <a:gd name="T3" fmla="*/ 0 h 712"/>
                <a:gd name="T4" fmla="*/ 2 w 2"/>
                <a:gd name="T5" fmla="*/ 0 h 7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712">
                  <a:moveTo>
                    <a:pt x="0" y="712"/>
                  </a:moveTo>
                  <a:lnTo>
                    <a:pt x="0" y="0"/>
                  </a:lnTo>
                  <a:lnTo>
                    <a:pt x="2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06517" name="Group 21">
              <a:extLst>
                <a:ext uri="{FF2B5EF4-FFF2-40B4-BE49-F238E27FC236}">
                  <a16:creationId xmlns:a16="http://schemas.microsoft.com/office/drawing/2014/main" id="{2D3B164D-25C4-4476-9E82-ED8613B4EC6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56" y="1040"/>
              <a:ext cx="1" cy="468"/>
              <a:chOff x="2479" y="1715"/>
              <a:chExt cx="1" cy="468"/>
            </a:xfrm>
          </p:grpSpPr>
          <p:sp>
            <p:nvSpPr>
              <p:cNvPr id="106518" name="Freeform 22">
                <a:extLst>
                  <a:ext uri="{FF2B5EF4-FFF2-40B4-BE49-F238E27FC236}">
                    <a16:creationId xmlns:a16="http://schemas.microsoft.com/office/drawing/2014/main" id="{0BEAC3E1-5CCE-4481-926B-68196DCC5F1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79" y="1715"/>
                <a:ext cx="1" cy="154"/>
              </a:xfrm>
              <a:custGeom>
                <a:avLst/>
                <a:gdLst>
                  <a:gd name="T0" fmla="*/ 0 w 2"/>
                  <a:gd name="T1" fmla="*/ 443 h 443"/>
                  <a:gd name="T2" fmla="*/ 0 w 2"/>
                  <a:gd name="T3" fmla="*/ 0 h 443"/>
                  <a:gd name="T4" fmla="*/ 2 w 2"/>
                  <a:gd name="T5" fmla="*/ 0 h 4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443">
                    <a:moveTo>
                      <a:pt x="0" y="443"/>
                    </a:moveTo>
                    <a:lnTo>
                      <a:pt x="0" y="0"/>
                    </a:lnTo>
                    <a:lnTo>
                      <a:pt x="2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6519" name="Freeform 23">
                <a:extLst>
                  <a:ext uri="{FF2B5EF4-FFF2-40B4-BE49-F238E27FC236}">
                    <a16:creationId xmlns:a16="http://schemas.microsoft.com/office/drawing/2014/main" id="{147824FD-03E6-4853-8909-92D11BD6B9A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79" y="1988"/>
                <a:ext cx="1" cy="195"/>
              </a:xfrm>
              <a:custGeom>
                <a:avLst/>
                <a:gdLst>
                  <a:gd name="T0" fmla="*/ 0 w 2"/>
                  <a:gd name="T1" fmla="*/ 564 h 564"/>
                  <a:gd name="T2" fmla="*/ 0 w 2"/>
                  <a:gd name="T3" fmla="*/ 0 h 564"/>
                  <a:gd name="T4" fmla="*/ 2 w 2"/>
                  <a:gd name="T5" fmla="*/ 0 h 5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564">
                    <a:moveTo>
                      <a:pt x="0" y="564"/>
                    </a:moveTo>
                    <a:lnTo>
                      <a:pt x="0" y="0"/>
                    </a:lnTo>
                    <a:lnTo>
                      <a:pt x="2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6520" name="Freeform 24">
                <a:extLst>
                  <a:ext uri="{FF2B5EF4-FFF2-40B4-BE49-F238E27FC236}">
                    <a16:creationId xmlns:a16="http://schemas.microsoft.com/office/drawing/2014/main" id="{850362C8-3B77-4A5E-BD4F-9D79658F97E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79" y="1923"/>
                <a:ext cx="1" cy="19"/>
              </a:xfrm>
              <a:custGeom>
                <a:avLst/>
                <a:gdLst>
                  <a:gd name="T0" fmla="*/ 0 w 2"/>
                  <a:gd name="T1" fmla="*/ 54 h 54"/>
                  <a:gd name="T2" fmla="*/ 0 w 2"/>
                  <a:gd name="T3" fmla="*/ 0 h 54"/>
                  <a:gd name="T4" fmla="*/ 2 w 2"/>
                  <a:gd name="T5" fmla="*/ 0 h 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54">
                    <a:moveTo>
                      <a:pt x="0" y="54"/>
                    </a:moveTo>
                    <a:lnTo>
                      <a:pt x="0" y="0"/>
                    </a:lnTo>
                    <a:lnTo>
                      <a:pt x="2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06521" name="Freeform 25">
              <a:extLst>
                <a:ext uri="{FF2B5EF4-FFF2-40B4-BE49-F238E27FC236}">
                  <a16:creationId xmlns:a16="http://schemas.microsoft.com/office/drawing/2014/main" id="{31B92757-146A-4EB9-B721-6742D44B246F}"/>
                </a:ext>
              </a:extLst>
            </p:cNvPr>
            <p:cNvSpPr>
              <a:spLocks/>
            </p:cNvSpPr>
            <p:nvPr/>
          </p:nvSpPr>
          <p:spPr bwMode="auto">
            <a:xfrm>
              <a:off x="3903" y="1134"/>
              <a:ext cx="1" cy="111"/>
            </a:xfrm>
            <a:custGeom>
              <a:avLst/>
              <a:gdLst>
                <a:gd name="T0" fmla="*/ 0 w 2"/>
                <a:gd name="T1" fmla="*/ 319 h 319"/>
                <a:gd name="T2" fmla="*/ 0 w 2"/>
                <a:gd name="T3" fmla="*/ 0 h 319"/>
                <a:gd name="T4" fmla="*/ 2 w 2"/>
                <a:gd name="T5" fmla="*/ 0 h 3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319">
                  <a:moveTo>
                    <a:pt x="0" y="319"/>
                  </a:moveTo>
                  <a:lnTo>
                    <a:pt x="0" y="0"/>
                  </a:lnTo>
                  <a:lnTo>
                    <a:pt x="2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6522" name="Freeform 26">
              <a:extLst>
                <a:ext uri="{FF2B5EF4-FFF2-40B4-BE49-F238E27FC236}">
                  <a16:creationId xmlns:a16="http://schemas.microsoft.com/office/drawing/2014/main" id="{81A4B35E-0E02-4AE1-B90E-9DCA40041D4D}"/>
                </a:ext>
              </a:extLst>
            </p:cNvPr>
            <p:cNvSpPr>
              <a:spLocks/>
            </p:cNvSpPr>
            <p:nvPr/>
          </p:nvSpPr>
          <p:spPr bwMode="auto">
            <a:xfrm>
              <a:off x="3580" y="1134"/>
              <a:ext cx="1" cy="111"/>
            </a:xfrm>
            <a:custGeom>
              <a:avLst/>
              <a:gdLst>
                <a:gd name="T0" fmla="*/ 0 w 2"/>
                <a:gd name="T1" fmla="*/ 319 h 319"/>
                <a:gd name="T2" fmla="*/ 0 w 2"/>
                <a:gd name="T3" fmla="*/ 0 h 319"/>
                <a:gd name="T4" fmla="*/ 2 w 2"/>
                <a:gd name="T5" fmla="*/ 0 h 3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319">
                  <a:moveTo>
                    <a:pt x="0" y="319"/>
                  </a:moveTo>
                  <a:lnTo>
                    <a:pt x="0" y="0"/>
                  </a:lnTo>
                  <a:lnTo>
                    <a:pt x="2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6523" name="Freeform 27">
              <a:extLst>
                <a:ext uri="{FF2B5EF4-FFF2-40B4-BE49-F238E27FC236}">
                  <a16:creationId xmlns:a16="http://schemas.microsoft.com/office/drawing/2014/main" id="{60198E5E-0450-4946-8BDA-FFED8FF33F2D}"/>
                </a:ext>
              </a:extLst>
            </p:cNvPr>
            <p:cNvSpPr>
              <a:spLocks/>
            </p:cNvSpPr>
            <p:nvPr/>
          </p:nvSpPr>
          <p:spPr bwMode="auto">
            <a:xfrm>
              <a:off x="3742" y="1054"/>
              <a:ext cx="1" cy="463"/>
            </a:xfrm>
            <a:custGeom>
              <a:avLst/>
              <a:gdLst>
                <a:gd name="T0" fmla="*/ 0 w 1"/>
                <a:gd name="T1" fmla="*/ 1332 h 1332"/>
                <a:gd name="T2" fmla="*/ 0 w 1"/>
                <a:gd name="T3" fmla="*/ 0 h 1332"/>
                <a:gd name="T4" fmla="*/ 1 w 1"/>
                <a:gd name="T5" fmla="*/ 0 h 13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1332">
                  <a:moveTo>
                    <a:pt x="0" y="1332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lg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6524" name="Freeform 28">
              <a:extLst>
                <a:ext uri="{FF2B5EF4-FFF2-40B4-BE49-F238E27FC236}">
                  <a16:creationId xmlns:a16="http://schemas.microsoft.com/office/drawing/2014/main" id="{6BFD63E6-F603-45F4-B642-147FC5B22A04}"/>
                </a:ext>
              </a:extLst>
            </p:cNvPr>
            <p:cNvSpPr>
              <a:spLocks/>
            </p:cNvSpPr>
            <p:nvPr/>
          </p:nvSpPr>
          <p:spPr bwMode="auto">
            <a:xfrm>
              <a:off x="3580" y="1245"/>
              <a:ext cx="323" cy="1"/>
            </a:xfrm>
            <a:custGeom>
              <a:avLst/>
              <a:gdLst>
                <a:gd name="T0" fmla="*/ 0 w 935"/>
                <a:gd name="T1" fmla="*/ 933 w 935"/>
                <a:gd name="T2" fmla="*/ 935 w 93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935">
                  <a:moveTo>
                    <a:pt x="0" y="0"/>
                  </a:moveTo>
                  <a:lnTo>
                    <a:pt x="933" y="0"/>
                  </a:lnTo>
                  <a:lnTo>
                    <a:pt x="935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6525" name="Freeform 29">
              <a:extLst>
                <a:ext uri="{FF2B5EF4-FFF2-40B4-BE49-F238E27FC236}">
                  <a16:creationId xmlns:a16="http://schemas.microsoft.com/office/drawing/2014/main" id="{C1DE977E-B0C9-4041-B902-9EC909A4EAC6}"/>
                </a:ext>
              </a:extLst>
            </p:cNvPr>
            <p:cNvSpPr>
              <a:spLocks/>
            </p:cNvSpPr>
            <p:nvPr/>
          </p:nvSpPr>
          <p:spPr bwMode="auto">
            <a:xfrm>
              <a:off x="3827" y="1245"/>
              <a:ext cx="1" cy="136"/>
            </a:xfrm>
            <a:custGeom>
              <a:avLst/>
              <a:gdLst>
                <a:gd name="T0" fmla="*/ 0 w 1"/>
                <a:gd name="T1" fmla="*/ 393 h 393"/>
                <a:gd name="T2" fmla="*/ 0 w 1"/>
                <a:gd name="T3" fmla="*/ 0 h 393"/>
                <a:gd name="T4" fmla="*/ 1 w 1"/>
                <a:gd name="T5" fmla="*/ 0 h 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393">
                  <a:moveTo>
                    <a:pt x="0" y="393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6526" name="Freeform 30">
              <a:extLst>
                <a:ext uri="{FF2B5EF4-FFF2-40B4-BE49-F238E27FC236}">
                  <a16:creationId xmlns:a16="http://schemas.microsoft.com/office/drawing/2014/main" id="{DCADAA6C-3C3B-433F-BCF1-3845CDC7543B}"/>
                </a:ext>
              </a:extLst>
            </p:cNvPr>
            <p:cNvSpPr>
              <a:spLocks/>
            </p:cNvSpPr>
            <p:nvPr/>
          </p:nvSpPr>
          <p:spPr bwMode="auto">
            <a:xfrm>
              <a:off x="3657" y="1245"/>
              <a:ext cx="1" cy="136"/>
            </a:xfrm>
            <a:custGeom>
              <a:avLst/>
              <a:gdLst>
                <a:gd name="T0" fmla="*/ 0 w 1"/>
                <a:gd name="T1" fmla="*/ 393 h 393"/>
                <a:gd name="T2" fmla="*/ 0 w 1"/>
                <a:gd name="T3" fmla="*/ 0 h 393"/>
                <a:gd name="T4" fmla="*/ 1 w 1"/>
                <a:gd name="T5" fmla="*/ 0 h 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393">
                  <a:moveTo>
                    <a:pt x="0" y="393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06527" name="Group 31">
              <a:extLst>
                <a:ext uri="{FF2B5EF4-FFF2-40B4-BE49-F238E27FC236}">
                  <a16:creationId xmlns:a16="http://schemas.microsoft.com/office/drawing/2014/main" id="{A1456F89-0F1B-4BD2-A5D2-1AFA4FFC05F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41" y="487"/>
              <a:ext cx="1" cy="986"/>
              <a:chOff x="3664" y="1162"/>
              <a:chExt cx="1" cy="986"/>
            </a:xfrm>
          </p:grpSpPr>
          <p:sp>
            <p:nvSpPr>
              <p:cNvPr id="106528" name="Freeform 32">
                <a:extLst>
                  <a:ext uri="{FF2B5EF4-FFF2-40B4-BE49-F238E27FC236}">
                    <a16:creationId xmlns:a16="http://schemas.microsoft.com/office/drawing/2014/main" id="{BEA18AF1-399F-497D-BA3A-24BDD908D6C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64" y="1162"/>
                <a:ext cx="1" cy="446"/>
              </a:xfrm>
              <a:custGeom>
                <a:avLst/>
                <a:gdLst>
                  <a:gd name="T0" fmla="*/ 0 w 1"/>
                  <a:gd name="T1" fmla="*/ 1286 h 1286"/>
                  <a:gd name="T2" fmla="*/ 0 w 1"/>
                  <a:gd name="T3" fmla="*/ 0 h 1286"/>
                  <a:gd name="T4" fmla="*/ 1 w 1"/>
                  <a:gd name="T5" fmla="*/ 0 h 12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286">
                    <a:moveTo>
                      <a:pt x="0" y="1286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6529" name="Freeform 33">
                <a:extLst>
                  <a:ext uri="{FF2B5EF4-FFF2-40B4-BE49-F238E27FC236}">
                    <a16:creationId xmlns:a16="http://schemas.microsoft.com/office/drawing/2014/main" id="{F9AABC23-CEED-4E92-A97D-A8B37C63660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64" y="1698"/>
                <a:ext cx="1" cy="450"/>
              </a:xfrm>
              <a:custGeom>
                <a:avLst/>
                <a:gdLst>
                  <a:gd name="T0" fmla="*/ 0 w 1"/>
                  <a:gd name="T1" fmla="*/ 1297 h 1297"/>
                  <a:gd name="T2" fmla="*/ 0 w 1"/>
                  <a:gd name="T3" fmla="*/ 0 h 1297"/>
                  <a:gd name="T4" fmla="*/ 1 w 1"/>
                  <a:gd name="T5" fmla="*/ 0 h 12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297">
                    <a:moveTo>
                      <a:pt x="0" y="1297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6530" name="Freeform 34">
                <a:extLst>
                  <a:ext uri="{FF2B5EF4-FFF2-40B4-BE49-F238E27FC236}">
                    <a16:creationId xmlns:a16="http://schemas.microsoft.com/office/drawing/2014/main" id="{2B63EFAF-6D3F-4BF0-AD35-94F21DEC65A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64" y="1628"/>
                <a:ext cx="1" cy="38"/>
              </a:xfrm>
              <a:custGeom>
                <a:avLst/>
                <a:gdLst>
                  <a:gd name="T0" fmla="*/ 0 w 1"/>
                  <a:gd name="T1" fmla="*/ 107 h 107"/>
                  <a:gd name="T2" fmla="*/ 0 w 1"/>
                  <a:gd name="T3" fmla="*/ 0 h 107"/>
                  <a:gd name="T4" fmla="*/ 1 w 1"/>
                  <a:gd name="T5" fmla="*/ 0 h 1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07">
                    <a:moveTo>
                      <a:pt x="0" y="107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06531" name="Freeform 35">
              <a:extLst>
                <a:ext uri="{FF2B5EF4-FFF2-40B4-BE49-F238E27FC236}">
                  <a16:creationId xmlns:a16="http://schemas.microsoft.com/office/drawing/2014/main" id="{036357D5-4270-495B-8911-536B92E00482}"/>
                </a:ext>
              </a:extLst>
            </p:cNvPr>
            <p:cNvSpPr>
              <a:spLocks/>
            </p:cNvSpPr>
            <p:nvPr/>
          </p:nvSpPr>
          <p:spPr bwMode="auto">
            <a:xfrm>
              <a:off x="4015" y="606"/>
              <a:ext cx="851" cy="1"/>
            </a:xfrm>
            <a:custGeom>
              <a:avLst/>
              <a:gdLst>
                <a:gd name="T0" fmla="*/ 2456 w 2456"/>
                <a:gd name="T1" fmla="*/ 0 w 2456"/>
                <a:gd name="T2" fmla="*/ 1 w 245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2456">
                  <a:moveTo>
                    <a:pt x="2456" y="0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6532" name="Freeform 36">
              <a:extLst>
                <a:ext uri="{FF2B5EF4-FFF2-40B4-BE49-F238E27FC236}">
                  <a16:creationId xmlns:a16="http://schemas.microsoft.com/office/drawing/2014/main" id="{E125ECE9-C91E-4C1E-8729-8F2FDA7186A6}"/>
                </a:ext>
              </a:extLst>
            </p:cNvPr>
            <p:cNvSpPr>
              <a:spLocks/>
            </p:cNvSpPr>
            <p:nvPr/>
          </p:nvSpPr>
          <p:spPr bwMode="auto">
            <a:xfrm>
              <a:off x="4134" y="750"/>
              <a:ext cx="614" cy="1"/>
            </a:xfrm>
            <a:custGeom>
              <a:avLst/>
              <a:gdLst>
                <a:gd name="T0" fmla="*/ 0 w 1769"/>
                <a:gd name="T1" fmla="*/ 1767 w 1769"/>
                <a:gd name="T2" fmla="*/ 1769 w 1769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1769">
                  <a:moveTo>
                    <a:pt x="0" y="0"/>
                  </a:moveTo>
                  <a:lnTo>
                    <a:pt x="1767" y="0"/>
                  </a:lnTo>
                  <a:lnTo>
                    <a:pt x="1769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6533" name="Freeform 37">
              <a:extLst>
                <a:ext uri="{FF2B5EF4-FFF2-40B4-BE49-F238E27FC236}">
                  <a16:creationId xmlns:a16="http://schemas.microsoft.com/office/drawing/2014/main" id="{173C027F-AF97-464D-AD35-C99B18447622}"/>
                </a:ext>
              </a:extLst>
            </p:cNvPr>
            <p:cNvSpPr>
              <a:spLocks/>
            </p:cNvSpPr>
            <p:nvPr/>
          </p:nvSpPr>
          <p:spPr bwMode="auto">
            <a:xfrm>
              <a:off x="4015" y="606"/>
              <a:ext cx="52" cy="51"/>
            </a:xfrm>
            <a:custGeom>
              <a:avLst/>
              <a:gdLst>
                <a:gd name="T0" fmla="*/ 0 w 150"/>
                <a:gd name="T1" fmla="*/ 149 h 149"/>
                <a:gd name="T2" fmla="*/ 149 w 150"/>
                <a:gd name="T3" fmla="*/ 0 h 149"/>
                <a:gd name="T4" fmla="*/ 150 w 150"/>
                <a:gd name="T5" fmla="*/ 0 h 1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0" h="149">
                  <a:moveTo>
                    <a:pt x="0" y="149"/>
                  </a:moveTo>
                  <a:lnTo>
                    <a:pt x="149" y="0"/>
                  </a:lnTo>
                  <a:lnTo>
                    <a:pt x="150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6534" name="Freeform 38">
              <a:extLst>
                <a:ext uri="{FF2B5EF4-FFF2-40B4-BE49-F238E27FC236}">
                  <a16:creationId xmlns:a16="http://schemas.microsoft.com/office/drawing/2014/main" id="{3F2334C1-8E71-4243-B606-FC68B6B12F4A}"/>
                </a:ext>
              </a:extLst>
            </p:cNvPr>
            <p:cNvSpPr>
              <a:spLocks/>
            </p:cNvSpPr>
            <p:nvPr/>
          </p:nvSpPr>
          <p:spPr bwMode="auto">
            <a:xfrm>
              <a:off x="3417" y="1134"/>
              <a:ext cx="121" cy="120"/>
            </a:xfrm>
            <a:custGeom>
              <a:avLst/>
              <a:gdLst>
                <a:gd name="T0" fmla="*/ 0 w 349"/>
                <a:gd name="T1" fmla="*/ 347 h 347"/>
                <a:gd name="T2" fmla="*/ 348 w 349"/>
                <a:gd name="T3" fmla="*/ 0 h 347"/>
                <a:gd name="T4" fmla="*/ 349 w 349"/>
                <a:gd name="T5" fmla="*/ 0 h 3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49" h="347">
                  <a:moveTo>
                    <a:pt x="0" y="347"/>
                  </a:moveTo>
                  <a:lnTo>
                    <a:pt x="348" y="0"/>
                  </a:lnTo>
                  <a:lnTo>
                    <a:pt x="349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6535" name="Freeform 39">
              <a:extLst>
                <a:ext uri="{FF2B5EF4-FFF2-40B4-BE49-F238E27FC236}">
                  <a16:creationId xmlns:a16="http://schemas.microsoft.com/office/drawing/2014/main" id="{85BF7187-5602-4C1E-AB69-FBF30ABAACDE}"/>
                </a:ext>
              </a:extLst>
            </p:cNvPr>
            <p:cNvSpPr>
              <a:spLocks/>
            </p:cNvSpPr>
            <p:nvPr/>
          </p:nvSpPr>
          <p:spPr bwMode="auto">
            <a:xfrm>
              <a:off x="3510" y="1245"/>
              <a:ext cx="137" cy="136"/>
            </a:xfrm>
            <a:custGeom>
              <a:avLst/>
              <a:gdLst>
                <a:gd name="T0" fmla="*/ 0 w 395"/>
                <a:gd name="T1" fmla="*/ 393 h 393"/>
                <a:gd name="T2" fmla="*/ 393 w 395"/>
                <a:gd name="T3" fmla="*/ 0 h 393"/>
                <a:gd name="T4" fmla="*/ 395 w 395"/>
                <a:gd name="T5" fmla="*/ 0 h 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5" h="393">
                  <a:moveTo>
                    <a:pt x="0" y="393"/>
                  </a:moveTo>
                  <a:lnTo>
                    <a:pt x="393" y="0"/>
                  </a:lnTo>
                  <a:lnTo>
                    <a:pt x="395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6536" name="Freeform 40">
              <a:extLst>
                <a:ext uri="{FF2B5EF4-FFF2-40B4-BE49-F238E27FC236}">
                  <a16:creationId xmlns:a16="http://schemas.microsoft.com/office/drawing/2014/main" id="{92F56119-95AB-40F5-9416-C01887214857}"/>
                </a:ext>
              </a:extLst>
            </p:cNvPr>
            <p:cNvSpPr>
              <a:spLocks/>
            </p:cNvSpPr>
            <p:nvPr/>
          </p:nvSpPr>
          <p:spPr bwMode="auto">
            <a:xfrm>
              <a:off x="4015" y="750"/>
              <a:ext cx="126" cy="126"/>
            </a:xfrm>
            <a:custGeom>
              <a:avLst/>
              <a:gdLst>
                <a:gd name="T0" fmla="*/ 0 w 365"/>
                <a:gd name="T1" fmla="*/ 365 h 365"/>
                <a:gd name="T2" fmla="*/ 364 w 365"/>
                <a:gd name="T3" fmla="*/ 0 h 365"/>
                <a:gd name="T4" fmla="*/ 365 w 365"/>
                <a:gd name="T5" fmla="*/ 0 h 3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65" h="365">
                  <a:moveTo>
                    <a:pt x="0" y="365"/>
                  </a:moveTo>
                  <a:lnTo>
                    <a:pt x="364" y="0"/>
                  </a:lnTo>
                  <a:lnTo>
                    <a:pt x="365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6537" name="Freeform 41">
              <a:extLst>
                <a:ext uri="{FF2B5EF4-FFF2-40B4-BE49-F238E27FC236}">
                  <a16:creationId xmlns:a16="http://schemas.microsoft.com/office/drawing/2014/main" id="{FD1D7092-63C9-4B02-9550-F38A0555359D}"/>
                </a:ext>
              </a:extLst>
            </p:cNvPr>
            <p:cNvSpPr>
              <a:spLocks/>
            </p:cNvSpPr>
            <p:nvPr/>
          </p:nvSpPr>
          <p:spPr bwMode="auto">
            <a:xfrm>
              <a:off x="3827" y="1245"/>
              <a:ext cx="40" cy="39"/>
            </a:xfrm>
            <a:custGeom>
              <a:avLst/>
              <a:gdLst>
                <a:gd name="T0" fmla="*/ 0 w 114"/>
                <a:gd name="T1" fmla="*/ 113 h 113"/>
                <a:gd name="T2" fmla="*/ 113 w 114"/>
                <a:gd name="T3" fmla="*/ 0 h 113"/>
                <a:gd name="T4" fmla="*/ 114 w 114"/>
                <a:gd name="T5" fmla="*/ 0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14" h="113">
                  <a:moveTo>
                    <a:pt x="0" y="113"/>
                  </a:moveTo>
                  <a:lnTo>
                    <a:pt x="113" y="0"/>
                  </a:lnTo>
                  <a:lnTo>
                    <a:pt x="114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6538" name="Freeform 42">
              <a:extLst>
                <a:ext uri="{FF2B5EF4-FFF2-40B4-BE49-F238E27FC236}">
                  <a16:creationId xmlns:a16="http://schemas.microsoft.com/office/drawing/2014/main" id="{21282E16-EB80-4E21-842D-5286E03E410E}"/>
                </a:ext>
              </a:extLst>
            </p:cNvPr>
            <p:cNvSpPr>
              <a:spLocks/>
            </p:cNvSpPr>
            <p:nvPr/>
          </p:nvSpPr>
          <p:spPr bwMode="auto">
            <a:xfrm>
              <a:off x="4015" y="832"/>
              <a:ext cx="264" cy="264"/>
            </a:xfrm>
            <a:custGeom>
              <a:avLst/>
              <a:gdLst>
                <a:gd name="T0" fmla="*/ 0 w 762"/>
                <a:gd name="T1" fmla="*/ 764 h 764"/>
                <a:gd name="T2" fmla="*/ 761 w 762"/>
                <a:gd name="T3" fmla="*/ 0 h 764"/>
                <a:gd name="T4" fmla="*/ 762 w 762"/>
                <a:gd name="T5" fmla="*/ 0 h 7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762" h="764">
                  <a:moveTo>
                    <a:pt x="0" y="764"/>
                  </a:moveTo>
                  <a:lnTo>
                    <a:pt x="761" y="0"/>
                  </a:lnTo>
                  <a:lnTo>
                    <a:pt x="762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6539" name="Freeform 43">
              <a:extLst>
                <a:ext uri="{FF2B5EF4-FFF2-40B4-BE49-F238E27FC236}">
                  <a16:creationId xmlns:a16="http://schemas.microsoft.com/office/drawing/2014/main" id="{DB8B8EB9-76BC-405E-A846-6B6F2290CCA1}"/>
                </a:ext>
              </a:extLst>
            </p:cNvPr>
            <p:cNvSpPr>
              <a:spLocks/>
            </p:cNvSpPr>
            <p:nvPr/>
          </p:nvSpPr>
          <p:spPr bwMode="auto">
            <a:xfrm>
              <a:off x="3903" y="1134"/>
              <a:ext cx="74" cy="73"/>
            </a:xfrm>
            <a:custGeom>
              <a:avLst/>
              <a:gdLst>
                <a:gd name="T0" fmla="*/ 0 w 214"/>
                <a:gd name="T1" fmla="*/ 211 h 211"/>
                <a:gd name="T2" fmla="*/ 213 w 214"/>
                <a:gd name="T3" fmla="*/ 0 h 211"/>
                <a:gd name="T4" fmla="*/ 214 w 214"/>
                <a:gd name="T5" fmla="*/ 0 h 2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4" h="211">
                  <a:moveTo>
                    <a:pt x="0" y="211"/>
                  </a:moveTo>
                  <a:lnTo>
                    <a:pt x="213" y="0"/>
                  </a:lnTo>
                  <a:lnTo>
                    <a:pt x="214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6540" name="Freeform 44">
              <a:extLst>
                <a:ext uri="{FF2B5EF4-FFF2-40B4-BE49-F238E27FC236}">
                  <a16:creationId xmlns:a16="http://schemas.microsoft.com/office/drawing/2014/main" id="{D8F9CC7D-8D32-4568-818C-1DF7C6046D6C}"/>
                </a:ext>
              </a:extLst>
            </p:cNvPr>
            <p:cNvSpPr>
              <a:spLocks/>
            </p:cNvSpPr>
            <p:nvPr/>
          </p:nvSpPr>
          <p:spPr bwMode="auto">
            <a:xfrm>
              <a:off x="3949" y="1051"/>
              <a:ext cx="330" cy="330"/>
            </a:xfrm>
            <a:custGeom>
              <a:avLst/>
              <a:gdLst>
                <a:gd name="T0" fmla="*/ 0 w 951"/>
                <a:gd name="T1" fmla="*/ 950 h 950"/>
                <a:gd name="T2" fmla="*/ 950 w 951"/>
                <a:gd name="T3" fmla="*/ 0 h 950"/>
                <a:gd name="T4" fmla="*/ 951 w 951"/>
                <a:gd name="T5" fmla="*/ 0 h 9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51" h="950">
                  <a:moveTo>
                    <a:pt x="0" y="950"/>
                  </a:moveTo>
                  <a:lnTo>
                    <a:pt x="950" y="0"/>
                  </a:lnTo>
                  <a:lnTo>
                    <a:pt x="951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6541" name="Freeform 45">
              <a:extLst>
                <a:ext uri="{FF2B5EF4-FFF2-40B4-BE49-F238E27FC236}">
                  <a16:creationId xmlns:a16="http://schemas.microsoft.com/office/drawing/2014/main" id="{8CEE7C63-DD05-423B-B958-723DEC588E28}"/>
                </a:ext>
              </a:extLst>
            </p:cNvPr>
            <p:cNvSpPr>
              <a:spLocks/>
            </p:cNvSpPr>
            <p:nvPr/>
          </p:nvSpPr>
          <p:spPr bwMode="auto">
            <a:xfrm>
              <a:off x="4168" y="1271"/>
              <a:ext cx="111" cy="110"/>
            </a:xfrm>
            <a:custGeom>
              <a:avLst/>
              <a:gdLst>
                <a:gd name="T0" fmla="*/ 0 w 319"/>
                <a:gd name="T1" fmla="*/ 318 h 318"/>
                <a:gd name="T2" fmla="*/ 318 w 319"/>
                <a:gd name="T3" fmla="*/ 0 h 318"/>
                <a:gd name="T4" fmla="*/ 319 w 319"/>
                <a:gd name="T5" fmla="*/ 0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19" h="318">
                  <a:moveTo>
                    <a:pt x="0" y="318"/>
                  </a:moveTo>
                  <a:lnTo>
                    <a:pt x="318" y="0"/>
                  </a:lnTo>
                  <a:lnTo>
                    <a:pt x="319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6542" name="Freeform 46">
              <a:extLst>
                <a:ext uri="{FF2B5EF4-FFF2-40B4-BE49-F238E27FC236}">
                  <a16:creationId xmlns:a16="http://schemas.microsoft.com/office/drawing/2014/main" id="{88E25E18-8F40-4423-AB9A-6EAEF8FDE26B}"/>
                </a:ext>
              </a:extLst>
            </p:cNvPr>
            <p:cNvSpPr>
              <a:spLocks/>
            </p:cNvSpPr>
            <p:nvPr/>
          </p:nvSpPr>
          <p:spPr bwMode="auto">
            <a:xfrm>
              <a:off x="4671" y="682"/>
              <a:ext cx="196" cy="196"/>
            </a:xfrm>
            <a:custGeom>
              <a:avLst/>
              <a:gdLst>
                <a:gd name="T0" fmla="*/ 0 w 568"/>
                <a:gd name="T1" fmla="*/ 566 h 566"/>
                <a:gd name="T2" fmla="*/ 566 w 568"/>
                <a:gd name="T3" fmla="*/ 0 h 566"/>
                <a:gd name="T4" fmla="*/ 568 w 568"/>
                <a:gd name="T5" fmla="*/ 0 h 5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68" h="566">
                  <a:moveTo>
                    <a:pt x="0" y="566"/>
                  </a:moveTo>
                  <a:lnTo>
                    <a:pt x="566" y="0"/>
                  </a:lnTo>
                  <a:lnTo>
                    <a:pt x="568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6543" name="Freeform 47">
              <a:extLst>
                <a:ext uri="{FF2B5EF4-FFF2-40B4-BE49-F238E27FC236}">
                  <a16:creationId xmlns:a16="http://schemas.microsoft.com/office/drawing/2014/main" id="{CEBE556C-FDCA-4308-B0DB-CE4E30943A56}"/>
                </a:ext>
              </a:extLst>
            </p:cNvPr>
            <p:cNvSpPr>
              <a:spLocks/>
            </p:cNvSpPr>
            <p:nvPr/>
          </p:nvSpPr>
          <p:spPr bwMode="auto">
            <a:xfrm>
              <a:off x="4671" y="901"/>
              <a:ext cx="196" cy="197"/>
            </a:xfrm>
            <a:custGeom>
              <a:avLst/>
              <a:gdLst>
                <a:gd name="T0" fmla="*/ 0 w 568"/>
                <a:gd name="T1" fmla="*/ 566 h 566"/>
                <a:gd name="T2" fmla="*/ 566 w 568"/>
                <a:gd name="T3" fmla="*/ 0 h 566"/>
                <a:gd name="T4" fmla="*/ 568 w 568"/>
                <a:gd name="T5" fmla="*/ 0 h 5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68" h="566">
                  <a:moveTo>
                    <a:pt x="0" y="566"/>
                  </a:moveTo>
                  <a:lnTo>
                    <a:pt x="566" y="0"/>
                  </a:lnTo>
                  <a:lnTo>
                    <a:pt x="568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6544" name="Freeform 48">
              <a:extLst>
                <a:ext uri="{FF2B5EF4-FFF2-40B4-BE49-F238E27FC236}">
                  <a16:creationId xmlns:a16="http://schemas.microsoft.com/office/drawing/2014/main" id="{A78BD10C-09B4-4332-8773-D22CE4177295}"/>
                </a:ext>
              </a:extLst>
            </p:cNvPr>
            <p:cNvSpPr>
              <a:spLocks/>
            </p:cNvSpPr>
            <p:nvPr/>
          </p:nvSpPr>
          <p:spPr bwMode="auto">
            <a:xfrm>
              <a:off x="4671" y="1121"/>
              <a:ext cx="196" cy="196"/>
            </a:xfrm>
            <a:custGeom>
              <a:avLst/>
              <a:gdLst>
                <a:gd name="T0" fmla="*/ 0 w 568"/>
                <a:gd name="T1" fmla="*/ 566 h 566"/>
                <a:gd name="T2" fmla="*/ 566 w 568"/>
                <a:gd name="T3" fmla="*/ 0 h 566"/>
                <a:gd name="T4" fmla="*/ 568 w 568"/>
                <a:gd name="T5" fmla="*/ 0 h 5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68" h="566">
                  <a:moveTo>
                    <a:pt x="0" y="566"/>
                  </a:moveTo>
                  <a:lnTo>
                    <a:pt x="566" y="0"/>
                  </a:lnTo>
                  <a:lnTo>
                    <a:pt x="568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6545" name="Freeform 49">
              <a:extLst>
                <a:ext uri="{FF2B5EF4-FFF2-40B4-BE49-F238E27FC236}">
                  <a16:creationId xmlns:a16="http://schemas.microsoft.com/office/drawing/2014/main" id="{0D114ECB-09F0-411D-90BE-70660D556E0F}"/>
                </a:ext>
              </a:extLst>
            </p:cNvPr>
            <p:cNvSpPr>
              <a:spLocks/>
            </p:cNvSpPr>
            <p:nvPr/>
          </p:nvSpPr>
          <p:spPr bwMode="auto">
            <a:xfrm>
              <a:off x="4826" y="1341"/>
              <a:ext cx="41" cy="40"/>
            </a:xfrm>
            <a:custGeom>
              <a:avLst/>
              <a:gdLst>
                <a:gd name="T0" fmla="*/ 0 w 119"/>
                <a:gd name="T1" fmla="*/ 116 h 116"/>
                <a:gd name="T2" fmla="*/ 117 w 119"/>
                <a:gd name="T3" fmla="*/ 0 h 116"/>
                <a:gd name="T4" fmla="*/ 119 w 119"/>
                <a:gd name="T5" fmla="*/ 0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19" h="116">
                  <a:moveTo>
                    <a:pt x="0" y="116"/>
                  </a:moveTo>
                  <a:lnTo>
                    <a:pt x="117" y="0"/>
                  </a:lnTo>
                  <a:lnTo>
                    <a:pt x="119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6546" name="Freeform 50">
              <a:extLst>
                <a:ext uri="{FF2B5EF4-FFF2-40B4-BE49-F238E27FC236}">
                  <a16:creationId xmlns:a16="http://schemas.microsoft.com/office/drawing/2014/main" id="{CCC7EE4E-2DD4-413A-82F6-E21BBC92AC1C}"/>
                </a:ext>
              </a:extLst>
            </p:cNvPr>
            <p:cNvSpPr>
              <a:spLocks/>
            </p:cNvSpPr>
            <p:nvPr/>
          </p:nvSpPr>
          <p:spPr bwMode="auto">
            <a:xfrm>
              <a:off x="4671" y="750"/>
              <a:ext cx="1" cy="631"/>
            </a:xfrm>
            <a:custGeom>
              <a:avLst/>
              <a:gdLst>
                <a:gd name="T0" fmla="*/ 0 w 2"/>
                <a:gd name="T1" fmla="*/ 1818 h 1818"/>
                <a:gd name="T2" fmla="*/ 0 w 2"/>
                <a:gd name="T3" fmla="*/ 0 h 1818"/>
                <a:gd name="T4" fmla="*/ 2 w 2"/>
                <a:gd name="T5" fmla="*/ 0 h 18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1818">
                  <a:moveTo>
                    <a:pt x="0" y="1818"/>
                  </a:moveTo>
                  <a:lnTo>
                    <a:pt x="0" y="0"/>
                  </a:lnTo>
                  <a:lnTo>
                    <a:pt x="2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6547" name="Arc 51">
              <a:extLst>
                <a:ext uri="{FF2B5EF4-FFF2-40B4-BE49-F238E27FC236}">
                  <a16:creationId xmlns:a16="http://schemas.microsoft.com/office/drawing/2014/main" id="{B6A43F08-CE0E-46F1-A27C-1EED2FD40712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4279" y="2059"/>
              <a:ext cx="306" cy="324"/>
            </a:xfrm>
            <a:custGeom>
              <a:avLst/>
              <a:gdLst>
                <a:gd name="G0" fmla="+- 19141 0 0"/>
                <a:gd name="G1" fmla="+- 21600 0 0"/>
                <a:gd name="G2" fmla="+- 21600 0 0"/>
                <a:gd name="T0" fmla="*/ 251 w 40741"/>
                <a:gd name="T1" fmla="*/ 11125 h 43200"/>
                <a:gd name="T2" fmla="*/ 0 w 40741"/>
                <a:gd name="T3" fmla="*/ 31609 h 43200"/>
                <a:gd name="T4" fmla="*/ 19141 w 40741"/>
                <a:gd name="T5" fmla="*/ 21600 h 43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741" h="43200" fill="none" extrusionOk="0">
                  <a:moveTo>
                    <a:pt x="250" y="11124"/>
                  </a:moveTo>
                  <a:cubicBezTo>
                    <a:pt x="4058" y="4259"/>
                    <a:pt x="11290" y="0"/>
                    <a:pt x="19141" y="0"/>
                  </a:cubicBezTo>
                  <a:cubicBezTo>
                    <a:pt x="31070" y="0"/>
                    <a:pt x="40741" y="9670"/>
                    <a:pt x="40741" y="21600"/>
                  </a:cubicBezTo>
                  <a:cubicBezTo>
                    <a:pt x="40741" y="33529"/>
                    <a:pt x="31070" y="43200"/>
                    <a:pt x="19141" y="43200"/>
                  </a:cubicBezTo>
                  <a:cubicBezTo>
                    <a:pt x="11100" y="43199"/>
                    <a:pt x="3725" y="38734"/>
                    <a:pt x="-1" y="31609"/>
                  </a:cubicBezTo>
                </a:path>
                <a:path w="40741" h="43200" stroke="0" extrusionOk="0">
                  <a:moveTo>
                    <a:pt x="250" y="11124"/>
                  </a:moveTo>
                  <a:cubicBezTo>
                    <a:pt x="4058" y="4259"/>
                    <a:pt x="11290" y="0"/>
                    <a:pt x="19141" y="0"/>
                  </a:cubicBezTo>
                  <a:cubicBezTo>
                    <a:pt x="31070" y="0"/>
                    <a:pt x="40741" y="9670"/>
                    <a:pt x="40741" y="21600"/>
                  </a:cubicBezTo>
                  <a:cubicBezTo>
                    <a:pt x="40741" y="33529"/>
                    <a:pt x="31070" y="43200"/>
                    <a:pt x="19141" y="43200"/>
                  </a:cubicBezTo>
                  <a:cubicBezTo>
                    <a:pt x="11100" y="43199"/>
                    <a:pt x="3725" y="38734"/>
                    <a:pt x="-1" y="31609"/>
                  </a:cubicBezTo>
                  <a:lnTo>
                    <a:pt x="19141" y="21600"/>
                  </a:lnTo>
                  <a:close/>
                </a:path>
              </a:pathLst>
            </a:cu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6548" name="Arc 52">
              <a:extLst>
                <a:ext uri="{FF2B5EF4-FFF2-40B4-BE49-F238E27FC236}">
                  <a16:creationId xmlns:a16="http://schemas.microsoft.com/office/drawing/2014/main" id="{12AF0013-D824-461F-B503-55969EECACEA}"/>
                </a:ext>
              </a:extLst>
            </p:cNvPr>
            <p:cNvSpPr>
              <a:spLocks/>
            </p:cNvSpPr>
            <p:nvPr/>
          </p:nvSpPr>
          <p:spPr bwMode="auto">
            <a:xfrm>
              <a:off x="3251" y="2059"/>
              <a:ext cx="166" cy="320"/>
            </a:xfrm>
            <a:custGeom>
              <a:avLst/>
              <a:gdLst>
                <a:gd name="G0" fmla="+- 599 0 0"/>
                <a:gd name="G1" fmla="+- 21600 0 0"/>
                <a:gd name="G2" fmla="+- 21600 0 0"/>
                <a:gd name="T0" fmla="*/ 599 w 22199"/>
                <a:gd name="T1" fmla="*/ 0 h 43200"/>
                <a:gd name="T2" fmla="*/ 0 w 22199"/>
                <a:gd name="T3" fmla="*/ 43192 h 43200"/>
                <a:gd name="T4" fmla="*/ 599 w 22199"/>
                <a:gd name="T5" fmla="*/ 21600 h 43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2199" h="43200" fill="none" extrusionOk="0">
                  <a:moveTo>
                    <a:pt x="599" y="0"/>
                  </a:moveTo>
                  <a:cubicBezTo>
                    <a:pt x="12528" y="0"/>
                    <a:pt x="22199" y="9670"/>
                    <a:pt x="22199" y="21600"/>
                  </a:cubicBezTo>
                  <a:cubicBezTo>
                    <a:pt x="22199" y="33529"/>
                    <a:pt x="12528" y="43200"/>
                    <a:pt x="599" y="43200"/>
                  </a:cubicBezTo>
                  <a:cubicBezTo>
                    <a:pt x="399" y="43199"/>
                    <a:pt x="199" y="43197"/>
                    <a:pt x="0" y="43191"/>
                  </a:cubicBezTo>
                </a:path>
                <a:path w="22199" h="43200" stroke="0" extrusionOk="0">
                  <a:moveTo>
                    <a:pt x="599" y="0"/>
                  </a:moveTo>
                  <a:cubicBezTo>
                    <a:pt x="12528" y="0"/>
                    <a:pt x="22199" y="9670"/>
                    <a:pt x="22199" y="21600"/>
                  </a:cubicBezTo>
                  <a:cubicBezTo>
                    <a:pt x="22199" y="33529"/>
                    <a:pt x="12528" y="43200"/>
                    <a:pt x="599" y="43200"/>
                  </a:cubicBezTo>
                  <a:cubicBezTo>
                    <a:pt x="399" y="43199"/>
                    <a:pt x="199" y="43197"/>
                    <a:pt x="0" y="43191"/>
                  </a:cubicBezTo>
                  <a:lnTo>
                    <a:pt x="599" y="21600"/>
                  </a:lnTo>
                  <a:close/>
                </a:path>
              </a:pathLst>
            </a:cu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6549" name="Oval 53">
              <a:extLst>
                <a:ext uri="{FF2B5EF4-FFF2-40B4-BE49-F238E27FC236}">
                  <a16:creationId xmlns:a16="http://schemas.microsoft.com/office/drawing/2014/main" id="{E88C30B4-A9B6-4A2A-AA63-7C16552892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15" y="1794"/>
              <a:ext cx="852" cy="852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6550" name="Oval 54">
              <a:extLst>
                <a:ext uri="{FF2B5EF4-FFF2-40B4-BE49-F238E27FC236}">
                  <a16:creationId xmlns:a16="http://schemas.microsoft.com/office/drawing/2014/main" id="{470E1F3D-073E-4463-A566-5553B898ED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35" y="1931"/>
              <a:ext cx="612" cy="572"/>
            </a:xfrm>
            <a:prstGeom prst="ellips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6551" name="Oval 55">
              <a:extLst>
                <a:ext uri="{FF2B5EF4-FFF2-40B4-BE49-F238E27FC236}">
                  <a16:creationId xmlns:a16="http://schemas.microsoft.com/office/drawing/2014/main" id="{8ED4AF15-1AC2-4EE6-9F4F-AA9DD7D116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56" y="2135"/>
              <a:ext cx="167" cy="167"/>
            </a:xfrm>
            <a:prstGeom prst="ellips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6552" name="Oval 56">
              <a:extLst>
                <a:ext uri="{FF2B5EF4-FFF2-40B4-BE49-F238E27FC236}">
                  <a16:creationId xmlns:a16="http://schemas.microsoft.com/office/drawing/2014/main" id="{CA93AFEF-37FB-467F-BE96-F867F1B7E0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89" y="2069"/>
              <a:ext cx="311" cy="300"/>
            </a:xfrm>
            <a:prstGeom prst="ellips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6553" name="Freeform 57">
              <a:extLst>
                <a:ext uri="{FF2B5EF4-FFF2-40B4-BE49-F238E27FC236}">
                  <a16:creationId xmlns:a16="http://schemas.microsoft.com/office/drawing/2014/main" id="{80DE84E6-FA39-47AF-BE6F-AB14F7E77F6A}"/>
                </a:ext>
              </a:extLst>
            </p:cNvPr>
            <p:cNvSpPr>
              <a:spLocks/>
            </p:cNvSpPr>
            <p:nvPr/>
          </p:nvSpPr>
          <p:spPr bwMode="auto">
            <a:xfrm>
              <a:off x="3742" y="1990"/>
              <a:ext cx="1" cy="512"/>
            </a:xfrm>
            <a:custGeom>
              <a:avLst/>
              <a:gdLst>
                <a:gd name="T0" fmla="*/ 0 w 1"/>
                <a:gd name="T1" fmla="*/ 0 h 1472"/>
                <a:gd name="T2" fmla="*/ 0 w 1"/>
                <a:gd name="T3" fmla="*/ 1472 h 1472"/>
                <a:gd name="T4" fmla="*/ 1 w 1"/>
                <a:gd name="T5" fmla="*/ 1472 h 14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1472">
                  <a:moveTo>
                    <a:pt x="0" y="0"/>
                  </a:moveTo>
                  <a:lnTo>
                    <a:pt x="0" y="1472"/>
                  </a:lnTo>
                  <a:lnTo>
                    <a:pt x="1" y="1472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lg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6554" name="Freeform 58">
              <a:extLst>
                <a:ext uri="{FF2B5EF4-FFF2-40B4-BE49-F238E27FC236}">
                  <a16:creationId xmlns:a16="http://schemas.microsoft.com/office/drawing/2014/main" id="{68C834B9-6725-43D1-ABE6-D3153F424A39}"/>
                </a:ext>
              </a:extLst>
            </p:cNvPr>
            <p:cNvSpPr>
              <a:spLocks/>
            </p:cNvSpPr>
            <p:nvPr/>
          </p:nvSpPr>
          <p:spPr bwMode="auto">
            <a:xfrm>
              <a:off x="3256" y="1964"/>
              <a:ext cx="1" cy="528"/>
            </a:xfrm>
            <a:custGeom>
              <a:avLst/>
              <a:gdLst>
                <a:gd name="T0" fmla="*/ 0 w 2"/>
                <a:gd name="T1" fmla="*/ 0 h 1522"/>
                <a:gd name="T2" fmla="*/ 0 w 2"/>
                <a:gd name="T3" fmla="*/ 1522 h 1522"/>
                <a:gd name="T4" fmla="*/ 2 w 2"/>
                <a:gd name="T5" fmla="*/ 1522 h 15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1522">
                  <a:moveTo>
                    <a:pt x="0" y="0"/>
                  </a:moveTo>
                  <a:lnTo>
                    <a:pt x="0" y="1522"/>
                  </a:lnTo>
                  <a:lnTo>
                    <a:pt x="2" y="1522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lg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6555" name="Freeform 59">
              <a:extLst>
                <a:ext uri="{FF2B5EF4-FFF2-40B4-BE49-F238E27FC236}">
                  <a16:creationId xmlns:a16="http://schemas.microsoft.com/office/drawing/2014/main" id="{39E2B82A-09C0-44EA-9ADC-62FD4D905B19}"/>
                </a:ext>
              </a:extLst>
            </p:cNvPr>
            <p:cNvSpPr>
              <a:spLocks/>
            </p:cNvSpPr>
            <p:nvPr/>
          </p:nvSpPr>
          <p:spPr bwMode="auto">
            <a:xfrm>
              <a:off x="2992" y="2646"/>
              <a:ext cx="1449" cy="1"/>
            </a:xfrm>
            <a:custGeom>
              <a:avLst/>
              <a:gdLst>
                <a:gd name="T0" fmla="*/ 4176 w 4176"/>
                <a:gd name="T1" fmla="*/ 0 w 4176"/>
                <a:gd name="T2" fmla="*/ 2 w 417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4176">
                  <a:moveTo>
                    <a:pt x="4176" y="0"/>
                  </a:moveTo>
                  <a:lnTo>
                    <a:pt x="0" y="0"/>
                  </a:lnTo>
                  <a:lnTo>
                    <a:pt x="2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6556" name="Freeform 60">
              <a:extLst>
                <a:ext uri="{FF2B5EF4-FFF2-40B4-BE49-F238E27FC236}">
                  <a16:creationId xmlns:a16="http://schemas.microsoft.com/office/drawing/2014/main" id="{27DAFE0D-66B8-4163-927B-42A16385F709}"/>
                </a:ext>
              </a:extLst>
            </p:cNvPr>
            <p:cNvSpPr>
              <a:spLocks/>
            </p:cNvSpPr>
            <p:nvPr/>
          </p:nvSpPr>
          <p:spPr bwMode="auto">
            <a:xfrm>
              <a:off x="2992" y="2382"/>
              <a:ext cx="1" cy="264"/>
            </a:xfrm>
            <a:custGeom>
              <a:avLst/>
              <a:gdLst>
                <a:gd name="T0" fmla="*/ 0 w 2"/>
                <a:gd name="T1" fmla="*/ 762 h 762"/>
                <a:gd name="T2" fmla="*/ 0 w 2"/>
                <a:gd name="T3" fmla="*/ 0 h 762"/>
                <a:gd name="T4" fmla="*/ 2 w 2"/>
                <a:gd name="T5" fmla="*/ 0 h 7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762">
                  <a:moveTo>
                    <a:pt x="0" y="762"/>
                  </a:moveTo>
                  <a:lnTo>
                    <a:pt x="0" y="0"/>
                  </a:lnTo>
                  <a:lnTo>
                    <a:pt x="2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6557" name="Freeform 61">
              <a:extLst>
                <a:ext uri="{FF2B5EF4-FFF2-40B4-BE49-F238E27FC236}">
                  <a16:creationId xmlns:a16="http://schemas.microsoft.com/office/drawing/2014/main" id="{EDA58EBE-775B-4EBD-9360-6B6BBCBF430C}"/>
                </a:ext>
              </a:extLst>
            </p:cNvPr>
            <p:cNvSpPr>
              <a:spLocks/>
            </p:cNvSpPr>
            <p:nvPr/>
          </p:nvSpPr>
          <p:spPr bwMode="auto">
            <a:xfrm>
              <a:off x="2992" y="2382"/>
              <a:ext cx="264" cy="1"/>
            </a:xfrm>
            <a:custGeom>
              <a:avLst/>
              <a:gdLst>
                <a:gd name="T0" fmla="*/ 761 w 761"/>
                <a:gd name="T1" fmla="*/ 0 w 761"/>
                <a:gd name="T2" fmla="*/ 2 w 76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761">
                  <a:moveTo>
                    <a:pt x="761" y="0"/>
                  </a:moveTo>
                  <a:lnTo>
                    <a:pt x="0" y="0"/>
                  </a:lnTo>
                  <a:lnTo>
                    <a:pt x="2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6558" name="Freeform 62">
              <a:extLst>
                <a:ext uri="{FF2B5EF4-FFF2-40B4-BE49-F238E27FC236}">
                  <a16:creationId xmlns:a16="http://schemas.microsoft.com/office/drawing/2014/main" id="{2C1656E6-3AD9-484C-A388-71D0D0570429}"/>
                </a:ext>
              </a:extLst>
            </p:cNvPr>
            <p:cNvSpPr>
              <a:spLocks/>
            </p:cNvSpPr>
            <p:nvPr/>
          </p:nvSpPr>
          <p:spPr bwMode="auto">
            <a:xfrm>
              <a:off x="2992" y="1794"/>
              <a:ext cx="1449" cy="1"/>
            </a:xfrm>
            <a:custGeom>
              <a:avLst/>
              <a:gdLst>
                <a:gd name="T0" fmla="*/ 4176 w 4176"/>
                <a:gd name="T1" fmla="*/ 0 w 4176"/>
                <a:gd name="T2" fmla="*/ 2 w 417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4176">
                  <a:moveTo>
                    <a:pt x="4176" y="0"/>
                  </a:moveTo>
                  <a:lnTo>
                    <a:pt x="0" y="0"/>
                  </a:lnTo>
                  <a:lnTo>
                    <a:pt x="2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6559" name="Freeform 63">
              <a:extLst>
                <a:ext uri="{FF2B5EF4-FFF2-40B4-BE49-F238E27FC236}">
                  <a16:creationId xmlns:a16="http://schemas.microsoft.com/office/drawing/2014/main" id="{F5F90B2D-F54A-40C9-BBC3-AFB1A591F91B}"/>
                </a:ext>
              </a:extLst>
            </p:cNvPr>
            <p:cNvSpPr>
              <a:spLocks/>
            </p:cNvSpPr>
            <p:nvPr/>
          </p:nvSpPr>
          <p:spPr bwMode="auto">
            <a:xfrm>
              <a:off x="2992" y="1794"/>
              <a:ext cx="1" cy="264"/>
            </a:xfrm>
            <a:custGeom>
              <a:avLst/>
              <a:gdLst>
                <a:gd name="T0" fmla="*/ 0 w 2"/>
                <a:gd name="T1" fmla="*/ 0 h 763"/>
                <a:gd name="T2" fmla="*/ 0 w 2"/>
                <a:gd name="T3" fmla="*/ 763 h 763"/>
                <a:gd name="T4" fmla="*/ 2 w 2"/>
                <a:gd name="T5" fmla="*/ 763 h 7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763">
                  <a:moveTo>
                    <a:pt x="0" y="0"/>
                  </a:moveTo>
                  <a:lnTo>
                    <a:pt x="0" y="763"/>
                  </a:lnTo>
                  <a:lnTo>
                    <a:pt x="2" y="763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6560" name="Freeform 64">
              <a:extLst>
                <a:ext uri="{FF2B5EF4-FFF2-40B4-BE49-F238E27FC236}">
                  <a16:creationId xmlns:a16="http://schemas.microsoft.com/office/drawing/2014/main" id="{C507F7FF-E590-4783-98F1-5452DF75D2B5}"/>
                </a:ext>
              </a:extLst>
            </p:cNvPr>
            <p:cNvSpPr>
              <a:spLocks/>
            </p:cNvSpPr>
            <p:nvPr/>
          </p:nvSpPr>
          <p:spPr bwMode="auto">
            <a:xfrm>
              <a:off x="2992" y="2058"/>
              <a:ext cx="264" cy="1"/>
            </a:xfrm>
            <a:custGeom>
              <a:avLst/>
              <a:gdLst>
                <a:gd name="T0" fmla="*/ 761 w 761"/>
                <a:gd name="T1" fmla="*/ 0 w 761"/>
                <a:gd name="T2" fmla="*/ 2 w 76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761">
                  <a:moveTo>
                    <a:pt x="761" y="0"/>
                  </a:moveTo>
                  <a:lnTo>
                    <a:pt x="0" y="0"/>
                  </a:lnTo>
                  <a:lnTo>
                    <a:pt x="2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6561" name="Freeform 65">
              <a:extLst>
                <a:ext uri="{FF2B5EF4-FFF2-40B4-BE49-F238E27FC236}">
                  <a16:creationId xmlns:a16="http://schemas.microsoft.com/office/drawing/2014/main" id="{ABCEBF2A-E032-4B5B-812E-9855CFF25908}"/>
                </a:ext>
              </a:extLst>
            </p:cNvPr>
            <p:cNvSpPr>
              <a:spLocks/>
            </p:cNvSpPr>
            <p:nvPr/>
          </p:nvSpPr>
          <p:spPr bwMode="auto">
            <a:xfrm>
              <a:off x="4671" y="2149"/>
              <a:ext cx="1" cy="143"/>
            </a:xfrm>
            <a:custGeom>
              <a:avLst/>
              <a:gdLst>
                <a:gd name="T0" fmla="*/ 0 w 2"/>
                <a:gd name="T1" fmla="*/ 0 h 414"/>
                <a:gd name="T2" fmla="*/ 0 w 2"/>
                <a:gd name="T3" fmla="*/ 414 h 414"/>
                <a:gd name="T4" fmla="*/ 2 w 2"/>
                <a:gd name="T5" fmla="*/ 414 h 4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414">
                  <a:moveTo>
                    <a:pt x="0" y="0"/>
                  </a:moveTo>
                  <a:lnTo>
                    <a:pt x="0" y="414"/>
                  </a:lnTo>
                  <a:lnTo>
                    <a:pt x="2" y="414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6562" name="Freeform 66">
              <a:extLst>
                <a:ext uri="{FF2B5EF4-FFF2-40B4-BE49-F238E27FC236}">
                  <a16:creationId xmlns:a16="http://schemas.microsoft.com/office/drawing/2014/main" id="{945D0E6E-64E2-4946-84D8-BE29A144D42D}"/>
                </a:ext>
              </a:extLst>
            </p:cNvPr>
            <p:cNvSpPr>
              <a:spLocks/>
            </p:cNvSpPr>
            <p:nvPr/>
          </p:nvSpPr>
          <p:spPr bwMode="auto">
            <a:xfrm>
              <a:off x="4441" y="2316"/>
              <a:ext cx="1" cy="428"/>
            </a:xfrm>
            <a:custGeom>
              <a:avLst/>
              <a:gdLst>
                <a:gd name="T0" fmla="*/ 0 w 1"/>
                <a:gd name="T1" fmla="*/ 0 h 1234"/>
                <a:gd name="T2" fmla="*/ 0 w 1"/>
                <a:gd name="T3" fmla="*/ 1234 h 1234"/>
                <a:gd name="T4" fmla="*/ 1 w 1"/>
                <a:gd name="T5" fmla="*/ 1234 h 1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1234">
                  <a:moveTo>
                    <a:pt x="0" y="0"/>
                  </a:moveTo>
                  <a:lnTo>
                    <a:pt x="0" y="1234"/>
                  </a:lnTo>
                  <a:lnTo>
                    <a:pt x="1" y="1234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6563" name="Freeform 67">
              <a:extLst>
                <a:ext uri="{FF2B5EF4-FFF2-40B4-BE49-F238E27FC236}">
                  <a16:creationId xmlns:a16="http://schemas.microsoft.com/office/drawing/2014/main" id="{956ACEA5-FCC8-4167-B9ED-6E50C97D4094}"/>
                </a:ext>
              </a:extLst>
            </p:cNvPr>
            <p:cNvSpPr>
              <a:spLocks/>
            </p:cNvSpPr>
            <p:nvPr/>
          </p:nvSpPr>
          <p:spPr bwMode="auto">
            <a:xfrm>
              <a:off x="4441" y="1713"/>
              <a:ext cx="1" cy="556"/>
            </a:xfrm>
            <a:custGeom>
              <a:avLst/>
              <a:gdLst>
                <a:gd name="T0" fmla="*/ 0 w 1"/>
                <a:gd name="T1" fmla="*/ 0 h 1602"/>
                <a:gd name="T2" fmla="*/ 0 w 1"/>
                <a:gd name="T3" fmla="*/ 1602 h 1602"/>
                <a:gd name="T4" fmla="*/ 1 w 1"/>
                <a:gd name="T5" fmla="*/ 1602 h 16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1602">
                  <a:moveTo>
                    <a:pt x="0" y="0"/>
                  </a:moveTo>
                  <a:lnTo>
                    <a:pt x="0" y="1602"/>
                  </a:lnTo>
                  <a:lnTo>
                    <a:pt x="1" y="1602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6564" name="Freeform 68">
              <a:extLst>
                <a:ext uri="{FF2B5EF4-FFF2-40B4-BE49-F238E27FC236}">
                  <a16:creationId xmlns:a16="http://schemas.microsoft.com/office/drawing/2014/main" id="{70D1BCE9-9236-4D04-A8DF-8EE9248A7EAF}"/>
                </a:ext>
              </a:extLst>
            </p:cNvPr>
            <p:cNvSpPr>
              <a:spLocks/>
            </p:cNvSpPr>
            <p:nvPr/>
          </p:nvSpPr>
          <p:spPr bwMode="auto">
            <a:xfrm>
              <a:off x="4441" y="2288"/>
              <a:ext cx="1" cy="9"/>
            </a:xfrm>
            <a:custGeom>
              <a:avLst/>
              <a:gdLst>
                <a:gd name="T0" fmla="*/ 0 w 1"/>
                <a:gd name="T1" fmla="*/ 0 h 24"/>
                <a:gd name="T2" fmla="*/ 0 w 1"/>
                <a:gd name="T3" fmla="*/ 24 h 24"/>
                <a:gd name="T4" fmla="*/ 1 w 1"/>
                <a:gd name="T5" fmla="*/ 24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24">
                  <a:moveTo>
                    <a:pt x="0" y="0"/>
                  </a:moveTo>
                  <a:lnTo>
                    <a:pt x="0" y="24"/>
                  </a:lnTo>
                  <a:lnTo>
                    <a:pt x="1" y="24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6565" name="Freeform 69">
              <a:extLst>
                <a:ext uri="{FF2B5EF4-FFF2-40B4-BE49-F238E27FC236}">
                  <a16:creationId xmlns:a16="http://schemas.microsoft.com/office/drawing/2014/main" id="{1C538F9E-C021-46EA-884C-412C0EFBA806}"/>
                </a:ext>
              </a:extLst>
            </p:cNvPr>
            <p:cNvSpPr>
              <a:spLocks/>
            </p:cNvSpPr>
            <p:nvPr/>
          </p:nvSpPr>
          <p:spPr bwMode="auto">
            <a:xfrm>
              <a:off x="2948" y="2221"/>
              <a:ext cx="529" cy="1"/>
            </a:xfrm>
            <a:custGeom>
              <a:avLst/>
              <a:gdLst>
                <a:gd name="T0" fmla="*/ 0 w 1526"/>
                <a:gd name="T1" fmla="*/ 1525 w 1526"/>
                <a:gd name="T2" fmla="*/ 1526 w 152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1526">
                  <a:moveTo>
                    <a:pt x="0" y="0"/>
                  </a:moveTo>
                  <a:lnTo>
                    <a:pt x="1525" y="0"/>
                  </a:lnTo>
                  <a:lnTo>
                    <a:pt x="1526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6566" name="Freeform 70">
              <a:extLst>
                <a:ext uri="{FF2B5EF4-FFF2-40B4-BE49-F238E27FC236}">
                  <a16:creationId xmlns:a16="http://schemas.microsoft.com/office/drawing/2014/main" id="{7D9171C5-A542-45B9-9380-BDD372E44653}"/>
                </a:ext>
              </a:extLst>
            </p:cNvPr>
            <p:cNvSpPr>
              <a:spLocks/>
            </p:cNvSpPr>
            <p:nvPr/>
          </p:nvSpPr>
          <p:spPr bwMode="auto">
            <a:xfrm>
              <a:off x="3559" y="2221"/>
              <a:ext cx="956" cy="1"/>
            </a:xfrm>
            <a:custGeom>
              <a:avLst/>
              <a:gdLst>
                <a:gd name="T0" fmla="*/ 0 w 2753"/>
                <a:gd name="T1" fmla="*/ 2752 w 2753"/>
                <a:gd name="T2" fmla="*/ 2753 w 275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2753">
                  <a:moveTo>
                    <a:pt x="0" y="0"/>
                  </a:moveTo>
                  <a:lnTo>
                    <a:pt x="2752" y="0"/>
                  </a:lnTo>
                  <a:lnTo>
                    <a:pt x="2753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6567" name="Freeform 71">
              <a:extLst>
                <a:ext uri="{FF2B5EF4-FFF2-40B4-BE49-F238E27FC236}">
                  <a16:creationId xmlns:a16="http://schemas.microsoft.com/office/drawing/2014/main" id="{69B9D962-052D-4EAE-828B-0012A7068901}"/>
                </a:ext>
              </a:extLst>
            </p:cNvPr>
            <p:cNvSpPr>
              <a:spLocks/>
            </p:cNvSpPr>
            <p:nvPr/>
          </p:nvSpPr>
          <p:spPr bwMode="auto">
            <a:xfrm>
              <a:off x="3505" y="2221"/>
              <a:ext cx="25" cy="1"/>
            </a:xfrm>
            <a:custGeom>
              <a:avLst/>
              <a:gdLst>
                <a:gd name="T0" fmla="*/ 0 w 71"/>
                <a:gd name="T1" fmla="*/ 70 w 71"/>
                <a:gd name="T2" fmla="*/ 71 w 7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71">
                  <a:moveTo>
                    <a:pt x="0" y="0"/>
                  </a:moveTo>
                  <a:lnTo>
                    <a:pt x="70" y="0"/>
                  </a:lnTo>
                  <a:lnTo>
                    <a:pt x="71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6568" name="Freeform 72">
              <a:extLst>
                <a:ext uri="{FF2B5EF4-FFF2-40B4-BE49-F238E27FC236}">
                  <a16:creationId xmlns:a16="http://schemas.microsoft.com/office/drawing/2014/main" id="{3E959767-E9EF-4AB8-8DF7-5EDA510B6BD2}"/>
                </a:ext>
              </a:extLst>
            </p:cNvPr>
            <p:cNvSpPr>
              <a:spLocks/>
            </p:cNvSpPr>
            <p:nvPr/>
          </p:nvSpPr>
          <p:spPr bwMode="auto">
            <a:xfrm>
              <a:off x="4587" y="2221"/>
              <a:ext cx="325" cy="1"/>
            </a:xfrm>
            <a:custGeom>
              <a:avLst/>
              <a:gdLst>
                <a:gd name="T0" fmla="*/ 0 w 935"/>
                <a:gd name="T1" fmla="*/ 934 w 935"/>
                <a:gd name="T2" fmla="*/ 935 w 93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935">
                  <a:moveTo>
                    <a:pt x="0" y="0"/>
                  </a:moveTo>
                  <a:lnTo>
                    <a:pt x="934" y="0"/>
                  </a:lnTo>
                  <a:lnTo>
                    <a:pt x="935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6569" name="Freeform 73">
              <a:extLst>
                <a:ext uri="{FF2B5EF4-FFF2-40B4-BE49-F238E27FC236}">
                  <a16:creationId xmlns:a16="http://schemas.microsoft.com/office/drawing/2014/main" id="{6BA3D4F9-AE8F-4288-8FB8-00DFDF71F509}"/>
                </a:ext>
              </a:extLst>
            </p:cNvPr>
            <p:cNvSpPr>
              <a:spLocks/>
            </p:cNvSpPr>
            <p:nvPr/>
          </p:nvSpPr>
          <p:spPr bwMode="auto">
            <a:xfrm>
              <a:off x="4539" y="2221"/>
              <a:ext cx="25" cy="1"/>
            </a:xfrm>
            <a:custGeom>
              <a:avLst/>
              <a:gdLst>
                <a:gd name="T0" fmla="*/ 0 w 71"/>
                <a:gd name="T1" fmla="*/ 70 w 71"/>
                <a:gd name="T2" fmla="*/ 71 w 7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71">
                  <a:moveTo>
                    <a:pt x="0" y="0"/>
                  </a:moveTo>
                  <a:lnTo>
                    <a:pt x="70" y="0"/>
                  </a:lnTo>
                  <a:lnTo>
                    <a:pt x="71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6570" name="Freeform 74">
              <a:extLst>
                <a:ext uri="{FF2B5EF4-FFF2-40B4-BE49-F238E27FC236}">
                  <a16:creationId xmlns:a16="http://schemas.microsoft.com/office/drawing/2014/main" id="{E7844BA3-739B-4246-B7D1-FCEC64C0AB1E}"/>
                </a:ext>
              </a:extLst>
            </p:cNvPr>
            <p:cNvSpPr>
              <a:spLocks/>
            </p:cNvSpPr>
            <p:nvPr/>
          </p:nvSpPr>
          <p:spPr bwMode="auto">
            <a:xfrm>
              <a:off x="4585" y="2292"/>
              <a:ext cx="86" cy="1"/>
            </a:xfrm>
            <a:custGeom>
              <a:avLst/>
              <a:gdLst>
                <a:gd name="T0" fmla="*/ 0 w 246"/>
                <a:gd name="T1" fmla="*/ 244 w 246"/>
                <a:gd name="T2" fmla="*/ 246 w 24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246">
                  <a:moveTo>
                    <a:pt x="0" y="0"/>
                  </a:moveTo>
                  <a:lnTo>
                    <a:pt x="244" y="0"/>
                  </a:lnTo>
                  <a:lnTo>
                    <a:pt x="246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6571" name="Freeform 75">
              <a:extLst>
                <a:ext uri="{FF2B5EF4-FFF2-40B4-BE49-F238E27FC236}">
                  <a16:creationId xmlns:a16="http://schemas.microsoft.com/office/drawing/2014/main" id="{2FF412BD-4D02-4591-A1EB-09368FF6ED1D}"/>
                </a:ext>
              </a:extLst>
            </p:cNvPr>
            <p:cNvSpPr>
              <a:spLocks/>
            </p:cNvSpPr>
            <p:nvPr/>
          </p:nvSpPr>
          <p:spPr bwMode="auto">
            <a:xfrm>
              <a:off x="4585" y="2149"/>
              <a:ext cx="86" cy="1"/>
            </a:xfrm>
            <a:custGeom>
              <a:avLst/>
              <a:gdLst>
                <a:gd name="T0" fmla="*/ 0 w 246"/>
                <a:gd name="T1" fmla="*/ 244 w 246"/>
                <a:gd name="T2" fmla="*/ 246 w 24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246">
                  <a:moveTo>
                    <a:pt x="0" y="0"/>
                  </a:moveTo>
                  <a:lnTo>
                    <a:pt x="244" y="0"/>
                  </a:lnTo>
                  <a:lnTo>
                    <a:pt x="246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06572" name="Group 76">
            <a:extLst>
              <a:ext uri="{FF2B5EF4-FFF2-40B4-BE49-F238E27FC236}">
                <a16:creationId xmlns:a16="http://schemas.microsoft.com/office/drawing/2014/main" id="{5E03D0B6-9652-4918-91F1-E6211E511F98}"/>
              </a:ext>
            </a:extLst>
          </p:cNvPr>
          <p:cNvGrpSpPr>
            <a:grpSpLocks/>
          </p:cNvGrpSpPr>
          <p:nvPr/>
        </p:nvGrpSpPr>
        <p:grpSpPr bwMode="auto">
          <a:xfrm>
            <a:off x="4516438" y="3265488"/>
            <a:ext cx="3998912" cy="261937"/>
            <a:chOff x="1881" y="2732"/>
            <a:chExt cx="2519" cy="165"/>
          </a:xfrm>
        </p:grpSpPr>
        <p:sp>
          <p:nvSpPr>
            <p:cNvPr id="106573" name="Freeform 77">
              <a:extLst>
                <a:ext uri="{FF2B5EF4-FFF2-40B4-BE49-F238E27FC236}">
                  <a16:creationId xmlns:a16="http://schemas.microsoft.com/office/drawing/2014/main" id="{9F274A18-D0DD-43D1-821C-8BD59E8F68E1}"/>
                </a:ext>
              </a:extLst>
            </p:cNvPr>
            <p:cNvSpPr>
              <a:spLocks/>
            </p:cNvSpPr>
            <p:nvPr/>
          </p:nvSpPr>
          <p:spPr bwMode="auto">
            <a:xfrm>
              <a:off x="1881" y="2896"/>
              <a:ext cx="192" cy="1"/>
            </a:xfrm>
            <a:custGeom>
              <a:avLst/>
              <a:gdLst>
                <a:gd name="T0" fmla="*/ 0 w 554"/>
                <a:gd name="T1" fmla="*/ 553 w 554"/>
                <a:gd name="T2" fmla="*/ 554 w 55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554">
                  <a:moveTo>
                    <a:pt x="0" y="0"/>
                  </a:moveTo>
                  <a:lnTo>
                    <a:pt x="553" y="0"/>
                  </a:lnTo>
                  <a:lnTo>
                    <a:pt x="554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6574" name="Freeform 78">
              <a:extLst>
                <a:ext uri="{FF2B5EF4-FFF2-40B4-BE49-F238E27FC236}">
                  <a16:creationId xmlns:a16="http://schemas.microsoft.com/office/drawing/2014/main" id="{9E2B8C8E-863B-4698-8D67-D8C787CB83FF}"/>
                </a:ext>
              </a:extLst>
            </p:cNvPr>
            <p:cNvSpPr>
              <a:spLocks/>
            </p:cNvSpPr>
            <p:nvPr/>
          </p:nvSpPr>
          <p:spPr bwMode="auto">
            <a:xfrm>
              <a:off x="4219" y="2896"/>
              <a:ext cx="181" cy="1"/>
            </a:xfrm>
            <a:custGeom>
              <a:avLst/>
              <a:gdLst>
                <a:gd name="T0" fmla="*/ 0 w 520"/>
                <a:gd name="T1" fmla="*/ 519 w 520"/>
                <a:gd name="T2" fmla="*/ 520 w 52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520">
                  <a:moveTo>
                    <a:pt x="0" y="0"/>
                  </a:moveTo>
                  <a:lnTo>
                    <a:pt x="519" y="0"/>
                  </a:lnTo>
                  <a:lnTo>
                    <a:pt x="520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6575" name="Line 79">
              <a:extLst>
                <a:ext uri="{FF2B5EF4-FFF2-40B4-BE49-F238E27FC236}">
                  <a16:creationId xmlns:a16="http://schemas.microsoft.com/office/drawing/2014/main" id="{D8D3A91D-0F58-4821-96EA-7131EF0344B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881" y="2733"/>
              <a:ext cx="0" cy="164"/>
            </a:xfrm>
            <a:prstGeom prst="line">
              <a:avLst/>
            </a:prstGeom>
            <a:noFill/>
            <a:ln w="0">
              <a:solidFill>
                <a:schemeClr val="tx1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6576" name="Line 80">
              <a:extLst>
                <a:ext uri="{FF2B5EF4-FFF2-40B4-BE49-F238E27FC236}">
                  <a16:creationId xmlns:a16="http://schemas.microsoft.com/office/drawing/2014/main" id="{9DFB6AFD-B233-4A11-9C56-37C83D34528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400" y="2732"/>
              <a:ext cx="0" cy="164"/>
            </a:xfrm>
            <a:prstGeom prst="line">
              <a:avLst/>
            </a:prstGeom>
            <a:noFill/>
            <a:ln w="0">
              <a:solidFill>
                <a:schemeClr val="tx1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06577" name="Text Box 81">
            <a:extLst>
              <a:ext uri="{FF2B5EF4-FFF2-40B4-BE49-F238E27FC236}">
                <a16:creationId xmlns:a16="http://schemas.microsoft.com/office/drawing/2014/main" id="{2622BEA1-4BDF-4D56-AB2A-912006D363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5975" y="1619250"/>
            <a:ext cx="3584575" cy="1244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0">
                <a:solidFill>
                  <a:srgbClr val="00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 eaLnBrk="1" hangingPunct="1">
              <a:lnSpc>
                <a:spcPct val="90000"/>
              </a:lnSpc>
            </a:pPr>
            <a:r>
              <a:rPr lang="zh-CN" altLang="en-US" sz="2800">
                <a:latin typeface="宋体" panose="02010600030101010101" pitchFamily="2" charset="-122"/>
                <a:sym typeface="Symbol" panose="05050102010706020507" pitchFamily="18" charset="2"/>
              </a:rPr>
              <a:t>指示剖切面的位置</a:t>
            </a:r>
          </a:p>
          <a:p>
            <a:pPr algn="l" eaLnBrk="1" hangingPunct="1">
              <a:lnSpc>
                <a:spcPct val="90000"/>
              </a:lnSpc>
            </a:pPr>
            <a:r>
              <a:rPr lang="zh-CN" altLang="en-US" sz="2800">
                <a:latin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sz="2800">
                <a:latin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zh-CN" altLang="en-US" sz="2800">
                <a:latin typeface="宋体" panose="02010600030101010101" pitchFamily="2" charset="-122"/>
                <a:sym typeface="Symbol" panose="05050102010706020507" pitchFamily="18" charset="2"/>
              </a:rPr>
              <a:t>细单点长画线</a:t>
            </a:r>
            <a:r>
              <a:rPr lang="en-US" altLang="zh-CN" sz="2800">
                <a:latin typeface="宋体" panose="02010600030101010101" pitchFamily="2" charset="-122"/>
                <a:sym typeface="Symbol" panose="05050102010706020507" pitchFamily="18" charset="2"/>
              </a:rPr>
              <a:t>)</a:t>
            </a:r>
            <a:r>
              <a:rPr lang="zh-CN" altLang="en-US" sz="2800">
                <a:latin typeface="宋体" panose="02010600030101010101" pitchFamily="2" charset="-122"/>
                <a:sym typeface="Symbol" panose="05050102010706020507" pitchFamily="18" charset="2"/>
              </a:rPr>
              <a:t>。</a:t>
            </a:r>
          </a:p>
          <a:p>
            <a:pPr algn="l" eaLnBrk="1" hangingPunct="1">
              <a:lnSpc>
                <a:spcPct val="90000"/>
              </a:lnSpc>
            </a:pPr>
            <a:r>
              <a:rPr lang="zh-CN" altLang="en-US" sz="2800">
                <a:latin typeface="宋体" panose="02010600030101010101" pitchFamily="2" charset="-122"/>
                <a:sym typeface="Symbol" panose="05050102010706020507" pitchFamily="18" charset="2"/>
              </a:rPr>
              <a:t>一般情况下可省略。</a:t>
            </a:r>
          </a:p>
        </p:txBody>
      </p:sp>
      <p:sp>
        <p:nvSpPr>
          <p:cNvPr id="106578" name="Text Box 82">
            <a:extLst>
              <a:ext uri="{FF2B5EF4-FFF2-40B4-BE49-F238E27FC236}">
                <a16:creationId xmlns:a16="http://schemas.microsoft.com/office/drawing/2014/main" id="{0CBCA6ED-1F8D-4AA8-B2CA-73DE59C54B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5975" y="3302000"/>
            <a:ext cx="3435350" cy="1244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0">
                <a:solidFill>
                  <a:srgbClr val="00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lnSpc>
                <a:spcPct val="90000"/>
              </a:lnSpc>
            </a:pPr>
            <a:r>
              <a:rPr lang="zh-CN" altLang="en-US" sz="2800">
                <a:latin typeface="宋体" panose="02010600030101010101" pitchFamily="2" charset="-122"/>
                <a:sym typeface="Symbol" panose="05050102010706020507" pitchFamily="18" charset="2"/>
              </a:rPr>
              <a:t>表示剖切面起、迄</a:t>
            </a:r>
          </a:p>
          <a:p>
            <a:pPr algn="l">
              <a:lnSpc>
                <a:spcPct val="90000"/>
              </a:lnSpc>
            </a:pPr>
            <a:r>
              <a:rPr lang="zh-CN" altLang="en-US" sz="2800">
                <a:latin typeface="宋体" panose="02010600030101010101" pitchFamily="2" charset="-122"/>
                <a:sym typeface="Symbol" panose="05050102010706020507" pitchFamily="18" charset="2"/>
              </a:rPr>
              <a:t>和转折位置及投射</a:t>
            </a:r>
          </a:p>
          <a:p>
            <a:pPr algn="l">
              <a:lnSpc>
                <a:spcPct val="90000"/>
              </a:lnSpc>
            </a:pPr>
            <a:r>
              <a:rPr lang="zh-CN" altLang="en-US" sz="2800">
                <a:latin typeface="宋体" panose="02010600030101010101" pitchFamily="2" charset="-122"/>
                <a:sym typeface="Symbol" panose="05050102010706020507" pitchFamily="18" charset="2"/>
              </a:rPr>
              <a:t>方向。</a:t>
            </a:r>
          </a:p>
        </p:txBody>
      </p:sp>
      <p:sp>
        <p:nvSpPr>
          <p:cNvPr id="106579" name="Text Box 83">
            <a:extLst>
              <a:ext uri="{FF2B5EF4-FFF2-40B4-BE49-F238E27FC236}">
                <a16:creationId xmlns:a16="http://schemas.microsoft.com/office/drawing/2014/main" id="{6D99CCEF-7483-4A13-BC7B-A9C1BC9609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6138" y="5407025"/>
            <a:ext cx="71469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0">
                <a:solidFill>
                  <a:srgbClr val="00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 eaLnBrk="1" hangingPunct="1"/>
            <a:r>
              <a:rPr lang="en-US" altLang="zh-CN">
                <a:latin typeface="宋体" panose="02010600030101010101" pitchFamily="2" charset="-122"/>
              </a:rPr>
              <a:t>◆ </a:t>
            </a:r>
            <a:r>
              <a:rPr lang="zh-CN" altLang="en-US">
                <a:latin typeface="宋体" panose="02010600030101010101" pitchFamily="2" charset="-122"/>
              </a:rPr>
              <a:t>剖视图按基本视图关系配置时，可省略箭头。</a:t>
            </a:r>
          </a:p>
        </p:txBody>
      </p:sp>
      <p:sp>
        <p:nvSpPr>
          <p:cNvPr id="106580" name="Text Box 84">
            <a:extLst>
              <a:ext uri="{FF2B5EF4-FFF2-40B4-BE49-F238E27FC236}">
                <a16:creationId xmlns:a16="http://schemas.microsoft.com/office/drawing/2014/main" id="{5667A590-B608-48F5-8A30-2153EEFA5A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6138" y="5851525"/>
            <a:ext cx="8297862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0">
                <a:solidFill>
                  <a:srgbClr val="00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 eaLnBrk="1" hangingPunct="1"/>
            <a:r>
              <a:rPr lang="en-US" altLang="zh-CN">
                <a:latin typeface="宋体" panose="02010600030101010101" pitchFamily="2" charset="-122"/>
              </a:rPr>
              <a:t>◆ </a:t>
            </a:r>
            <a:r>
              <a:rPr lang="zh-CN" altLang="en-US">
                <a:latin typeface="宋体" panose="02010600030101010101" pitchFamily="2" charset="-122"/>
              </a:rPr>
              <a:t>当单一剖切面通过机件的对称（或基本对称）平面，</a:t>
            </a:r>
          </a:p>
          <a:p>
            <a:pPr algn="l" eaLnBrk="1" hangingPunct="1"/>
            <a:r>
              <a:rPr lang="zh-CN" altLang="en-US">
                <a:latin typeface="宋体" panose="02010600030101010101" pitchFamily="2" charset="-122"/>
              </a:rPr>
              <a:t>   且剖视图按基本视图关系配置时，可不标注。</a:t>
            </a:r>
          </a:p>
        </p:txBody>
      </p:sp>
      <p:sp>
        <p:nvSpPr>
          <p:cNvPr id="106581" name="Text Box 85">
            <a:extLst>
              <a:ext uri="{FF2B5EF4-FFF2-40B4-BE49-F238E27FC236}">
                <a16:creationId xmlns:a16="http://schemas.microsoft.com/office/drawing/2014/main" id="{952C54FB-E1E5-4B82-8E67-B268127611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9650" y="4943475"/>
            <a:ext cx="37401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0">
                <a:solidFill>
                  <a:srgbClr val="00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/>
            <a:r>
              <a:rPr lang="zh-CN" altLang="en-US" sz="2800">
                <a:solidFill>
                  <a:srgbClr val="FF0000"/>
                </a:solidFill>
                <a:latin typeface="宋体" panose="02010600030101010101" pitchFamily="2" charset="-122"/>
              </a:rPr>
              <a:t>下列情况可省略标注：</a:t>
            </a:r>
          </a:p>
        </p:txBody>
      </p:sp>
    </p:spTree>
  </p:cSld>
  <p:clrMapOvr>
    <a:masterClrMapping/>
  </p:clrMapOvr>
  <p:transition spd="slow">
    <p:cover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65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65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065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8" dur="500"/>
                                        <p:tgtEl>
                                          <p:spTgt spid="1065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1064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1065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1065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1065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75"/>
                                        <p:tgtEl>
                                          <p:spTgt spid="1065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75"/>
                            </p:stCondLst>
                            <p:childTnLst>
                              <p:par>
                                <p:cTn id="4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75"/>
                                        <p:tgtEl>
                                          <p:spTgt spid="1065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75"/>
                                        <p:tgtEl>
                                          <p:spTgt spid="1065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57" dur="500"/>
                                        <p:tgtEl>
                                          <p:spTgt spid="106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62" dur="500"/>
                                        <p:tgtEl>
                                          <p:spTgt spid="106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67" dur="500"/>
                                        <p:tgtEl>
                                          <p:spTgt spid="106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6499" grpId="0" autoUpdateAnimBg="0"/>
      <p:bldP spid="106500" grpId="0" autoUpdateAnimBg="0"/>
      <p:bldP spid="106501" grpId="0" autoUpdateAnimBg="0"/>
      <p:bldP spid="106502" grpId="0" autoUpdateAnimBg="0"/>
      <p:bldP spid="106503" grpId="0" build="p" autoUpdateAnimBg="0"/>
      <p:bldP spid="106504" grpId="0" build="p" autoUpdateAnimBg="0"/>
      <p:bldP spid="106505" grpId="0" build="p" autoUpdateAnimBg="0" advAuto="0"/>
      <p:bldP spid="106577" grpId="0" autoUpdateAnimBg="0"/>
      <p:bldP spid="106578" grpId="0" autoUpdateAnimBg="0"/>
      <p:bldP spid="106579" grpId="0" autoUpdateAnimBg="0"/>
      <p:bldP spid="106580" grpId="0" autoUpdateAnimBg="0"/>
      <p:bldP spid="106581" grpId="0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Text Box 2">
            <a:extLst>
              <a:ext uri="{FF2B5EF4-FFF2-40B4-BE49-F238E27FC236}">
                <a16:creationId xmlns:a16="http://schemas.microsoft.com/office/drawing/2014/main" id="{DE446F73-1D5D-4316-86C6-CD9B866104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42659" y="-38554"/>
            <a:ext cx="5170487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en-US" altLang="zh-CN" sz="3200" dirty="0">
                <a:solidFill>
                  <a:schemeClr val="bg1"/>
                </a:solidFill>
                <a:latin typeface="宋体" panose="02010600030101010101" pitchFamily="2" charset="-122"/>
              </a:rPr>
              <a:t>4)</a:t>
            </a:r>
            <a:r>
              <a:rPr lang="zh-CN" altLang="en-US" sz="3200" dirty="0">
                <a:solidFill>
                  <a:schemeClr val="bg1"/>
                </a:solidFill>
                <a:latin typeface="宋体" panose="02010600030101010101" pitchFamily="2" charset="-122"/>
              </a:rPr>
              <a:t>画剖视图的注意事项</a:t>
            </a:r>
          </a:p>
        </p:txBody>
      </p:sp>
      <p:sp>
        <p:nvSpPr>
          <p:cNvPr id="107523" name="Text Box 3">
            <a:extLst>
              <a:ext uri="{FF2B5EF4-FFF2-40B4-BE49-F238E27FC236}">
                <a16:creationId xmlns:a16="http://schemas.microsoft.com/office/drawing/2014/main" id="{14ED5FE8-FA7C-4BBD-A033-2A2BC2F6B1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3100" y="596900"/>
            <a:ext cx="8305800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en-US" altLang="zh-CN" sz="2800">
                <a:latin typeface="宋体" panose="02010600030101010101" pitchFamily="2" charset="-122"/>
                <a:sym typeface="Symbol" panose="05050102010706020507" pitchFamily="18" charset="2"/>
              </a:rPr>
              <a:t>(1)</a:t>
            </a:r>
            <a:r>
              <a:rPr lang="zh-CN" altLang="en-US" sz="2800">
                <a:latin typeface="宋体" panose="02010600030101010101" pitchFamily="2" charset="-122"/>
                <a:sym typeface="Symbol" panose="05050102010706020507" pitchFamily="18" charset="2"/>
              </a:rPr>
              <a:t>剖切平面的选择：</a:t>
            </a:r>
            <a:r>
              <a:rPr lang="zh-CN" altLang="en-US" sz="2800">
                <a:solidFill>
                  <a:srgbClr val="FF0000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通过机件的对称面或轴线且</a:t>
            </a:r>
          </a:p>
          <a:p>
            <a:pPr algn="l"/>
            <a:r>
              <a:rPr lang="zh-CN" altLang="en-US" sz="2800">
                <a:solidFill>
                  <a:srgbClr val="FF0000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   平行或垂直于投影面。</a:t>
            </a:r>
          </a:p>
        </p:txBody>
      </p:sp>
      <p:sp>
        <p:nvSpPr>
          <p:cNvPr id="107524" name="Text Box 4">
            <a:extLst>
              <a:ext uri="{FF2B5EF4-FFF2-40B4-BE49-F238E27FC236}">
                <a16:creationId xmlns:a16="http://schemas.microsoft.com/office/drawing/2014/main" id="{7091CB19-8FC9-4EC7-8BD4-3F6DCC7DE5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3100" y="1455738"/>
            <a:ext cx="8305800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en-US" altLang="zh-CN" sz="2800">
                <a:latin typeface="宋体" panose="02010600030101010101" pitchFamily="2" charset="-122"/>
                <a:sym typeface="Symbol" panose="05050102010706020507" pitchFamily="18" charset="2"/>
              </a:rPr>
              <a:t>(2)</a:t>
            </a:r>
            <a:r>
              <a:rPr lang="zh-CN" altLang="en-US" sz="2800">
                <a:solidFill>
                  <a:srgbClr val="FF0000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剖切是一种假想</a:t>
            </a:r>
            <a:r>
              <a:rPr lang="zh-CN" altLang="en-US" sz="2800">
                <a:latin typeface="宋体" panose="02010600030101010101" pitchFamily="2" charset="-122"/>
                <a:sym typeface="Symbol" panose="05050102010706020507" pitchFamily="18" charset="2"/>
              </a:rPr>
              <a:t>，其他视图仍应完整画出，并</a:t>
            </a:r>
          </a:p>
          <a:p>
            <a:pPr algn="l"/>
            <a:r>
              <a:rPr lang="zh-CN" altLang="en-US" sz="2800">
                <a:latin typeface="宋体" panose="02010600030101010101" pitchFamily="2" charset="-122"/>
                <a:sym typeface="Symbol" panose="05050102010706020507" pitchFamily="18" charset="2"/>
              </a:rPr>
              <a:t>   可取剖视。</a:t>
            </a:r>
          </a:p>
        </p:txBody>
      </p:sp>
      <p:sp>
        <p:nvSpPr>
          <p:cNvPr id="107525" name="Text Box 5">
            <a:extLst>
              <a:ext uri="{FF2B5EF4-FFF2-40B4-BE49-F238E27FC236}">
                <a16:creationId xmlns:a16="http://schemas.microsoft.com/office/drawing/2014/main" id="{E5F18D84-F54F-428D-8242-A902DD76A6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3100" y="2282825"/>
            <a:ext cx="69977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en-US" altLang="zh-CN" sz="2800">
                <a:latin typeface="宋体" panose="02010600030101010101" pitchFamily="2" charset="-122"/>
                <a:sym typeface="Symbol" panose="05050102010706020507" pitchFamily="18" charset="2"/>
              </a:rPr>
              <a:t>(3)</a:t>
            </a:r>
            <a:r>
              <a:rPr lang="zh-CN" altLang="en-US" sz="2800">
                <a:latin typeface="宋体" panose="02010600030101010101" pitchFamily="2" charset="-122"/>
                <a:sym typeface="Symbol" panose="05050102010706020507" pitchFamily="18" charset="2"/>
              </a:rPr>
              <a:t>剖切面后方的可见部分要</a:t>
            </a:r>
            <a:r>
              <a:rPr lang="zh-CN" altLang="en-US" sz="2800">
                <a:solidFill>
                  <a:srgbClr val="010000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全部画出</a:t>
            </a:r>
            <a:r>
              <a:rPr lang="zh-CN" altLang="en-US" sz="2800">
                <a:latin typeface="宋体" panose="02010600030101010101" pitchFamily="2" charset="-122"/>
                <a:sym typeface="Symbol" panose="05050102010706020507" pitchFamily="18" charset="2"/>
              </a:rPr>
              <a:t>。</a:t>
            </a:r>
            <a:endParaRPr lang="zh-CN" altLang="en-US" sz="2800">
              <a:latin typeface="宋体" panose="02010600030101010101" pitchFamily="2" charset="-122"/>
            </a:endParaRPr>
          </a:p>
        </p:txBody>
      </p:sp>
      <p:grpSp>
        <p:nvGrpSpPr>
          <p:cNvPr id="107711" name="Group 191">
            <a:extLst>
              <a:ext uri="{FF2B5EF4-FFF2-40B4-BE49-F238E27FC236}">
                <a16:creationId xmlns:a16="http://schemas.microsoft.com/office/drawing/2014/main" id="{4F70FB44-4D58-4C7E-8662-223DFC6EC3F8}"/>
              </a:ext>
            </a:extLst>
          </p:cNvPr>
          <p:cNvGrpSpPr>
            <a:grpSpLocks/>
          </p:cNvGrpSpPr>
          <p:nvPr/>
        </p:nvGrpSpPr>
        <p:grpSpPr bwMode="auto">
          <a:xfrm>
            <a:off x="6875463" y="3452813"/>
            <a:ext cx="1114425" cy="6350"/>
            <a:chOff x="4459" y="2175"/>
            <a:chExt cx="702" cy="4"/>
          </a:xfrm>
        </p:grpSpPr>
        <p:sp>
          <p:nvSpPr>
            <p:cNvPr id="107527" name="Freeform 7">
              <a:extLst>
                <a:ext uri="{FF2B5EF4-FFF2-40B4-BE49-F238E27FC236}">
                  <a16:creationId xmlns:a16="http://schemas.microsoft.com/office/drawing/2014/main" id="{8EE3D693-DBA2-4DB5-85F5-E355168B09C3}"/>
                </a:ext>
              </a:extLst>
            </p:cNvPr>
            <p:cNvSpPr>
              <a:spLocks/>
            </p:cNvSpPr>
            <p:nvPr/>
          </p:nvSpPr>
          <p:spPr bwMode="auto">
            <a:xfrm>
              <a:off x="4459" y="2176"/>
              <a:ext cx="173" cy="3"/>
            </a:xfrm>
            <a:custGeom>
              <a:avLst/>
              <a:gdLst>
                <a:gd name="T0" fmla="*/ 0 w 173"/>
                <a:gd name="T1" fmla="*/ 3 h 3"/>
                <a:gd name="T2" fmla="*/ 173 w 173"/>
                <a:gd name="T3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73" h="3">
                  <a:moveTo>
                    <a:pt x="0" y="3"/>
                  </a:moveTo>
                  <a:lnTo>
                    <a:pt x="173" y="0"/>
                  </a:lnTo>
                </a:path>
              </a:pathLst>
            </a:custGeom>
            <a:noFill/>
            <a:ln w="28575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7528" name="Freeform 8">
              <a:extLst>
                <a:ext uri="{FF2B5EF4-FFF2-40B4-BE49-F238E27FC236}">
                  <a16:creationId xmlns:a16="http://schemas.microsoft.com/office/drawing/2014/main" id="{B1A94A6C-9F6E-46CE-859E-D743731714A8}"/>
                </a:ext>
              </a:extLst>
            </p:cNvPr>
            <p:cNvSpPr>
              <a:spLocks/>
            </p:cNvSpPr>
            <p:nvPr/>
          </p:nvSpPr>
          <p:spPr bwMode="auto">
            <a:xfrm>
              <a:off x="4986" y="2175"/>
              <a:ext cx="175" cy="1"/>
            </a:xfrm>
            <a:custGeom>
              <a:avLst/>
              <a:gdLst>
                <a:gd name="T0" fmla="*/ 175 w 175"/>
                <a:gd name="T1" fmla="*/ 1 h 1"/>
                <a:gd name="T2" fmla="*/ 0 w 175"/>
                <a:gd name="T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75" h="1">
                  <a:moveTo>
                    <a:pt x="175" y="1"/>
                  </a:moveTo>
                  <a:lnTo>
                    <a:pt x="0" y="0"/>
                  </a:lnTo>
                </a:path>
              </a:pathLst>
            </a:custGeom>
            <a:noFill/>
            <a:ln w="28575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07722" name="Group 202">
            <a:extLst>
              <a:ext uri="{FF2B5EF4-FFF2-40B4-BE49-F238E27FC236}">
                <a16:creationId xmlns:a16="http://schemas.microsoft.com/office/drawing/2014/main" id="{D073103E-F021-4D00-8D4A-B2860A0CBEB5}"/>
              </a:ext>
            </a:extLst>
          </p:cNvPr>
          <p:cNvGrpSpPr>
            <a:grpSpLocks/>
          </p:cNvGrpSpPr>
          <p:nvPr/>
        </p:nvGrpSpPr>
        <p:grpSpPr bwMode="auto">
          <a:xfrm>
            <a:off x="657225" y="2747963"/>
            <a:ext cx="2632075" cy="2071687"/>
            <a:chOff x="414" y="1731"/>
            <a:chExt cx="1658" cy="1305"/>
          </a:xfrm>
        </p:grpSpPr>
        <p:sp>
          <p:nvSpPr>
            <p:cNvPr id="107545" name="Text Box 25">
              <a:extLst>
                <a:ext uri="{FF2B5EF4-FFF2-40B4-BE49-F238E27FC236}">
                  <a16:creationId xmlns:a16="http://schemas.microsoft.com/office/drawing/2014/main" id="{782D2E47-130A-44D0-8795-90530C30320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79" y="1731"/>
              <a:ext cx="59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eaLnBrk="1" hangingPunct="1"/>
              <a:r>
                <a:rPr lang="en-US" altLang="zh-CN" sz="1800" i="1">
                  <a:latin typeface="宋体" panose="02010600030101010101" pitchFamily="2" charset="-122"/>
                </a:rPr>
                <a:t>A</a:t>
              </a:r>
              <a:r>
                <a:rPr lang="zh-CN" altLang="en-US" sz="1800"/>
                <a:t>－</a:t>
              </a:r>
              <a:r>
                <a:rPr lang="en-US" altLang="zh-CN" sz="1800" i="1">
                  <a:latin typeface="宋体" panose="02010600030101010101" pitchFamily="2" charset="-122"/>
                </a:rPr>
                <a:t>A</a:t>
              </a:r>
              <a:endParaRPr lang="en-US" altLang="zh-CN" sz="1800"/>
            </a:p>
          </p:txBody>
        </p:sp>
        <p:sp>
          <p:nvSpPr>
            <p:cNvPr id="107701" name="Freeform 181">
              <a:extLst>
                <a:ext uri="{FF2B5EF4-FFF2-40B4-BE49-F238E27FC236}">
                  <a16:creationId xmlns:a16="http://schemas.microsoft.com/office/drawing/2014/main" id="{B22F9F88-874B-40AF-9339-D2B61DF71439}"/>
                </a:ext>
              </a:extLst>
            </p:cNvPr>
            <p:cNvSpPr>
              <a:spLocks/>
            </p:cNvSpPr>
            <p:nvPr/>
          </p:nvSpPr>
          <p:spPr bwMode="auto">
            <a:xfrm>
              <a:off x="700" y="1962"/>
              <a:ext cx="930" cy="402"/>
            </a:xfrm>
            <a:custGeom>
              <a:avLst/>
              <a:gdLst>
                <a:gd name="T0" fmla="*/ 0 w 930"/>
                <a:gd name="T1" fmla="*/ 402 h 402"/>
                <a:gd name="T2" fmla="*/ 930 w 930"/>
                <a:gd name="T3" fmla="*/ 402 h 402"/>
                <a:gd name="T4" fmla="*/ 930 w 930"/>
                <a:gd name="T5" fmla="*/ 228 h 402"/>
                <a:gd name="T6" fmla="*/ 828 w 930"/>
                <a:gd name="T7" fmla="*/ 228 h 402"/>
                <a:gd name="T8" fmla="*/ 828 w 930"/>
                <a:gd name="T9" fmla="*/ 318 h 402"/>
                <a:gd name="T10" fmla="*/ 660 w 930"/>
                <a:gd name="T11" fmla="*/ 318 h 402"/>
                <a:gd name="T12" fmla="*/ 660 w 930"/>
                <a:gd name="T13" fmla="*/ 0 h 402"/>
                <a:gd name="T14" fmla="*/ 294 w 930"/>
                <a:gd name="T15" fmla="*/ 0 h 402"/>
                <a:gd name="T16" fmla="*/ 294 w 930"/>
                <a:gd name="T17" fmla="*/ 318 h 402"/>
                <a:gd name="T18" fmla="*/ 108 w 930"/>
                <a:gd name="T19" fmla="*/ 318 h 402"/>
                <a:gd name="T20" fmla="*/ 108 w 930"/>
                <a:gd name="T21" fmla="*/ 228 h 402"/>
                <a:gd name="T22" fmla="*/ 0 w 930"/>
                <a:gd name="T23" fmla="*/ 228 h 402"/>
                <a:gd name="T24" fmla="*/ 0 w 930"/>
                <a:gd name="T25" fmla="*/ 402 h 4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30" h="402">
                  <a:moveTo>
                    <a:pt x="0" y="402"/>
                  </a:moveTo>
                  <a:lnTo>
                    <a:pt x="930" y="402"/>
                  </a:lnTo>
                  <a:lnTo>
                    <a:pt x="930" y="228"/>
                  </a:lnTo>
                  <a:lnTo>
                    <a:pt x="828" y="228"/>
                  </a:lnTo>
                  <a:lnTo>
                    <a:pt x="828" y="318"/>
                  </a:lnTo>
                  <a:lnTo>
                    <a:pt x="660" y="318"/>
                  </a:lnTo>
                  <a:lnTo>
                    <a:pt x="660" y="0"/>
                  </a:lnTo>
                  <a:lnTo>
                    <a:pt x="294" y="0"/>
                  </a:lnTo>
                  <a:lnTo>
                    <a:pt x="294" y="318"/>
                  </a:lnTo>
                  <a:lnTo>
                    <a:pt x="108" y="318"/>
                  </a:lnTo>
                  <a:lnTo>
                    <a:pt x="108" y="228"/>
                  </a:lnTo>
                  <a:lnTo>
                    <a:pt x="0" y="228"/>
                  </a:lnTo>
                  <a:lnTo>
                    <a:pt x="0" y="402"/>
                  </a:lnTo>
                  <a:close/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7547" name="Text Box 27">
              <a:extLst>
                <a:ext uri="{FF2B5EF4-FFF2-40B4-BE49-F238E27FC236}">
                  <a16:creationId xmlns:a16="http://schemas.microsoft.com/office/drawing/2014/main" id="{21BCC35E-A83E-4865-92A4-30859D8FEF6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4" y="2655"/>
              <a:ext cx="185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eaLnBrk="1" hangingPunct="1"/>
              <a:r>
                <a:rPr lang="en-US" altLang="zh-CN" sz="1800" i="1">
                  <a:latin typeface="宋体" panose="02010600030101010101" pitchFamily="2" charset="-122"/>
                </a:rPr>
                <a:t>A</a:t>
              </a:r>
              <a:endParaRPr lang="en-US" altLang="zh-CN" sz="1800"/>
            </a:p>
          </p:txBody>
        </p:sp>
        <p:sp>
          <p:nvSpPr>
            <p:cNvPr id="107548" name="Text Box 28">
              <a:extLst>
                <a:ext uri="{FF2B5EF4-FFF2-40B4-BE49-F238E27FC236}">
                  <a16:creationId xmlns:a16="http://schemas.microsoft.com/office/drawing/2014/main" id="{D2CC312E-3B1F-4ADB-A2D8-2A912871BAD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07" y="2670"/>
              <a:ext cx="365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l" eaLnBrk="1" hangingPunct="1"/>
              <a:r>
                <a:rPr lang="en-US" altLang="zh-CN" sz="1800" i="1">
                  <a:latin typeface="宋体" panose="02010600030101010101" pitchFamily="2" charset="-122"/>
                </a:rPr>
                <a:t>A</a:t>
              </a:r>
              <a:endParaRPr lang="en-US" altLang="zh-CN" sz="1800"/>
            </a:p>
          </p:txBody>
        </p:sp>
        <p:sp>
          <p:nvSpPr>
            <p:cNvPr id="107549" name="Rectangle 29">
              <a:extLst>
                <a:ext uri="{FF2B5EF4-FFF2-40B4-BE49-F238E27FC236}">
                  <a16:creationId xmlns:a16="http://schemas.microsoft.com/office/drawing/2014/main" id="{2CF6344F-8C6F-4BF5-836E-82524BFFC2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3" y="2456"/>
              <a:ext cx="929" cy="574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7550" name="Rectangle 30">
              <a:extLst>
                <a:ext uri="{FF2B5EF4-FFF2-40B4-BE49-F238E27FC236}">
                  <a16:creationId xmlns:a16="http://schemas.microsoft.com/office/drawing/2014/main" id="{500A3E16-5EBC-4EFA-8A0E-1960340B0C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6" y="2566"/>
              <a:ext cx="723" cy="464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7551" name="Freeform 31">
              <a:extLst>
                <a:ext uri="{FF2B5EF4-FFF2-40B4-BE49-F238E27FC236}">
                  <a16:creationId xmlns:a16="http://schemas.microsoft.com/office/drawing/2014/main" id="{F6D635B1-E962-4FF0-A455-7A662BB3FD9E}"/>
                </a:ext>
              </a:extLst>
            </p:cNvPr>
            <p:cNvSpPr>
              <a:spLocks/>
            </p:cNvSpPr>
            <p:nvPr/>
          </p:nvSpPr>
          <p:spPr bwMode="auto">
            <a:xfrm>
              <a:off x="924" y="2801"/>
              <a:ext cx="472" cy="1"/>
            </a:xfrm>
            <a:custGeom>
              <a:avLst/>
              <a:gdLst>
                <a:gd name="T0" fmla="*/ 0 w 472"/>
                <a:gd name="T1" fmla="*/ 0 h 1"/>
                <a:gd name="T2" fmla="*/ 472 w 472"/>
                <a:gd name="T3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472" h="1">
                  <a:moveTo>
                    <a:pt x="0" y="0"/>
                  </a:moveTo>
                  <a:lnTo>
                    <a:pt x="472" y="1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lgDashDot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7552" name="Freeform 32">
              <a:extLst>
                <a:ext uri="{FF2B5EF4-FFF2-40B4-BE49-F238E27FC236}">
                  <a16:creationId xmlns:a16="http://schemas.microsoft.com/office/drawing/2014/main" id="{6E73A8CB-B69E-444A-BBA2-175180E9A47D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8" y="2586"/>
              <a:ext cx="1" cy="450"/>
            </a:xfrm>
            <a:custGeom>
              <a:avLst/>
              <a:gdLst>
                <a:gd name="T0" fmla="*/ 0 w 1"/>
                <a:gd name="T1" fmla="*/ 0 h 450"/>
                <a:gd name="T2" fmla="*/ 0 w 1"/>
                <a:gd name="T3" fmla="*/ 450 h 4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450">
                  <a:moveTo>
                    <a:pt x="0" y="0"/>
                  </a:moveTo>
                  <a:lnTo>
                    <a:pt x="0" y="450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lgDashDot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7553" name="Oval 33">
              <a:extLst>
                <a:ext uri="{FF2B5EF4-FFF2-40B4-BE49-F238E27FC236}">
                  <a16:creationId xmlns:a16="http://schemas.microsoft.com/office/drawing/2014/main" id="{52844C10-4370-4DEB-AD07-44E6CE2F06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82" y="2625"/>
              <a:ext cx="363" cy="354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7554" name="Oval 34">
              <a:extLst>
                <a:ext uri="{FF2B5EF4-FFF2-40B4-BE49-F238E27FC236}">
                  <a16:creationId xmlns:a16="http://schemas.microsoft.com/office/drawing/2014/main" id="{3D32666E-0BB4-4F5F-A4A9-C70633D144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5" y="2693"/>
              <a:ext cx="237" cy="218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7555" name="Freeform 35">
              <a:extLst>
                <a:ext uri="{FF2B5EF4-FFF2-40B4-BE49-F238E27FC236}">
                  <a16:creationId xmlns:a16="http://schemas.microsoft.com/office/drawing/2014/main" id="{8A9F2491-4006-4EA1-BCFD-91901D5EAED8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" y="2804"/>
              <a:ext cx="77" cy="0"/>
            </a:xfrm>
            <a:custGeom>
              <a:avLst/>
              <a:gdLst>
                <a:gd name="T0" fmla="*/ 0 w 120"/>
                <a:gd name="T1" fmla="*/ 0 h 1"/>
                <a:gd name="T2" fmla="*/ 120 w 120"/>
                <a:gd name="T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20" h="1">
                  <a:moveTo>
                    <a:pt x="0" y="0"/>
                  </a:moveTo>
                  <a:lnTo>
                    <a:pt x="120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7556" name="Freeform 36">
              <a:extLst>
                <a:ext uri="{FF2B5EF4-FFF2-40B4-BE49-F238E27FC236}">
                  <a16:creationId xmlns:a16="http://schemas.microsoft.com/office/drawing/2014/main" id="{AD104D20-E9DF-4672-B26B-48EDA0411249}"/>
                </a:ext>
              </a:extLst>
            </p:cNvPr>
            <p:cNvSpPr>
              <a:spLocks/>
            </p:cNvSpPr>
            <p:nvPr/>
          </p:nvSpPr>
          <p:spPr bwMode="auto">
            <a:xfrm>
              <a:off x="1666" y="2808"/>
              <a:ext cx="77" cy="0"/>
            </a:xfrm>
            <a:custGeom>
              <a:avLst/>
              <a:gdLst>
                <a:gd name="T0" fmla="*/ 0 w 120"/>
                <a:gd name="T1" fmla="*/ 0 h 1"/>
                <a:gd name="T2" fmla="*/ 120 w 120"/>
                <a:gd name="T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20" h="1">
                  <a:moveTo>
                    <a:pt x="0" y="0"/>
                  </a:moveTo>
                  <a:lnTo>
                    <a:pt x="120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7557" name="Freeform 37">
              <a:extLst>
                <a:ext uri="{FF2B5EF4-FFF2-40B4-BE49-F238E27FC236}">
                  <a16:creationId xmlns:a16="http://schemas.microsoft.com/office/drawing/2014/main" id="{975D7BEA-2FAB-4909-B4E4-A6EDC7683C51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0" y="1931"/>
              <a:ext cx="1" cy="469"/>
            </a:xfrm>
            <a:custGeom>
              <a:avLst/>
              <a:gdLst>
                <a:gd name="T0" fmla="*/ 0 w 1"/>
                <a:gd name="T1" fmla="*/ 1021 h 1021"/>
                <a:gd name="T2" fmla="*/ 0 w 1"/>
                <a:gd name="T3" fmla="*/ 0 h 10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1021">
                  <a:moveTo>
                    <a:pt x="0" y="1021"/>
                  </a:moveTo>
                  <a:lnTo>
                    <a:pt x="0" y="0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lgDashDot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7558" name="Freeform 38">
              <a:extLst>
                <a:ext uri="{FF2B5EF4-FFF2-40B4-BE49-F238E27FC236}">
                  <a16:creationId xmlns:a16="http://schemas.microsoft.com/office/drawing/2014/main" id="{AFE4A7ED-9AFD-4FC0-92AD-7D27EA75DC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03" y="2188"/>
              <a:ext cx="105" cy="1"/>
            </a:xfrm>
            <a:custGeom>
              <a:avLst/>
              <a:gdLst>
                <a:gd name="T0" fmla="*/ 0 w 163"/>
                <a:gd name="T1" fmla="*/ 0 h 1"/>
                <a:gd name="T2" fmla="*/ 163 w 163"/>
                <a:gd name="T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63" h="1">
                  <a:moveTo>
                    <a:pt x="0" y="0"/>
                  </a:moveTo>
                  <a:lnTo>
                    <a:pt x="163" y="0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7559" name="Rectangle 39">
              <a:extLst>
                <a:ext uri="{FF2B5EF4-FFF2-40B4-BE49-F238E27FC236}">
                  <a16:creationId xmlns:a16="http://schemas.microsoft.com/office/drawing/2014/main" id="{9A852A47-3FE2-4D30-930C-D545AF65FB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3" y="1962"/>
              <a:ext cx="237" cy="403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7564" name="Freeform 44">
              <a:extLst>
                <a:ext uri="{FF2B5EF4-FFF2-40B4-BE49-F238E27FC236}">
                  <a16:creationId xmlns:a16="http://schemas.microsoft.com/office/drawing/2014/main" id="{E27988CA-23C5-4695-828B-6A8CE22478FA}"/>
                </a:ext>
              </a:extLst>
            </p:cNvPr>
            <p:cNvSpPr>
              <a:spLocks/>
            </p:cNvSpPr>
            <p:nvPr/>
          </p:nvSpPr>
          <p:spPr bwMode="auto">
            <a:xfrm>
              <a:off x="808" y="2190"/>
              <a:ext cx="1" cy="95"/>
            </a:xfrm>
            <a:custGeom>
              <a:avLst/>
              <a:gdLst>
                <a:gd name="T0" fmla="*/ 0 w 1"/>
                <a:gd name="T1" fmla="*/ 95 h 95"/>
                <a:gd name="T2" fmla="*/ 0 w 1"/>
                <a:gd name="T3" fmla="*/ 0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95">
                  <a:moveTo>
                    <a:pt x="0" y="95"/>
                  </a:moveTo>
                  <a:lnTo>
                    <a:pt x="0" y="0"/>
                  </a:lnTo>
                </a:path>
              </a:pathLst>
            </a:custGeom>
            <a:noFill/>
            <a:ln w="1270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7570" name="Freeform 50">
              <a:extLst>
                <a:ext uri="{FF2B5EF4-FFF2-40B4-BE49-F238E27FC236}">
                  <a16:creationId xmlns:a16="http://schemas.microsoft.com/office/drawing/2014/main" id="{9E2CFCFD-B467-4AC2-BEE6-71E22EB009BC}"/>
                </a:ext>
              </a:extLst>
            </p:cNvPr>
            <p:cNvSpPr>
              <a:spLocks/>
            </p:cNvSpPr>
            <p:nvPr/>
          </p:nvSpPr>
          <p:spPr bwMode="auto">
            <a:xfrm>
              <a:off x="1527" y="2188"/>
              <a:ext cx="74" cy="75"/>
            </a:xfrm>
            <a:custGeom>
              <a:avLst/>
              <a:gdLst>
                <a:gd name="T0" fmla="*/ 0 w 115"/>
                <a:gd name="T1" fmla="*/ 116 h 116"/>
                <a:gd name="T2" fmla="*/ 115 w 115"/>
                <a:gd name="T3" fmla="*/ 0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15" h="116">
                  <a:moveTo>
                    <a:pt x="0" y="116"/>
                  </a:moveTo>
                  <a:lnTo>
                    <a:pt x="115" y="0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7571" name="Freeform 51">
              <a:extLst>
                <a:ext uri="{FF2B5EF4-FFF2-40B4-BE49-F238E27FC236}">
                  <a16:creationId xmlns:a16="http://schemas.microsoft.com/office/drawing/2014/main" id="{3EAA2A52-D13B-47CE-829F-477F1002E3D2}"/>
                </a:ext>
              </a:extLst>
            </p:cNvPr>
            <p:cNvSpPr>
              <a:spLocks/>
            </p:cNvSpPr>
            <p:nvPr/>
          </p:nvSpPr>
          <p:spPr bwMode="auto">
            <a:xfrm>
              <a:off x="992" y="2190"/>
              <a:ext cx="62" cy="58"/>
            </a:xfrm>
            <a:custGeom>
              <a:avLst/>
              <a:gdLst>
                <a:gd name="T0" fmla="*/ 0 w 62"/>
                <a:gd name="T1" fmla="*/ 58 h 58"/>
                <a:gd name="T2" fmla="*/ 62 w 62"/>
                <a:gd name="T3" fmla="*/ 0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62" h="58">
                  <a:moveTo>
                    <a:pt x="0" y="58"/>
                  </a:moveTo>
                  <a:lnTo>
                    <a:pt x="62" y="0"/>
                  </a:lnTo>
                </a:path>
              </a:pathLst>
            </a:custGeom>
            <a:noFill/>
            <a:ln w="1270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7572" name="Freeform 52">
              <a:extLst>
                <a:ext uri="{FF2B5EF4-FFF2-40B4-BE49-F238E27FC236}">
                  <a16:creationId xmlns:a16="http://schemas.microsoft.com/office/drawing/2014/main" id="{0EA94C5C-3A6A-4DFC-B2A8-2BB7451BD844}"/>
                </a:ext>
              </a:extLst>
            </p:cNvPr>
            <p:cNvSpPr>
              <a:spLocks/>
            </p:cNvSpPr>
            <p:nvPr/>
          </p:nvSpPr>
          <p:spPr bwMode="auto">
            <a:xfrm>
              <a:off x="868" y="2280"/>
              <a:ext cx="84" cy="84"/>
            </a:xfrm>
            <a:custGeom>
              <a:avLst/>
              <a:gdLst>
                <a:gd name="T0" fmla="*/ 0 w 84"/>
                <a:gd name="T1" fmla="*/ 84 h 84"/>
                <a:gd name="T2" fmla="*/ 84 w 84"/>
                <a:gd name="T3" fmla="*/ 0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84" h="84">
                  <a:moveTo>
                    <a:pt x="0" y="84"/>
                  </a:moveTo>
                  <a:lnTo>
                    <a:pt x="84" y="0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7573" name="Freeform 53">
              <a:extLst>
                <a:ext uri="{FF2B5EF4-FFF2-40B4-BE49-F238E27FC236}">
                  <a16:creationId xmlns:a16="http://schemas.microsoft.com/office/drawing/2014/main" id="{B3A48E36-0FB1-4042-90E4-80CAF7500846}"/>
                </a:ext>
              </a:extLst>
            </p:cNvPr>
            <p:cNvSpPr>
              <a:spLocks/>
            </p:cNvSpPr>
            <p:nvPr/>
          </p:nvSpPr>
          <p:spPr bwMode="auto">
            <a:xfrm>
              <a:off x="970" y="2280"/>
              <a:ext cx="86" cy="84"/>
            </a:xfrm>
            <a:custGeom>
              <a:avLst/>
              <a:gdLst>
                <a:gd name="T0" fmla="*/ 86 w 86"/>
                <a:gd name="T1" fmla="*/ 0 h 84"/>
                <a:gd name="T2" fmla="*/ 0 w 86"/>
                <a:gd name="T3" fmla="*/ 84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86" h="84">
                  <a:moveTo>
                    <a:pt x="86" y="0"/>
                  </a:moveTo>
                  <a:lnTo>
                    <a:pt x="0" y="84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7574" name="Freeform 54">
              <a:extLst>
                <a:ext uri="{FF2B5EF4-FFF2-40B4-BE49-F238E27FC236}">
                  <a16:creationId xmlns:a16="http://schemas.microsoft.com/office/drawing/2014/main" id="{7AD1ACA4-6BD7-42FD-A64F-C56701C8FCCD}"/>
                </a:ext>
              </a:extLst>
            </p:cNvPr>
            <p:cNvSpPr>
              <a:spLocks/>
            </p:cNvSpPr>
            <p:nvPr/>
          </p:nvSpPr>
          <p:spPr bwMode="auto">
            <a:xfrm>
              <a:off x="766" y="2276"/>
              <a:ext cx="87" cy="88"/>
            </a:xfrm>
            <a:custGeom>
              <a:avLst/>
              <a:gdLst>
                <a:gd name="T0" fmla="*/ 87 w 87"/>
                <a:gd name="T1" fmla="*/ 0 h 88"/>
                <a:gd name="T2" fmla="*/ 0 w 87"/>
                <a:gd name="T3" fmla="*/ 88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87" h="88">
                  <a:moveTo>
                    <a:pt x="87" y="0"/>
                  </a:moveTo>
                  <a:lnTo>
                    <a:pt x="0" y="88"/>
                  </a:lnTo>
                </a:path>
              </a:pathLst>
            </a:custGeom>
            <a:noFill/>
            <a:ln w="1270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7575" name="Freeform 55">
              <a:extLst>
                <a:ext uri="{FF2B5EF4-FFF2-40B4-BE49-F238E27FC236}">
                  <a16:creationId xmlns:a16="http://schemas.microsoft.com/office/drawing/2014/main" id="{B03EE1CB-D00E-433D-A8B5-70EF82508FFF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" y="2186"/>
              <a:ext cx="40" cy="40"/>
            </a:xfrm>
            <a:custGeom>
              <a:avLst/>
              <a:gdLst>
                <a:gd name="T0" fmla="*/ 0 w 40"/>
                <a:gd name="T1" fmla="*/ 40 h 40"/>
                <a:gd name="T2" fmla="*/ 40 w 40"/>
                <a:gd name="T3" fmla="*/ 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40" h="40">
                  <a:moveTo>
                    <a:pt x="0" y="40"/>
                  </a:moveTo>
                  <a:lnTo>
                    <a:pt x="40" y="0"/>
                  </a:lnTo>
                </a:path>
              </a:pathLst>
            </a:custGeom>
            <a:noFill/>
            <a:ln w="1270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7576" name="Freeform 56">
              <a:extLst>
                <a:ext uri="{FF2B5EF4-FFF2-40B4-BE49-F238E27FC236}">
                  <a16:creationId xmlns:a16="http://schemas.microsoft.com/office/drawing/2014/main" id="{F18CAEFB-D4C0-4EB6-BC94-376A33D6ECAE}"/>
                </a:ext>
              </a:extLst>
            </p:cNvPr>
            <p:cNvSpPr>
              <a:spLocks/>
            </p:cNvSpPr>
            <p:nvPr/>
          </p:nvSpPr>
          <p:spPr bwMode="auto">
            <a:xfrm>
              <a:off x="703" y="2223"/>
              <a:ext cx="103" cy="107"/>
            </a:xfrm>
            <a:custGeom>
              <a:avLst/>
              <a:gdLst>
                <a:gd name="T0" fmla="*/ 0 w 160"/>
                <a:gd name="T1" fmla="*/ 166 h 166"/>
                <a:gd name="T2" fmla="*/ 160 w 160"/>
                <a:gd name="T3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60" h="166">
                  <a:moveTo>
                    <a:pt x="0" y="166"/>
                  </a:moveTo>
                  <a:lnTo>
                    <a:pt x="160" y="0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7577" name="Freeform 57">
              <a:extLst>
                <a:ext uri="{FF2B5EF4-FFF2-40B4-BE49-F238E27FC236}">
                  <a16:creationId xmlns:a16="http://schemas.microsoft.com/office/drawing/2014/main" id="{F6CA4971-0262-4496-A28E-D900E7EA39E3}"/>
                </a:ext>
              </a:extLst>
            </p:cNvPr>
            <p:cNvSpPr>
              <a:spLocks/>
            </p:cNvSpPr>
            <p:nvPr/>
          </p:nvSpPr>
          <p:spPr bwMode="auto">
            <a:xfrm>
              <a:off x="1312" y="2280"/>
              <a:ext cx="88" cy="88"/>
            </a:xfrm>
            <a:custGeom>
              <a:avLst/>
              <a:gdLst>
                <a:gd name="T0" fmla="*/ 0 w 88"/>
                <a:gd name="T1" fmla="*/ 88 h 88"/>
                <a:gd name="T2" fmla="*/ 88 w 88"/>
                <a:gd name="T3" fmla="*/ 0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88" h="88">
                  <a:moveTo>
                    <a:pt x="0" y="88"/>
                  </a:moveTo>
                  <a:lnTo>
                    <a:pt x="88" y="0"/>
                  </a:lnTo>
                </a:path>
              </a:pathLst>
            </a:custGeom>
            <a:noFill/>
            <a:ln w="1270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7578" name="Freeform 58">
              <a:extLst>
                <a:ext uri="{FF2B5EF4-FFF2-40B4-BE49-F238E27FC236}">
                  <a16:creationId xmlns:a16="http://schemas.microsoft.com/office/drawing/2014/main" id="{1BA91477-5E4D-4D98-9C2F-AF746950D8BF}"/>
                </a:ext>
              </a:extLst>
            </p:cNvPr>
            <p:cNvSpPr>
              <a:spLocks/>
            </p:cNvSpPr>
            <p:nvPr/>
          </p:nvSpPr>
          <p:spPr bwMode="auto">
            <a:xfrm>
              <a:off x="1290" y="2192"/>
              <a:ext cx="78" cy="79"/>
            </a:xfrm>
            <a:custGeom>
              <a:avLst/>
              <a:gdLst>
                <a:gd name="T0" fmla="*/ 0 w 78"/>
                <a:gd name="T1" fmla="*/ 79 h 79"/>
                <a:gd name="T2" fmla="*/ 78 w 78"/>
                <a:gd name="T3" fmla="*/ 0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8" h="79">
                  <a:moveTo>
                    <a:pt x="0" y="79"/>
                  </a:moveTo>
                  <a:lnTo>
                    <a:pt x="78" y="0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7579" name="Freeform 59">
              <a:extLst>
                <a:ext uri="{FF2B5EF4-FFF2-40B4-BE49-F238E27FC236}">
                  <a16:creationId xmlns:a16="http://schemas.microsoft.com/office/drawing/2014/main" id="{966BFFE3-AC32-40BA-8A22-FD118C6724A1}"/>
                </a:ext>
              </a:extLst>
            </p:cNvPr>
            <p:cNvSpPr>
              <a:spLocks/>
            </p:cNvSpPr>
            <p:nvPr/>
          </p:nvSpPr>
          <p:spPr bwMode="auto">
            <a:xfrm>
              <a:off x="1288" y="2088"/>
              <a:ext cx="78" cy="78"/>
            </a:xfrm>
            <a:custGeom>
              <a:avLst/>
              <a:gdLst>
                <a:gd name="T0" fmla="*/ 0 w 78"/>
                <a:gd name="T1" fmla="*/ 78 h 78"/>
                <a:gd name="T2" fmla="*/ 78 w 78"/>
                <a:gd name="T3" fmla="*/ 0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8" h="78">
                  <a:moveTo>
                    <a:pt x="0" y="78"/>
                  </a:moveTo>
                  <a:lnTo>
                    <a:pt x="78" y="0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7580" name="Freeform 60">
              <a:extLst>
                <a:ext uri="{FF2B5EF4-FFF2-40B4-BE49-F238E27FC236}">
                  <a16:creationId xmlns:a16="http://schemas.microsoft.com/office/drawing/2014/main" id="{900BC133-7D63-4667-A9E0-8F7FF1BA3B2F}"/>
                </a:ext>
              </a:extLst>
            </p:cNvPr>
            <p:cNvSpPr>
              <a:spLocks/>
            </p:cNvSpPr>
            <p:nvPr/>
          </p:nvSpPr>
          <p:spPr bwMode="auto">
            <a:xfrm>
              <a:off x="1288" y="1984"/>
              <a:ext cx="72" cy="72"/>
            </a:xfrm>
            <a:custGeom>
              <a:avLst/>
              <a:gdLst>
                <a:gd name="T0" fmla="*/ 0 w 72"/>
                <a:gd name="T1" fmla="*/ 72 h 72"/>
                <a:gd name="T2" fmla="*/ 72 w 72"/>
                <a:gd name="T3" fmla="*/ 0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2" h="72">
                  <a:moveTo>
                    <a:pt x="0" y="72"/>
                  </a:moveTo>
                  <a:lnTo>
                    <a:pt x="72" y="0"/>
                  </a:lnTo>
                </a:path>
              </a:pathLst>
            </a:custGeom>
            <a:noFill/>
            <a:ln w="1270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7581" name="Freeform 61">
              <a:extLst>
                <a:ext uri="{FF2B5EF4-FFF2-40B4-BE49-F238E27FC236}">
                  <a16:creationId xmlns:a16="http://schemas.microsoft.com/office/drawing/2014/main" id="{67E328E8-2CC7-4B77-A721-016747B7EEEA}"/>
                </a:ext>
              </a:extLst>
            </p:cNvPr>
            <p:cNvSpPr>
              <a:spLocks/>
            </p:cNvSpPr>
            <p:nvPr/>
          </p:nvSpPr>
          <p:spPr bwMode="auto">
            <a:xfrm>
              <a:off x="1420" y="2274"/>
              <a:ext cx="90" cy="90"/>
            </a:xfrm>
            <a:custGeom>
              <a:avLst/>
              <a:gdLst>
                <a:gd name="T0" fmla="*/ 0 w 90"/>
                <a:gd name="T1" fmla="*/ 90 h 90"/>
                <a:gd name="T2" fmla="*/ 90 w 90"/>
                <a:gd name="T3" fmla="*/ 0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90" h="90">
                  <a:moveTo>
                    <a:pt x="0" y="90"/>
                  </a:moveTo>
                  <a:lnTo>
                    <a:pt x="90" y="0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7582" name="Freeform 62">
              <a:extLst>
                <a:ext uri="{FF2B5EF4-FFF2-40B4-BE49-F238E27FC236}">
                  <a16:creationId xmlns:a16="http://schemas.microsoft.com/office/drawing/2014/main" id="{8593AD41-A9CF-42E8-8FE2-E0119F265807}"/>
                </a:ext>
              </a:extLst>
            </p:cNvPr>
            <p:cNvSpPr>
              <a:spLocks/>
            </p:cNvSpPr>
            <p:nvPr/>
          </p:nvSpPr>
          <p:spPr bwMode="auto">
            <a:xfrm>
              <a:off x="1528" y="2262"/>
              <a:ext cx="102" cy="102"/>
            </a:xfrm>
            <a:custGeom>
              <a:avLst/>
              <a:gdLst>
                <a:gd name="T0" fmla="*/ 0 w 102"/>
                <a:gd name="T1" fmla="*/ 102 h 102"/>
                <a:gd name="T2" fmla="*/ 102 w 102"/>
                <a:gd name="T3" fmla="*/ 0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02" h="102">
                  <a:moveTo>
                    <a:pt x="0" y="102"/>
                  </a:moveTo>
                  <a:lnTo>
                    <a:pt x="102" y="0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7583" name="Freeform 63">
              <a:extLst>
                <a:ext uri="{FF2B5EF4-FFF2-40B4-BE49-F238E27FC236}">
                  <a16:creationId xmlns:a16="http://schemas.microsoft.com/office/drawing/2014/main" id="{3C7ACF38-1C50-4B2E-9F26-F6C4593920B6}"/>
                </a:ext>
              </a:extLst>
            </p:cNvPr>
            <p:cNvSpPr>
              <a:spLocks/>
            </p:cNvSpPr>
            <p:nvPr/>
          </p:nvSpPr>
          <p:spPr bwMode="auto">
            <a:xfrm>
              <a:off x="988" y="2082"/>
              <a:ext cx="72" cy="72"/>
            </a:xfrm>
            <a:custGeom>
              <a:avLst/>
              <a:gdLst>
                <a:gd name="T0" fmla="*/ 0 w 72"/>
                <a:gd name="T1" fmla="*/ 72 h 72"/>
                <a:gd name="T2" fmla="*/ 72 w 72"/>
                <a:gd name="T3" fmla="*/ 0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2" h="72">
                  <a:moveTo>
                    <a:pt x="0" y="72"/>
                  </a:moveTo>
                  <a:lnTo>
                    <a:pt x="72" y="0"/>
                  </a:lnTo>
                </a:path>
              </a:pathLst>
            </a:custGeom>
            <a:noFill/>
            <a:ln w="1270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7584" name="Freeform 64">
              <a:extLst>
                <a:ext uri="{FF2B5EF4-FFF2-40B4-BE49-F238E27FC236}">
                  <a16:creationId xmlns:a16="http://schemas.microsoft.com/office/drawing/2014/main" id="{C0AFD44C-1465-4ECE-A8B9-F3FBE3D51F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2" y="1981"/>
              <a:ext cx="56" cy="59"/>
            </a:xfrm>
            <a:custGeom>
              <a:avLst/>
              <a:gdLst>
                <a:gd name="T0" fmla="*/ 0 w 56"/>
                <a:gd name="T1" fmla="*/ 59 h 59"/>
                <a:gd name="T2" fmla="*/ 56 w 56"/>
                <a:gd name="T3" fmla="*/ 0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56" h="59">
                  <a:moveTo>
                    <a:pt x="0" y="59"/>
                  </a:moveTo>
                  <a:lnTo>
                    <a:pt x="56" y="0"/>
                  </a:lnTo>
                </a:path>
              </a:pathLst>
            </a:custGeom>
            <a:noFill/>
            <a:ln w="1270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pic>
        <p:nvPicPr>
          <p:cNvPr id="107719" name="Picture 199">
            <a:extLst>
              <a:ext uri="{FF2B5EF4-FFF2-40B4-BE49-F238E27FC236}">
                <a16:creationId xmlns:a16="http://schemas.microsoft.com/office/drawing/2014/main" id="{68CA062A-1E46-4326-9FFA-869C9B2E33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00FFFF"/>
              </a:clrFrom>
              <a:clrTo>
                <a:srgbClr val="00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3588" y="4983163"/>
            <a:ext cx="2343150" cy="1722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7720" name="Picture 200">
            <a:extLst>
              <a:ext uri="{FF2B5EF4-FFF2-40B4-BE49-F238E27FC236}">
                <a16:creationId xmlns:a16="http://schemas.microsoft.com/office/drawing/2014/main" id="{E1056004-3694-4F9A-87F2-EED4373F34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00FFFF"/>
              </a:clrFrom>
              <a:clrTo>
                <a:srgbClr val="00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89363" y="4989513"/>
            <a:ext cx="2063750" cy="1716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7721" name="Picture 201">
            <a:extLst>
              <a:ext uri="{FF2B5EF4-FFF2-40B4-BE49-F238E27FC236}">
                <a16:creationId xmlns:a16="http://schemas.microsoft.com/office/drawing/2014/main" id="{4A394515-0B36-4CCC-A9E5-F97F273D88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00FFFF"/>
              </a:clrFrom>
              <a:clrTo>
                <a:srgbClr val="00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0788" y="4983163"/>
            <a:ext cx="2382837" cy="1697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107725" name="Group 205">
            <a:extLst>
              <a:ext uri="{FF2B5EF4-FFF2-40B4-BE49-F238E27FC236}">
                <a16:creationId xmlns:a16="http://schemas.microsoft.com/office/drawing/2014/main" id="{6F3034F2-612F-4669-9E7B-B02C92165AAA}"/>
              </a:ext>
            </a:extLst>
          </p:cNvPr>
          <p:cNvGrpSpPr>
            <a:grpSpLocks/>
          </p:cNvGrpSpPr>
          <p:nvPr/>
        </p:nvGrpSpPr>
        <p:grpSpPr bwMode="auto">
          <a:xfrm>
            <a:off x="6251575" y="2755900"/>
            <a:ext cx="2397125" cy="2046288"/>
            <a:chOff x="3938" y="1736"/>
            <a:chExt cx="1510" cy="1289"/>
          </a:xfrm>
        </p:grpSpPr>
        <p:sp>
          <p:nvSpPr>
            <p:cNvPr id="107673" name="Text Box 153">
              <a:extLst>
                <a:ext uri="{FF2B5EF4-FFF2-40B4-BE49-F238E27FC236}">
                  <a16:creationId xmlns:a16="http://schemas.microsoft.com/office/drawing/2014/main" id="{F10A1D67-5E5A-4006-8187-56567311C44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2" y="1736"/>
              <a:ext cx="68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eaLnBrk="1" hangingPunct="1"/>
              <a:r>
                <a:rPr lang="en-US" altLang="zh-CN" sz="2000" i="1">
                  <a:latin typeface="宋体" panose="02010600030101010101" pitchFamily="2" charset="-122"/>
                </a:rPr>
                <a:t>C</a:t>
              </a:r>
              <a:r>
                <a:rPr lang="zh-CN" altLang="en-US" sz="2000"/>
                <a:t>－</a:t>
              </a:r>
              <a:r>
                <a:rPr lang="en-US" altLang="zh-CN" sz="2000" i="1">
                  <a:latin typeface="宋体" panose="02010600030101010101" pitchFamily="2" charset="-122"/>
                </a:rPr>
                <a:t>C</a:t>
              </a:r>
              <a:endParaRPr lang="en-US" altLang="zh-CN" sz="2000"/>
            </a:p>
          </p:txBody>
        </p:sp>
        <p:sp>
          <p:nvSpPr>
            <p:cNvPr id="107707" name="Freeform 187">
              <a:extLst>
                <a:ext uri="{FF2B5EF4-FFF2-40B4-BE49-F238E27FC236}">
                  <a16:creationId xmlns:a16="http://schemas.microsoft.com/office/drawing/2014/main" id="{4319FE92-7FBD-4D8A-8547-2FBDD60BC323}"/>
                </a:ext>
              </a:extLst>
            </p:cNvPr>
            <p:cNvSpPr>
              <a:spLocks/>
            </p:cNvSpPr>
            <p:nvPr/>
          </p:nvSpPr>
          <p:spPr bwMode="auto">
            <a:xfrm>
              <a:off x="4228" y="1964"/>
              <a:ext cx="900" cy="388"/>
            </a:xfrm>
            <a:custGeom>
              <a:avLst/>
              <a:gdLst>
                <a:gd name="T0" fmla="*/ 280 w 900"/>
                <a:gd name="T1" fmla="*/ 0 h 388"/>
                <a:gd name="T2" fmla="*/ 624 w 900"/>
                <a:gd name="T3" fmla="*/ 0 h 388"/>
                <a:gd name="T4" fmla="*/ 624 w 900"/>
                <a:gd name="T5" fmla="*/ 304 h 388"/>
                <a:gd name="T6" fmla="*/ 900 w 900"/>
                <a:gd name="T7" fmla="*/ 304 h 388"/>
                <a:gd name="T8" fmla="*/ 900 w 900"/>
                <a:gd name="T9" fmla="*/ 388 h 388"/>
                <a:gd name="T10" fmla="*/ 0 w 900"/>
                <a:gd name="T11" fmla="*/ 388 h 388"/>
                <a:gd name="T12" fmla="*/ 0 w 900"/>
                <a:gd name="T13" fmla="*/ 300 h 388"/>
                <a:gd name="T14" fmla="*/ 280 w 900"/>
                <a:gd name="T15" fmla="*/ 300 h 388"/>
                <a:gd name="T16" fmla="*/ 280 w 900"/>
                <a:gd name="T17" fmla="*/ 0 h 3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00" h="388">
                  <a:moveTo>
                    <a:pt x="280" y="0"/>
                  </a:moveTo>
                  <a:lnTo>
                    <a:pt x="624" y="0"/>
                  </a:lnTo>
                  <a:lnTo>
                    <a:pt x="624" y="304"/>
                  </a:lnTo>
                  <a:lnTo>
                    <a:pt x="900" y="304"/>
                  </a:lnTo>
                  <a:lnTo>
                    <a:pt x="900" y="388"/>
                  </a:lnTo>
                  <a:lnTo>
                    <a:pt x="0" y="388"/>
                  </a:lnTo>
                  <a:lnTo>
                    <a:pt x="0" y="300"/>
                  </a:lnTo>
                  <a:lnTo>
                    <a:pt x="280" y="300"/>
                  </a:lnTo>
                  <a:lnTo>
                    <a:pt x="280" y="0"/>
                  </a:lnTo>
                  <a:close/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7708" name="Rectangle 188">
              <a:extLst>
                <a:ext uri="{FF2B5EF4-FFF2-40B4-BE49-F238E27FC236}">
                  <a16:creationId xmlns:a16="http://schemas.microsoft.com/office/drawing/2014/main" id="{2F00EB38-C6AB-402E-8460-7E2464E1B7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2174"/>
              <a:ext cx="107" cy="89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7709" name="Rectangle 189">
              <a:extLst>
                <a:ext uri="{FF2B5EF4-FFF2-40B4-BE49-F238E27FC236}">
                  <a16:creationId xmlns:a16="http://schemas.microsoft.com/office/drawing/2014/main" id="{561272A5-C924-4B46-AE70-9CA64F6EB6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32" y="2174"/>
              <a:ext cx="96" cy="94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7660" name="Freeform 140">
              <a:extLst>
                <a:ext uri="{FF2B5EF4-FFF2-40B4-BE49-F238E27FC236}">
                  <a16:creationId xmlns:a16="http://schemas.microsoft.com/office/drawing/2014/main" id="{D7E75DF1-7956-4F9D-8B39-F48CC1920B45}"/>
                </a:ext>
              </a:extLst>
            </p:cNvPr>
            <p:cNvSpPr>
              <a:spLocks/>
            </p:cNvSpPr>
            <p:nvPr/>
          </p:nvSpPr>
          <p:spPr bwMode="auto">
            <a:xfrm>
              <a:off x="4520" y="2292"/>
              <a:ext cx="56" cy="56"/>
            </a:xfrm>
            <a:custGeom>
              <a:avLst/>
              <a:gdLst>
                <a:gd name="T0" fmla="*/ 0 w 56"/>
                <a:gd name="T1" fmla="*/ 56 h 56"/>
                <a:gd name="T2" fmla="*/ 56 w 56"/>
                <a:gd name="T3" fmla="*/ 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56" h="56">
                  <a:moveTo>
                    <a:pt x="0" y="56"/>
                  </a:moveTo>
                  <a:lnTo>
                    <a:pt x="56" y="0"/>
                  </a:lnTo>
                </a:path>
              </a:pathLst>
            </a:custGeom>
            <a:noFill/>
            <a:ln w="1270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7671" name="Freeform 151">
              <a:extLst>
                <a:ext uri="{FF2B5EF4-FFF2-40B4-BE49-F238E27FC236}">
                  <a16:creationId xmlns:a16="http://schemas.microsoft.com/office/drawing/2014/main" id="{3DBCCD42-363E-45C0-B116-514E9E514C3A}"/>
                </a:ext>
              </a:extLst>
            </p:cNvPr>
            <p:cNvSpPr>
              <a:spLocks/>
            </p:cNvSpPr>
            <p:nvPr/>
          </p:nvSpPr>
          <p:spPr bwMode="auto">
            <a:xfrm>
              <a:off x="4850" y="1965"/>
              <a:ext cx="1" cy="311"/>
            </a:xfrm>
            <a:custGeom>
              <a:avLst/>
              <a:gdLst>
                <a:gd name="T0" fmla="*/ 0 w 1"/>
                <a:gd name="T1" fmla="*/ 311 h 311"/>
                <a:gd name="T2" fmla="*/ 0 w 1"/>
                <a:gd name="T3" fmla="*/ 0 h 3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311">
                  <a:moveTo>
                    <a:pt x="0" y="311"/>
                  </a:moveTo>
                  <a:lnTo>
                    <a:pt x="0" y="0"/>
                  </a:lnTo>
                </a:path>
              </a:pathLst>
            </a:custGeom>
            <a:noFill/>
            <a:ln w="1270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7674" name="Freeform 154">
              <a:extLst>
                <a:ext uri="{FF2B5EF4-FFF2-40B4-BE49-F238E27FC236}">
                  <a16:creationId xmlns:a16="http://schemas.microsoft.com/office/drawing/2014/main" id="{F5A1FE04-07C6-4A25-8614-015719FC49C0}"/>
                </a:ext>
              </a:extLst>
            </p:cNvPr>
            <p:cNvSpPr>
              <a:spLocks/>
            </p:cNvSpPr>
            <p:nvPr/>
          </p:nvSpPr>
          <p:spPr bwMode="auto">
            <a:xfrm>
              <a:off x="4685" y="1921"/>
              <a:ext cx="0" cy="457"/>
            </a:xfrm>
            <a:custGeom>
              <a:avLst/>
              <a:gdLst>
                <a:gd name="T0" fmla="*/ 0 w 1"/>
                <a:gd name="T1" fmla="*/ 1021 h 1021"/>
                <a:gd name="T2" fmla="*/ 0 w 1"/>
                <a:gd name="T3" fmla="*/ 0 h 10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1021">
                  <a:moveTo>
                    <a:pt x="0" y="1021"/>
                  </a:moveTo>
                  <a:lnTo>
                    <a:pt x="0" y="0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lgDashDot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7675" name="Freeform 155">
              <a:extLst>
                <a:ext uri="{FF2B5EF4-FFF2-40B4-BE49-F238E27FC236}">
                  <a16:creationId xmlns:a16="http://schemas.microsoft.com/office/drawing/2014/main" id="{EF66746C-784B-4047-BDCB-353AF9D241B6}"/>
                </a:ext>
              </a:extLst>
            </p:cNvPr>
            <p:cNvSpPr>
              <a:spLocks/>
            </p:cNvSpPr>
            <p:nvPr/>
          </p:nvSpPr>
          <p:spPr bwMode="auto">
            <a:xfrm>
              <a:off x="4433" y="2196"/>
              <a:ext cx="151" cy="152"/>
            </a:xfrm>
            <a:custGeom>
              <a:avLst/>
              <a:gdLst>
                <a:gd name="T0" fmla="*/ 0 w 151"/>
                <a:gd name="T1" fmla="*/ 152 h 152"/>
                <a:gd name="T2" fmla="*/ 151 w 151"/>
                <a:gd name="T3" fmla="*/ 0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51" h="152">
                  <a:moveTo>
                    <a:pt x="0" y="152"/>
                  </a:moveTo>
                  <a:lnTo>
                    <a:pt x="151" y="0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7676" name="Line 156">
              <a:extLst>
                <a:ext uri="{FF2B5EF4-FFF2-40B4-BE49-F238E27FC236}">
                  <a16:creationId xmlns:a16="http://schemas.microsoft.com/office/drawing/2014/main" id="{91543671-FADF-4B8A-AA2E-A216052613E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332" y="2270"/>
              <a:ext cx="78" cy="7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7677" name="Freeform 157">
              <a:extLst>
                <a:ext uri="{FF2B5EF4-FFF2-40B4-BE49-F238E27FC236}">
                  <a16:creationId xmlns:a16="http://schemas.microsoft.com/office/drawing/2014/main" id="{BEE5E554-CB23-4878-997F-3736ECA47C28}"/>
                </a:ext>
              </a:extLst>
            </p:cNvPr>
            <p:cNvSpPr>
              <a:spLocks/>
            </p:cNvSpPr>
            <p:nvPr/>
          </p:nvSpPr>
          <p:spPr bwMode="auto">
            <a:xfrm>
              <a:off x="4228" y="2266"/>
              <a:ext cx="79" cy="82"/>
            </a:xfrm>
            <a:custGeom>
              <a:avLst/>
              <a:gdLst>
                <a:gd name="T0" fmla="*/ 0 w 79"/>
                <a:gd name="T1" fmla="*/ 82 h 82"/>
                <a:gd name="T2" fmla="*/ 79 w 79"/>
                <a:gd name="T3" fmla="*/ 0 h 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9" h="82">
                  <a:moveTo>
                    <a:pt x="0" y="82"/>
                  </a:moveTo>
                  <a:lnTo>
                    <a:pt x="79" y="0"/>
                  </a:lnTo>
                </a:path>
              </a:pathLst>
            </a:custGeom>
            <a:noFill/>
            <a:ln w="1270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7678" name="Freeform 158">
              <a:extLst>
                <a:ext uri="{FF2B5EF4-FFF2-40B4-BE49-F238E27FC236}">
                  <a16:creationId xmlns:a16="http://schemas.microsoft.com/office/drawing/2014/main" id="{EC1A2B94-5519-4950-AFAB-6E57B18BDBC8}"/>
                </a:ext>
              </a:extLst>
            </p:cNvPr>
            <p:cNvSpPr>
              <a:spLocks/>
            </p:cNvSpPr>
            <p:nvPr/>
          </p:nvSpPr>
          <p:spPr bwMode="auto">
            <a:xfrm>
              <a:off x="4514" y="2112"/>
              <a:ext cx="62" cy="62"/>
            </a:xfrm>
            <a:custGeom>
              <a:avLst/>
              <a:gdLst>
                <a:gd name="T0" fmla="*/ 0 w 62"/>
                <a:gd name="T1" fmla="*/ 62 h 62"/>
                <a:gd name="T2" fmla="*/ 62 w 62"/>
                <a:gd name="T3" fmla="*/ 0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62" h="62">
                  <a:moveTo>
                    <a:pt x="0" y="62"/>
                  </a:moveTo>
                  <a:lnTo>
                    <a:pt x="62" y="0"/>
                  </a:lnTo>
                </a:path>
              </a:pathLst>
            </a:custGeom>
            <a:noFill/>
            <a:ln w="1270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7679" name="Freeform 159">
              <a:extLst>
                <a:ext uri="{FF2B5EF4-FFF2-40B4-BE49-F238E27FC236}">
                  <a16:creationId xmlns:a16="http://schemas.microsoft.com/office/drawing/2014/main" id="{4017F613-F65A-4586-A55C-3C5A8940D20A}"/>
                </a:ext>
              </a:extLst>
            </p:cNvPr>
            <p:cNvSpPr>
              <a:spLocks/>
            </p:cNvSpPr>
            <p:nvPr/>
          </p:nvSpPr>
          <p:spPr bwMode="auto">
            <a:xfrm>
              <a:off x="4516" y="2020"/>
              <a:ext cx="60" cy="59"/>
            </a:xfrm>
            <a:custGeom>
              <a:avLst/>
              <a:gdLst>
                <a:gd name="T0" fmla="*/ 0 w 60"/>
                <a:gd name="T1" fmla="*/ 59 h 59"/>
                <a:gd name="T2" fmla="*/ 60 w 60"/>
                <a:gd name="T3" fmla="*/ 0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60" h="59">
                  <a:moveTo>
                    <a:pt x="0" y="59"/>
                  </a:moveTo>
                  <a:lnTo>
                    <a:pt x="60" y="0"/>
                  </a:lnTo>
                </a:path>
              </a:pathLst>
            </a:custGeom>
            <a:noFill/>
            <a:ln w="1270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7680" name="Freeform 160">
              <a:extLst>
                <a:ext uri="{FF2B5EF4-FFF2-40B4-BE49-F238E27FC236}">
                  <a16:creationId xmlns:a16="http://schemas.microsoft.com/office/drawing/2014/main" id="{042EC194-5311-43CA-AD7E-14A7B57E4692}"/>
                </a:ext>
              </a:extLst>
            </p:cNvPr>
            <p:cNvSpPr>
              <a:spLocks/>
            </p:cNvSpPr>
            <p:nvPr/>
          </p:nvSpPr>
          <p:spPr bwMode="auto">
            <a:xfrm>
              <a:off x="4788" y="2012"/>
              <a:ext cx="64" cy="64"/>
            </a:xfrm>
            <a:custGeom>
              <a:avLst/>
              <a:gdLst>
                <a:gd name="T0" fmla="*/ 0 w 64"/>
                <a:gd name="T1" fmla="*/ 64 h 64"/>
                <a:gd name="T2" fmla="*/ 64 w 64"/>
                <a:gd name="T3" fmla="*/ 0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64" h="64">
                  <a:moveTo>
                    <a:pt x="0" y="64"/>
                  </a:moveTo>
                  <a:lnTo>
                    <a:pt x="64" y="0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7681" name="Freeform 161">
              <a:extLst>
                <a:ext uri="{FF2B5EF4-FFF2-40B4-BE49-F238E27FC236}">
                  <a16:creationId xmlns:a16="http://schemas.microsoft.com/office/drawing/2014/main" id="{8022C833-AC20-4318-84CE-0781CE551177}"/>
                </a:ext>
              </a:extLst>
            </p:cNvPr>
            <p:cNvSpPr>
              <a:spLocks/>
            </p:cNvSpPr>
            <p:nvPr/>
          </p:nvSpPr>
          <p:spPr bwMode="auto">
            <a:xfrm>
              <a:off x="4788" y="2106"/>
              <a:ext cx="61" cy="62"/>
            </a:xfrm>
            <a:custGeom>
              <a:avLst/>
              <a:gdLst>
                <a:gd name="T0" fmla="*/ 0 w 61"/>
                <a:gd name="T1" fmla="*/ 62 h 62"/>
                <a:gd name="T2" fmla="*/ 61 w 61"/>
                <a:gd name="T3" fmla="*/ 0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61" h="62">
                  <a:moveTo>
                    <a:pt x="0" y="62"/>
                  </a:moveTo>
                  <a:lnTo>
                    <a:pt x="61" y="0"/>
                  </a:lnTo>
                </a:path>
              </a:pathLst>
            </a:custGeom>
            <a:noFill/>
            <a:ln w="1270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7682" name="Freeform 162">
              <a:extLst>
                <a:ext uri="{FF2B5EF4-FFF2-40B4-BE49-F238E27FC236}">
                  <a16:creationId xmlns:a16="http://schemas.microsoft.com/office/drawing/2014/main" id="{9795A783-B72D-4825-ADDC-F940D911A441}"/>
                </a:ext>
              </a:extLst>
            </p:cNvPr>
            <p:cNvSpPr>
              <a:spLocks/>
            </p:cNvSpPr>
            <p:nvPr/>
          </p:nvSpPr>
          <p:spPr bwMode="auto">
            <a:xfrm>
              <a:off x="4784" y="2208"/>
              <a:ext cx="64" cy="64"/>
            </a:xfrm>
            <a:custGeom>
              <a:avLst/>
              <a:gdLst>
                <a:gd name="T0" fmla="*/ 0 w 64"/>
                <a:gd name="T1" fmla="*/ 64 h 64"/>
                <a:gd name="T2" fmla="*/ 64 w 64"/>
                <a:gd name="T3" fmla="*/ 0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64" h="64">
                  <a:moveTo>
                    <a:pt x="0" y="64"/>
                  </a:moveTo>
                  <a:lnTo>
                    <a:pt x="64" y="0"/>
                  </a:lnTo>
                </a:path>
              </a:pathLst>
            </a:custGeom>
            <a:noFill/>
            <a:ln w="1270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7683" name="Freeform 163">
              <a:extLst>
                <a:ext uri="{FF2B5EF4-FFF2-40B4-BE49-F238E27FC236}">
                  <a16:creationId xmlns:a16="http://schemas.microsoft.com/office/drawing/2014/main" id="{7C59EF17-EBD8-4E42-BBA5-9C23D4C1558F}"/>
                </a:ext>
              </a:extLst>
            </p:cNvPr>
            <p:cNvSpPr>
              <a:spLocks/>
            </p:cNvSpPr>
            <p:nvPr/>
          </p:nvSpPr>
          <p:spPr bwMode="auto">
            <a:xfrm>
              <a:off x="4912" y="2268"/>
              <a:ext cx="84" cy="84"/>
            </a:xfrm>
            <a:custGeom>
              <a:avLst/>
              <a:gdLst>
                <a:gd name="T0" fmla="*/ 0 w 84"/>
                <a:gd name="T1" fmla="*/ 84 h 84"/>
                <a:gd name="T2" fmla="*/ 84 w 84"/>
                <a:gd name="T3" fmla="*/ 0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84" h="84">
                  <a:moveTo>
                    <a:pt x="0" y="84"/>
                  </a:moveTo>
                  <a:lnTo>
                    <a:pt x="84" y="0"/>
                  </a:lnTo>
                </a:path>
              </a:pathLst>
            </a:custGeom>
            <a:noFill/>
            <a:ln w="1270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7684" name="Freeform 164">
              <a:extLst>
                <a:ext uri="{FF2B5EF4-FFF2-40B4-BE49-F238E27FC236}">
                  <a16:creationId xmlns:a16="http://schemas.microsoft.com/office/drawing/2014/main" id="{EDBDA94E-FB72-4401-A5B9-94CF61413CDB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8" y="2270"/>
              <a:ext cx="80" cy="82"/>
            </a:xfrm>
            <a:custGeom>
              <a:avLst/>
              <a:gdLst>
                <a:gd name="T0" fmla="*/ 0 w 80"/>
                <a:gd name="T1" fmla="*/ 82 h 82"/>
                <a:gd name="T2" fmla="*/ 80 w 80"/>
                <a:gd name="T3" fmla="*/ 0 h 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80" h="82">
                  <a:moveTo>
                    <a:pt x="0" y="82"/>
                  </a:moveTo>
                  <a:lnTo>
                    <a:pt x="80" y="0"/>
                  </a:lnTo>
                </a:path>
              </a:pathLst>
            </a:custGeom>
            <a:noFill/>
            <a:ln w="1270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7685" name="Freeform 165">
              <a:extLst>
                <a:ext uri="{FF2B5EF4-FFF2-40B4-BE49-F238E27FC236}">
                  <a16:creationId xmlns:a16="http://schemas.microsoft.com/office/drawing/2014/main" id="{EBD7C965-64A3-4FB7-BFAB-12378C7B46F7}"/>
                </a:ext>
              </a:extLst>
            </p:cNvPr>
            <p:cNvSpPr>
              <a:spLocks/>
            </p:cNvSpPr>
            <p:nvPr/>
          </p:nvSpPr>
          <p:spPr bwMode="auto">
            <a:xfrm>
              <a:off x="4808" y="2272"/>
              <a:ext cx="80" cy="80"/>
            </a:xfrm>
            <a:custGeom>
              <a:avLst/>
              <a:gdLst>
                <a:gd name="T0" fmla="*/ 0 w 80"/>
                <a:gd name="T1" fmla="*/ 80 h 80"/>
                <a:gd name="T2" fmla="*/ 80 w 80"/>
                <a:gd name="T3" fmla="*/ 0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80" h="80">
                  <a:moveTo>
                    <a:pt x="0" y="80"/>
                  </a:moveTo>
                  <a:lnTo>
                    <a:pt x="80" y="0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7686" name="Text Box 166">
              <a:extLst>
                <a:ext uri="{FF2B5EF4-FFF2-40B4-BE49-F238E27FC236}">
                  <a16:creationId xmlns:a16="http://schemas.microsoft.com/office/drawing/2014/main" id="{39454505-A824-4CFD-A2FC-D5032FAE8EB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38" y="2666"/>
              <a:ext cx="18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eaLnBrk="1" hangingPunct="1"/>
              <a:r>
                <a:rPr lang="en-US" altLang="zh-CN" sz="2000" i="1">
                  <a:latin typeface="宋体" panose="02010600030101010101" pitchFamily="2" charset="-122"/>
                </a:rPr>
                <a:t>C</a:t>
              </a:r>
              <a:endParaRPr lang="en-US" altLang="zh-CN" sz="2000"/>
            </a:p>
          </p:txBody>
        </p:sp>
        <p:sp>
          <p:nvSpPr>
            <p:cNvPr id="107687" name="Text Box 167">
              <a:extLst>
                <a:ext uri="{FF2B5EF4-FFF2-40B4-BE49-F238E27FC236}">
                  <a16:creationId xmlns:a16="http://schemas.microsoft.com/office/drawing/2014/main" id="{884A9089-5BE4-46EE-A636-FBEE8705907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flipH="1">
              <a:off x="5204" y="2666"/>
              <a:ext cx="24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l" eaLnBrk="1" hangingPunct="1"/>
              <a:r>
                <a:rPr lang="en-US" altLang="zh-CN" sz="2000" i="1">
                  <a:latin typeface="宋体" panose="02010600030101010101" pitchFamily="2" charset="-122"/>
                </a:rPr>
                <a:t>C</a:t>
              </a:r>
              <a:endParaRPr lang="en-US" altLang="zh-CN" sz="2000"/>
            </a:p>
          </p:txBody>
        </p:sp>
        <p:sp>
          <p:nvSpPr>
            <p:cNvPr id="107688" name="Rectangle 168">
              <a:extLst>
                <a:ext uri="{FF2B5EF4-FFF2-40B4-BE49-F238E27FC236}">
                  <a16:creationId xmlns:a16="http://schemas.microsoft.com/office/drawing/2014/main" id="{28E2C89F-AC83-4752-A8B5-E329CAA694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4" y="2467"/>
              <a:ext cx="896" cy="558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7689" name="Freeform 169">
              <a:extLst>
                <a:ext uri="{FF2B5EF4-FFF2-40B4-BE49-F238E27FC236}">
                  <a16:creationId xmlns:a16="http://schemas.microsoft.com/office/drawing/2014/main" id="{8FF74DC4-280A-4A0E-802F-8B86947260C5}"/>
                </a:ext>
              </a:extLst>
            </p:cNvPr>
            <p:cNvSpPr>
              <a:spLocks/>
            </p:cNvSpPr>
            <p:nvPr/>
          </p:nvSpPr>
          <p:spPr bwMode="auto">
            <a:xfrm>
              <a:off x="4430" y="2803"/>
              <a:ext cx="510" cy="0"/>
            </a:xfrm>
            <a:custGeom>
              <a:avLst/>
              <a:gdLst>
                <a:gd name="T0" fmla="*/ 0 w 1230"/>
                <a:gd name="T1" fmla="*/ 0 h 1"/>
                <a:gd name="T2" fmla="*/ 1230 w 1230"/>
                <a:gd name="T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230" h="1">
                  <a:moveTo>
                    <a:pt x="0" y="0"/>
                  </a:moveTo>
                  <a:lnTo>
                    <a:pt x="1230" y="0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lgDashDot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7690" name="Freeform 170">
              <a:extLst>
                <a:ext uri="{FF2B5EF4-FFF2-40B4-BE49-F238E27FC236}">
                  <a16:creationId xmlns:a16="http://schemas.microsoft.com/office/drawing/2014/main" id="{982A5AEE-104C-4314-9EF4-87378D3A4728}"/>
                </a:ext>
              </a:extLst>
            </p:cNvPr>
            <p:cNvSpPr>
              <a:spLocks/>
            </p:cNvSpPr>
            <p:nvPr/>
          </p:nvSpPr>
          <p:spPr bwMode="auto">
            <a:xfrm>
              <a:off x="4685" y="2582"/>
              <a:ext cx="0" cy="443"/>
            </a:xfrm>
            <a:custGeom>
              <a:avLst/>
              <a:gdLst>
                <a:gd name="T0" fmla="*/ 0 w 1"/>
                <a:gd name="T1" fmla="*/ 0 h 990"/>
                <a:gd name="T2" fmla="*/ 0 w 1"/>
                <a:gd name="T3" fmla="*/ 990 h 9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990">
                  <a:moveTo>
                    <a:pt x="0" y="0"/>
                  </a:moveTo>
                  <a:lnTo>
                    <a:pt x="0" y="990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lgDashDot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7691" name="Oval 171">
              <a:extLst>
                <a:ext uri="{FF2B5EF4-FFF2-40B4-BE49-F238E27FC236}">
                  <a16:creationId xmlns:a16="http://schemas.microsoft.com/office/drawing/2014/main" id="{6E1AEEF2-C1D7-4141-9174-D6A42F3ADB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21" y="2632"/>
              <a:ext cx="331" cy="319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7692" name="Oval 172">
              <a:extLst>
                <a:ext uri="{FF2B5EF4-FFF2-40B4-BE49-F238E27FC236}">
                  <a16:creationId xmlns:a16="http://schemas.microsoft.com/office/drawing/2014/main" id="{790DC19A-627E-4534-800B-47654FBE75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81" y="2698"/>
              <a:ext cx="206" cy="186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7693" name="Freeform 173">
              <a:extLst>
                <a:ext uri="{FF2B5EF4-FFF2-40B4-BE49-F238E27FC236}">
                  <a16:creationId xmlns:a16="http://schemas.microsoft.com/office/drawing/2014/main" id="{F44A5A59-111B-49AC-97F8-63371FB044FB}"/>
                </a:ext>
              </a:extLst>
            </p:cNvPr>
            <p:cNvSpPr>
              <a:spLocks/>
            </p:cNvSpPr>
            <p:nvPr/>
          </p:nvSpPr>
          <p:spPr bwMode="auto">
            <a:xfrm>
              <a:off x="4332" y="2573"/>
              <a:ext cx="1" cy="109"/>
            </a:xfrm>
            <a:custGeom>
              <a:avLst/>
              <a:gdLst>
                <a:gd name="T0" fmla="*/ 0 w 1"/>
                <a:gd name="T1" fmla="*/ 0 h 109"/>
                <a:gd name="T2" fmla="*/ 1 w 1"/>
                <a:gd name="T3" fmla="*/ 109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109">
                  <a:moveTo>
                    <a:pt x="0" y="0"/>
                  </a:moveTo>
                  <a:lnTo>
                    <a:pt x="1" y="109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7694" name="Freeform 174">
              <a:extLst>
                <a:ext uri="{FF2B5EF4-FFF2-40B4-BE49-F238E27FC236}">
                  <a16:creationId xmlns:a16="http://schemas.microsoft.com/office/drawing/2014/main" id="{88830F76-886F-4FFB-BF8C-353E76E7E580}"/>
                </a:ext>
              </a:extLst>
            </p:cNvPr>
            <p:cNvSpPr>
              <a:spLocks/>
            </p:cNvSpPr>
            <p:nvPr/>
          </p:nvSpPr>
          <p:spPr bwMode="auto">
            <a:xfrm>
              <a:off x="4332" y="2573"/>
              <a:ext cx="708" cy="0"/>
            </a:xfrm>
            <a:custGeom>
              <a:avLst/>
              <a:gdLst>
                <a:gd name="T0" fmla="*/ 0 w 1096"/>
                <a:gd name="T1" fmla="*/ 0 h 1"/>
                <a:gd name="T2" fmla="*/ 1096 w 1096"/>
                <a:gd name="T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096" h="1">
                  <a:moveTo>
                    <a:pt x="0" y="0"/>
                  </a:moveTo>
                  <a:lnTo>
                    <a:pt x="1096" y="0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7695" name="Freeform 175">
              <a:extLst>
                <a:ext uri="{FF2B5EF4-FFF2-40B4-BE49-F238E27FC236}">
                  <a16:creationId xmlns:a16="http://schemas.microsoft.com/office/drawing/2014/main" id="{DB068C14-62F7-4A31-9FA1-3D98DAF1F1AD}"/>
                </a:ext>
              </a:extLst>
            </p:cNvPr>
            <p:cNvSpPr>
              <a:spLocks/>
            </p:cNvSpPr>
            <p:nvPr/>
          </p:nvSpPr>
          <p:spPr bwMode="auto">
            <a:xfrm>
              <a:off x="4234" y="2678"/>
              <a:ext cx="101" cy="2"/>
            </a:xfrm>
            <a:custGeom>
              <a:avLst/>
              <a:gdLst>
                <a:gd name="T0" fmla="*/ 0 w 157"/>
                <a:gd name="T1" fmla="*/ 0 h 3"/>
                <a:gd name="T2" fmla="*/ 157 w 157"/>
                <a:gd name="T3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57" h="3">
                  <a:moveTo>
                    <a:pt x="0" y="0"/>
                  </a:moveTo>
                  <a:lnTo>
                    <a:pt x="157" y="3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7696" name="Line 176">
              <a:extLst>
                <a:ext uri="{FF2B5EF4-FFF2-40B4-BE49-F238E27FC236}">
                  <a16:creationId xmlns:a16="http://schemas.microsoft.com/office/drawing/2014/main" id="{49E89F1C-1D90-4588-AB2D-12D854CB172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32" y="2573"/>
              <a:ext cx="0" cy="10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7697" name="Freeform 177">
              <a:extLst>
                <a:ext uri="{FF2B5EF4-FFF2-40B4-BE49-F238E27FC236}">
                  <a16:creationId xmlns:a16="http://schemas.microsoft.com/office/drawing/2014/main" id="{EADBA2CC-71A0-473E-BA21-6BD078BD8443}"/>
                </a:ext>
              </a:extLst>
            </p:cNvPr>
            <p:cNvSpPr>
              <a:spLocks/>
            </p:cNvSpPr>
            <p:nvPr/>
          </p:nvSpPr>
          <p:spPr bwMode="auto">
            <a:xfrm>
              <a:off x="5026" y="2679"/>
              <a:ext cx="104" cy="1"/>
            </a:xfrm>
            <a:custGeom>
              <a:avLst/>
              <a:gdLst>
                <a:gd name="T0" fmla="*/ 0 w 162"/>
                <a:gd name="T1" fmla="*/ 2 h 2"/>
                <a:gd name="T2" fmla="*/ 162 w 162"/>
                <a:gd name="T3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62" h="2">
                  <a:moveTo>
                    <a:pt x="0" y="2"/>
                  </a:moveTo>
                  <a:lnTo>
                    <a:pt x="162" y="0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7698" name="Freeform 178">
              <a:extLst>
                <a:ext uri="{FF2B5EF4-FFF2-40B4-BE49-F238E27FC236}">
                  <a16:creationId xmlns:a16="http://schemas.microsoft.com/office/drawing/2014/main" id="{A2990689-5208-4DF2-BAA3-28AAE3EF13CB}"/>
                </a:ext>
              </a:extLst>
            </p:cNvPr>
            <p:cNvSpPr>
              <a:spLocks/>
            </p:cNvSpPr>
            <p:nvPr/>
          </p:nvSpPr>
          <p:spPr bwMode="auto">
            <a:xfrm>
              <a:off x="5164" y="2808"/>
              <a:ext cx="77" cy="1"/>
            </a:xfrm>
            <a:custGeom>
              <a:avLst/>
              <a:gdLst>
                <a:gd name="T0" fmla="*/ 0 w 120"/>
                <a:gd name="T1" fmla="*/ 0 h 1"/>
                <a:gd name="T2" fmla="*/ 120 w 120"/>
                <a:gd name="T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20" h="1">
                  <a:moveTo>
                    <a:pt x="0" y="0"/>
                  </a:moveTo>
                  <a:lnTo>
                    <a:pt x="120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7699" name="Freeform 179">
              <a:extLst>
                <a:ext uri="{FF2B5EF4-FFF2-40B4-BE49-F238E27FC236}">
                  <a16:creationId xmlns:a16="http://schemas.microsoft.com/office/drawing/2014/main" id="{33E1F6B5-C1A4-4ECB-806F-0B00FF786BC1}"/>
                </a:ext>
              </a:extLst>
            </p:cNvPr>
            <p:cNvSpPr>
              <a:spLocks/>
            </p:cNvSpPr>
            <p:nvPr/>
          </p:nvSpPr>
          <p:spPr bwMode="auto">
            <a:xfrm>
              <a:off x="4124" y="2808"/>
              <a:ext cx="77" cy="0"/>
            </a:xfrm>
            <a:custGeom>
              <a:avLst/>
              <a:gdLst>
                <a:gd name="T0" fmla="*/ 0 w 120"/>
                <a:gd name="T1" fmla="*/ 0 h 1"/>
                <a:gd name="T2" fmla="*/ 120 w 120"/>
                <a:gd name="T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20" h="1">
                  <a:moveTo>
                    <a:pt x="0" y="0"/>
                  </a:moveTo>
                  <a:lnTo>
                    <a:pt x="120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7723" name="Line 203">
              <a:extLst>
                <a:ext uri="{FF2B5EF4-FFF2-40B4-BE49-F238E27FC236}">
                  <a16:creationId xmlns:a16="http://schemas.microsoft.com/office/drawing/2014/main" id="{017D4846-8D64-4D96-BF6F-27FC4AC499C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84" y="1965"/>
              <a:ext cx="0" cy="38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7724" name="Line 204">
              <a:extLst>
                <a:ext uri="{FF2B5EF4-FFF2-40B4-BE49-F238E27FC236}">
                  <a16:creationId xmlns:a16="http://schemas.microsoft.com/office/drawing/2014/main" id="{79777E8F-2F87-4161-A4DF-64FED3170A5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84" y="1962"/>
              <a:ext cx="0" cy="39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07730" name="Group 210">
            <a:extLst>
              <a:ext uri="{FF2B5EF4-FFF2-40B4-BE49-F238E27FC236}">
                <a16:creationId xmlns:a16="http://schemas.microsoft.com/office/drawing/2014/main" id="{1EC180D4-7D75-4341-B2EB-C9F7D9263AF6}"/>
              </a:ext>
            </a:extLst>
          </p:cNvPr>
          <p:cNvGrpSpPr>
            <a:grpSpLocks/>
          </p:cNvGrpSpPr>
          <p:nvPr/>
        </p:nvGrpSpPr>
        <p:grpSpPr bwMode="auto">
          <a:xfrm>
            <a:off x="3584575" y="2771775"/>
            <a:ext cx="2425700" cy="2065338"/>
            <a:chOff x="2258" y="1746"/>
            <a:chExt cx="1528" cy="1301"/>
          </a:xfrm>
        </p:grpSpPr>
        <p:sp>
          <p:nvSpPr>
            <p:cNvPr id="107595" name="Text Box 75">
              <a:extLst>
                <a:ext uri="{FF2B5EF4-FFF2-40B4-BE49-F238E27FC236}">
                  <a16:creationId xmlns:a16="http://schemas.microsoft.com/office/drawing/2014/main" id="{FF9C7EC1-E60B-42D8-A420-BEE18E56A9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96" y="1746"/>
              <a:ext cx="375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sz="1600" i="1">
                  <a:latin typeface="宋体" panose="02010600030101010101" pitchFamily="2" charset="-122"/>
                </a:rPr>
                <a:t>B</a:t>
              </a:r>
              <a:r>
                <a:rPr lang="zh-CN" altLang="en-US" sz="1600"/>
                <a:t>－</a:t>
              </a:r>
              <a:r>
                <a:rPr lang="en-US" altLang="zh-CN" sz="1600" i="1">
                  <a:latin typeface="宋体" panose="02010600030101010101" pitchFamily="2" charset="-122"/>
                </a:rPr>
                <a:t>B</a:t>
              </a:r>
              <a:endParaRPr lang="en-US" altLang="zh-CN" sz="1600"/>
            </a:p>
          </p:txBody>
        </p:sp>
        <p:sp>
          <p:nvSpPr>
            <p:cNvPr id="107705" name="Freeform 185">
              <a:extLst>
                <a:ext uri="{FF2B5EF4-FFF2-40B4-BE49-F238E27FC236}">
                  <a16:creationId xmlns:a16="http://schemas.microsoft.com/office/drawing/2014/main" id="{C6CD7117-6E1F-4EB4-A704-F906AE962402}"/>
                </a:ext>
              </a:extLst>
            </p:cNvPr>
            <p:cNvSpPr>
              <a:spLocks/>
            </p:cNvSpPr>
            <p:nvPr/>
          </p:nvSpPr>
          <p:spPr bwMode="auto">
            <a:xfrm>
              <a:off x="2520" y="1956"/>
              <a:ext cx="936" cy="400"/>
            </a:xfrm>
            <a:custGeom>
              <a:avLst/>
              <a:gdLst>
                <a:gd name="T0" fmla="*/ 0 w 936"/>
                <a:gd name="T1" fmla="*/ 400 h 400"/>
                <a:gd name="T2" fmla="*/ 936 w 936"/>
                <a:gd name="T3" fmla="*/ 400 h 400"/>
                <a:gd name="T4" fmla="*/ 936 w 936"/>
                <a:gd name="T5" fmla="*/ 308 h 400"/>
                <a:gd name="T6" fmla="*/ 664 w 936"/>
                <a:gd name="T7" fmla="*/ 308 h 400"/>
                <a:gd name="T8" fmla="*/ 664 w 936"/>
                <a:gd name="T9" fmla="*/ 0 h 400"/>
                <a:gd name="T10" fmla="*/ 280 w 936"/>
                <a:gd name="T11" fmla="*/ 0 h 400"/>
                <a:gd name="T12" fmla="*/ 280 w 936"/>
                <a:gd name="T13" fmla="*/ 316 h 400"/>
                <a:gd name="T14" fmla="*/ 108 w 936"/>
                <a:gd name="T15" fmla="*/ 316 h 400"/>
                <a:gd name="T16" fmla="*/ 108 w 936"/>
                <a:gd name="T17" fmla="*/ 224 h 400"/>
                <a:gd name="T18" fmla="*/ 0 w 936"/>
                <a:gd name="T19" fmla="*/ 224 h 400"/>
                <a:gd name="T20" fmla="*/ 0 w 936"/>
                <a:gd name="T21" fmla="*/ 400 h 4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36" h="400">
                  <a:moveTo>
                    <a:pt x="0" y="400"/>
                  </a:moveTo>
                  <a:lnTo>
                    <a:pt x="936" y="400"/>
                  </a:lnTo>
                  <a:lnTo>
                    <a:pt x="936" y="308"/>
                  </a:lnTo>
                  <a:lnTo>
                    <a:pt x="664" y="308"/>
                  </a:lnTo>
                  <a:lnTo>
                    <a:pt x="664" y="0"/>
                  </a:lnTo>
                  <a:lnTo>
                    <a:pt x="280" y="0"/>
                  </a:lnTo>
                  <a:lnTo>
                    <a:pt x="280" y="316"/>
                  </a:lnTo>
                  <a:lnTo>
                    <a:pt x="108" y="316"/>
                  </a:lnTo>
                  <a:lnTo>
                    <a:pt x="108" y="224"/>
                  </a:lnTo>
                  <a:lnTo>
                    <a:pt x="0" y="224"/>
                  </a:lnTo>
                  <a:lnTo>
                    <a:pt x="0" y="400"/>
                  </a:lnTo>
                  <a:close/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7596" name="Line 76">
              <a:extLst>
                <a:ext uri="{FF2B5EF4-FFF2-40B4-BE49-F238E27FC236}">
                  <a16:creationId xmlns:a16="http://schemas.microsoft.com/office/drawing/2014/main" id="{BD953DCC-E0CC-4336-B455-172FBA16D3C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28" y="2574"/>
              <a:ext cx="0" cy="47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7597" name="Rectangle 77">
              <a:extLst>
                <a:ext uri="{FF2B5EF4-FFF2-40B4-BE49-F238E27FC236}">
                  <a16:creationId xmlns:a16="http://schemas.microsoft.com/office/drawing/2014/main" id="{93EF8B0F-E943-4C86-A94B-8AD59FD3E8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26" y="2465"/>
              <a:ext cx="930" cy="574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7598" name="Freeform 78">
              <a:extLst>
                <a:ext uri="{FF2B5EF4-FFF2-40B4-BE49-F238E27FC236}">
                  <a16:creationId xmlns:a16="http://schemas.microsoft.com/office/drawing/2014/main" id="{D5581B17-A6B0-47C2-8FA0-E72071D530B0}"/>
                </a:ext>
              </a:extLst>
            </p:cNvPr>
            <p:cNvSpPr>
              <a:spLocks/>
            </p:cNvSpPr>
            <p:nvPr/>
          </p:nvSpPr>
          <p:spPr bwMode="auto">
            <a:xfrm>
              <a:off x="2729" y="2810"/>
              <a:ext cx="529" cy="1"/>
            </a:xfrm>
            <a:custGeom>
              <a:avLst/>
              <a:gdLst>
                <a:gd name="T0" fmla="*/ 0 w 1230"/>
                <a:gd name="T1" fmla="*/ 0 h 1"/>
                <a:gd name="T2" fmla="*/ 1230 w 1230"/>
                <a:gd name="T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230" h="1">
                  <a:moveTo>
                    <a:pt x="0" y="0"/>
                  </a:moveTo>
                  <a:lnTo>
                    <a:pt x="1230" y="0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lgDashDot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7599" name="Freeform 79">
              <a:extLst>
                <a:ext uri="{FF2B5EF4-FFF2-40B4-BE49-F238E27FC236}">
                  <a16:creationId xmlns:a16="http://schemas.microsoft.com/office/drawing/2014/main" id="{F77E385A-86DF-4BE1-B7CF-D6B9FDFC5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2993" y="2591"/>
              <a:ext cx="1" cy="455"/>
            </a:xfrm>
            <a:custGeom>
              <a:avLst/>
              <a:gdLst>
                <a:gd name="T0" fmla="*/ 0 w 1"/>
                <a:gd name="T1" fmla="*/ 0 h 990"/>
                <a:gd name="T2" fmla="*/ 0 w 1"/>
                <a:gd name="T3" fmla="*/ 990 h 9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990">
                  <a:moveTo>
                    <a:pt x="0" y="0"/>
                  </a:moveTo>
                  <a:lnTo>
                    <a:pt x="0" y="990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lgDashDot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7600" name="Oval 80">
              <a:extLst>
                <a:ext uri="{FF2B5EF4-FFF2-40B4-BE49-F238E27FC236}">
                  <a16:creationId xmlns:a16="http://schemas.microsoft.com/office/drawing/2014/main" id="{4C2960DF-909D-467B-8AC4-EE5194DE44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06" y="2634"/>
              <a:ext cx="379" cy="354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7601" name="Oval 81">
              <a:extLst>
                <a:ext uri="{FF2B5EF4-FFF2-40B4-BE49-F238E27FC236}">
                  <a16:creationId xmlns:a16="http://schemas.microsoft.com/office/drawing/2014/main" id="{5FC33B77-5421-472A-88C8-4A2D5F13E1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76" y="2701"/>
              <a:ext cx="234" cy="215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7602" name="Freeform 82">
              <a:extLst>
                <a:ext uri="{FF2B5EF4-FFF2-40B4-BE49-F238E27FC236}">
                  <a16:creationId xmlns:a16="http://schemas.microsoft.com/office/drawing/2014/main" id="{6EDAE983-7F06-4535-AF5D-18701C9FB703}"/>
                </a:ext>
              </a:extLst>
            </p:cNvPr>
            <p:cNvSpPr>
              <a:spLocks/>
            </p:cNvSpPr>
            <p:nvPr/>
          </p:nvSpPr>
          <p:spPr bwMode="auto">
            <a:xfrm>
              <a:off x="2623" y="2574"/>
              <a:ext cx="833" cy="1"/>
            </a:xfrm>
            <a:custGeom>
              <a:avLst/>
              <a:gdLst>
                <a:gd name="T0" fmla="*/ 0 w 833"/>
                <a:gd name="T1" fmla="*/ 0 h 1"/>
                <a:gd name="T2" fmla="*/ 833 w 833"/>
                <a:gd name="T3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833" h="1">
                  <a:moveTo>
                    <a:pt x="0" y="0"/>
                  </a:moveTo>
                  <a:lnTo>
                    <a:pt x="833" y="1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7603" name="Text Box 83">
              <a:extLst>
                <a:ext uri="{FF2B5EF4-FFF2-40B4-BE49-F238E27FC236}">
                  <a16:creationId xmlns:a16="http://schemas.microsoft.com/office/drawing/2014/main" id="{FFC974B0-3474-46CE-8FC6-3E6E07B4798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58" y="2686"/>
              <a:ext cx="189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sz="1800" i="1">
                  <a:latin typeface="宋体" panose="02010600030101010101" pitchFamily="2" charset="-122"/>
                </a:rPr>
                <a:t>B</a:t>
              </a:r>
              <a:endParaRPr lang="en-US" altLang="zh-CN" sz="1800"/>
            </a:p>
          </p:txBody>
        </p:sp>
        <p:sp>
          <p:nvSpPr>
            <p:cNvPr id="107604" name="Text Box 84">
              <a:extLst>
                <a:ext uri="{FF2B5EF4-FFF2-40B4-BE49-F238E27FC236}">
                  <a16:creationId xmlns:a16="http://schemas.microsoft.com/office/drawing/2014/main" id="{3AECBE7A-DA99-429A-897E-7FD34221F19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36" y="2684"/>
              <a:ext cx="35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eaLnBrk="1" hangingPunct="1"/>
              <a:r>
                <a:rPr lang="en-US" altLang="zh-CN" sz="1800" i="1">
                  <a:latin typeface="宋体" panose="02010600030101010101" pitchFamily="2" charset="-122"/>
                </a:rPr>
                <a:t>B</a:t>
              </a:r>
              <a:endParaRPr lang="en-US" altLang="zh-CN" sz="1800"/>
            </a:p>
          </p:txBody>
        </p:sp>
        <p:sp>
          <p:nvSpPr>
            <p:cNvPr id="107605" name="Freeform 85">
              <a:extLst>
                <a:ext uri="{FF2B5EF4-FFF2-40B4-BE49-F238E27FC236}">
                  <a16:creationId xmlns:a16="http://schemas.microsoft.com/office/drawing/2014/main" id="{79F52283-4DC8-4A17-B99E-3B853ECACB9B}"/>
                </a:ext>
              </a:extLst>
            </p:cNvPr>
            <p:cNvSpPr>
              <a:spLocks/>
            </p:cNvSpPr>
            <p:nvPr/>
          </p:nvSpPr>
          <p:spPr bwMode="auto">
            <a:xfrm>
              <a:off x="3487" y="2812"/>
              <a:ext cx="77" cy="1"/>
            </a:xfrm>
            <a:custGeom>
              <a:avLst/>
              <a:gdLst>
                <a:gd name="T0" fmla="*/ 0 w 120"/>
                <a:gd name="T1" fmla="*/ 0 h 1"/>
                <a:gd name="T2" fmla="*/ 120 w 120"/>
                <a:gd name="T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20" h="1">
                  <a:moveTo>
                    <a:pt x="0" y="0"/>
                  </a:moveTo>
                  <a:lnTo>
                    <a:pt x="120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7606" name="Freeform 86">
              <a:extLst>
                <a:ext uri="{FF2B5EF4-FFF2-40B4-BE49-F238E27FC236}">
                  <a16:creationId xmlns:a16="http://schemas.microsoft.com/office/drawing/2014/main" id="{9E29229C-A0CC-44A9-8F0A-C1A65BD06456}"/>
                </a:ext>
              </a:extLst>
            </p:cNvPr>
            <p:cNvSpPr>
              <a:spLocks/>
            </p:cNvSpPr>
            <p:nvPr/>
          </p:nvSpPr>
          <p:spPr bwMode="auto">
            <a:xfrm>
              <a:off x="2429" y="2813"/>
              <a:ext cx="77" cy="0"/>
            </a:xfrm>
            <a:custGeom>
              <a:avLst/>
              <a:gdLst>
                <a:gd name="T0" fmla="*/ 0 w 120"/>
                <a:gd name="T1" fmla="*/ 0 h 1"/>
                <a:gd name="T2" fmla="*/ 120 w 120"/>
                <a:gd name="T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20" h="1">
                  <a:moveTo>
                    <a:pt x="0" y="0"/>
                  </a:moveTo>
                  <a:lnTo>
                    <a:pt x="120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7608" name="Freeform 88">
              <a:extLst>
                <a:ext uri="{FF2B5EF4-FFF2-40B4-BE49-F238E27FC236}">
                  <a16:creationId xmlns:a16="http://schemas.microsoft.com/office/drawing/2014/main" id="{0E1CF8F3-EAC7-400C-B0BC-715F2F75DDB1}"/>
                </a:ext>
              </a:extLst>
            </p:cNvPr>
            <p:cNvSpPr>
              <a:spLocks/>
            </p:cNvSpPr>
            <p:nvPr/>
          </p:nvSpPr>
          <p:spPr bwMode="auto">
            <a:xfrm>
              <a:off x="2993" y="1924"/>
              <a:ext cx="1" cy="470"/>
            </a:xfrm>
            <a:custGeom>
              <a:avLst/>
              <a:gdLst>
                <a:gd name="T0" fmla="*/ 0 w 1"/>
                <a:gd name="T1" fmla="*/ 1021 h 1021"/>
                <a:gd name="T2" fmla="*/ 0 w 1"/>
                <a:gd name="T3" fmla="*/ 0 h 10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1021">
                  <a:moveTo>
                    <a:pt x="0" y="1021"/>
                  </a:moveTo>
                  <a:lnTo>
                    <a:pt x="0" y="0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lgDashDot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7619" name="Freeform 99">
              <a:extLst>
                <a:ext uri="{FF2B5EF4-FFF2-40B4-BE49-F238E27FC236}">
                  <a16:creationId xmlns:a16="http://schemas.microsoft.com/office/drawing/2014/main" id="{6BD18AB9-7F90-4F27-97A4-957B5D1997CB}"/>
                </a:ext>
              </a:extLst>
            </p:cNvPr>
            <p:cNvSpPr>
              <a:spLocks/>
            </p:cNvSpPr>
            <p:nvPr/>
          </p:nvSpPr>
          <p:spPr bwMode="auto">
            <a:xfrm>
              <a:off x="2800" y="1952"/>
              <a:ext cx="76" cy="77"/>
            </a:xfrm>
            <a:custGeom>
              <a:avLst/>
              <a:gdLst>
                <a:gd name="T0" fmla="*/ 0 w 80"/>
                <a:gd name="T1" fmla="*/ 77 h 77"/>
                <a:gd name="T2" fmla="*/ 80 w 80"/>
                <a:gd name="T3" fmla="*/ 0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80" h="77">
                  <a:moveTo>
                    <a:pt x="0" y="77"/>
                  </a:moveTo>
                  <a:lnTo>
                    <a:pt x="80" y="0"/>
                  </a:lnTo>
                </a:path>
              </a:pathLst>
            </a:custGeom>
            <a:noFill/>
            <a:ln w="1270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7620" name="Freeform 100">
              <a:extLst>
                <a:ext uri="{FF2B5EF4-FFF2-40B4-BE49-F238E27FC236}">
                  <a16:creationId xmlns:a16="http://schemas.microsoft.com/office/drawing/2014/main" id="{8E9805C3-4899-474E-856E-9D46EC15CDF8}"/>
                </a:ext>
              </a:extLst>
            </p:cNvPr>
            <p:cNvSpPr>
              <a:spLocks/>
            </p:cNvSpPr>
            <p:nvPr/>
          </p:nvSpPr>
          <p:spPr bwMode="auto">
            <a:xfrm>
              <a:off x="2800" y="2032"/>
              <a:ext cx="80" cy="80"/>
            </a:xfrm>
            <a:custGeom>
              <a:avLst/>
              <a:gdLst>
                <a:gd name="T0" fmla="*/ 0 w 80"/>
                <a:gd name="T1" fmla="*/ 80 h 80"/>
                <a:gd name="T2" fmla="*/ 80 w 80"/>
                <a:gd name="T3" fmla="*/ 0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80" h="80">
                  <a:moveTo>
                    <a:pt x="0" y="80"/>
                  </a:moveTo>
                  <a:lnTo>
                    <a:pt x="80" y="0"/>
                  </a:lnTo>
                </a:path>
              </a:pathLst>
            </a:custGeom>
            <a:noFill/>
            <a:ln w="1270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7621" name="Freeform 101">
              <a:extLst>
                <a:ext uri="{FF2B5EF4-FFF2-40B4-BE49-F238E27FC236}">
                  <a16:creationId xmlns:a16="http://schemas.microsoft.com/office/drawing/2014/main" id="{BC1587A1-57BA-400D-856B-1A2EC4F892AF}"/>
                </a:ext>
              </a:extLst>
            </p:cNvPr>
            <p:cNvSpPr>
              <a:spLocks/>
            </p:cNvSpPr>
            <p:nvPr/>
          </p:nvSpPr>
          <p:spPr bwMode="auto">
            <a:xfrm>
              <a:off x="2800" y="2128"/>
              <a:ext cx="80" cy="80"/>
            </a:xfrm>
            <a:custGeom>
              <a:avLst/>
              <a:gdLst>
                <a:gd name="T0" fmla="*/ 0 w 80"/>
                <a:gd name="T1" fmla="*/ 80 h 80"/>
                <a:gd name="T2" fmla="*/ 80 w 80"/>
                <a:gd name="T3" fmla="*/ 0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80" h="80">
                  <a:moveTo>
                    <a:pt x="0" y="80"/>
                  </a:moveTo>
                  <a:lnTo>
                    <a:pt x="80" y="0"/>
                  </a:lnTo>
                </a:path>
              </a:pathLst>
            </a:custGeom>
            <a:noFill/>
            <a:ln w="1270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7622" name="Freeform 102">
              <a:extLst>
                <a:ext uri="{FF2B5EF4-FFF2-40B4-BE49-F238E27FC236}">
                  <a16:creationId xmlns:a16="http://schemas.microsoft.com/office/drawing/2014/main" id="{8B6084BA-3F07-4360-B62D-20832E843A05}"/>
                </a:ext>
              </a:extLst>
            </p:cNvPr>
            <p:cNvSpPr>
              <a:spLocks/>
            </p:cNvSpPr>
            <p:nvPr/>
          </p:nvSpPr>
          <p:spPr bwMode="auto">
            <a:xfrm>
              <a:off x="2752" y="2232"/>
              <a:ext cx="126" cy="126"/>
            </a:xfrm>
            <a:custGeom>
              <a:avLst/>
              <a:gdLst>
                <a:gd name="T0" fmla="*/ 126 w 126"/>
                <a:gd name="T1" fmla="*/ 0 h 126"/>
                <a:gd name="T2" fmla="*/ 0 w 126"/>
                <a:gd name="T3" fmla="*/ 126 h 1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26" h="126">
                  <a:moveTo>
                    <a:pt x="126" y="0"/>
                  </a:moveTo>
                  <a:lnTo>
                    <a:pt x="0" y="126"/>
                  </a:lnTo>
                </a:path>
              </a:pathLst>
            </a:custGeom>
            <a:noFill/>
            <a:ln w="1270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7623" name="Freeform 103">
              <a:extLst>
                <a:ext uri="{FF2B5EF4-FFF2-40B4-BE49-F238E27FC236}">
                  <a16:creationId xmlns:a16="http://schemas.microsoft.com/office/drawing/2014/main" id="{4E360E1D-D966-4426-A0DC-03E58E171201}"/>
                </a:ext>
              </a:extLst>
            </p:cNvPr>
            <p:cNvSpPr>
              <a:spLocks/>
            </p:cNvSpPr>
            <p:nvPr/>
          </p:nvSpPr>
          <p:spPr bwMode="auto">
            <a:xfrm>
              <a:off x="2650" y="2272"/>
              <a:ext cx="86" cy="86"/>
            </a:xfrm>
            <a:custGeom>
              <a:avLst/>
              <a:gdLst>
                <a:gd name="T0" fmla="*/ 86 w 86"/>
                <a:gd name="T1" fmla="*/ 0 h 86"/>
                <a:gd name="T2" fmla="*/ 0 w 86"/>
                <a:gd name="T3" fmla="*/ 86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86" h="86">
                  <a:moveTo>
                    <a:pt x="86" y="0"/>
                  </a:moveTo>
                  <a:lnTo>
                    <a:pt x="0" y="86"/>
                  </a:lnTo>
                </a:path>
              </a:pathLst>
            </a:custGeom>
            <a:noFill/>
            <a:ln w="1270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7624" name="Freeform 104">
              <a:extLst>
                <a:ext uri="{FF2B5EF4-FFF2-40B4-BE49-F238E27FC236}">
                  <a16:creationId xmlns:a16="http://schemas.microsoft.com/office/drawing/2014/main" id="{131115BF-968D-48ED-97AC-7EDCD2E39C11}"/>
                </a:ext>
              </a:extLst>
            </p:cNvPr>
            <p:cNvSpPr>
              <a:spLocks/>
            </p:cNvSpPr>
            <p:nvPr/>
          </p:nvSpPr>
          <p:spPr bwMode="auto">
            <a:xfrm>
              <a:off x="2563" y="2272"/>
              <a:ext cx="85" cy="86"/>
            </a:xfrm>
            <a:custGeom>
              <a:avLst/>
              <a:gdLst>
                <a:gd name="T0" fmla="*/ 85 w 85"/>
                <a:gd name="T1" fmla="*/ 0 h 86"/>
                <a:gd name="T2" fmla="*/ 0 w 85"/>
                <a:gd name="T3" fmla="*/ 86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85" h="86">
                  <a:moveTo>
                    <a:pt x="85" y="0"/>
                  </a:moveTo>
                  <a:lnTo>
                    <a:pt x="0" y="86"/>
                  </a:lnTo>
                </a:path>
              </a:pathLst>
            </a:custGeom>
            <a:noFill/>
            <a:ln w="1270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7625" name="Freeform 105">
              <a:extLst>
                <a:ext uri="{FF2B5EF4-FFF2-40B4-BE49-F238E27FC236}">
                  <a16:creationId xmlns:a16="http://schemas.microsoft.com/office/drawing/2014/main" id="{18FF595B-EBF7-4707-9422-E4CA382A1BFE}"/>
                </a:ext>
              </a:extLst>
            </p:cNvPr>
            <p:cNvSpPr>
              <a:spLocks/>
            </p:cNvSpPr>
            <p:nvPr/>
          </p:nvSpPr>
          <p:spPr bwMode="auto">
            <a:xfrm>
              <a:off x="2528" y="2200"/>
              <a:ext cx="96" cy="96"/>
            </a:xfrm>
            <a:custGeom>
              <a:avLst/>
              <a:gdLst>
                <a:gd name="T0" fmla="*/ 96 w 96"/>
                <a:gd name="T1" fmla="*/ 0 h 96"/>
                <a:gd name="T2" fmla="*/ 0 w 96"/>
                <a:gd name="T3" fmla="*/ 96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96" h="96">
                  <a:moveTo>
                    <a:pt x="96" y="0"/>
                  </a:moveTo>
                  <a:lnTo>
                    <a:pt x="0" y="96"/>
                  </a:lnTo>
                </a:path>
              </a:pathLst>
            </a:custGeom>
            <a:noFill/>
            <a:ln w="1270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7626" name="Freeform 106">
              <a:extLst>
                <a:ext uri="{FF2B5EF4-FFF2-40B4-BE49-F238E27FC236}">
                  <a16:creationId xmlns:a16="http://schemas.microsoft.com/office/drawing/2014/main" id="{2D114994-E42B-472E-82AE-7028607E4514}"/>
                </a:ext>
              </a:extLst>
            </p:cNvPr>
            <p:cNvSpPr>
              <a:spLocks/>
            </p:cNvSpPr>
            <p:nvPr/>
          </p:nvSpPr>
          <p:spPr bwMode="auto">
            <a:xfrm>
              <a:off x="2524" y="2176"/>
              <a:ext cx="40" cy="40"/>
            </a:xfrm>
            <a:custGeom>
              <a:avLst/>
              <a:gdLst>
                <a:gd name="T0" fmla="*/ 40 w 40"/>
                <a:gd name="T1" fmla="*/ 0 h 40"/>
                <a:gd name="T2" fmla="*/ 0 w 40"/>
                <a:gd name="T3" fmla="*/ 4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40" h="40">
                  <a:moveTo>
                    <a:pt x="40" y="0"/>
                  </a:moveTo>
                  <a:lnTo>
                    <a:pt x="0" y="40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7627" name="Freeform 107">
              <a:extLst>
                <a:ext uri="{FF2B5EF4-FFF2-40B4-BE49-F238E27FC236}">
                  <a16:creationId xmlns:a16="http://schemas.microsoft.com/office/drawing/2014/main" id="{196AADC9-5605-4F26-BDEE-3CA50E71E732}"/>
                </a:ext>
              </a:extLst>
            </p:cNvPr>
            <p:cNvSpPr>
              <a:spLocks/>
            </p:cNvSpPr>
            <p:nvPr/>
          </p:nvSpPr>
          <p:spPr bwMode="auto">
            <a:xfrm>
              <a:off x="3148" y="2268"/>
              <a:ext cx="84" cy="84"/>
            </a:xfrm>
            <a:custGeom>
              <a:avLst/>
              <a:gdLst>
                <a:gd name="T0" fmla="*/ 0 w 84"/>
                <a:gd name="T1" fmla="*/ 84 h 84"/>
                <a:gd name="T2" fmla="*/ 84 w 84"/>
                <a:gd name="T3" fmla="*/ 0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84" h="84">
                  <a:moveTo>
                    <a:pt x="0" y="84"/>
                  </a:moveTo>
                  <a:lnTo>
                    <a:pt x="84" y="0"/>
                  </a:lnTo>
                </a:path>
              </a:pathLst>
            </a:custGeom>
            <a:noFill/>
            <a:ln w="1270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7628" name="Freeform 108">
              <a:extLst>
                <a:ext uri="{FF2B5EF4-FFF2-40B4-BE49-F238E27FC236}">
                  <a16:creationId xmlns:a16="http://schemas.microsoft.com/office/drawing/2014/main" id="{D0D861FC-EA58-4D78-8EB7-188DF8357438}"/>
                </a:ext>
              </a:extLst>
            </p:cNvPr>
            <p:cNvSpPr>
              <a:spLocks/>
            </p:cNvSpPr>
            <p:nvPr/>
          </p:nvSpPr>
          <p:spPr bwMode="auto">
            <a:xfrm>
              <a:off x="3114" y="2206"/>
              <a:ext cx="69" cy="68"/>
            </a:xfrm>
            <a:custGeom>
              <a:avLst/>
              <a:gdLst>
                <a:gd name="T0" fmla="*/ 0 w 69"/>
                <a:gd name="T1" fmla="*/ 68 h 68"/>
                <a:gd name="T2" fmla="*/ 69 w 69"/>
                <a:gd name="T3" fmla="*/ 0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69" h="68">
                  <a:moveTo>
                    <a:pt x="0" y="68"/>
                  </a:moveTo>
                  <a:lnTo>
                    <a:pt x="69" y="0"/>
                  </a:lnTo>
                </a:path>
              </a:pathLst>
            </a:custGeom>
            <a:noFill/>
            <a:ln w="1270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7629" name="Freeform 109">
              <a:extLst>
                <a:ext uri="{FF2B5EF4-FFF2-40B4-BE49-F238E27FC236}">
                  <a16:creationId xmlns:a16="http://schemas.microsoft.com/office/drawing/2014/main" id="{7D68E0B6-97B6-451C-8F26-145D512F0BB8}"/>
                </a:ext>
              </a:extLst>
            </p:cNvPr>
            <p:cNvSpPr>
              <a:spLocks/>
            </p:cNvSpPr>
            <p:nvPr/>
          </p:nvSpPr>
          <p:spPr bwMode="auto">
            <a:xfrm>
              <a:off x="3114" y="2120"/>
              <a:ext cx="67" cy="64"/>
            </a:xfrm>
            <a:custGeom>
              <a:avLst/>
              <a:gdLst>
                <a:gd name="T0" fmla="*/ 0 w 67"/>
                <a:gd name="T1" fmla="*/ 64 h 64"/>
                <a:gd name="T2" fmla="*/ 67 w 67"/>
                <a:gd name="T3" fmla="*/ 0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67" h="64">
                  <a:moveTo>
                    <a:pt x="0" y="64"/>
                  </a:moveTo>
                  <a:lnTo>
                    <a:pt x="67" y="0"/>
                  </a:lnTo>
                </a:path>
              </a:pathLst>
            </a:custGeom>
            <a:noFill/>
            <a:ln w="1270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7630" name="Freeform 110">
              <a:extLst>
                <a:ext uri="{FF2B5EF4-FFF2-40B4-BE49-F238E27FC236}">
                  <a16:creationId xmlns:a16="http://schemas.microsoft.com/office/drawing/2014/main" id="{2F7875D8-4AFD-4375-AC47-97DA34C73355}"/>
                </a:ext>
              </a:extLst>
            </p:cNvPr>
            <p:cNvSpPr>
              <a:spLocks/>
            </p:cNvSpPr>
            <p:nvPr/>
          </p:nvSpPr>
          <p:spPr bwMode="auto">
            <a:xfrm>
              <a:off x="3115" y="2034"/>
              <a:ext cx="71" cy="63"/>
            </a:xfrm>
            <a:custGeom>
              <a:avLst/>
              <a:gdLst>
                <a:gd name="T0" fmla="*/ 0 w 71"/>
                <a:gd name="T1" fmla="*/ 63 h 63"/>
                <a:gd name="T2" fmla="*/ 71 w 71"/>
                <a:gd name="T3" fmla="*/ 0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1" h="63">
                  <a:moveTo>
                    <a:pt x="0" y="63"/>
                  </a:moveTo>
                  <a:lnTo>
                    <a:pt x="71" y="0"/>
                  </a:lnTo>
                </a:path>
              </a:pathLst>
            </a:custGeom>
            <a:noFill/>
            <a:ln w="1270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7631" name="Freeform 111">
              <a:extLst>
                <a:ext uri="{FF2B5EF4-FFF2-40B4-BE49-F238E27FC236}">
                  <a16:creationId xmlns:a16="http://schemas.microsoft.com/office/drawing/2014/main" id="{92FFAF35-D830-4FDE-AC95-15AD9E36D19D}"/>
                </a:ext>
              </a:extLst>
            </p:cNvPr>
            <p:cNvSpPr>
              <a:spLocks/>
            </p:cNvSpPr>
            <p:nvPr/>
          </p:nvSpPr>
          <p:spPr bwMode="auto">
            <a:xfrm>
              <a:off x="3112" y="1956"/>
              <a:ext cx="56" cy="56"/>
            </a:xfrm>
            <a:custGeom>
              <a:avLst/>
              <a:gdLst>
                <a:gd name="T0" fmla="*/ 0 w 56"/>
                <a:gd name="T1" fmla="*/ 56 h 56"/>
                <a:gd name="T2" fmla="*/ 56 w 56"/>
                <a:gd name="T3" fmla="*/ 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56" h="56">
                  <a:moveTo>
                    <a:pt x="0" y="56"/>
                  </a:moveTo>
                  <a:lnTo>
                    <a:pt x="56" y="0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7632" name="Freeform 112">
              <a:extLst>
                <a:ext uri="{FF2B5EF4-FFF2-40B4-BE49-F238E27FC236}">
                  <a16:creationId xmlns:a16="http://schemas.microsoft.com/office/drawing/2014/main" id="{880610F9-9BE7-456F-8172-6FE552D3B2FB}"/>
                </a:ext>
              </a:extLst>
            </p:cNvPr>
            <p:cNvSpPr>
              <a:spLocks/>
            </p:cNvSpPr>
            <p:nvPr/>
          </p:nvSpPr>
          <p:spPr bwMode="auto">
            <a:xfrm>
              <a:off x="3252" y="2264"/>
              <a:ext cx="88" cy="89"/>
            </a:xfrm>
            <a:custGeom>
              <a:avLst/>
              <a:gdLst>
                <a:gd name="T0" fmla="*/ 0 w 88"/>
                <a:gd name="T1" fmla="*/ 89 h 89"/>
                <a:gd name="T2" fmla="*/ 88 w 88"/>
                <a:gd name="T3" fmla="*/ 0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88" h="89">
                  <a:moveTo>
                    <a:pt x="0" y="89"/>
                  </a:moveTo>
                  <a:lnTo>
                    <a:pt x="88" y="0"/>
                  </a:lnTo>
                </a:path>
              </a:pathLst>
            </a:custGeom>
            <a:noFill/>
            <a:ln w="1270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7633" name="Freeform 113">
              <a:extLst>
                <a:ext uri="{FF2B5EF4-FFF2-40B4-BE49-F238E27FC236}">
                  <a16:creationId xmlns:a16="http://schemas.microsoft.com/office/drawing/2014/main" id="{2866FA62-AED5-4D6A-88EB-48987857077B}"/>
                </a:ext>
              </a:extLst>
            </p:cNvPr>
            <p:cNvSpPr>
              <a:spLocks/>
            </p:cNvSpPr>
            <p:nvPr/>
          </p:nvSpPr>
          <p:spPr bwMode="auto">
            <a:xfrm>
              <a:off x="3349" y="2268"/>
              <a:ext cx="84" cy="85"/>
            </a:xfrm>
            <a:custGeom>
              <a:avLst/>
              <a:gdLst>
                <a:gd name="T0" fmla="*/ 0 w 84"/>
                <a:gd name="T1" fmla="*/ 85 h 85"/>
                <a:gd name="T2" fmla="*/ 84 w 84"/>
                <a:gd name="T3" fmla="*/ 0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84" h="85">
                  <a:moveTo>
                    <a:pt x="0" y="85"/>
                  </a:moveTo>
                  <a:lnTo>
                    <a:pt x="84" y="0"/>
                  </a:lnTo>
                </a:path>
              </a:pathLst>
            </a:custGeom>
            <a:noFill/>
            <a:ln w="1270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7726" name="Line 206">
              <a:extLst>
                <a:ext uri="{FF2B5EF4-FFF2-40B4-BE49-F238E27FC236}">
                  <a16:creationId xmlns:a16="http://schemas.microsoft.com/office/drawing/2014/main" id="{529A9E0B-6F62-4F18-BA37-71B3A985AF1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880" y="1960"/>
              <a:ext cx="0" cy="39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7727" name="Line 207">
              <a:extLst>
                <a:ext uri="{FF2B5EF4-FFF2-40B4-BE49-F238E27FC236}">
                  <a16:creationId xmlns:a16="http://schemas.microsoft.com/office/drawing/2014/main" id="{BAF1720C-6EDD-493A-AA8E-9512200FBA6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12" y="1952"/>
              <a:ext cx="0" cy="4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07736" name="Group 216">
            <a:extLst>
              <a:ext uri="{FF2B5EF4-FFF2-40B4-BE49-F238E27FC236}">
                <a16:creationId xmlns:a16="http://schemas.microsoft.com/office/drawing/2014/main" id="{34675215-5C5B-47A5-8913-ADF85496BCE2}"/>
              </a:ext>
            </a:extLst>
          </p:cNvPr>
          <p:cNvGrpSpPr>
            <a:grpSpLocks/>
          </p:cNvGrpSpPr>
          <p:nvPr/>
        </p:nvGrpSpPr>
        <p:grpSpPr bwMode="auto">
          <a:xfrm>
            <a:off x="1279525" y="3479800"/>
            <a:ext cx="1144588" cy="0"/>
            <a:chOff x="806" y="2192"/>
            <a:chExt cx="721" cy="0"/>
          </a:xfrm>
        </p:grpSpPr>
        <p:sp>
          <p:nvSpPr>
            <p:cNvPr id="107731" name="Line 211">
              <a:extLst>
                <a:ext uri="{FF2B5EF4-FFF2-40B4-BE49-F238E27FC236}">
                  <a16:creationId xmlns:a16="http://schemas.microsoft.com/office/drawing/2014/main" id="{FDA8A319-AF39-4CCD-A294-C36565F04E4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360" y="2192"/>
              <a:ext cx="167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7732" name="Line 212">
              <a:extLst>
                <a:ext uri="{FF2B5EF4-FFF2-40B4-BE49-F238E27FC236}">
                  <a16:creationId xmlns:a16="http://schemas.microsoft.com/office/drawing/2014/main" id="{3C99AFF3-5276-40AB-B89A-C50DFC9FC89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06" y="2192"/>
              <a:ext cx="186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07735" name="Group 215">
            <a:extLst>
              <a:ext uri="{FF2B5EF4-FFF2-40B4-BE49-F238E27FC236}">
                <a16:creationId xmlns:a16="http://schemas.microsoft.com/office/drawing/2014/main" id="{242DD959-713A-4610-9098-D20E69058473}"/>
              </a:ext>
            </a:extLst>
          </p:cNvPr>
          <p:cNvGrpSpPr>
            <a:grpSpLocks/>
          </p:cNvGrpSpPr>
          <p:nvPr/>
        </p:nvGrpSpPr>
        <p:grpSpPr bwMode="auto">
          <a:xfrm>
            <a:off x="4164013" y="3454400"/>
            <a:ext cx="1322387" cy="136525"/>
            <a:chOff x="2623" y="2176"/>
            <a:chExt cx="833" cy="86"/>
          </a:xfrm>
        </p:grpSpPr>
        <p:sp>
          <p:nvSpPr>
            <p:cNvPr id="107535" name="Freeform 15">
              <a:extLst>
                <a:ext uri="{FF2B5EF4-FFF2-40B4-BE49-F238E27FC236}">
                  <a16:creationId xmlns:a16="http://schemas.microsoft.com/office/drawing/2014/main" id="{F7353541-4C74-43D2-BC31-9B56AC988C4B}"/>
                </a:ext>
              </a:extLst>
            </p:cNvPr>
            <p:cNvSpPr>
              <a:spLocks/>
            </p:cNvSpPr>
            <p:nvPr/>
          </p:nvSpPr>
          <p:spPr bwMode="auto">
            <a:xfrm>
              <a:off x="3455" y="2176"/>
              <a:ext cx="1" cy="86"/>
            </a:xfrm>
            <a:custGeom>
              <a:avLst/>
              <a:gdLst>
                <a:gd name="T0" fmla="*/ 0 w 1"/>
                <a:gd name="T1" fmla="*/ 86 h 86"/>
                <a:gd name="T2" fmla="*/ 1 w 1"/>
                <a:gd name="T3" fmla="*/ 0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86">
                  <a:moveTo>
                    <a:pt x="0" y="86"/>
                  </a:moveTo>
                  <a:lnTo>
                    <a:pt x="1" y="0"/>
                  </a:lnTo>
                </a:path>
              </a:pathLst>
            </a:custGeom>
            <a:noFill/>
            <a:ln w="28575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7733" name="Line 213">
              <a:extLst>
                <a:ext uri="{FF2B5EF4-FFF2-40B4-BE49-F238E27FC236}">
                  <a16:creationId xmlns:a16="http://schemas.microsoft.com/office/drawing/2014/main" id="{FAF12416-7DD5-4DF5-A174-7B7B865EC31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81" y="2184"/>
              <a:ext cx="275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7734" name="Line 214">
              <a:extLst>
                <a:ext uri="{FF2B5EF4-FFF2-40B4-BE49-F238E27FC236}">
                  <a16:creationId xmlns:a16="http://schemas.microsoft.com/office/drawing/2014/main" id="{342ED0C7-47C2-4AA6-A5B2-6AF8B08A903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23" y="2184"/>
              <a:ext cx="177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 spd="slow">
    <p:cover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75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077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077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077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077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8" dur="500"/>
                                        <p:tgtEl>
                                          <p:spTgt spid="1077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3" dur="500"/>
                                        <p:tgtEl>
                                          <p:spTgt spid="1077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077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3" dur="500"/>
                                        <p:tgtEl>
                                          <p:spTgt spid="1077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077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077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077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7525" grpId="0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Text Box 2">
            <a:extLst>
              <a:ext uri="{FF2B5EF4-FFF2-40B4-BE49-F238E27FC236}">
                <a16:creationId xmlns:a16="http://schemas.microsoft.com/office/drawing/2014/main" id="{97DB7405-58EC-4F75-B066-DA46D4471F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8619" y="601663"/>
            <a:ext cx="8821737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en-US" altLang="zh-CN" sz="2800" dirty="0">
                <a:latin typeface="宋体" panose="02010600030101010101" pitchFamily="2" charset="-122"/>
                <a:sym typeface="Symbol" panose="05050102010706020507" pitchFamily="18" charset="2"/>
              </a:rPr>
              <a:t>(4) </a:t>
            </a:r>
            <a:r>
              <a:rPr lang="zh-CN" altLang="en-US" sz="2800" dirty="0">
                <a:latin typeface="宋体" panose="02010600030101010101" pitchFamily="2" charset="-122"/>
                <a:sym typeface="Symbol" panose="05050102010706020507" pitchFamily="18" charset="2"/>
              </a:rPr>
              <a:t>在剖视及视图上已经表达清楚的结构</a:t>
            </a:r>
            <a:r>
              <a:rPr lang="en-US" altLang="zh-CN" sz="2800" dirty="0">
                <a:latin typeface="宋体" panose="02010600030101010101" pitchFamily="2" charset="-122"/>
                <a:sym typeface="Symbol" panose="05050102010706020507" pitchFamily="18" charset="2"/>
              </a:rPr>
              <a:t>,</a:t>
            </a:r>
            <a:r>
              <a:rPr lang="zh-CN" altLang="en-US" sz="2800" dirty="0">
                <a:latin typeface="宋体" panose="02010600030101010101" pitchFamily="2" charset="-122"/>
                <a:sym typeface="Symbol" panose="05050102010706020507" pitchFamily="18" charset="2"/>
              </a:rPr>
              <a:t>在其他视图</a:t>
            </a:r>
          </a:p>
          <a:p>
            <a:pPr algn="l"/>
            <a:r>
              <a:rPr lang="zh-CN" altLang="en-US" sz="2800" dirty="0">
                <a:latin typeface="宋体" panose="02010600030101010101" pitchFamily="2" charset="-122"/>
                <a:sym typeface="Symbol" panose="05050102010706020507" pitchFamily="18" charset="2"/>
              </a:rPr>
              <a:t>   上此部分结构的投影为虚线时</a:t>
            </a:r>
            <a:r>
              <a:rPr lang="en-US" altLang="zh-CN" sz="2800" dirty="0">
                <a:latin typeface="宋体" panose="02010600030101010101" pitchFamily="2" charset="-122"/>
                <a:sym typeface="Symbol" panose="05050102010706020507" pitchFamily="18" charset="2"/>
              </a:rPr>
              <a:t>,</a:t>
            </a:r>
            <a:r>
              <a:rPr lang="zh-CN" altLang="en-US" sz="2800" dirty="0">
                <a:latin typeface="宋体" panose="02010600030101010101" pitchFamily="2" charset="-122"/>
                <a:sym typeface="Symbol" panose="05050102010706020507" pitchFamily="18" charset="2"/>
              </a:rPr>
              <a:t>其</a:t>
            </a:r>
            <a:r>
              <a:rPr lang="zh-CN" altLang="en-US" sz="2800" dirty="0">
                <a:solidFill>
                  <a:srgbClr val="FF3300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虚线省略不画</a:t>
            </a:r>
            <a:r>
              <a:rPr lang="zh-CN" altLang="en-US" sz="2800" dirty="0">
                <a:latin typeface="宋体" panose="02010600030101010101" pitchFamily="2" charset="-122"/>
                <a:sym typeface="Symbol" panose="05050102010706020507" pitchFamily="18" charset="2"/>
              </a:rPr>
              <a:t>。</a:t>
            </a:r>
            <a:endParaRPr lang="zh-CN" altLang="en-US" sz="2800" dirty="0">
              <a:latin typeface="宋体" panose="02010600030101010101" pitchFamily="2" charset="-122"/>
            </a:endParaRPr>
          </a:p>
        </p:txBody>
      </p:sp>
      <p:sp>
        <p:nvSpPr>
          <p:cNvPr id="108775" name="Text Box 231">
            <a:extLst>
              <a:ext uri="{FF2B5EF4-FFF2-40B4-BE49-F238E27FC236}">
                <a16:creationId xmlns:a16="http://schemas.microsoft.com/office/drawing/2014/main" id="{4F0B5730-6747-4D39-946B-8F60E80CD2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5200" y="3444838"/>
            <a:ext cx="6970713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0">
                <a:solidFill>
                  <a:srgbClr val="00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2800">
                <a:latin typeface="宋体" panose="02010600030101010101" pitchFamily="2" charset="-122"/>
                <a:sym typeface="Symbol" panose="05050102010706020507" pitchFamily="18" charset="2"/>
              </a:rPr>
              <a:t>但没有表示清楚的结构，</a:t>
            </a:r>
            <a:r>
              <a:rPr lang="zh-CN" altLang="en-US" sz="2800">
                <a:solidFill>
                  <a:srgbClr val="FF0000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允许画少量虚线</a:t>
            </a:r>
            <a:r>
              <a:rPr lang="zh-CN" altLang="en-US" sz="2800">
                <a:solidFill>
                  <a:schemeClr val="tx2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。</a:t>
            </a:r>
          </a:p>
        </p:txBody>
      </p:sp>
      <p:grpSp>
        <p:nvGrpSpPr>
          <p:cNvPr id="109235" name="Group 691">
            <a:extLst>
              <a:ext uri="{FF2B5EF4-FFF2-40B4-BE49-F238E27FC236}">
                <a16:creationId xmlns:a16="http://schemas.microsoft.com/office/drawing/2014/main" id="{525E2245-BBB6-4CCF-8E54-DA96A1048FEB}"/>
              </a:ext>
            </a:extLst>
          </p:cNvPr>
          <p:cNvGrpSpPr>
            <a:grpSpLocks/>
          </p:cNvGrpSpPr>
          <p:nvPr/>
        </p:nvGrpSpPr>
        <p:grpSpPr bwMode="auto">
          <a:xfrm>
            <a:off x="1066800" y="1520788"/>
            <a:ext cx="1914525" cy="1871662"/>
            <a:chOff x="672" y="645"/>
            <a:chExt cx="1206" cy="1179"/>
          </a:xfrm>
        </p:grpSpPr>
        <p:sp>
          <p:nvSpPr>
            <p:cNvPr id="109234" name="Arc 690">
              <a:extLst>
                <a:ext uri="{FF2B5EF4-FFF2-40B4-BE49-F238E27FC236}">
                  <a16:creationId xmlns:a16="http://schemas.microsoft.com/office/drawing/2014/main" id="{A9707EB0-CA41-4E93-A4AF-0C8E67DCB3B9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7" y="1450"/>
              <a:ext cx="172" cy="326"/>
            </a:xfrm>
            <a:custGeom>
              <a:avLst/>
              <a:gdLst>
                <a:gd name="G0" fmla="+- 1156 0 0"/>
                <a:gd name="G1" fmla="+- 21600 0 0"/>
                <a:gd name="G2" fmla="+- 21600 0 0"/>
                <a:gd name="T0" fmla="*/ 1156 w 22756"/>
                <a:gd name="T1" fmla="*/ 0 h 43200"/>
                <a:gd name="T2" fmla="*/ 0 w 22756"/>
                <a:gd name="T3" fmla="*/ 43169 h 43200"/>
                <a:gd name="T4" fmla="*/ 1156 w 22756"/>
                <a:gd name="T5" fmla="*/ 21600 h 43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2756" h="43200" fill="none" extrusionOk="0">
                  <a:moveTo>
                    <a:pt x="1156" y="0"/>
                  </a:moveTo>
                  <a:cubicBezTo>
                    <a:pt x="13085" y="0"/>
                    <a:pt x="22756" y="9670"/>
                    <a:pt x="22756" y="21600"/>
                  </a:cubicBezTo>
                  <a:cubicBezTo>
                    <a:pt x="22756" y="33529"/>
                    <a:pt x="13085" y="43200"/>
                    <a:pt x="1156" y="43200"/>
                  </a:cubicBezTo>
                  <a:cubicBezTo>
                    <a:pt x="770" y="43199"/>
                    <a:pt x="384" y="43189"/>
                    <a:pt x="-1" y="43169"/>
                  </a:cubicBezTo>
                </a:path>
                <a:path w="22756" h="43200" stroke="0" extrusionOk="0">
                  <a:moveTo>
                    <a:pt x="1156" y="0"/>
                  </a:moveTo>
                  <a:cubicBezTo>
                    <a:pt x="13085" y="0"/>
                    <a:pt x="22756" y="9670"/>
                    <a:pt x="22756" y="21600"/>
                  </a:cubicBezTo>
                  <a:cubicBezTo>
                    <a:pt x="22756" y="33529"/>
                    <a:pt x="13085" y="43200"/>
                    <a:pt x="1156" y="43200"/>
                  </a:cubicBezTo>
                  <a:cubicBezTo>
                    <a:pt x="770" y="43199"/>
                    <a:pt x="384" y="43189"/>
                    <a:pt x="-1" y="43169"/>
                  </a:cubicBezTo>
                  <a:lnTo>
                    <a:pt x="1156" y="21600"/>
                  </a:lnTo>
                  <a:close/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9232" name="Oval 688">
              <a:extLst>
                <a:ext uri="{FF2B5EF4-FFF2-40B4-BE49-F238E27FC236}">
                  <a16:creationId xmlns:a16="http://schemas.microsoft.com/office/drawing/2014/main" id="{D4B695A1-815D-4E94-86DA-4CDA744D1B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20" y="1532"/>
              <a:ext cx="163" cy="163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9231" name="Freeform 687">
              <a:extLst>
                <a:ext uri="{FF2B5EF4-FFF2-40B4-BE49-F238E27FC236}">
                  <a16:creationId xmlns:a16="http://schemas.microsoft.com/office/drawing/2014/main" id="{29BFE919-F6D9-4D7D-B037-727553E1C2CD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" y="684"/>
              <a:ext cx="596" cy="624"/>
            </a:xfrm>
            <a:custGeom>
              <a:avLst/>
              <a:gdLst>
                <a:gd name="T0" fmla="*/ 2 w 596"/>
                <a:gd name="T1" fmla="*/ 0 h 624"/>
                <a:gd name="T2" fmla="*/ 0 w 596"/>
                <a:gd name="T3" fmla="*/ 416 h 624"/>
                <a:gd name="T4" fmla="*/ 152 w 596"/>
                <a:gd name="T5" fmla="*/ 420 h 624"/>
                <a:gd name="T6" fmla="*/ 152 w 596"/>
                <a:gd name="T7" fmla="*/ 624 h 624"/>
                <a:gd name="T8" fmla="*/ 232 w 596"/>
                <a:gd name="T9" fmla="*/ 624 h 624"/>
                <a:gd name="T10" fmla="*/ 232 w 596"/>
                <a:gd name="T11" fmla="*/ 572 h 624"/>
                <a:gd name="T12" fmla="*/ 552 w 596"/>
                <a:gd name="T13" fmla="*/ 572 h 624"/>
                <a:gd name="T14" fmla="*/ 554 w 596"/>
                <a:gd name="T15" fmla="*/ 624 h 624"/>
                <a:gd name="T16" fmla="*/ 596 w 596"/>
                <a:gd name="T17" fmla="*/ 624 h 624"/>
                <a:gd name="T18" fmla="*/ 596 w 596"/>
                <a:gd name="T19" fmla="*/ 522 h 624"/>
                <a:gd name="T20" fmla="*/ 554 w 596"/>
                <a:gd name="T21" fmla="*/ 522 h 624"/>
                <a:gd name="T22" fmla="*/ 554 w 596"/>
                <a:gd name="T23" fmla="*/ 468 h 624"/>
                <a:gd name="T24" fmla="*/ 232 w 596"/>
                <a:gd name="T25" fmla="*/ 468 h 624"/>
                <a:gd name="T26" fmla="*/ 233 w 596"/>
                <a:gd name="T27" fmla="*/ 0 h 624"/>
                <a:gd name="T28" fmla="*/ 2 w 596"/>
                <a:gd name="T29" fmla="*/ 0 h 6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596" h="624">
                  <a:moveTo>
                    <a:pt x="2" y="0"/>
                  </a:moveTo>
                  <a:lnTo>
                    <a:pt x="0" y="416"/>
                  </a:lnTo>
                  <a:lnTo>
                    <a:pt x="152" y="420"/>
                  </a:lnTo>
                  <a:lnTo>
                    <a:pt x="152" y="624"/>
                  </a:lnTo>
                  <a:lnTo>
                    <a:pt x="232" y="624"/>
                  </a:lnTo>
                  <a:lnTo>
                    <a:pt x="232" y="572"/>
                  </a:lnTo>
                  <a:lnTo>
                    <a:pt x="552" y="572"/>
                  </a:lnTo>
                  <a:lnTo>
                    <a:pt x="554" y="624"/>
                  </a:lnTo>
                  <a:lnTo>
                    <a:pt x="596" y="624"/>
                  </a:lnTo>
                  <a:lnTo>
                    <a:pt x="596" y="522"/>
                  </a:lnTo>
                  <a:lnTo>
                    <a:pt x="554" y="522"/>
                  </a:lnTo>
                  <a:lnTo>
                    <a:pt x="554" y="468"/>
                  </a:lnTo>
                  <a:lnTo>
                    <a:pt x="232" y="468"/>
                  </a:lnTo>
                  <a:lnTo>
                    <a:pt x="233" y="0"/>
                  </a:lnTo>
                  <a:lnTo>
                    <a:pt x="2" y="0"/>
                  </a:lnTo>
                  <a:close/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9230" name="Rectangle 686">
              <a:extLst>
                <a:ext uri="{FF2B5EF4-FFF2-40B4-BE49-F238E27FC236}">
                  <a16:creationId xmlns:a16="http://schemas.microsoft.com/office/drawing/2014/main" id="{7ED78918-77CB-427C-B746-A88B6543D3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5" y="1410"/>
              <a:ext cx="593" cy="414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9229" name="Oval 685">
              <a:extLst>
                <a:ext uri="{FF2B5EF4-FFF2-40B4-BE49-F238E27FC236}">
                  <a16:creationId xmlns:a16="http://schemas.microsoft.com/office/drawing/2014/main" id="{E90FB804-4D97-4321-866E-57C49D96D7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13" y="686"/>
              <a:ext cx="415" cy="415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9228" name="Oval 684">
              <a:extLst>
                <a:ext uri="{FF2B5EF4-FFF2-40B4-BE49-F238E27FC236}">
                  <a16:creationId xmlns:a16="http://schemas.microsoft.com/office/drawing/2014/main" id="{9716BDEC-F617-43C5-A8EC-9594A4B831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99" y="770"/>
              <a:ext cx="249" cy="241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9098" name="Line 554">
              <a:extLst>
                <a:ext uri="{FF2B5EF4-FFF2-40B4-BE49-F238E27FC236}">
                  <a16:creationId xmlns:a16="http://schemas.microsoft.com/office/drawing/2014/main" id="{3380EBE9-DECF-4DF7-887B-D133CD38915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15" y="684"/>
              <a:ext cx="65" cy="66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9099" name="Line 555">
              <a:extLst>
                <a:ext uri="{FF2B5EF4-FFF2-40B4-BE49-F238E27FC236}">
                  <a16:creationId xmlns:a16="http://schemas.microsoft.com/office/drawing/2014/main" id="{32F270D4-E5DA-42E9-AD73-DBE836173E5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79" y="684"/>
              <a:ext cx="86" cy="86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9100" name="Line 556">
              <a:extLst>
                <a:ext uri="{FF2B5EF4-FFF2-40B4-BE49-F238E27FC236}">
                  <a16:creationId xmlns:a16="http://schemas.microsoft.com/office/drawing/2014/main" id="{F733362E-0A66-4483-A819-7D7019D8BF1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65" y="690"/>
              <a:ext cx="79" cy="8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9101" name="Line 557">
              <a:extLst>
                <a:ext uri="{FF2B5EF4-FFF2-40B4-BE49-F238E27FC236}">
                  <a16:creationId xmlns:a16="http://schemas.microsoft.com/office/drawing/2014/main" id="{602CB3E7-EA92-480C-93F0-22269257979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15" y="1014"/>
              <a:ext cx="74" cy="74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9102" name="Line 558">
              <a:extLst>
                <a:ext uri="{FF2B5EF4-FFF2-40B4-BE49-F238E27FC236}">
                  <a16:creationId xmlns:a16="http://schemas.microsoft.com/office/drawing/2014/main" id="{BFE7E164-E96D-46E1-8DBD-98C4E4B879A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89" y="1014"/>
              <a:ext cx="86" cy="8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9103" name="Line 559">
              <a:extLst>
                <a:ext uri="{FF2B5EF4-FFF2-40B4-BE49-F238E27FC236}">
                  <a16:creationId xmlns:a16="http://schemas.microsoft.com/office/drawing/2014/main" id="{8115BC55-F54C-4CDC-A05A-794B1D20AD4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66" y="1028"/>
              <a:ext cx="78" cy="7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9104" name="Line 560">
              <a:extLst>
                <a:ext uri="{FF2B5EF4-FFF2-40B4-BE49-F238E27FC236}">
                  <a16:creationId xmlns:a16="http://schemas.microsoft.com/office/drawing/2014/main" id="{D1C1EEB7-691E-4AE5-B185-1DDB5D64711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66" y="1114"/>
              <a:ext cx="78" cy="76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9105" name="Line 561">
              <a:extLst>
                <a:ext uri="{FF2B5EF4-FFF2-40B4-BE49-F238E27FC236}">
                  <a16:creationId xmlns:a16="http://schemas.microsoft.com/office/drawing/2014/main" id="{F7DFBF4C-E034-4C53-9844-5E6DC968DA3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66" y="1152"/>
              <a:ext cx="124" cy="124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9106" name="Line 562">
              <a:extLst>
                <a:ext uri="{FF2B5EF4-FFF2-40B4-BE49-F238E27FC236}">
                  <a16:creationId xmlns:a16="http://schemas.microsoft.com/office/drawing/2014/main" id="{7E508F48-0484-43B8-8D40-3A924ED3F6E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24" y="1282"/>
              <a:ext cx="20" cy="2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9107" name="Line 563">
              <a:extLst>
                <a:ext uri="{FF2B5EF4-FFF2-40B4-BE49-F238E27FC236}">
                  <a16:creationId xmlns:a16="http://schemas.microsoft.com/office/drawing/2014/main" id="{47E3BDFF-153A-418B-B23D-43F7E0DED03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70" y="1203"/>
              <a:ext cx="52" cy="53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9108" name="Line 564">
              <a:extLst>
                <a:ext uri="{FF2B5EF4-FFF2-40B4-BE49-F238E27FC236}">
                  <a16:creationId xmlns:a16="http://schemas.microsoft.com/office/drawing/2014/main" id="{EBAD00B8-8E75-4F4E-9934-C71F33C7015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187" y="1152"/>
              <a:ext cx="57" cy="5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9109" name="Line 565">
              <a:extLst>
                <a:ext uri="{FF2B5EF4-FFF2-40B4-BE49-F238E27FC236}">
                  <a16:creationId xmlns:a16="http://schemas.microsoft.com/office/drawing/2014/main" id="{14424A02-E597-403C-8032-1CD197E06B0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224" y="1205"/>
              <a:ext cx="50" cy="5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9110" name="Line 566">
              <a:extLst>
                <a:ext uri="{FF2B5EF4-FFF2-40B4-BE49-F238E27FC236}">
                  <a16:creationId xmlns:a16="http://schemas.microsoft.com/office/drawing/2014/main" id="{3BE95BA6-940A-469F-8776-B4A2ACB33F4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266" y="1258"/>
              <a:ext cx="41" cy="4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9111" name="Line 567">
              <a:extLst>
                <a:ext uri="{FF2B5EF4-FFF2-40B4-BE49-F238E27FC236}">
                  <a16:creationId xmlns:a16="http://schemas.microsoft.com/office/drawing/2014/main" id="{09AC5DB2-EBB3-471E-AE3F-8DDCA41F67B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66" y="891"/>
              <a:ext cx="1" cy="19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9114" name="Freeform 570">
              <a:extLst>
                <a:ext uri="{FF2B5EF4-FFF2-40B4-BE49-F238E27FC236}">
                  <a16:creationId xmlns:a16="http://schemas.microsoft.com/office/drawing/2014/main" id="{2BF16DA0-EA96-4547-9F1D-A80A65A0F871}"/>
                </a:ext>
              </a:extLst>
            </p:cNvPr>
            <p:cNvSpPr>
              <a:spLocks/>
            </p:cNvSpPr>
            <p:nvPr/>
          </p:nvSpPr>
          <p:spPr bwMode="auto">
            <a:xfrm>
              <a:off x="1828" y="891"/>
              <a:ext cx="2" cy="411"/>
            </a:xfrm>
            <a:custGeom>
              <a:avLst/>
              <a:gdLst>
                <a:gd name="T0" fmla="*/ 0 w 2"/>
                <a:gd name="T1" fmla="*/ 0 h 411"/>
                <a:gd name="T2" fmla="*/ 2 w 2"/>
                <a:gd name="T3" fmla="*/ 411 h 4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" h="411">
                  <a:moveTo>
                    <a:pt x="0" y="0"/>
                  </a:moveTo>
                  <a:lnTo>
                    <a:pt x="2" y="411"/>
                  </a:lnTo>
                </a:path>
              </a:pathLst>
            </a:custGeom>
            <a:solidFill>
              <a:srgbClr val="FFFFFF"/>
            </a:solidFill>
            <a:ln w="28575" cmpd="sng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9115" name="Freeform 571">
              <a:extLst>
                <a:ext uri="{FF2B5EF4-FFF2-40B4-BE49-F238E27FC236}">
                  <a16:creationId xmlns:a16="http://schemas.microsoft.com/office/drawing/2014/main" id="{44F02C54-C280-4718-8C35-B85B5D0FB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1410" y="891"/>
              <a:ext cx="3" cy="411"/>
            </a:xfrm>
            <a:custGeom>
              <a:avLst/>
              <a:gdLst>
                <a:gd name="T0" fmla="*/ 3 w 3"/>
                <a:gd name="T1" fmla="*/ 0 h 411"/>
                <a:gd name="T2" fmla="*/ 0 w 3"/>
                <a:gd name="T3" fmla="*/ 411 h 4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" h="411">
                  <a:moveTo>
                    <a:pt x="3" y="0"/>
                  </a:moveTo>
                  <a:lnTo>
                    <a:pt x="0" y="411"/>
                  </a:lnTo>
                </a:path>
              </a:pathLst>
            </a:custGeom>
            <a:solidFill>
              <a:srgbClr val="FFFFFF"/>
            </a:solidFill>
            <a:ln w="28575" cmpd="sng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9117" name="Line 573">
              <a:extLst>
                <a:ext uri="{FF2B5EF4-FFF2-40B4-BE49-F238E27FC236}">
                  <a16:creationId xmlns:a16="http://schemas.microsoft.com/office/drawing/2014/main" id="{2DF2DDFC-41A7-4228-BE00-67C6608D65C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62" y="1657"/>
              <a:ext cx="104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9118" name="Freeform 574">
              <a:extLst>
                <a:ext uri="{FF2B5EF4-FFF2-40B4-BE49-F238E27FC236}">
                  <a16:creationId xmlns:a16="http://schemas.microsoft.com/office/drawing/2014/main" id="{47CCB337-B0A1-47C1-BD48-DDE36B587086}"/>
                </a:ext>
              </a:extLst>
            </p:cNvPr>
            <p:cNvSpPr>
              <a:spLocks/>
            </p:cNvSpPr>
            <p:nvPr/>
          </p:nvSpPr>
          <p:spPr bwMode="auto">
            <a:xfrm>
              <a:off x="762" y="1575"/>
              <a:ext cx="105" cy="1"/>
            </a:xfrm>
            <a:custGeom>
              <a:avLst/>
              <a:gdLst>
                <a:gd name="T0" fmla="*/ 0 w 105"/>
                <a:gd name="T1" fmla="*/ 0 h 1"/>
                <a:gd name="T2" fmla="*/ 105 w 105"/>
                <a:gd name="T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05" h="1">
                  <a:moveTo>
                    <a:pt x="0" y="0"/>
                  </a:moveTo>
                  <a:lnTo>
                    <a:pt x="105" y="0"/>
                  </a:lnTo>
                </a:path>
              </a:pathLst>
            </a:custGeom>
            <a:solidFill>
              <a:srgbClr val="FFFFFF"/>
            </a:solidFill>
            <a:ln w="12700" cap="flat" cmpd="sng">
              <a:solidFill>
                <a:srgbClr val="000000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9119" name="Line 575">
              <a:extLst>
                <a:ext uri="{FF2B5EF4-FFF2-40B4-BE49-F238E27FC236}">
                  <a16:creationId xmlns:a16="http://schemas.microsoft.com/office/drawing/2014/main" id="{023DCCD2-717C-41BA-8A3F-103FB64BF19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756" y="1177"/>
              <a:ext cx="110" cy="126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9120" name="Line 576">
              <a:extLst>
                <a:ext uri="{FF2B5EF4-FFF2-40B4-BE49-F238E27FC236}">
                  <a16:creationId xmlns:a16="http://schemas.microsoft.com/office/drawing/2014/main" id="{E9A84A02-39B4-4F98-A85A-F2DDD98247B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2" y="1616"/>
              <a:ext cx="668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lg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9121" name="Line 577">
              <a:extLst>
                <a:ext uri="{FF2B5EF4-FFF2-40B4-BE49-F238E27FC236}">
                  <a16:creationId xmlns:a16="http://schemas.microsoft.com/office/drawing/2014/main" id="{17BCBDF0-8560-4315-AFC6-F453D16BA61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15" y="1495"/>
              <a:ext cx="229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9122" name="Line 578">
              <a:extLst>
                <a:ext uri="{FF2B5EF4-FFF2-40B4-BE49-F238E27FC236}">
                  <a16:creationId xmlns:a16="http://schemas.microsoft.com/office/drawing/2014/main" id="{AF7FF77B-806B-40FF-8DAE-AE31D0B8288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15" y="1739"/>
              <a:ext cx="229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9127" name="Freeform 583">
              <a:extLst>
                <a:ext uri="{FF2B5EF4-FFF2-40B4-BE49-F238E27FC236}">
                  <a16:creationId xmlns:a16="http://schemas.microsoft.com/office/drawing/2014/main" id="{D2BB6592-8465-496A-82A6-A3F7F95ED746}"/>
                </a:ext>
              </a:extLst>
            </p:cNvPr>
            <p:cNvSpPr>
              <a:spLocks/>
            </p:cNvSpPr>
            <p:nvPr/>
          </p:nvSpPr>
          <p:spPr bwMode="auto">
            <a:xfrm>
              <a:off x="759" y="1581"/>
              <a:ext cx="1" cy="75"/>
            </a:xfrm>
            <a:custGeom>
              <a:avLst/>
              <a:gdLst>
                <a:gd name="T0" fmla="*/ 0 w 1"/>
                <a:gd name="T1" fmla="*/ 0 h 75"/>
                <a:gd name="T2" fmla="*/ 0 w 1"/>
                <a:gd name="T3" fmla="*/ 75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75">
                  <a:moveTo>
                    <a:pt x="0" y="0"/>
                  </a:moveTo>
                  <a:lnTo>
                    <a:pt x="0" y="75"/>
                  </a:lnTo>
                </a:path>
              </a:pathLst>
            </a:custGeom>
            <a:solidFill>
              <a:srgbClr val="FFFFFF"/>
            </a:solidFill>
            <a:ln w="12700" cap="flat" cmpd="sng">
              <a:solidFill>
                <a:srgbClr val="000000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9128" name="Freeform 584">
              <a:extLst>
                <a:ext uri="{FF2B5EF4-FFF2-40B4-BE49-F238E27FC236}">
                  <a16:creationId xmlns:a16="http://schemas.microsoft.com/office/drawing/2014/main" id="{785AC86C-A20C-42A5-9E72-F2A609B3FF52}"/>
                </a:ext>
              </a:extLst>
            </p:cNvPr>
            <p:cNvSpPr>
              <a:spLocks/>
            </p:cNvSpPr>
            <p:nvPr/>
          </p:nvSpPr>
          <p:spPr bwMode="auto">
            <a:xfrm>
              <a:off x="753" y="1101"/>
              <a:ext cx="3" cy="76"/>
            </a:xfrm>
            <a:custGeom>
              <a:avLst/>
              <a:gdLst>
                <a:gd name="T0" fmla="*/ 3 w 3"/>
                <a:gd name="T1" fmla="*/ 76 h 76"/>
                <a:gd name="T2" fmla="*/ 0 w 3"/>
                <a:gd name="T3" fmla="*/ 0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" h="76">
                  <a:moveTo>
                    <a:pt x="3" y="76"/>
                  </a:moveTo>
                  <a:lnTo>
                    <a:pt x="0" y="0"/>
                  </a:lnTo>
                </a:path>
              </a:pathLst>
            </a:custGeom>
            <a:solidFill>
              <a:srgbClr val="FFFFFF"/>
            </a:solidFill>
            <a:ln w="28575" cmpd="sng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9129" name="Line 585">
              <a:extLst>
                <a:ext uri="{FF2B5EF4-FFF2-40B4-BE49-F238E27FC236}">
                  <a16:creationId xmlns:a16="http://schemas.microsoft.com/office/drawing/2014/main" id="{8239445F-29B1-4537-8E06-C57965A93AC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66" y="1409"/>
              <a:ext cx="1" cy="41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9130" name="Line 586">
              <a:extLst>
                <a:ext uri="{FF2B5EF4-FFF2-40B4-BE49-F238E27FC236}">
                  <a16:creationId xmlns:a16="http://schemas.microsoft.com/office/drawing/2014/main" id="{1F2968E0-0C1A-4578-9E1C-0316FEE8937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66" y="1409"/>
              <a:ext cx="1" cy="41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9131" name="Line 587">
              <a:extLst>
                <a:ext uri="{FF2B5EF4-FFF2-40B4-BE49-F238E27FC236}">
                  <a16:creationId xmlns:a16="http://schemas.microsoft.com/office/drawing/2014/main" id="{02557AC5-C2CB-4CC9-9C76-72638C2B012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44" y="1409"/>
              <a:ext cx="1" cy="415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9134" name="Line 590">
              <a:extLst>
                <a:ext uri="{FF2B5EF4-FFF2-40B4-BE49-F238E27FC236}">
                  <a16:creationId xmlns:a16="http://schemas.microsoft.com/office/drawing/2014/main" id="{D170B3CE-79D7-4D3A-903D-8602560D07E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44" y="1779"/>
              <a:ext cx="161" cy="1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9136" name="Line 592">
              <a:extLst>
                <a:ext uri="{FF2B5EF4-FFF2-40B4-BE49-F238E27FC236}">
                  <a16:creationId xmlns:a16="http://schemas.microsoft.com/office/drawing/2014/main" id="{7B68A01D-5174-4B6E-9660-81923CF0301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05" y="1433"/>
              <a:ext cx="1" cy="376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lg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9137" name="Line 593">
              <a:extLst>
                <a:ext uri="{FF2B5EF4-FFF2-40B4-BE49-F238E27FC236}">
                  <a16:creationId xmlns:a16="http://schemas.microsoft.com/office/drawing/2014/main" id="{A711E953-3A9A-4E78-BDC7-5F0D07A712A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44" y="1205"/>
              <a:ext cx="309" cy="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9140" name="Line 596">
              <a:extLst>
                <a:ext uri="{FF2B5EF4-FFF2-40B4-BE49-F238E27FC236}">
                  <a16:creationId xmlns:a16="http://schemas.microsoft.com/office/drawing/2014/main" id="{D2B1EE09-BF95-4834-9B0E-2278B92865B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44" y="1453"/>
              <a:ext cx="161" cy="1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9144" name="Line 600">
              <a:extLst>
                <a:ext uri="{FF2B5EF4-FFF2-40B4-BE49-F238E27FC236}">
                  <a16:creationId xmlns:a16="http://schemas.microsoft.com/office/drawing/2014/main" id="{49868BCC-4204-45E2-B0AE-C1DA0151919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22" y="1152"/>
              <a:ext cx="2" cy="104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9145" name="Line 601">
              <a:extLst>
                <a:ext uri="{FF2B5EF4-FFF2-40B4-BE49-F238E27FC236}">
                  <a16:creationId xmlns:a16="http://schemas.microsoft.com/office/drawing/2014/main" id="{E05E4A80-C488-457D-B37B-8FF51519FE4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44" y="1169"/>
              <a:ext cx="1" cy="36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9146" name="Line 602">
              <a:extLst>
                <a:ext uri="{FF2B5EF4-FFF2-40B4-BE49-F238E27FC236}">
                  <a16:creationId xmlns:a16="http://schemas.microsoft.com/office/drawing/2014/main" id="{3142CE5C-B02D-42D6-B898-6945B8047B4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05" y="1119"/>
              <a:ext cx="1" cy="17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lg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9150" name="Line 606">
              <a:extLst>
                <a:ext uri="{FF2B5EF4-FFF2-40B4-BE49-F238E27FC236}">
                  <a16:creationId xmlns:a16="http://schemas.microsoft.com/office/drawing/2014/main" id="{FFBFCA02-5211-4ADC-A928-C1E54947CE4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87" y="1152"/>
              <a:ext cx="1" cy="104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9153" name="Line 609">
              <a:extLst>
                <a:ext uri="{FF2B5EF4-FFF2-40B4-BE49-F238E27FC236}">
                  <a16:creationId xmlns:a16="http://schemas.microsoft.com/office/drawing/2014/main" id="{B2E4C876-84DC-4607-9A35-447E39A063A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13" y="1256"/>
              <a:ext cx="415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9154" name="Line 610">
              <a:extLst>
                <a:ext uri="{FF2B5EF4-FFF2-40B4-BE49-F238E27FC236}">
                  <a16:creationId xmlns:a16="http://schemas.microsoft.com/office/drawing/2014/main" id="{918C1CF8-BB7D-4E8B-B590-72455CF7DD6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410" y="1303"/>
              <a:ext cx="424" cy="1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9155" name="Line 611">
              <a:extLst>
                <a:ext uri="{FF2B5EF4-FFF2-40B4-BE49-F238E27FC236}">
                  <a16:creationId xmlns:a16="http://schemas.microsoft.com/office/drawing/2014/main" id="{EF7F6FB3-8DCE-439D-809C-D92B91D3079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457" y="1152"/>
              <a:ext cx="32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9156" name="Line 612">
              <a:extLst>
                <a:ext uri="{FF2B5EF4-FFF2-40B4-BE49-F238E27FC236}">
                  <a16:creationId xmlns:a16="http://schemas.microsoft.com/office/drawing/2014/main" id="{F85873C8-D325-41A6-B83E-6CA3FDAF994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413" y="1205"/>
              <a:ext cx="415" cy="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9157" name="Line 613">
              <a:extLst>
                <a:ext uri="{FF2B5EF4-FFF2-40B4-BE49-F238E27FC236}">
                  <a16:creationId xmlns:a16="http://schemas.microsoft.com/office/drawing/2014/main" id="{12D24ABB-24BC-4CF8-9645-09594532DF2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581" y="1095"/>
              <a:ext cx="1" cy="208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9158" name="Line 614">
              <a:extLst>
                <a:ext uri="{FF2B5EF4-FFF2-40B4-BE49-F238E27FC236}">
                  <a16:creationId xmlns:a16="http://schemas.microsoft.com/office/drawing/2014/main" id="{B93492C9-FA03-410C-BE01-A62F32E8784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660" y="1095"/>
              <a:ext cx="1" cy="208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9159" name="Line 615">
              <a:extLst>
                <a:ext uri="{FF2B5EF4-FFF2-40B4-BE49-F238E27FC236}">
                  <a16:creationId xmlns:a16="http://schemas.microsoft.com/office/drawing/2014/main" id="{62D8CB4E-52DA-4A15-BC7E-BA83BBF680C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38" y="1152"/>
              <a:ext cx="1" cy="104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9160" name="Line 616">
              <a:extLst>
                <a:ext uri="{FF2B5EF4-FFF2-40B4-BE49-F238E27FC236}">
                  <a16:creationId xmlns:a16="http://schemas.microsoft.com/office/drawing/2014/main" id="{49C321F8-2236-43B6-972F-55087DC29E9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57" y="1152"/>
              <a:ext cx="1" cy="53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9161" name="Line 617">
              <a:extLst>
                <a:ext uri="{FF2B5EF4-FFF2-40B4-BE49-F238E27FC236}">
                  <a16:creationId xmlns:a16="http://schemas.microsoft.com/office/drawing/2014/main" id="{4FEDFA2C-A179-4288-A9C8-9B526FB696C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02" y="1152"/>
              <a:ext cx="2" cy="104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9162" name="Line 618">
              <a:extLst>
                <a:ext uri="{FF2B5EF4-FFF2-40B4-BE49-F238E27FC236}">
                  <a16:creationId xmlns:a16="http://schemas.microsoft.com/office/drawing/2014/main" id="{28706535-06CB-4D44-99DD-5ADDA23AD2E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81" y="1177"/>
              <a:ext cx="79" cy="1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9163" name="Line 619">
              <a:extLst>
                <a:ext uri="{FF2B5EF4-FFF2-40B4-BE49-F238E27FC236}">
                  <a16:creationId xmlns:a16="http://schemas.microsoft.com/office/drawing/2014/main" id="{C86B93E3-0A79-453F-AFE1-E6DEB7F55A4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83" y="1152"/>
              <a:ext cx="2" cy="53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9164" name="Line 620">
              <a:extLst>
                <a:ext uri="{FF2B5EF4-FFF2-40B4-BE49-F238E27FC236}">
                  <a16:creationId xmlns:a16="http://schemas.microsoft.com/office/drawing/2014/main" id="{71D1B831-80F2-45C3-B3C4-12E7238715C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5" y="891"/>
              <a:ext cx="315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lg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9165" name="Line 621">
              <a:extLst>
                <a:ext uri="{FF2B5EF4-FFF2-40B4-BE49-F238E27FC236}">
                  <a16:creationId xmlns:a16="http://schemas.microsoft.com/office/drawing/2014/main" id="{E471DDDC-5A12-4088-9F6F-FE9F2DEBCC7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15" y="1014"/>
              <a:ext cx="229" cy="1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9166" name="Line 622">
              <a:extLst>
                <a:ext uri="{FF2B5EF4-FFF2-40B4-BE49-F238E27FC236}">
                  <a16:creationId xmlns:a16="http://schemas.microsoft.com/office/drawing/2014/main" id="{152C7196-83F2-49A8-96AF-CD9C28BF6DB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15" y="770"/>
              <a:ext cx="229" cy="1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9168" name="Freeform 624">
              <a:extLst>
                <a:ext uri="{FF2B5EF4-FFF2-40B4-BE49-F238E27FC236}">
                  <a16:creationId xmlns:a16="http://schemas.microsoft.com/office/drawing/2014/main" id="{BE81AC33-71A9-4CD4-86E2-995E84017583}"/>
                </a:ext>
              </a:extLst>
            </p:cNvPr>
            <p:cNvSpPr>
              <a:spLocks/>
            </p:cNvSpPr>
            <p:nvPr/>
          </p:nvSpPr>
          <p:spPr bwMode="auto">
            <a:xfrm>
              <a:off x="1377" y="888"/>
              <a:ext cx="501" cy="3"/>
            </a:xfrm>
            <a:custGeom>
              <a:avLst/>
              <a:gdLst>
                <a:gd name="T0" fmla="*/ 0 w 501"/>
                <a:gd name="T1" fmla="*/ 3 h 3"/>
                <a:gd name="T2" fmla="*/ 501 w 501"/>
                <a:gd name="T3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501" h="3">
                  <a:moveTo>
                    <a:pt x="0" y="3"/>
                  </a:moveTo>
                  <a:lnTo>
                    <a:pt x="501" y="0"/>
                  </a:lnTo>
                </a:path>
              </a:pathLst>
            </a:custGeom>
            <a:solidFill>
              <a:srgbClr val="FFFFFF"/>
            </a:solidFill>
            <a:ln w="12700" cap="flat" cmpd="sng">
              <a:solidFill>
                <a:srgbClr val="000000"/>
              </a:solidFill>
              <a:prstDash val="lgDashDot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9170" name="Line 626">
              <a:extLst>
                <a:ext uri="{FF2B5EF4-FFF2-40B4-BE49-F238E27FC236}">
                  <a16:creationId xmlns:a16="http://schemas.microsoft.com/office/drawing/2014/main" id="{DB8A15F6-5952-4DC8-AD18-DD9D48CE5D3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20" y="645"/>
              <a:ext cx="1" cy="68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lg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09297" name="Group 753">
            <a:extLst>
              <a:ext uri="{FF2B5EF4-FFF2-40B4-BE49-F238E27FC236}">
                <a16:creationId xmlns:a16="http://schemas.microsoft.com/office/drawing/2014/main" id="{3F054AAC-3456-454F-889D-050D6FA5041B}"/>
              </a:ext>
            </a:extLst>
          </p:cNvPr>
          <p:cNvGrpSpPr>
            <a:grpSpLocks/>
          </p:cNvGrpSpPr>
          <p:nvPr/>
        </p:nvGrpSpPr>
        <p:grpSpPr bwMode="auto">
          <a:xfrm>
            <a:off x="3476625" y="1549363"/>
            <a:ext cx="1914525" cy="1871662"/>
            <a:chOff x="2190" y="663"/>
            <a:chExt cx="1206" cy="1179"/>
          </a:xfrm>
        </p:grpSpPr>
        <p:sp>
          <p:nvSpPr>
            <p:cNvPr id="109237" name="Arc 693">
              <a:extLst>
                <a:ext uri="{FF2B5EF4-FFF2-40B4-BE49-F238E27FC236}">
                  <a16:creationId xmlns:a16="http://schemas.microsoft.com/office/drawing/2014/main" id="{3DC387BD-A7E1-4F5A-881F-111BAC63C55C}"/>
                </a:ext>
              </a:extLst>
            </p:cNvPr>
            <p:cNvSpPr>
              <a:spLocks/>
            </p:cNvSpPr>
            <p:nvPr/>
          </p:nvSpPr>
          <p:spPr bwMode="auto">
            <a:xfrm>
              <a:off x="2615" y="1468"/>
              <a:ext cx="172" cy="326"/>
            </a:xfrm>
            <a:custGeom>
              <a:avLst/>
              <a:gdLst>
                <a:gd name="G0" fmla="+- 1156 0 0"/>
                <a:gd name="G1" fmla="+- 21600 0 0"/>
                <a:gd name="G2" fmla="+- 21600 0 0"/>
                <a:gd name="T0" fmla="*/ 1156 w 22756"/>
                <a:gd name="T1" fmla="*/ 0 h 43200"/>
                <a:gd name="T2" fmla="*/ 0 w 22756"/>
                <a:gd name="T3" fmla="*/ 43169 h 43200"/>
                <a:gd name="T4" fmla="*/ 1156 w 22756"/>
                <a:gd name="T5" fmla="*/ 21600 h 43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2756" h="43200" fill="none" extrusionOk="0">
                  <a:moveTo>
                    <a:pt x="1156" y="0"/>
                  </a:moveTo>
                  <a:cubicBezTo>
                    <a:pt x="13085" y="0"/>
                    <a:pt x="22756" y="9670"/>
                    <a:pt x="22756" y="21600"/>
                  </a:cubicBezTo>
                  <a:cubicBezTo>
                    <a:pt x="22756" y="33529"/>
                    <a:pt x="13085" y="43200"/>
                    <a:pt x="1156" y="43200"/>
                  </a:cubicBezTo>
                  <a:cubicBezTo>
                    <a:pt x="770" y="43199"/>
                    <a:pt x="384" y="43189"/>
                    <a:pt x="-1" y="43169"/>
                  </a:cubicBezTo>
                </a:path>
                <a:path w="22756" h="43200" stroke="0" extrusionOk="0">
                  <a:moveTo>
                    <a:pt x="1156" y="0"/>
                  </a:moveTo>
                  <a:cubicBezTo>
                    <a:pt x="13085" y="0"/>
                    <a:pt x="22756" y="9670"/>
                    <a:pt x="22756" y="21600"/>
                  </a:cubicBezTo>
                  <a:cubicBezTo>
                    <a:pt x="22756" y="33529"/>
                    <a:pt x="13085" y="43200"/>
                    <a:pt x="1156" y="43200"/>
                  </a:cubicBezTo>
                  <a:cubicBezTo>
                    <a:pt x="770" y="43199"/>
                    <a:pt x="384" y="43189"/>
                    <a:pt x="-1" y="43169"/>
                  </a:cubicBezTo>
                  <a:lnTo>
                    <a:pt x="1156" y="21600"/>
                  </a:lnTo>
                  <a:close/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9238" name="Oval 694">
              <a:extLst>
                <a:ext uri="{FF2B5EF4-FFF2-40B4-BE49-F238E27FC236}">
                  <a16:creationId xmlns:a16="http://schemas.microsoft.com/office/drawing/2014/main" id="{94717D01-400E-4B9E-A725-FF80B85F96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38" y="1550"/>
              <a:ext cx="163" cy="163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9239" name="Freeform 695">
              <a:extLst>
                <a:ext uri="{FF2B5EF4-FFF2-40B4-BE49-F238E27FC236}">
                  <a16:creationId xmlns:a16="http://schemas.microsoft.com/office/drawing/2014/main" id="{A686E2EA-3E82-4002-ADA3-342A6CBF2DC1}"/>
                </a:ext>
              </a:extLst>
            </p:cNvPr>
            <p:cNvSpPr>
              <a:spLocks/>
            </p:cNvSpPr>
            <p:nvPr/>
          </p:nvSpPr>
          <p:spPr bwMode="auto">
            <a:xfrm>
              <a:off x="2232" y="702"/>
              <a:ext cx="594" cy="624"/>
            </a:xfrm>
            <a:custGeom>
              <a:avLst/>
              <a:gdLst>
                <a:gd name="T0" fmla="*/ 0 w 594"/>
                <a:gd name="T1" fmla="*/ 0 h 624"/>
                <a:gd name="T2" fmla="*/ 0 w 594"/>
                <a:gd name="T3" fmla="*/ 420 h 624"/>
                <a:gd name="T4" fmla="*/ 150 w 594"/>
                <a:gd name="T5" fmla="*/ 420 h 624"/>
                <a:gd name="T6" fmla="*/ 150 w 594"/>
                <a:gd name="T7" fmla="*/ 624 h 624"/>
                <a:gd name="T8" fmla="*/ 230 w 594"/>
                <a:gd name="T9" fmla="*/ 624 h 624"/>
                <a:gd name="T10" fmla="*/ 230 w 594"/>
                <a:gd name="T11" fmla="*/ 572 h 624"/>
                <a:gd name="T12" fmla="*/ 550 w 594"/>
                <a:gd name="T13" fmla="*/ 572 h 624"/>
                <a:gd name="T14" fmla="*/ 552 w 594"/>
                <a:gd name="T15" fmla="*/ 624 h 624"/>
                <a:gd name="T16" fmla="*/ 594 w 594"/>
                <a:gd name="T17" fmla="*/ 624 h 624"/>
                <a:gd name="T18" fmla="*/ 594 w 594"/>
                <a:gd name="T19" fmla="*/ 522 h 624"/>
                <a:gd name="T20" fmla="*/ 552 w 594"/>
                <a:gd name="T21" fmla="*/ 522 h 624"/>
                <a:gd name="T22" fmla="*/ 552 w 594"/>
                <a:gd name="T23" fmla="*/ 468 h 624"/>
                <a:gd name="T24" fmla="*/ 230 w 594"/>
                <a:gd name="T25" fmla="*/ 468 h 624"/>
                <a:gd name="T26" fmla="*/ 231 w 594"/>
                <a:gd name="T27" fmla="*/ 0 h 624"/>
                <a:gd name="T28" fmla="*/ 0 w 594"/>
                <a:gd name="T29" fmla="*/ 0 h 6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594" h="624">
                  <a:moveTo>
                    <a:pt x="0" y="0"/>
                  </a:moveTo>
                  <a:lnTo>
                    <a:pt x="0" y="420"/>
                  </a:lnTo>
                  <a:lnTo>
                    <a:pt x="150" y="420"/>
                  </a:lnTo>
                  <a:lnTo>
                    <a:pt x="150" y="624"/>
                  </a:lnTo>
                  <a:lnTo>
                    <a:pt x="230" y="624"/>
                  </a:lnTo>
                  <a:lnTo>
                    <a:pt x="230" y="572"/>
                  </a:lnTo>
                  <a:lnTo>
                    <a:pt x="550" y="572"/>
                  </a:lnTo>
                  <a:lnTo>
                    <a:pt x="552" y="624"/>
                  </a:lnTo>
                  <a:lnTo>
                    <a:pt x="594" y="624"/>
                  </a:lnTo>
                  <a:lnTo>
                    <a:pt x="594" y="522"/>
                  </a:lnTo>
                  <a:lnTo>
                    <a:pt x="552" y="522"/>
                  </a:lnTo>
                  <a:lnTo>
                    <a:pt x="552" y="468"/>
                  </a:lnTo>
                  <a:lnTo>
                    <a:pt x="230" y="468"/>
                  </a:lnTo>
                  <a:lnTo>
                    <a:pt x="231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9240" name="Rectangle 696">
              <a:extLst>
                <a:ext uri="{FF2B5EF4-FFF2-40B4-BE49-F238E27FC236}">
                  <a16:creationId xmlns:a16="http://schemas.microsoft.com/office/drawing/2014/main" id="{E0D9F5D9-0C3D-4342-AB0C-3E72D3D034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33" y="1428"/>
              <a:ext cx="593" cy="414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9241" name="Oval 697">
              <a:extLst>
                <a:ext uri="{FF2B5EF4-FFF2-40B4-BE49-F238E27FC236}">
                  <a16:creationId xmlns:a16="http://schemas.microsoft.com/office/drawing/2014/main" id="{08804F38-8545-4091-82B9-576CF0547F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31" y="704"/>
              <a:ext cx="415" cy="415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9242" name="Oval 698">
              <a:extLst>
                <a:ext uri="{FF2B5EF4-FFF2-40B4-BE49-F238E27FC236}">
                  <a16:creationId xmlns:a16="http://schemas.microsoft.com/office/drawing/2014/main" id="{20DFEE32-6F7C-4260-8CEF-7F61BEAD5A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17" y="788"/>
              <a:ext cx="249" cy="241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9243" name="Line 699">
              <a:extLst>
                <a:ext uri="{FF2B5EF4-FFF2-40B4-BE49-F238E27FC236}">
                  <a16:creationId xmlns:a16="http://schemas.microsoft.com/office/drawing/2014/main" id="{30733574-8BCF-469C-B0F1-A08FD202AF9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233" y="702"/>
              <a:ext cx="65" cy="66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9244" name="Line 700">
              <a:extLst>
                <a:ext uri="{FF2B5EF4-FFF2-40B4-BE49-F238E27FC236}">
                  <a16:creationId xmlns:a16="http://schemas.microsoft.com/office/drawing/2014/main" id="{FBE9CD3A-7028-467B-A34E-431B8F970CE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297" y="702"/>
              <a:ext cx="86" cy="86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9245" name="Line 701">
              <a:extLst>
                <a:ext uri="{FF2B5EF4-FFF2-40B4-BE49-F238E27FC236}">
                  <a16:creationId xmlns:a16="http://schemas.microsoft.com/office/drawing/2014/main" id="{DB901803-A797-4232-A5BF-9D59B56E277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383" y="708"/>
              <a:ext cx="79" cy="8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9246" name="Line 702">
              <a:extLst>
                <a:ext uri="{FF2B5EF4-FFF2-40B4-BE49-F238E27FC236}">
                  <a16:creationId xmlns:a16="http://schemas.microsoft.com/office/drawing/2014/main" id="{9180BF23-7AC8-4BF3-9245-C97BBC1ABEB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233" y="1032"/>
              <a:ext cx="74" cy="74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9247" name="Line 703">
              <a:extLst>
                <a:ext uri="{FF2B5EF4-FFF2-40B4-BE49-F238E27FC236}">
                  <a16:creationId xmlns:a16="http://schemas.microsoft.com/office/drawing/2014/main" id="{F72971B6-B2EF-481A-9AB1-2332435CB4F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307" y="1032"/>
              <a:ext cx="86" cy="8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9248" name="Line 704">
              <a:extLst>
                <a:ext uri="{FF2B5EF4-FFF2-40B4-BE49-F238E27FC236}">
                  <a16:creationId xmlns:a16="http://schemas.microsoft.com/office/drawing/2014/main" id="{11E380CB-A587-43E9-BA55-F66BEFDBEDF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384" y="1046"/>
              <a:ext cx="78" cy="7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9249" name="Line 705">
              <a:extLst>
                <a:ext uri="{FF2B5EF4-FFF2-40B4-BE49-F238E27FC236}">
                  <a16:creationId xmlns:a16="http://schemas.microsoft.com/office/drawing/2014/main" id="{F26C3AC6-2753-40F6-9958-A39B099341A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384" y="1132"/>
              <a:ext cx="78" cy="76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9250" name="Line 706">
              <a:extLst>
                <a:ext uri="{FF2B5EF4-FFF2-40B4-BE49-F238E27FC236}">
                  <a16:creationId xmlns:a16="http://schemas.microsoft.com/office/drawing/2014/main" id="{566BD4F5-0A0A-4BBB-94D5-486C9FEEED5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384" y="1170"/>
              <a:ext cx="124" cy="124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9251" name="Line 707">
              <a:extLst>
                <a:ext uri="{FF2B5EF4-FFF2-40B4-BE49-F238E27FC236}">
                  <a16:creationId xmlns:a16="http://schemas.microsoft.com/office/drawing/2014/main" id="{FD56D2DC-4314-443E-8983-2788C765ACA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442" y="1300"/>
              <a:ext cx="20" cy="2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9252" name="Line 708">
              <a:extLst>
                <a:ext uri="{FF2B5EF4-FFF2-40B4-BE49-F238E27FC236}">
                  <a16:creationId xmlns:a16="http://schemas.microsoft.com/office/drawing/2014/main" id="{7FEB64B7-8DE8-474E-9057-EE4FA0C0724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488" y="1221"/>
              <a:ext cx="52" cy="53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9253" name="Line 709">
              <a:extLst>
                <a:ext uri="{FF2B5EF4-FFF2-40B4-BE49-F238E27FC236}">
                  <a16:creationId xmlns:a16="http://schemas.microsoft.com/office/drawing/2014/main" id="{E4D5E82D-E7D5-4FCA-8821-FFCE7C071BA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705" y="1170"/>
              <a:ext cx="57" cy="5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9254" name="Line 710">
              <a:extLst>
                <a:ext uri="{FF2B5EF4-FFF2-40B4-BE49-F238E27FC236}">
                  <a16:creationId xmlns:a16="http://schemas.microsoft.com/office/drawing/2014/main" id="{A69E0339-30E2-4679-9960-76C60D5665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742" y="1223"/>
              <a:ext cx="50" cy="5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9255" name="Line 711">
              <a:extLst>
                <a:ext uri="{FF2B5EF4-FFF2-40B4-BE49-F238E27FC236}">
                  <a16:creationId xmlns:a16="http://schemas.microsoft.com/office/drawing/2014/main" id="{BC0F4D35-E219-4210-8C68-EB391A8AA8B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784" y="1276"/>
              <a:ext cx="41" cy="4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9257" name="Freeform 713">
              <a:extLst>
                <a:ext uri="{FF2B5EF4-FFF2-40B4-BE49-F238E27FC236}">
                  <a16:creationId xmlns:a16="http://schemas.microsoft.com/office/drawing/2014/main" id="{94234938-4B92-487F-B2D7-D6116B56A0E0}"/>
                </a:ext>
              </a:extLst>
            </p:cNvPr>
            <p:cNvSpPr>
              <a:spLocks/>
            </p:cNvSpPr>
            <p:nvPr/>
          </p:nvSpPr>
          <p:spPr bwMode="auto">
            <a:xfrm>
              <a:off x="3346" y="909"/>
              <a:ext cx="2" cy="411"/>
            </a:xfrm>
            <a:custGeom>
              <a:avLst/>
              <a:gdLst>
                <a:gd name="T0" fmla="*/ 0 w 2"/>
                <a:gd name="T1" fmla="*/ 0 h 411"/>
                <a:gd name="T2" fmla="*/ 2 w 2"/>
                <a:gd name="T3" fmla="*/ 411 h 4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" h="411">
                  <a:moveTo>
                    <a:pt x="0" y="0"/>
                  </a:moveTo>
                  <a:lnTo>
                    <a:pt x="2" y="411"/>
                  </a:lnTo>
                </a:path>
              </a:pathLst>
            </a:custGeom>
            <a:solidFill>
              <a:srgbClr val="FFFFFF"/>
            </a:solidFill>
            <a:ln w="28575" cmpd="sng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9258" name="Freeform 714">
              <a:extLst>
                <a:ext uri="{FF2B5EF4-FFF2-40B4-BE49-F238E27FC236}">
                  <a16:creationId xmlns:a16="http://schemas.microsoft.com/office/drawing/2014/main" id="{BAB2741F-128F-4EC6-B31B-1E5170DFAF0C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8" y="909"/>
              <a:ext cx="3" cy="411"/>
            </a:xfrm>
            <a:custGeom>
              <a:avLst/>
              <a:gdLst>
                <a:gd name="T0" fmla="*/ 3 w 3"/>
                <a:gd name="T1" fmla="*/ 0 h 411"/>
                <a:gd name="T2" fmla="*/ 0 w 3"/>
                <a:gd name="T3" fmla="*/ 411 h 4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" h="411">
                  <a:moveTo>
                    <a:pt x="3" y="0"/>
                  </a:moveTo>
                  <a:lnTo>
                    <a:pt x="0" y="411"/>
                  </a:lnTo>
                </a:path>
              </a:pathLst>
            </a:custGeom>
            <a:solidFill>
              <a:srgbClr val="FFFFFF"/>
            </a:solidFill>
            <a:ln w="28575" cmpd="sng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9261" name="Line 717">
              <a:extLst>
                <a:ext uri="{FF2B5EF4-FFF2-40B4-BE49-F238E27FC236}">
                  <a16:creationId xmlns:a16="http://schemas.microsoft.com/office/drawing/2014/main" id="{16140D95-64A5-4A2C-9938-7E62C088AF8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274" y="1195"/>
              <a:ext cx="110" cy="126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9262" name="Line 718">
              <a:extLst>
                <a:ext uri="{FF2B5EF4-FFF2-40B4-BE49-F238E27FC236}">
                  <a16:creationId xmlns:a16="http://schemas.microsoft.com/office/drawing/2014/main" id="{A5E63125-2448-496C-B058-826F5ADAD3A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90" y="1634"/>
              <a:ext cx="668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lg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9266" name="Freeform 722">
              <a:extLst>
                <a:ext uri="{FF2B5EF4-FFF2-40B4-BE49-F238E27FC236}">
                  <a16:creationId xmlns:a16="http://schemas.microsoft.com/office/drawing/2014/main" id="{1C94B72A-E5A3-42C5-AD2B-EF7D545FEDA9}"/>
                </a:ext>
              </a:extLst>
            </p:cNvPr>
            <p:cNvSpPr>
              <a:spLocks/>
            </p:cNvSpPr>
            <p:nvPr/>
          </p:nvSpPr>
          <p:spPr bwMode="auto">
            <a:xfrm>
              <a:off x="2271" y="1119"/>
              <a:ext cx="3" cy="76"/>
            </a:xfrm>
            <a:custGeom>
              <a:avLst/>
              <a:gdLst>
                <a:gd name="T0" fmla="*/ 3 w 3"/>
                <a:gd name="T1" fmla="*/ 76 h 76"/>
                <a:gd name="T2" fmla="*/ 0 w 3"/>
                <a:gd name="T3" fmla="*/ 0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" h="76">
                  <a:moveTo>
                    <a:pt x="3" y="76"/>
                  </a:moveTo>
                  <a:lnTo>
                    <a:pt x="0" y="0"/>
                  </a:lnTo>
                </a:path>
              </a:pathLst>
            </a:custGeom>
            <a:solidFill>
              <a:srgbClr val="FFFFFF"/>
            </a:solidFill>
            <a:ln w="28575" cmpd="sng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9269" name="Line 725">
              <a:extLst>
                <a:ext uri="{FF2B5EF4-FFF2-40B4-BE49-F238E27FC236}">
                  <a16:creationId xmlns:a16="http://schemas.microsoft.com/office/drawing/2014/main" id="{C5315E35-89B1-4E80-8AC3-3D0E1A9DDAF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62" y="1427"/>
              <a:ext cx="1" cy="415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9270" name="Freeform 726">
              <a:extLst>
                <a:ext uri="{FF2B5EF4-FFF2-40B4-BE49-F238E27FC236}">
                  <a16:creationId xmlns:a16="http://schemas.microsoft.com/office/drawing/2014/main" id="{DE726BF4-EBE9-4A04-905D-74A59B769898}"/>
                </a:ext>
              </a:extLst>
            </p:cNvPr>
            <p:cNvSpPr>
              <a:spLocks/>
            </p:cNvSpPr>
            <p:nvPr/>
          </p:nvSpPr>
          <p:spPr bwMode="auto">
            <a:xfrm>
              <a:off x="2466" y="1798"/>
              <a:ext cx="157" cy="2"/>
            </a:xfrm>
            <a:custGeom>
              <a:avLst/>
              <a:gdLst>
                <a:gd name="T0" fmla="*/ 0 w 157"/>
                <a:gd name="T1" fmla="*/ 2 h 2"/>
                <a:gd name="T2" fmla="*/ 157 w 157"/>
                <a:gd name="T3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57" h="2">
                  <a:moveTo>
                    <a:pt x="0" y="2"/>
                  </a:moveTo>
                  <a:lnTo>
                    <a:pt x="157" y="0"/>
                  </a:lnTo>
                </a:path>
              </a:pathLst>
            </a:custGeom>
            <a:solidFill>
              <a:srgbClr val="FFFFFF"/>
            </a:solidFill>
            <a:ln w="28575" cmpd="sng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9271" name="Line 727">
              <a:extLst>
                <a:ext uri="{FF2B5EF4-FFF2-40B4-BE49-F238E27FC236}">
                  <a16:creationId xmlns:a16="http://schemas.microsoft.com/office/drawing/2014/main" id="{E77FFE98-0A58-4DAD-BDA8-8E04DBB602F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23" y="1451"/>
              <a:ext cx="1" cy="376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lg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9273" name="Freeform 729">
              <a:extLst>
                <a:ext uri="{FF2B5EF4-FFF2-40B4-BE49-F238E27FC236}">
                  <a16:creationId xmlns:a16="http://schemas.microsoft.com/office/drawing/2014/main" id="{CD355A34-D0AE-4FC5-BAE0-7733F0665029}"/>
                </a:ext>
              </a:extLst>
            </p:cNvPr>
            <p:cNvSpPr>
              <a:spLocks/>
            </p:cNvSpPr>
            <p:nvPr/>
          </p:nvSpPr>
          <p:spPr bwMode="auto">
            <a:xfrm>
              <a:off x="2460" y="1466"/>
              <a:ext cx="163" cy="4"/>
            </a:xfrm>
            <a:custGeom>
              <a:avLst/>
              <a:gdLst>
                <a:gd name="T0" fmla="*/ 0 w 163"/>
                <a:gd name="T1" fmla="*/ 4 h 4"/>
                <a:gd name="T2" fmla="*/ 163 w 163"/>
                <a:gd name="T3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63" h="4">
                  <a:moveTo>
                    <a:pt x="0" y="4"/>
                  </a:moveTo>
                  <a:lnTo>
                    <a:pt x="163" y="0"/>
                  </a:lnTo>
                </a:path>
              </a:pathLst>
            </a:custGeom>
            <a:solidFill>
              <a:srgbClr val="FFFFFF"/>
            </a:solidFill>
            <a:ln w="28575" cmpd="sng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9274" name="Line 730">
              <a:extLst>
                <a:ext uri="{FF2B5EF4-FFF2-40B4-BE49-F238E27FC236}">
                  <a16:creationId xmlns:a16="http://schemas.microsoft.com/office/drawing/2014/main" id="{713AF9E1-61C5-4DDC-90C4-C2E2A470CCD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40" y="1170"/>
              <a:ext cx="2" cy="104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9276" name="Line 732">
              <a:extLst>
                <a:ext uri="{FF2B5EF4-FFF2-40B4-BE49-F238E27FC236}">
                  <a16:creationId xmlns:a16="http://schemas.microsoft.com/office/drawing/2014/main" id="{B419EB2C-5606-4C8B-95EE-CDBEDCFCC92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23" y="1137"/>
              <a:ext cx="1" cy="17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lg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9277" name="Line 733">
              <a:extLst>
                <a:ext uri="{FF2B5EF4-FFF2-40B4-BE49-F238E27FC236}">
                  <a16:creationId xmlns:a16="http://schemas.microsoft.com/office/drawing/2014/main" id="{9370A232-E44A-4048-A9F8-109A78A065B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05" y="1170"/>
              <a:ext cx="1" cy="104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9279" name="Line 735">
              <a:extLst>
                <a:ext uri="{FF2B5EF4-FFF2-40B4-BE49-F238E27FC236}">
                  <a16:creationId xmlns:a16="http://schemas.microsoft.com/office/drawing/2014/main" id="{59CC05F3-70F6-4764-A79A-8282EB80361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928" y="1321"/>
              <a:ext cx="424" cy="1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9282" name="Freeform 738">
              <a:extLst>
                <a:ext uri="{FF2B5EF4-FFF2-40B4-BE49-F238E27FC236}">
                  <a16:creationId xmlns:a16="http://schemas.microsoft.com/office/drawing/2014/main" id="{E3FA956F-2E6D-4D7B-B677-6FDA25FAC208}"/>
                </a:ext>
              </a:extLst>
            </p:cNvPr>
            <p:cNvSpPr>
              <a:spLocks/>
            </p:cNvSpPr>
            <p:nvPr/>
          </p:nvSpPr>
          <p:spPr bwMode="auto">
            <a:xfrm>
              <a:off x="3100" y="1113"/>
              <a:ext cx="2" cy="207"/>
            </a:xfrm>
            <a:custGeom>
              <a:avLst/>
              <a:gdLst>
                <a:gd name="T0" fmla="*/ 2 w 2"/>
                <a:gd name="T1" fmla="*/ 207 h 207"/>
                <a:gd name="T2" fmla="*/ 0 w 2"/>
                <a:gd name="T3" fmla="*/ 0 h 2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" h="207">
                  <a:moveTo>
                    <a:pt x="2" y="207"/>
                  </a:moveTo>
                  <a:lnTo>
                    <a:pt x="0" y="0"/>
                  </a:lnTo>
                </a:path>
              </a:pathLst>
            </a:custGeom>
            <a:solidFill>
              <a:srgbClr val="FFFFFF"/>
            </a:solidFill>
            <a:ln w="28575" cmpd="sng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9283" name="Line 739">
              <a:extLst>
                <a:ext uri="{FF2B5EF4-FFF2-40B4-BE49-F238E27FC236}">
                  <a16:creationId xmlns:a16="http://schemas.microsoft.com/office/drawing/2014/main" id="{4D47E119-35E1-4BD2-AF38-E04E3D3A79B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78" y="1113"/>
              <a:ext cx="1" cy="208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9287" name="Freeform 743">
              <a:extLst>
                <a:ext uri="{FF2B5EF4-FFF2-40B4-BE49-F238E27FC236}">
                  <a16:creationId xmlns:a16="http://schemas.microsoft.com/office/drawing/2014/main" id="{ED5F2B5E-0160-4ACF-B901-0F3784D3B0E3}"/>
                </a:ext>
              </a:extLst>
            </p:cNvPr>
            <p:cNvSpPr>
              <a:spLocks/>
            </p:cNvSpPr>
            <p:nvPr/>
          </p:nvSpPr>
          <p:spPr bwMode="auto">
            <a:xfrm>
              <a:off x="3099" y="1194"/>
              <a:ext cx="81" cy="1"/>
            </a:xfrm>
            <a:custGeom>
              <a:avLst/>
              <a:gdLst>
                <a:gd name="T0" fmla="*/ 0 w 81"/>
                <a:gd name="T1" fmla="*/ 1 h 1"/>
                <a:gd name="T2" fmla="*/ 81 w 81"/>
                <a:gd name="T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81" h="1">
                  <a:moveTo>
                    <a:pt x="0" y="1"/>
                  </a:moveTo>
                  <a:lnTo>
                    <a:pt x="81" y="0"/>
                  </a:lnTo>
                </a:path>
              </a:pathLst>
            </a:custGeom>
            <a:solidFill>
              <a:srgbClr val="FFFFFF"/>
            </a:solidFill>
            <a:ln w="28575" cmpd="sng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9289" name="Line 745">
              <a:extLst>
                <a:ext uri="{FF2B5EF4-FFF2-40B4-BE49-F238E27FC236}">
                  <a16:creationId xmlns:a16="http://schemas.microsoft.com/office/drawing/2014/main" id="{C942DEE2-B66F-49BE-9A8A-A4026BE4C27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93" y="909"/>
              <a:ext cx="315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lg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9290" name="Freeform 746">
              <a:extLst>
                <a:ext uri="{FF2B5EF4-FFF2-40B4-BE49-F238E27FC236}">
                  <a16:creationId xmlns:a16="http://schemas.microsoft.com/office/drawing/2014/main" id="{400BB950-80E2-414E-840F-D8F0E4B58266}"/>
                </a:ext>
              </a:extLst>
            </p:cNvPr>
            <p:cNvSpPr>
              <a:spLocks/>
            </p:cNvSpPr>
            <p:nvPr/>
          </p:nvSpPr>
          <p:spPr bwMode="auto">
            <a:xfrm>
              <a:off x="2226" y="1032"/>
              <a:ext cx="237" cy="1"/>
            </a:xfrm>
            <a:custGeom>
              <a:avLst/>
              <a:gdLst>
                <a:gd name="T0" fmla="*/ 237 w 237"/>
                <a:gd name="T1" fmla="*/ 0 h 1"/>
                <a:gd name="T2" fmla="*/ 0 w 237"/>
                <a:gd name="T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37" h="1">
                  <a:moveTo>
                    <a:pt x="237" y="0"/>
                  </a:moveTo>
                  <a:lnTo>
                    <a:pt x="0" y="0"/>
                  </a:lnTo>
                </a:path>
              </a:pathLst>
            </a:custGeom>
            <a:solidFill>
              <a:srgbClr val="FFFFFF"/>
            </a:solidFill>
            <a:ln w="28575" cmpd="sng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9291" name="Line 747">
              <a:extLst>
                <a:ext uri="{FF2B5EF4-FFF2-40B4-BE49-F238E27FC236}">
                  <a16:creationId xmlns:a16="http://schemas.microsoft.com/office/drawing/2014/main" id="{C224E693-C547-410C-835F-90C016639A7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233" y="788"/>
              <a:ext cx="229" cy="1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9292" name="Freeform 748">
              <a:extLst>
                <a:ext uri="{FF2B5EF4-FFF2-40B4-BE49-F238E27FC236}">
                  <a16:creationId xmlns:a16="http://schemas.microsoft.com/office/drawing/2014/main" id="{955D8737-9082-40FE-91AE-0D849D4AFB64}"/>
                </a:ext>
              </a:extLst>
            </p:cNvPr>
            <p:cNvSpPr>
              <a:spLocks/>
            </p:cNvSpPr>
            <p:nvPr/>
          </p:nvSpPr>
          <p:spPr bwMode="auto">
            <a:xfrm>
              <a:off x="2895" y="906"/>
              <a:ext cx="501" cy="3"/>
            </a:xfrm>
            <a:custGeom>
              <a:avLst/>
              <a:gdLst>
                <a:gd name="T0" fmla="*/ 0 w 501"/>
                <a:gd name="T1" fmla="*/ 3 h 3"/>
                <a:gd name="T2" fmla="*/ 501 w 501"/>
                <a:gd name="T3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501" h="3">
                  <a:moveTo>
                    <a:pt x="0" y="3"/>
                  </a:moveTo>
                  <a:lnTo>
                    <a:pt x="501" y="0"/>
                  </a:lnTo>
                </a:path>
              </a:pathLst>
            </a:custGeom>
            <a:solidFill>
              <a:srgbClr val="FFFFFF"/>
            </a:solidFill>
            <a:ln w="12700" cap="flat" cmpd="sng">
              <a:solidFill>
                <a:srgbClr val="000000"/>
              </a:solidFill>
              <a:prstDash val="lgDashDot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9293" name="Line 749">
              <a:extLst>
                <a:ext uri="{FF2B5EF4-FFF2-40B4-BE49-F238E27FC236}">
                  <a16:creationId xmlns:a16="http://schemas.microsoft.com/office/drawing/2014/main" id="{FAF069B9-A02B-4C27-BC54-D925D81870C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38" y="663"/>
              <a:ext cx="1" cy="68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lg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9294" name="Line 750">
              <a:extLst>
                <a:ext uri="{FF2B5EF4-FFF2-40B4-BE49-F238E27FC236}">
                  <a16:creationId xmlns:a16="http://schemas.microsoft.com/office/drawing/2014/main" id="{4CFE3A4E-2E2C-4859-BF82-31B4F3F683A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28" y="1278"/>
              <a:ext cx="42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lg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pic>
        <p:nvPicPr>
          <p:cNvPr id="109310" name="Picture 766">
            <a:extLst>
              <a:ext uri="{FF2B5EF4-FFF2-40B4-BE49-F238E27FC236}">
                <a16:creationId xmlns:a16="http://schemas.microsoft.com/office/drawing/2014/main" id="{C9D39344-ACB0-4226-B67D-0E88B53A0E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72213" y="1528725"/>
            <a:ext cx="1989137" cy="1952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109316" name="Group 772">
            <a:extLst>
              <a:ext uri="{FF2B5EF4-FFF2-40B4-BE49-F238E27FC236}">
                <a16:creationId xmlns:a16="http://schemas.microsoft.com/office/drawing/2014/main" id="{D9E3AD65-C015-480D-A0C9-C2EA7375AA46}"/>
              </a:ext>
            </a:extLst>
          </p:cNvPr>
          <p:cNvGrpSpPr>
            <a:grpSpLocks/>
          </p:cNvGrpSpPr>
          <p:nvPr/>
        </p:nvGrpSpPr>
        <p:grpSpPr bwMode="auto">
          <a:xfrm>
            <a:off x="1799692" y="4106826"/>
            <a:ext cx="1862671" cy="2750852"/>
            <a:chOff x="1387" y="2230"/>
            <a:chExt cx="1265" cy="1933"/>
          </a:xfrm>
        </p:grpSpPr>
        <p:sp>
          <p:nvSpPr>
            <p:cNvPr id="109317" name="Oval 773">
              <a:extLst>
                <a:ext uri="{FF2B5EF4-FFF2-40B4-BE49-F238E27FC236}">
                  <a16:creationId xmlns:a16="http://schemas.microsoft.com/office/drawing/2014/main" id="{50F2C206-99C2-4A2B-A537-CA4BD8D045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51" y="3143"/>
              <a:ext cx="960" cy="965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9318" name="Arc 774">
              <a:extLst>
                <a:ext uri="{FF2B5EF4-FFF2-40B4-BE49-F238E27FC236}">
                  <a16:creationId xmlns:a16="http://schemas.microsoft.com/office/drawing/2014/main" id="{1A90C951-D349-4C83-8E70-5A1895F46D7A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1758" y="3351"/>
              <a:ext cx="276" cy="548"/>
            </a:xfrm>
            <a:custGeom>
              <a:avLst/>
              <a:gdLst>
                <a:gd name="G0" fmla="+- 317 0 0"/>
                <a:gd name="G1" fmla="+- 21600 0 0"/>
                <a:gd name="G2" fmla="+- 21600 0 0"/>
                <a:gd name="T0" fmla="*/ 317 w 21917"/>
                <a:gd name="T1" fmla="*/ 0 h 43200"/>
                <a:gd name="T2" fmla="*/ 0 w 21917"/>
                <a:gd name="T3" fmla="*/ 43198 h 43200"/>
                <a:gd name="T4" fmla="*/ 317 w 21917"/>
                <a:gd name="T5" fmla="*/ 21600 h 43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917" h="43200" fill="none" extrusionOk="0">
                  <a:moveTo>
                    <a:pt x="317" y="0"/>
                  </a:moveTo>
                  <a:cubicBezTo>
                    <a:pt x="12246" y="0"/>
                    <a:pt x="21917" y="9670"/>
                    <a:pt x="21917" y="21600"/>
                  </a:cubicBezTo>
                  <a:cubicBezTo>
                    <a:pt x="21917" y="33529"/>
                    <a:pt x="12246" y="43200"/>
                    <a:pt x="317" y="43200"/>
                  </a:cubicBezTo>
                  <a:cubicBezTo>
                    <a:pt x="211" y="43199"/>
                    <a:pt x="105" y="43199"/>
                    <a:pt x="0" y="43197"/>
                  </a:cubicBezTo>
                </a:path>
                <a:path w="21917" h="43200" stroke="0" extrusionOk="0">
                  <a:moveTo>
                    <a:pt x="317" y="0"/>
                  </a:moveTo>
                  <a:cubicBezTo>
                    <a:pt x="12246" y="0"/>
                    <a:pt x="21917" y="9670"/>
                    <a:pt x="21917" y="21600"/>
                  </a:cubicBezTo>
                  <a:cubicBezTo>
                    <a:pt x="21917" y="33529"/>
                    <a:pt x="12246" y="43200"/>
                    <a:pt x="317" y="43200"/>
                  </a:cubicBezTo>
                  <a:cubicBezTo>
                    <a:pt x="211" y="43199"/>
                    <a:pt x="105" y="43199"/>
                    <a:pt x="0" y="43197"/>
                  </a:cubicBezTo>
                  <a:lnTo>
                    <a:pt x="317" y="21600"/>
                  </a:lnTo>
                  <a:close/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9319" name="Oval 775">
              <a:extLst>
                <a:ext uri="{FF2B5EF4-FFF2-40B4-BE49-F238E27FC236}">
                  <a16:creationId xmlns:a16="http://schemas.microsoft.com/office/drawing/2014/main" id="{C92975F0-9482-4B9A-B812-2D11E5F430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46" y="3445"/>
              <a:ext cx="362" cy="347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9320" name="Oval 776">
              <a:extLst>
                <a:ext uri="{FF2B5EF4-FFF2-40B4-BE49-F238E27FC236}">
                  <a16:creationId xmlns:a16="http://schemas.microsoft.com/office/drawing/2014/main" id="{E65FD5EE-861B-44B2-AD19-211AECA5B6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13" y="3513"/>
              <a:ext cx="223" cy="223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9321" name="Oval 777">
              <a:extLst>
                <a:ext uri="{FF2B5EF4-FFF2-40B4-BE49-F238E27FC236}">
                  <a16:creationId xmlns:a16="http://schemas.microsoft.com/office/drawing/2014/main" id="{9E8F5C41-10F2-4F85-BFE9-D468EDA179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96" y="3567"/>
              <a:ext cx="116" cy="116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9322" name="Oval 778">
              <a:extLst>
                <a:ext uri="{FF2B5EF4-FFF2-40B4-BE49-F238E27FC236}">
                  <a16:creationId xmlns:a16="http://schemas.microsoft.com/office/drawing/2014/main" id="{B6A13240-A629-4506-8560-CE658812DC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66" y="3188"/>
              <a:ext cx="116" cy="116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9323" name="Oval 779">
              <a:extLst>
                <a:ext uri="{FF2B5EF4-FFF2-40B4-BE49-F238E27FC236}">
                  <a16:creationId xmlns:a16="http://schemas.microsoft.com/office/drawing/2014/main" id="{6214B869-63D4-409C-B219-1FE88D8D5F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66" y="3950"/>
              <a:ext cx="116" cy="116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9324" name="Oval 780">
              <a:extLst>
                <a:ext uri="{FF2B5EF4-FFF2-40B4-BE49-F238E27FC236}">
                  <a16:creationId xmlns:a16="http://schemas.microsoft.com/office/drawing/2014/main" id="{715CBD4B-BC08-45F8-AB74-A5931D55A1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49" y="3566"/>
              <a:ext cx="116" cy="116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9325" name="Oval 781">
              <a:extLst>
                <a:ext uri="{FF2B5EF4-FFF2-40B4-BE49-F238E27FC236}">
                  <a16:creationId xmlns:a16="http://schemas.microsoft.com/office/drawing/2014/main" id="{0EC1E658-4FB9-43DB-856B-F1E9A36A7F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68" y="2507"/>
              <a:ext cx="96" cy="96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9326" name="Arc 782">
              <a:extLst>
                <a:ext uri="{FF2B5EF4-FFF2-40B4-BE49-F238E27FC236}">
                  <a16:creationId xmlns:a16="http://schemas.microsoft.com/office/drawing/2014/main" id="{5184EEA4-D641-4AAD-9EB8-EA4D3904C78F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2088" y="2428"/>
              <a:ext cx="162" cy="266"/>
            </a:xfrm>
            <a:custGeom>
              <a:avLst/>
              <a:gdLst>
                <a:gd name="G0" fmla="+- 4774 0 0"/>
                <a:gd name="G1" fmla="+- 21600 0 0"/>
                <a:gd name="G2" fmla="+- 21600 0 0"/>
                <a:gd name="T0" fmla="*/ 4774 w 26374"/>
                <a:gd name="T1" fmla="*/ 0 h 43200"/>
                <a:gd name="T2" fmla="*/ 0 w 26374"/>
                <a:gd name="T3" fmla="*/ 42666 h 43200"/>
                <a:gd name="T4" fmla="*/ 4774 w 26374"/>
                <a:gd name="T5" fmla="*/ 21600 h 43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6374" h="43200" fill="none" extrusionOk="0">
                  <a:moveTo>
                    <a:pt x="4774" y="0"/>
                  </a:moveTo>
                  <a:cubicBezTo>
                    <a:pt x="16703" y="0"/>
                    <a:pt x="26374" y="9670"/>
                    <a:pt x="26374" y="21600"/>
                  </a:cubicBezTo>
                  <a:cubicBezTo>
                    <a:pt x="26374" y="33529"/>
                    <a:pt x="16703" y="43200"/>
                    <a:pt x="4774" y="43200"/>
                  </a:cubicBezTo>
                  <a:cubicBezTo>
                    <a:pt x="3167" y="43199"/>
                    <a:pt x="1566" y="43020"/>
                    <a:pt x="0" y="42665"/>
                  </a:cubicBezTo>
                </a:path>
                <a:path w="26374" h="43200" stroke="0" extrusionOk="0">
                  <a:moveTo>
                    <a:pt x="4774" y="0"/>
                  </a:moveTo>
                  <a:cubicBezTo>
                    <a:pt x="16703" y="0"/>
                    <a:pt x="26374" y="9670"/>
                    <a:pt x="26374" y="21600"/>
                  </a:cubicBezTo>
                  <a:cubicBezTo>
                    <a:pt x="26374" y="33529"/>
                    <a:pt x="16703" y="43200"/>
                    <a:pt x="4774" y="43200"/>
                  </a:cubicBezTo>
                  <a:cubicBezTo>
                    <a:pt x="3167" y="43199"/>
                    <a:pt x="1566" y="43020"/>
                    <a:pt x="0" y="42665"/>
                  </a:cubicBezTo>
                  <a:lnTo>
                    <a:pt x="4774" y="21600"/>
                  </a:lnTo>
                  <a:close/>
                </a:path>
              </a:pathLst>
            </a:custGeom>
            <a:noFill/>
            <a:ln w="12700">
              <a:solidFill>
                <a:srgbClr val="CC0000"/>
              </a:solidFill>
              <a:prstDash val="lg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rot="10800000" wrap="none" anchor="ctr"/>
            <a:lstStyle/>
            <a:p>
              <a:pPr eaLnBrk="1" hangingPunct="1"/>
              <a:endParaRPr lang="zh-CN" altLang="zh-CN" sz="3200"/>
            </a:p>
          </p:txBody>
        </p:sp>
        <p:sp>
          <p:nvSpPr>
            <p:cNvPr id="109327" name="Line 783">
              <a:extLst>
                <a:ext uri="{FF2B5EF4-FFF2-40B4-BE49-F238E27FC236}">
                  <a16:creationId xmlns:a16="http://schemas.microsoft.com/office/drawing/2014/main" id="{734022E8-F9DF-445F-ADB7-E9A49F0EB5E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30" y="2430"/>
              <a:ext cx="87" cy="0"/>
            </a:xfrm>
            <a:prstGeom prst="line">
              <a:avLst/>
            </a:prstGeom>
            <a:noFill/>
            <a:ln w="12700">
              <a:solidFill>
                <a:srgbClr val="CC00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9328" name="Line 784">
              <a:extLst>
                <a:ext uri="{FF2B5EF4-FFF2-40B4-BE49-F238E27FC236}">
                  <a16:creationId xmlns:a16="http://schemas.microsoft.com/office/drawing/2014/main" id="{B3B96947-5468-48B9-8DF9-7DC827D7E49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30" y="2694"/>
              <a:ext cx="87" cy="0"/>
            </a:xfrm>
            <a:prstGeom prst="line">
              <a:avLst/>
            </a:prstGeom>
            <a:noFill/>
            <a:ln w="12700">
              <a:solidFill>
                <a:srgbClr val="CC00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9329" name="Rectangle 785">
              <a:extLst>
                <a:ext uri="{FF2B5EF4-FFF2-40B4-BE49-F238E27FC236}">
                  <a16:creationId xmlns:a16="http://schemas.microsoft.com/office/drawing/2014/main" id="{F28BB961-5D56-47BD-8A57-5A259B3BF3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9" y="2942"/>
              <a:ext cx="288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1800" i="1">
                  <a:latin typeface="宋体" panose="02010600030101010101" pitchFamily="2" charset="-122"/>
                </a:rPr>
                <a:t>A</a:t>
              </a:r>
              <a:r>
                <a:rPr lang="zh-CN" altLang="en-US" sz="1800">
                  <a:latin typeface="宋体" panose="02010600030101010101" pitchFamily="2" charset="-122"/>
                </a:rPr>
                <a:t>－</a:t>
              </a:r>
              <a:r>
                <a:rPr lang="en-US" altLang="zh-CN" sz="1800" i="1">
                  <a:latin typeface="宋体" panose="02010600030101010101" pitchFamily="2" charset="-122"/>
                </a:rPr>
                <a:t>A</a:t>
              </a:r>
              <a:endParaRPr lang="en-US" altLang="zh-CN" sz="1800"/>
            </a:p>
          </p:txBody>
        </p:sp>
        <p:sp>
          <p:nvSpPr>
            <p:cNvPr id="109330" name="Freeform 786">
              <a:extLst>
                <a:ext uri="{FF2B5EF4-FFF2-40B4-BE49-F238E27FC236}">
                  <a16:creationId xmlns:a16="http://schemas.microsoft.com/office/drawing/2014/main" id="{7A2A286B-AAAC-4807-9F3F-0E2BBA2E4861}"/>
                </a:ext>
              </a:extLst>
            </p:cNvPr>
            <p:cNvSpPr>
              <a:spLocks/>
            </p:cNvSpPr>
            <p:nvPr/>
          </p:nvSpPr>
          <p:spPr bwMode="auto">
            <a:xfrm>
              <a:off x="1890" y="2374"/>
              <a:ext cx="280" cy="1"/>
            </a:xfrm>
            <a:custGeom>
              <a:avLst/>
              <a:gdLst>
                <a:gd name="T0" fmla="*/ 0 w 1402"/>
                <a:gd name="T1" fmla="*/ 1401 w 1402"/>
                <a:gd name="T2" fmla="*/ 1402 w 140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1402">
                  <a:moveTo>
                    <a:pt x="0" y="0"/>
                  </a:moveTo>
                  <a:lnTo>
                    <a:pt x="1401" y="0"/>
                  </a:lnTo>
                  <a:lnTo>
                    <a:pt x="1402" y="0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9331" name="Freeform 787">
              <a:extLst>
                <a:ext uri="{FF2B5EF4-FFF2-40B4-BE49-F238E27FC236}">
                  <a16:creationId xmlns:a16="http://schemas.microsoft.com/office/drawing/2014/main" id="{95A51B82-AE2A-4912-963C-31B8B7EE9BB9}"/>
                </a:ext>
              </a:extLst>
            </p:cNvPr>
            <p:cNvSpPr>
              <a:spLocks/>
            </p:cNvSpPr>
            <p:nvPr/>
          </p:nvSpPr>
          <p:spPr bwMode="auto">
            <a:xfrm>
              <a:off x="1888" y="2772"/>
              <a:ext cx="284" cy="1"/>
            </a:xfrm>
            <a:custGeom>
              <a:avLst/>
              <a:gdLst>
                <a:gd name="T0" fmla="*/ 0 w 284"/>
                <a:gd name="T1" fmla="*/ 0 h 1"/>
                <a:gd name="T2" fmla="*/ 284 w 284"/>
                <a:gd name="T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84" h="1">
                  <a:moveTo>
                    <a:pt x="0" y="0"/>
                  </a:moveTo>
                  <a:lnTo>
                    <a:pt x="284" y="0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9332" name="Freeform 788">
              <a:extLst>
                <a:ext uri="{FF2B5EF4-FFF2-40B4-BE49-F238E27FC236}">
                  <a16:creationId xmlns:a16="http://schemas.microsoft.com/office/drawing/2014/main" id="{983C8633-EC5A-4799-A291-15FDA3EB532F}"/>
                </a:ext>
              </a:extLst>
            </p:cNvPr>
            <p:cNvSpPr>
              <a:spLocks/>
            </p:cNvSpPr>
            <p:nvPr/>
          </p:nvSpPr>
          <p:spPr bwMode="auto">
            <a:xfrm>
              <a:off x="1549" y="2901"/>
              <a:ext cx="963" cy="1"/>
            </a:xfrm>
            <a:custGeom>
              <a:avLst/>
              <a:gdLst>
                <a:gd name="T0" fmla="*/ 0 w 4815"/>
                <a:gd name="T1" fmla="*/ 4814 w 4815"/>
                <a:gd name="T2" fmla="*/ 4815 w 481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4815">
                  <a:moveTo>
                    <a:pt x="0" y="0"/>
                  </a:moveTo>
                  <a:lnTo>
                    <a:pt x="4814" y="0"/>
                  </a:lnTo>
                  <a:lnTo>
                    <a:pt x="4815" y="0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9333" name="Freeform 789">
              <a:extLst>
                <a:ext uri="{FF2B5EF4-FFF2-40B4-BE49-F238E27FC236}">
                  <a16:creationId xmlns:a16="http://schemas.microsoft.com/office/drawing/2014/main" id="{5CA8FC30-5C61-48DC-8CF2-F99837034CF8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0" y="2275"/>
              <a:ext cx="560" cy="1"/>
            </a:xfrm>
            <a:custGeom>
              <a:avLst/>
              <a:gdLst>
                <a:gd name="T0" fmla="*/ 2798 w 2798"/>
                <a:gd name="T1" fmla="*/ 0 w 2798"/>
                <a:gd name="T2" fmla="*/ 1 w 2798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2798">
                  <a:moveTo>
                    <a:pt x="2798" y="0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9334" name="Freeform 790">
              <a:extLst>
                <a:ext uri="{FF2B5EF4-FFF2-40B4-BE49-F238E27FC236}">
                  <a16:creationId xmlns:a16="http://schemas.microsoft.com/office/drawing/2014/main" id="{3DDE322D-B265-45F9-AE52-7335C3F308FF}"/>
                </a:ext>
              </a:extLst>
            </p:cNvPr>
            <p:cNvSpPr>
              <a:spLocks/>
            </p:cNvSpPr>
            <p:nvPr/>
          </p:nvSpPr>
          <p:spPr bwMode="auto">
            <a:xfrm>
              <a:off x="1969" y="2561"/>
              <a:ext cx="319" cy="1"/>
            </a:xfrm>
            <a:custGeom>
              <a:avLst/>
              <a:gdLst>
                <a:gd name="T0" fmla="*/ 0 w 1593"/>
                <a:gd name="T1" fmla="*/ 1591 w 1593"/>
                <a:gd name="T2" fmla="*/ 1593 w 159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1593">
                  <a:moveTo>
                    <a:pt x="0" y="0"/>
                  </a:moveTo>
                  <a:lnTo>
                    <a:pt x="1591" y="0"/>
                  </a:lnTo>
                  <a:lnTo>
                    <a:pt x="1593" y="0"/>
                  </a:lnTo>
                </a:path>
              </a:pathLst>
            </a:custGeom>
            <a:noFill/>
            <a:ln w="127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9335" name="Freeform 791">
              <a:extLst>
                <a:ext uri="{FF2B5EF4-FFF2-40B4-BE49-F238E27FC236}">
                  <a16:creationId xmlns:a16="http://schemas.microsoft.com/office/drawing/2014/main" id="{BAF5A8F3-74DC-42AB-9902-D1EAF20B32E2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0" y="2275"/>
              <a:ext cx="8" cy="7"/>
            </a:xfrm>
            <a:custGeom>
              <a:avLst/>
              <a:gdLst>
                <a:gd name="T0" fmla="*/ 0 w 37"/>
                <a:gd name="T1" fmla="*/ 35 h 35"/>
                <a:gd name="T2" fmla="*/ 36 w 37"/>
                <a:gd name="T3" fmla="*/ 0 h 35"/>
                <a:gd name="T4" fmla="*/ 37 w 37"/>
                <a:gd name="T5" fmla="*/ 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7" h="35">
                  <a:moveTo>
                    <a:pt x="0" y="35"/>
                  </a:moveTo>
                  <a:lnTo>
                    <a:pt x="36" y="0"/>
                  </a:lnTo>
                  <a:lnTo>
                    <a:pt x="37" y="0"/>
                  </a:lnTo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9336" name="Freeform 792">
              <a:extLst>
                <a:ext uri="{FF2B5EF4-FFF2-40B4-BE49-F238E27FC236}">
                  <a16:creationId xmlns:a16="http://schemas.microsoft.com/office/drawing/2014/main" id="{0FB6E607-191A-4001-9FBB-2790CD413E53}"/>
                </a:ext>
              </a:extLst>
            </p:cNvPr>
            <p:cNvSpPr>
              <a:spLocks/>
            </p:cNvSpPr>
            <p:nvPr/>
          </p:nvSpPr>
          <p:spPr bwMode="auto">
            <a:xfrm>
              <a:off x="1705" y="2747"/>
              <a:ext cx="1" cy="1"/>
            </a:xfrm>
            <a:custGeom>
              <a:avLst/>
              <a:gdLst>
                <a:gd name="T0" fmla="*/ 0 w 3"/>
                <a:gd name="T1" fmla="*/ 2 h 2"/>
                <a:gd name="T2" fmla="*/ 2 w 3"/>
                <a:gd name="T3" fmla="*/ 0 h 2"/>
                <a:gd name="T4" fmla="*/ 3 w 3"/>
                <a:gd name="T5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" h="2">
                  <a:moveTo>
                    <a:pt x="0" y="2"/>
                  </a:moveTo>
                  <a:lnTo>
                    <a:pt x="2" y="0"/>
                  </a:lnTo>
                  <a:lnTo>
                    <a:pt x="3" y="0"/>
                  </a:lnTo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09337" name="Group 793">
              <a:extLst>
                <a:ext uri="{FF2B5EF4-FFF2-40B4-BE49-F238E27FC236}">
                  <a16:creationId xmlns:a16="http://schemas.microsoft.com/office/drawing/2014/main" id="{C7742E45-399D-4C61-8559-0363F56A8F3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49" y="2275"/>
              <a:ext cx="963" cy="626"/>
              <a:chOff x="1580" y="1289"/>
              <a:chExt cx="963" cy="626"/>
            </a:xfrm>
          </p:grpSpPr>
          <p:sp>
            <p:nvSpPr>
              <p:cNvPr id="109338" name="Freeform 794">
                <a:extLst>
                  <a:ext uri="{FF2B5EF4-FFF2-40B4-BE49-F238E27FC236}">
                    <a16:creationId xmlns:a16="http://schemas.microsoft.com/office/drawing/2014/main" id="{D45B299E-450D-4931-932C-6E9015AD7EE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81" y="1289"/>
                <a:ext cx="112" cy="112"/>
              </a:xfrm>
              <a:custGeom>
                <a:avLst/>
                <a:gdLst>
                  <a:gd name="T0" fmla="*/ 0 w 560"/>
                  <a:gd name="T1" fmla="*/ 560 h 560"/>
                  <a:gd name="T2" fmla="*/ 559 w 560"/>
                  <a:gd name="T3" fmla="*/ 0 h 560"/>
                  <a:gd name="T4" fmla="*/ 560 w 560"/>
                  <a:gd name="T5" fmla="*/ 0 h 5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560" h="560">
                    <a:moveTo>
                      <a:pt x="0" y="560"/>
                    </a:moveTo>
                    <a:lnTo>
                      <a:pt x="559" y="0"/>
                    </a:lnTo>
                    <a:lnTo>
                      <a:pt x="560" y="0"/>
                    </a:lnTo>
                  </a:path>
                </a:pathLst>
              </a:custGeom>
              <a:noFill/>
              <a:ln w="127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9339" name="Freeform 795">
                <a:extLst>
                  <a:ext uri="{FF2B5EF4-FFF2-40B4-BE49-F238E27FC236}">
                    <a16:creationId xmlns:a16="http://schemas.microsoft.com/office/drawing/2014/main" id="{26D63A41-C174-45D5-82C7-DB7DB2B1BFC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81" y="1343"/>
                <a:ext cx="163" cy="163"/>
              </a:xfrm>
              <a:custGeom>
                <a:avLst/>
                <a:gdLst>
                  <a:gd name="T0" fmla="*/ 0 w 815"/>
                  <a:gd name="T1" fmla="*/ 815 h 815"/>
                  <a:gd name="T2" fmla="*/ 814 w 815"/>
                  <a:gd name="T3" fmla="*/ 0 h 815"/>
                  <a:gd name="T4" fmla="*/ 815 w 815"/>
                  <a:gd name="T5" fmla="*/ 0 h 8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815" h="815">
                    <a:moveTo>
                      <a:pt x="0" y="815"/>
                    </a:moveTo>
                    <a:lnTo>
                      <a:pt x="814" y="0"/>
                    </a:lnTo>
                    <a:lnTo>
                      <a:pt x="815" y="0"/>
                    </a:lnTo>
                  </a:path>
                </a:pathLst>
              </a:custGeom>
              <a:noFill/>
              <a:ln w="127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9340" name="Freeform 796">
                <a:extLst>
                  <a:ext uri="{FF2B5EF4-FFF2-40B4-BE49-F238E27FC236}">
                    <a16:creationId xmlns:a16="http://schemas.microsoft.com/office/drawing/2014/main" id="{8FBF84FC-B10E-41F3-82F0-B77F57B7D0D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80" y="1774"/>
                <a:ext cx="39" cy="39"/>
              </a:xfrm>
              <a:custGeom>
                <a:avLst/>
                <a:gdLst>
                  <a:gd name="T0" fmla="*/ 0 w 197"/>
                  <a:gd name="T1" fmla="*/ 197 h 197"/>
                  <a:gd name="T2" fmla="*/ 196 w 197"/>
                  <a:gd name="T3" fmla="*/ 0 h 197"/>
                  <a:gd name="T4" fmla="*/ 197 w 197"/>
                  <a:gd name="T5" fmla="*/ 0 h 1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97" h="197">
                    <a:moveTo>
                      <a:pt x="0" y="197"/>
                    </a:moveTo>
                    <a:lnTo>
                      <a:pt x="196" y="0"/>
                    </a:lnTo>
                    <a:lnTo>
                      <a:pt x="197" y="0"/>
                    </a:lnTo>
                  </a:path>
                </a:pathLst>
              </a:custGeom>
              <a:noFill/>
              <a:ln w="127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9341" name="Freeform 797">
                <a:extLst>
                  <a:ext uri="{FF2B5EF4-FFF2-40B4-BE49-F238E27FC236}">
                    <a16:creationId xmlns:a16="http://schemas.microsoft.com/office/drawing/2014/main" id="{A1B6E95A-DB8A-4BAA-90A9-2F7CBA85531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81" y="1513"/>
                <a:ext cx="98" cy="98"/>
              </a:xfrm>
              <a:custGeom>
                <a:avLst/>
                <a:gdLst>
                  <a:gd name="T0" fmla="*/ 0 w 489"/>
                  <a:gd name="T1" fmla="*/ 489 h 489"/>
                  <a:gd name="T2" fmla="*/ 488 w 489"/>
                  <a:gd name="T3" fmla="*/ 0 h 489"/>
                  <a:gd name="T4" fmla="*/ 489 w 489"/>
                  <a:gd name="T5" fmla="*/ 0 h 4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89" h="489">
                    <a:moveTo>
                      <a:pt x="0" y="489"/>
                    </a:moveTo>
                    <a:lnTo>
                      <a:pt x="488" y="0"/>
                    </a:lnTo>
                    <a:lnTo>
                      <a:pt x="489" y="0"/>
                    </a:lnTo>
                  </a:path>
                </a:pathLst>
              </a:custGeom>
              <a:noFill/>
              <a:ln w="127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9342" name="Freeform 798">
                <a:extLst>
                  <a:ext uri="{FF2B5EF4-FFF2-40B4-BE49-F238E27FC236}">
                    <a16:creationId xmlns:a16="http://schemas.microsoft.com/office/drawing/2014/main" id="{E773B522-A27A-4D9C-A8C0-01F3CE509C4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82" y="1879"/>
                <a:ext cx="37" cy="36"/>
              </a:xfrm>
              <a:custGeom>
                <a:avLst/>
                <a:gdLst>
                  <a:gd name="T0" fmla="*/ 0 w 183"/>
                  <a:gd name="T1" fmla="*/ 180 h 180"/>
                  <a:gd name="T2" fmla="*/ 182 w 183"/>
                  <a:gd name="T3" fmla="*/ 0 h 180"/>
                  <a:gd name="T4" fmla="*/ 183 w 183"/>
                  <a:gd name="T5" fmla="*/ 0 h 1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83" h="180">
                    <a:moveTo>
                      <a:pt x="0" y="180"/>
                    </a:moveTo>
                    <a:lnTo>
                      <a:pt x="182" y="0"/>
                    </a:lnTo>
                    <a:lnTo>
                      <a:pt x="183" y="0"/>
                    </a:lnTo>
                  </a:path>
                </a:pathLst>
              </a:custGeom>
              <a:noFill/>
              <a:ln w="127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9343" name="Freeform 799">
                <a:extLst>
                  <a:ext uri="{FF2B5EF4-FFF2-40B4-BE49-F238E27FC236}">
                    <a16:creationId xmlns:a16="http://schemas.microsoft.com/office/drawing/2014/main" id="{017A5C52-09C0-430A-B64C-0B2D15E2FEA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78" y="1289"/>
                <a:ext cx="30" cy="30"/>
              </a:xfrm>
              <a:custGeom>
                <a:avLst/>
                <a:gdLst>
                  <a:gd name="T0" fmla="*/ 0 w 149"/>
                  <a:gd name="T1" fmla="*/ 148 h 148"/>
                  <a:gd name="T2" fmla="*/ 148 w 149"/>
                  <a:gd name="T3" fmla="*/ 0 h 148"/>
                  <a:gd name="T4" fmla="*/ 149 w 149"/>
                  <a:gd name="T5" fmla="*/ 0 h 1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49" h="148">
                    <a:moveTo>
                      <a:pt x="0" y="148"/>
                    </a:moveTo>
                    <a:lnTo>
                      <a:pt x="148" y="0"/>
                    </a:lnTo>
                    <a:lnTo>
                      <a:pt x="149" y="0"/>
                    </a:lnTo>
                  </a:path>
                </a:pathLst>
              </a:custGeom>
              <a:noFill/>
              <a:ln w="127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9344" name="Freeform 800">
                <a:extLst>
                  <a:ext uri="{FF2B5EF4-FFF2-40B4-BE49-F238E27FC236}">
                    <a16:creationId xmlns:a16="http://schemas.microsoft.com/office/drawing/2014/main" id="{02EC546C-A542-491E-9F63-9ADFD8F9EB3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81" y="1618"/>
                <a:ext cx="98" cy="98"/>
              </a:xfrm>
              <a:custGeom>
                <a:avLst/>
                <a:gdLst>
                  <a:gd name="T0" fmla="*/ 0 w 489"/>
                  <a:gd name="T1" fmla="*/ 488 h 488"/>
                  <a:gd name="T2" fmla="*/ 488 w 489"/>
                  <a:gd name="T3" fmla="*/ 0 h 488"/>
                  <a:gd name="T4" fmla="*/ 489 w 489"/>
                  <a:gd name="T5" fmla="*/ 0 h 4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89" h="488">
                    <a:moveTo>
                      <a:pt x="0" y="488"/>
                    </a:moveTo>
                    <a:lnTo>
                      <a:pt x="488" y="0"/>
                    </a:lnTo>
                    <a:lnTo>
                      <a:pt x="489" y="0"/>
                    </a:lnTo>
                  </a:path>
                </a:pathLst>
              </a:custGeom>
              <a:noFill/>
              <a:ln w="127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9345" name="Freeform 801">
                <a:extLst>
                  <a:ext uri="{FF2B5EF4-FFF2-40B4-BE49-F238E27FC236}">
                    <a16:creationId xmlns:a16="http://schemas.microsoft.com/office/drawing/2014/main" id="{8532DB31-B527-4670-B234-1A8676FE7B9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6" y="1723"/>
                <a:ext cx="143" cy="144"/>
              </a:xfrm>
              <a:custGeom>
                <a:avLst/>
                <a:gdLst>
                  <a:gd name="T0" fmla="*/ 0 w 717"/>
                  <a:gd name="T1" fmla="*/ 717 h 717"/>
                  <a:gd name="T2" fmla="*/ 716 w 717"/>
                  <a:gd name="T3" fmla="*/ 0 h 717"/>
                  <a:gd name="T4" fmla="*/ 717 w 717"/>
                  <a:gd name="T5" fmla="*/ 0 h 7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717" h="717">
                    <a:moveTo>
                      <a:pt x="0" y="717"/>
                    </a:moveTo>
                    <a:lnTo>
                      <a:pt x="716" y="0"/>
                    </a:lnTo>
                    <a:lnTo>
                      <a:pt x="717" y="0"/>
                    </a:lnTo>
                  </a:path>
                </a:pathLst>
              </a:custGeom>
              <a:noFill/>
              <a:ln w="127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9346" name="Freeform 802">
                <a:extLst>
                  <a:ext uri="{FF2B5EF4-FFF2-40B4-BE49-F238E27FC236}">
                    <a16:creationId xmlns:a16="http://schemas.microsoft.com/office/drawing/2014/main" id="{AC17E24A-2BCA-47ED-9910-A00F72C5978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12" y="1289"/>
                <a:ext cx="101" cy="101"/>
              </a:xfrm>
              <a:custGeom>
                <a:avLst/>
                <a:gdLst>
                  <a:gd name="T0" fmla="*/ 0 w 502"/>
                  <a:gd name="T1" fmla="*/ 503 h 503"/>
                  <a:gd name="T2" fmla="*/ 501 w 502"/>
                  <a:gd name="T3" fmla="*/ 0 h 503"/>
                  <a:gd name="T4" fmla="*/ 502 w 502"/>
                  <a:gd name="T5" fmla="*/ 0 h 5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502" h="503">
                    <a:moveTo>
                      <a:pt x="0" y="503"/>
                    </a:moveTo>
                    <a:lnTo>
                      <a:pt x="501" y="0"/>
                    </a:lnTo>
                    <a:lnTo>
                      <a:pt x="502" y="0"/>
                    </a:lnTo>
                  </a:path>
                </a:pathLst>
              </a:custGeom>
              <a:noFill/>
              <a:ln w="127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9347" name="Freeform 803">
                <a:extLst>
                  <a:ext uri="{FF2B5EF4-FFF2-40B4-BE49-F238E27FC236}">
                    <a16:creationId xmlns:a16="http://schemas.microsoft.com/office/drawing/2014/main" id="{E66852C5-8097-41BD-A6BE-0125E60D95D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2" y="1789"/>
                <a:ext cx="127" cy="126"/>
              </a:xfrm>
              <a:custGeom>
                <a:avLst/>
                <a:gdLst>
                  <a:gd name="T0" fmla="*/ 0 w 632"/>
                  <a:gd name="T1" fmla="*/ 631 h 631"/>
                  <a:gd name="T2" fmla="*/ 631 w 632"/>
                  <a:gd name="T3" fmla="*/ 0 h 631"/>
                  <a:gd name="T4" fmla="*/ 632 w 632"/>
                  <a:gd name="T5" fmla="*/ 0 h 6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632" h="631">
                    <a:moveTo>
                      <a:pt x="0" y="631"/>
                    </a:moveTo>
                    <a:lnTo>
                      <a:pt x="631" y="0"/>
                    </a:lnTo>
                    <a:lnTo>
                      <a:pt x="632" y="0"/>
                    </a:lnTo>
                  </a:path>
                </a:pathLst>
              </a:custGeom>
              <a:noFill/>
              <a:ln w="127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9348" name="Freeform 804">
                <a:extLst>
                  <a:ext uri="{FF2B5EF4-FFF2-40B4-BE49-F238E27FC236}">
                    <a16:creationId xmlns:a16="http://schemas.microsoft.com/office/drawing/2014/main" id="{7B611635-DCE9-4E83-959B-D004D464689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43" y="1366"/>
                <a:ext cx="98" cy="98"/>
              </a:xfrm>
              <a:custGeom>
                <a:avLst/>
                <a:gdLst>
                  <a:gd name="T0" fmla="*/ 0 w 489"/>
                  <a:gd name="T1" fmla="*/ 488 h 488"/>
                  <a:gd name="T2" fmla="*/ 488 w 489"/>
                  <a:gd name="T3" fmla="*/ 0 h 488"/>
                  <a:gd name="T4" fmla="*/ 489 w 489"/>
                  <a:gd name="T5" fmla="*/ 0 h 4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89" h="488">
                    <a:moveTo>
                      <a:pt x="0" y="488"/>
                    </a:moveTo>
                    <a:lnTo>
                      <a:pt x="488" y="0"/>
                    </a:lnTo>
                    <a:lnTo>
                      <a:pt x="489" y="0"/>
                    </a:lnTo>
                  </a:path>
                </a:pathLst>
              </a:custGeom>
              <a:noFill/>
              <a:ln w="127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9349" name="Freeform 805">
                <a:extLst>
                  <a:ext uri="{FF2B5EF4-FFF2-40B4-BE49-F238E27FC236}">
                    <a16:creationId xmlns:a16="http://schemas.microsoft.com/office/drawing/2014/main" id="{382E0508-C3A3-46DA-A96D-88991F706C5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97" y="1868"/>
                <a:ext cx="47" cy="47"/>
              </a:xfrm>
              <a:custGeom>
                <a:avLst/>
                <a:gdLst>
                  <a:gd name="T0" fmla="*/ 0 w 235"/>
                  <a:gd name="T1" fmla="*/ 233 h 233"/>
                  <a:gd name="T2" fmla="*/ 234 w 235"/>
                  <a:gd name="T3" fmla="*/ 0 h 233"/>
                  <a:gd name="T4" fmla="*/ 235 w 235"/>
                  <a:gd name="T5" fmla="*/ 0 h 2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35" h="233">
                    <a:moveTo>
                      <a:pt x="0" y="233"/>
                    </a:moveTo>
                    <a:lnTo>
                      <a:pt x="234" y="0"/>
                    </a:lnTo>
                    <a:lnTo>
                      <a:pt x="235" y="0"/>
                    </a:lnTo>
                  </a:path>
                </a:pathLst>
              </a:custGeom>
              <a:noFill/>
              <a:ln w="127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9350" name="Freeform 806">
                <a:extLst>
                  <a:ext uri="{FF2B5EF4-FFF2-40B4-BE49-F238E27FC236}">
                    <a16:creationId xmlns:a16="http://schemas.microsoft.com/office/drawing/2014/main" id="{0E600612-7FD1-4AAA-89F5-FDBE365118E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43" y="1471"/>
                <a:ext cx="98" cy="98"/>
              </a:xfrm>
              <a:custGeom>
                <a:avLst/>
                <a:gdLst>
                  <a:gd name="T0" fmla="*/ 0 w 489"/>
                  <a:gd name="T1" fmla="*/ 488 h 488"/>
                  <a:gd name="T2" fmla="*/ 488 w 489"/>
                  <a:gd name="T3" fmla="*/ 0 h 488"/>
                  <a:gd name="T4" fmla="*/ 489 w 489"/>
                  <a:gd name="T5" fmla="*/ 0 h 4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89" h="488">
                    <a:moveTo>
                      <a:pt x="0" y="488"/>
                    </a:moveTo>
                    <a:lnTo>
                      <a:pt x="488" y="0"/>
                    </a:lnTo>
                    <a:lnTo>
                      <a:pt x="489" y="0"/>
                    </a:lnTo>
                  </a:path>
                </a:pathLst>
              </a:custGeom>
              <a:noFill/>
              <a:ln w="127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9351" name="Freeform 807">
                <a:extLst>
                  <a:ext uri="{FF2B5EF4-FFF2-40B4-BE49-F238E27FC236}">
                    <a16:creationId xmlns:a16="http://schemas.microsoft.com/office/drawing/2014/main" id="{6F17188B-FB84-4DD4-BF41-E7694626BFC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43" y="1576"/>
                <a:ext cx="98" cy="97"/>
              </a:xfrm>
              <a:custGeom>
                <a:avLst/>
                <a:gdLst>
                  <a:gd name="T0" fmla="*/ 0 w 489"/>
                  <a:gd name="T1" fmla="*/ 488 h 488"/>
                  <a:gd name="T2" fmla="*/ 488 w 489"/>
                  <a:gd name="T3" fmla="*/ 0 h 488"/>
                  <a:gd name="T4" fmla="*/ 489 w 489"/>
                  <a:gd name="T5" fmla="*/ 0 h 4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89" h="488">
                    <a:moveTo>
                      <a:pt x="0" y="488"/>
                    </a:moveTo>
                    <a:lnTo>
                      <a:pt x="488" y="0"/>
                    </a:lnTo>
                    <a:lnTo>
                      <a:pt x="489" y="0"/>
                    </a:lnTo>
                  </a:path>
                </a:pathLst>
              </a:custGeom>
              <a:noFill/>
              <a:ln w="127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9352" name="Freeform 808">
                <a:extLst>
                  <a:ext uri="{FF2B5EF4-FFF2-40B4-BE49-F238E27FC236}">
                    <a16:creationId xmlns:a16="http://schemas.microsoft.com/office/drawing/2014/main" id="{DBF1EB96-4930-46EE-87D5-220675A9DF1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78" y="1681"/>
                <a:ext cx="163" cy="163"/>
              </a:xfrm>
              <a:custGeom>
                <a:avLst/>
                <a:gdLst>
                  <a:gd name="T0" fmla="*/ 0 w 814"/>
                  <a:gd name="T1" fmla="*/ 814 h 814"/>
                  <a:gd name="T2" fmla="*/ 813 w 814"/>
                  <a:gd name="T3" fmla="*/ 0 h 814"/>
                  <a:gd name="T4" fmla="*/ 814 w 814"/>
                  <a:gd name="T5" fmla="*/ 0 h 8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814" h="814">
                    <a:moveTo>
                      <a:pt x="0" y="814"/>
                    </a:moveTo>
                    <a:lnTo>
                      <a:pt x="813" y="0"/>
                    </a:lnTo>
                    <a:lnTo>
                      <a:pt x="814" y="0"/>
                    </a:lnTo>
                  </a:path>
                </a:pathLst>
              </a:custGeom>
              <a:noFill/>
              <a:ln w="127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9353" name="Freeform 809">
                <a:extLst>
                  <a:ext uri="{FF2B5EF4-FFF2-40B4-BE49-F238E27FC236}">
                    <a16:creationId xmlns:a16="http://schemas.microsoft.com/office/drawing/2014/main" id="{106C2501-B975-4E83-8A8B-0375DBA40EF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12" y="1761"/>
                <a:ext cx="154" cy="154"/>
              </a:xfrm>
              <a:custGeom>
                <a:avLst/>
                <a:gdLst>
                  <a:gd name="T0" fmla="*/ 0 w 769"/>
                  <a:gd name="T1" fmla="*/ 768 h 768"/>
                  <a:gd name="T2" fmla="*/ 768 w 769"/>
                  <a:gd name="T3" fmla="*/ 0 h 768"/>
                  <a:gd name="T4" fmla="*/ 769 w 769"/>
                  <a:gd name="T5" fmla="*/ 0 h 7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769" h="768">
                    <a:moveTo>
                      <a:pt x="0" y="768"/>
                    </a:moveTo>
                    <a:lnTo>
                      <a:pt x="768" y="0"/>
                    </a:lnTo>
                    <a:lnTo>
                      <a:pt x="769" y="0"/>
                    </a:lnTo>
                  </a:path>
                </a:pathLst>
              </a:custGeom>
              <a:noFill/>
              <a:ln w="127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9354" name="Freeform 810">
                <a:extLst>
                  <a:ext uri="{FF2B5EF4-FFF2-40B4-BE49-F238E27FC236}">
                    <a16:creationId xmlns:a16="http://schemas.microsoft.com/office/drawing/2014/main" id="{517A1A34-45F2-43A9-9114-A901C869E2D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17" y="1845"/>
                <a:ext cx="70" cy="70"/>
              </a:xfrm>
              <a:custGeom>
                <a:avLst/>
                <a:gdLst>
                  <a:gd name="T0" fmla="*/ 0 w 349"/>
                  <a:gd name="T1" fmla="*/ 348 h 348"/>
                  <a:gd name="T2" fmla="*/ 348 w 349"/>
                  <a:gd name="T3" fmla="*/ 0 h 348"/>
                  <a:gd name="T4" fmla="*/ 349 w 349"/>
                  <a:gd name="T5" fmla="*/ 0 h 3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49" h="348">
                    <a:moveTo>
                      <a:pt x="0" y="348"/>
                    </a:moveTo>
                    <a:lnTo>
                      <a:pt x="348" y="0"/>
                    </a:lnTo>
                    <a:lnTo>
                      <a:pt x="349" y="0"/>
                    </a:lnTo>
                  </a:path>
                </a:pathLst>
              </a:custGeom>
              <a:noFill/>
              <a:ln w="127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9355" name="Freeform 811">
                <a:extLst>
                  <a:ext uri="{FF2B5EF4-FFF2-40B4-BE49-F238E27FC236}">
                    <a16:creationId xmlns:a16="http://schemas.microsoft.com/office/drawing/2014/main" id="{C9D5CABA-9556-438F-8A06-74764F3E127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03" y="1794"/>
                <a:ext cx="40" cy="39"/>
              </a:xfrm>
              <a:custGeom>
                <a:avLst/>
                <a:gdLst>
                  <a:gd name="T0" fmla="*/ 0 w 196"/>
                  <a:gd name="T1" fmla="*/ 195 h 195"/>
                  <a:gd name="T2" fmla="*/ 195 w 196"/>
                  <a:gd name="T3" fmla="*/ 0 h 195"/>
                  <a:gd name="T4" fmla="*/ 196 w 196"/>
                  <a:gd name="T5" fmla="*/ 0 h 1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96" h="195">
                    <a:moveTo>
                      <a:pt x="0" y="195"/>
                    </a:moveTo>
                    <a:lnTo>
                      <a:pt x="195" y="0"/>
                    </a:lnTo>
                    <a:lnTo>
                      <a:pt x="196" y="0"/>
                    </a:lnTo>
                  </a:path>
                </a:pathLst>
              </a:custGeom>
              <a:noFill/>
              <a:ln w="127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9356" name="Freeform 812">
                <a:extLst>
                  <a:ext uri="{FF2B5EF4-FFF2-40B4-BE49-F238E27FC236}">
                    <a16:creationId xmlns:a16="http://schemas.microsoft.com/office/drawing/2014/main" id="{2A568F01-8874-4A29-A731-A44BD25D6A1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26" y="1899"/>
                <a:ext cx="17" cy="16"/>
              </a:xfrm>
              <a:custGeom>
                <a:avLst/>
                <a:gdLst>
                  <a:gd name="T0" fmla="*/ 0 w 81"/>
                  <a:gd name="T1" fmla="*/ 79 h 79"/>
                  <a:gd name="T2" fmla="*/ 80 w 81"/>
                  <a:gd name="T3" fmla="*/ 0 h 79"/>
                  <a:gd name="T4" fmla="*/ 81 w 81"/>
                  <a:gd name="T5" fmla="*/ 0 h 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81" h="79">
                    <a:moveTo>
                      <a:pt x="0" y="79"/>
                    </a:moveTo>
                    <a:lnTo>
                      <a:pt x="80" y="0"/>
                    </a:lnTo>
                    <a:lnTo>
                      <a:pt x="81" y="0"/>
                    </a:lnTo>
                  </a:path>
                </a:pathLst>
              </a:custGeom>
              <a:noFill/>
              <a:ln w="127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09357" name="Freeform 813">
              <a:extLst>
                <a:ext uri="{FF2B5EF4-FFF2-40B4-BE49-F238E27FC236}">
                  <a16:creationId xmlns:a16="http://schemas.microsoft.com/office/drawing/2014/main" id="{83410832-F0B7-48CF-8DE3-08E91BF94AD9}"/>
                </a:ext>
              </a:extLst>
            </p:cNvPr>
            <p:cNvSpPr>
              <a:spLocks/>
            </p:cNvSpPr>
            <p:nvPr/>
          </p:nvSpPr>
          <p:spPr bwMode="auto">
            <a:xfrm>
              <a:off x="1999" y="3834"/>
              <a:ext cx="65" cy="69"/>
            </a:xfrm>
            <a:custGeom>
              <a:avLst/>
              <a:gdLst>
                <a:gd name="T0" fmla="*/ 0 w 65"/>
                <a:gd name="T1" fmla="*/ 69 h 69"/>
                <a:gd name="T2" fmla="*/ 65 w 65"/>
                <a:gd name="T3" fmla="*/ 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65" h="69">
                  <a:moveTo>
                    <a:pt x="0" y="69"/>
                  </a:moveTo>
                  <a:lnTo>
                    <a:pt x="65" y="0"/>
                  </a:lnTo>
                </a:path>
              </a:pathLst>
            </a:custGeom>
            <a:noFill/>
            <a:ln w="127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09358" name="Group 814">
              <a:extLst>
                <a:ext uri="{FF2B5EF4-FFF2-40B4-BE49-F238E27FC236}">
                  <a16:creationId xmlns:a16="http://schemas.microsoft.com/office/drawing/2014/main" id="{A6B4396C-4045-4216-BD3C-E3DB7A1C54D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50" y="3345"/>
              <a:ext cx="558" cy="560"/>
              <a:chOff x="1781" y="2359"/>
              <a:chExt cx="558" cy="560"/>
            </a:xfrm>
          </p:grpSpPr>
          <p:sp>
            <p:nvSpPr>
              <p:cNvPr id="109359" name="Freeform 815">
                <a:extLst>
                  <a:ext uri="{FF2B5EF4-FFF2-40B4-BE49-F238E27FC236}">
                    <a16:creationId xmlns:a16="http://schemas.microsoft.com/office/drawing/2014/main" id="{F26E5F74-AB8A-42CE-BBD6-E353279A879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81" y="2361"/>
                <a:ext cx="280" cy="281"/>
              </a:xfrm>
              <a:custGeom>
                <a:avLst/>
                <a:gdLst>
                  <a:gd name="T0" fmla="*/ 0 w 1400"/>
                  <a:gd name="T1" fmla="*/ 1401 h 1401"/>
                  <a:gd name="T2" fmla="*/ 1399 w 1400"/>
                  <a:gd name="T3" fmla="*/ 0 h 1401"/>
                  <a:gd name="T4" fmla="*/ 1400 w 1400"/>
                  <a:gd name="T5" fmla="*/ 0 h 14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400" h="1401">
                    <a:moveTo>
                      <a:pt x="0" y="1401"/>
                    </a:moveTo>
                    <a:lnTo>
                      <a:pt x="1399" y="0"/>
                    </a:lnTo>
                    <a:lnTo>
                      <a:pt x="1400" y="0"/>
                    </a:lnTo>
                  </a:path>
                </a:pathLst>
              </a:custGeom>
              <a:noFill/>
              <a:ln w="127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9360" name="Freeform 816">
                <a:extLst>
                  <a:ext uri="{FF2B5EF4-FFF2-40B4-BE49-F238E27FC236}">
                    <a16:creationId xmlns:a16="http://schemas.microsoft.com/office/drawing/2014/main" id="{CFFD1EBE-8E5B-4590-A5E6-D14B57113B4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7" y="2648"/>
                <a:ext cx="82" cy="83"/>
              </a:xfrm>
              <a:custGeom>
                <a:avLst/>
                <a:gdLst>
                  <a:gd name="T0" fmla="*/ 0 w 412"/>
                  <a:gd name="T1" fmla="*/ 413 h 413"/>
                  <a:gd name="T2" fmla="*/ 411 w 412"/>
                  <a:gd name="T3" fmla="*/ 0 h 413"/>
                  <a:gd name="T4" fmla="*/ 412 w 412"/>
                  <a:gd name="T5" fmla="*/ 0 h 4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12" h="413">
                    <a:moveTo>
                      <a:pt x="0" y="413"/>
                    </a:moveTo>
                    <a:lnTo>
                      <a:pt x="411" y="0"/>
                    </a:lnTo>
                    <a:lnTo>
                      <a:pt x="412" y="0"/>
                    </a:lnTo>
                  </a:path>
                </a:pathLst>
              </a:custGeom>
              <a:noFill/>
              <a:ln w="127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9361" name="Freeform 817">
                <a:extLst>
                  <a:ext uri="{FF2B5EF4-FFF2-40B4-BE49-F238E27FC236}">
                    <a16:creationId xmlns:a16="http://schemas.microsoft.com/office/drawing/2014/main" id="{949E50CA-6037-49F4-B999-7F156CA6EB2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33" y="2730"/>
                <a:ext cx="70" cy="70"/>
              </a:xfrm>
              <a:custGeom>
                <a:avLst/>
                <a:gdLst>
                  <a:gd name="T0" fmla="*/ 0 w 353"/>
                  <a:gd name="T1" fmla="*/ 353 h 353"/>
                  <a:gd name="T2" fmla="*/ 352 w 353"/>
                  <a:gd name="T3" fmla="*/ 0 h 353"/>
                  <a:gd name="T4" fmla="*/ 353 w 353"/>
                  <a:gd name="T5" fmla="*/ 0 h 3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53" h="353">
                    <a:moveTo>
                      <a:pt x="0" y="353"/>
                    </a:moveTo>
                    <a:lnTo>
                      <a:pt x="352" y="0"/>
                    </a:lnTo>
                    <a:lnTo>
                      <a:pt x="353" y="0"/>
                    </a:lnTo>
                  </a:path>
                </a:pathLst>
              </a:custGeom>
              <a:noFill/>
              <a:ln w="127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9362" name="Freeform 818">
                <a:extLst>
                  <a:ext uri="{FF2B5EF4-FFF2-40B4-BE49-F238E27FC236}">
                    <a16:creationId xmlns:a16="http://schemas.microsoft.com/office/drawing/2014/main" id="{2EB4D331-A578-41B1-B564-A9A54D39B7F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03" y="2359"/>
                <a:ext cx="71" cy="70"/>
              </a:xfrm>
              <a:custGeom>
                <a:avLst/>
                <a:gdLst>
                  <a:gd name="T0" fmla="*/ 0 w 354"/>
                  <a:gd name="T1" fmla="*/ 353 h 353"/>
                  <a:gd name="T2" fmla="*/ 353 w 354"/>
                  <a:gd name="T3" fmla="*/ 0 h 353"/>
                  <a:gd name="T4" fmla="*/ 354 w 354"/>
                  <a:gd name="T5" fmla="*/ 0 h 3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54" h="353">
                    <a:moveTo>
                      <a:pt x="0" y="353"/>
                    </a:moveTo>
                    <a:lnTo>
                      <a:pt x="353" y="0"/>
                    </a:lnTo>
                    <a:lnTo>
                      <a:pt x="354" y="0"/>
                    </a:lnTo>
                  </a:path>
                </a:pathLst>
              </a:custGeom>
              <a:noFill/>
              <a:ln w="127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9363" name="Freeform 819">
                <a:extLst>
                  <a:ext uri="{FF2B5EF4-FFF2-40B4-BE49-F238E27FC236}">
                    <a16:creationId xmlns:a16="http://schemas.microsoft.com/office/drawing/2014/main" id="{97B26FF3-B948-47AE-9A91-297FBF41FBE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83" y="2785"/>
                <a:ext cx="70" cy="70"/>
              </a:xfrm>
              <a:custGeom>
                <a:avLst/>
                <a:gdLst>
                  <a:gd name="T0" fmla="*/ 0 w 348"/>
                  <a:gd name="T1" fmla="*/ 347 h 347"/>
                  <a:gd name="T2" fmla="*/ 347 w 348"/>
                  <a:gd name="T3" fmla="*/ 0 h 347"/>
                  <a:gd name="T4" fmla="*/ 348 w 348"/>
                  <a:gd name="T5" fmla="*/ 0 h 3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48" h="347">
                    <a:moveTo>
                      <a:pt x="0" y="347"/>
                    </a:moveTo>
                    <a:lnTo>
                      <a:pt x="347" y="0"/>
                    </a:lnTo>
                    <a:lnTo>
                      <a:pt x="348" y="0"/>
                    </a:lnTo>
                  </a:path>
                </a:pathLst>
              </a:custGeom>
              <a:noFill/>
              <a:ln w="127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9364" name="Freeform 820">
                <a:extLst>
                  <a:ext uri="{FF2B5EF4-FFF2-40B4-BE49-F238E27FC236}">
                    <a16:creationId xmlns:a16="http://schemas.microsoft.com/office/drawing/2014/main" id="{72BE438F-7941-4DDB-8589-CB05AA8D229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07" y="2457"/>
                <a:ext cx="73" cy="73"/>
              </a:xfrm>
              <a:custGeom>
                <a:avLst/>
                <a:gdLst>
                  <a:gd name="T0" fmla="*/ 0 w 364"/>
                  <a:gd name="T1" fmla="*/ 363 h 363"/>
                  <a:gd name="T2" fmla="*/ 363 w 364"/>
                  <a:gd name="T3" fmla="*/ 0 h 363"/>
                  <a:gd name="T4" fmla="*/ 364 w 364"/>
                  <a:gd name="T5" fmla="*/ 0 h 3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64" h="363">
                    <a:moveTo>
                      <a:pt x="0" y="363"/>
                    </a:moveTo>
                    <a:lnTo>
                      <a:pt x="363" y="0"/>
                    </a:lnTo>
                    <a:lnTo>
                      <a:pt x="364" y="0"/>
                    </a:lnTo>
                  </a:path>
                </a:pathLst>
              </a:custGeom>
              <a:noFill/>
              <a:ln w="127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9365" name="Freeform 821">
                <a:extLst>
                  <a:ext uri="{FF2B5EF4-FFF2-40B4-BE49-F238E27FC236}">
                    <a16:creationId xmlns:a16="http://schemas.microsoft.com/office/drawing/2014/main" id="{FF9421A2-2E88-4C48-9A1F-24C4C83484B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48" y="2818"/>
                <a:ext cx="77" cy="77"/>
              </a:xfrm>
              <a:custGeom>
                <a:avLst/>
                <a:gdLst>
                  <a:gd name="T0" fmla="*/ 0 w 386"/>
                  <a:gd name="T1" fmla="*/ 386 h 386"/>
                  <a:gd name="T2" fmla="*/ 385 w 386"/>
                  <a:gd name="T3" fmla="*/ 0 h 386"/>
                  <a:gd name="T4" fmla="*/ 386 w 386"/>
                  <a:gd name="T5" fmla="*/ 0 h 3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86" h="386">
                    <a:moveTo>
                      <a:pt x="0" y="386"/>
                    </a:moveTo>
                    <a:lnTo>
                      <a:pt x="385" y="0"/>
                    </a:lnTo>
                    <a:lnTo>
                      <a:pt x="386" y="0"/>
                    </a:lnTo>
                  </a:path>
                </a:pathLst>
              </a:custGeom>
              <a:noFill/>
              <a:ln w="127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9366" name="Freeform 822">
                <a:extLst>
                  <a:ext uri="{FF2B5EF4-FFF2-40B4-BE49-F238E27FC236}">
                    <a16:creationId xmlns:a16="http://schemas.microsoft.com/office/drawing/2014/main" id="{4D35B3E4-5C79-4F27-A801-640E338F267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40" y="2525"/>
                <a:ext cx="77" cy="78"/>
              </a:xfrm>
              <a:custGeom>
                <a:avLst/>
                <a:gdLst>
                  <a:gd name="T0" fmla="*/ 0 w 387"/>
                  <a:gd name="T1" fmla="*/ 386 h 386"/>
                  <a:gd name="T2" fmla="*/ 386 w 387"/>
                  <a:gd name="T3" fmla="*/ 0 h 386"/>
                  <a:gd name="T4" fmla="*/ 387 w 387"/>
                  <a:gd name="T5" fmla="*/ 0 h 3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87" h="386">
                    <a:moveTo>
                      <a:pt x="0" y="386"/>
                    </a:moveTo>
                    <a:lnTo>
                      <a:pt x="386" y="0"/>
                    </a:lnTo>
                    <a:lnTo>
                      <a:pt x="387" y="0"/>
                    </a:lnTo>
                  </a:path>
                </a:pathLst>
              </a:custGeom>
              <a:noFill/>
              <a:ln w="127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9367" name="Freeform 823">
                <a:extLst>
                  <a:ext uri="{FF2B5EF4-FFF2-40B4-BE49-F238E27FC236}">
                    <a16:creationId xmlns:a16="http://schemas.microsoft.com/office/drawing/2014/main" id="{0F10A8E4-80EB-456C-AE0E-9C124B5A711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20" y="2608"/>
                <a:ext cx="119" cy="119"/>
              </a:xfrm>
              <a:custGeom>
                <a:avLst/>
                <a:gdLst>
                  <a:gd name="T0" fmla="*/ 0 w 594"/>
                  <a:gd name="T1" fmla="*/ 593 h 593"/>
                  <a:gd name="T2" fmla="*/ 593 w 594"/>
                  <a:gd name="T3" fmla="*/ 0 h 593"/>
                  <a:gd name="T4" fmla="*/ 594 w 594"/>
                  <a:gd name="T5" fmla="*/ 0 h 5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594" h="593">
                    <a:moveTo>
                      <a:pt x="0" y="593"/>
                    </a:moveTo>
                    <a:lnTo>
                      <a:pt x="593" y="0"/>
                    </a:lnTo>
                    <a:lnTo>
                      <a:pt x="594" y="0"/>
                    </a:lnTo>
                  </a:path>
                </a:pathLst>
              </a:custGeom>
              <a:noFill/>
              <a:ln w="127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9368" name="Freeform 824">
                <a:extLst>
                  <a:ext uri="{FF2B5EF4-FFF2-40B4-BE49-F238E27FC236}">
                    <a16:creationId xmlns:a16="http://schemas.microsoft.com/office/drawing/2014/main" id="{77E14636-90CD-4D06-8C0A-A2E88EE75E5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03" y="2725"/>
                <a:ext cx="124" cy="124"/>
              </a:xfrm>
              <a:custGeom>
                <a:avLst/>
                <a:gdLst>
                  <a:gd name="T0" fmla="*/ 0 w 622"/>
                  <a:gd name="T1" fmla="*/ 622 h 622"/>
                  <a:gd name="T2" fmla="*/ 621 w 622"/>
                  <a:gd name="T3" fmla="*/ 0 h 622"/>
                  <a:gd name="T4" fmla="*/ 622 w 622"/>
                  <a:gd name="T5" fmla="*/ 0 h 6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622" h="622">
                    <a:moveTo>
                      <a:pt x="0" y="622"/>
                    </a:moveTo>
                    <a:lnTo>
                      <a:pt x="621" y="0"/>
                    </a:lnTo>
                    <a:lnTo>
                      <a:pt x="622" y="0"/>
                    </a:lnTo>
                  </a:path>
                </a:pathLst>
              </a:custGeom>
              <a:noFill/>
              <a:ln w="127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9369" name="Freeform 825">
                <a:extLst>
                  <a:ext uri="{FF2B5EF4-FFF2-40B4-BE49-F238E27FC236}">
                    <a16:creationId xmlns:a16="http://schemas.microsoft.com/office/drawing/2014/main" id="{CFCCA956-4307-4CE8-8969-D4D162B9559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39" y="2877"/>
                <a:ext cx="41" cy="42"/>
              </a:xfrm>
              <a:custGeom>
                <a:avLst/>
                <a:gdLst>
                  <a:gd name="T0" fmla="*/ 0 w 207"/>
                  <a:gd name="T1" fmla="*/ 207 h 207"/>
                  <a:gd name="T2" fmla="*/ 206 w 207"/>
                  <a:gd name="T3" fmla="*/ 0 h 207"/>
                  <a:gd name="T4" fmla="*/ 207 w 207"/>
                  <a:gd name="T5" fmla="*/ 0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07" h="207">
                    <a:moveTo>
                      <a:pt x="0" y="207"/>
                    </a:moveTo>
                    <a:lnTo>
                      <a:pt x="206" y="0"/>
                    </a:lnTo>
                    <a:lnTo>
                      <a:pt x="207" y="0"/>
                    </a:lnTo>
                  </a:path>
                </a:pathLst>
              </a:custGeom>
              <a:noFill/>
              <a:ln w="127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09370" name="Rectangle 826">
              <a:extLst>
                <a:ext uri="{FF2B5EF4-FFF2-40B4-BE49-F238E27FC236}">
                  <a16:creationId xmlns:a16="http://schemas.microsoft.com/office/drawing/2014/main" id="{30EF645B-A178-454D-994F-3085772D17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87" y="2457"/>
              <a:ext cx="211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pPr eaLnBrk="1" hangingPunct="1"/>
              <a:r>
                <a:rPr lang="en-US" altLang="zh-CN" sz="1800" i="1">
                  <a:latin typeface="宋体" panose="02010600030101010101" pitchFamily="2" charset="-122"/>
                </a:rPr>
                <a:t>A</a:t>
              </a:r>
              <a:endParaRPr lang="en-US" altLang="zh-CN" sz="1800"/>
            </a:p>
          </p:txBody>
        </p:sp>
        <p:sp>
          <p:nvSpPr>
            <p:cNvPr id="109371" name="Freeform 827">
              <a:extLst>
                <a:ext uri="{FF2B5EF4-FFF2-40B4-BE49-F238E27FC236}">
                  <a16:creationId xmlns:a16="http://schemas.microsoft.com/office/drawing/2014/main" id="{A033F459-DF53-47EF-B18D-F4FE9A6C2F54}"/>
                </a:ext>
              </a:extLst>
            </p:cNvPr>
            <p:cNvSpPr>
              <a:spLocks/>
            </p:cNvSpPr>
            <p:nvPr/>
          </p:nvSpPr>
          <p:spPr bwMode="auto">
            <a:xfrm>
              <a:off x="1848" y="2416"/>
              <a:ext cx="1" cy="320"/>
            </a:xfrm>
            <a:custGeom>
              <a:avLst/>
              <a:gdLst>
                <a:gd name="T0" fmla="*/ 0 w 1"/>
                <a:gd name="T1" fmla="*/ 320 h 320"/>
                <a:gd name="T2" fmla="*/ 0 w 1"/>
                <a:gd name="T3" fmla="*/ 0 h 320"/>
                <a:gd name="T4" fmla="*/ 1 w 1"/>
                <a:gd name="T5" fmla="*/ 0 h 3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320">
                  <a:moveTo>
                    <a:pt x="0" y="320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9372" name="Freeform 828">
              <a:extLst>
                <a:ext uri="{FF2B5EF4-FFF2-40B4-BE49-F238E27FC236}">
                  <a16:creationId xmlns:a16="http://schemas.microsoft.com/office/drawing/2014/main" id="{38DC64F8-F877-4BFD-9D5A-D1CE418AC594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0" y="2275"/>
              <a:ext cx="1" cy="472"/>
            </a:xfrm>
            <a:custGeom>
              <a:avLst/>
              <a:gdLst>
                <a:gd name="T0" fmla="*/ 0 w 1"/>
                <a:gd name="T1" fmla="*/ 2361 h 2361"/>
                <a:gd name="T2" fmla="*/ 0 w 1"/>
                <a:gd name="T3" fmla="*/ 0 h 2361"/>
                <a:gd name="T4" fmla="*/ 1 w 1"/>
                <a:gd name="T5" fmla="*/ 0 h 23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2361">
                  <a:moveTo>
                    <a:pt x="0" y="2361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9373" name="Freeform 829">
              <a:extLst>
                <a:ext uri="{FF2B5EF4-FFF2-40B4-BE49-F238E27FC236}">
                  <a16:creationId xmlns:a16="http://schemas.microsoft.com/office/drawing/2014/main" id="{A7B7EECE-C09A-4097-B4A1-F05B25B06BAB}"/>
                </a:ext>
              </a:extLst>
            </p:cNvPr>
            <p:cNvSpPr>
              <a:spLocks/>
            </p:cNvSpPr>
            <p:nvPr/>
          </p:nvSpPr>
          <p:spPr bwMode="auto">
            <a:xfrm>
              <a:off x="1913" y="2775"/>
              <a:ext cx="1" cy="126"/>
            </a:xfrm>
            <a:custGeom>
              <a:avLst/>
              <a:gdLst>
                <a:gd name="T0" fmla="*/ 0 w 1"/>
                <a:gd name="T1" fmla="*/ 631 h 631"/>
                <a:gd name="T2" fmla="*/ 0 w 1"/>
                <a:gd name="T3" fmla="*/ 0 h 631"/>
                <a:gd name="T4" fmla="*/ 1 w 1"/>
                <a:gd name="T5" fmla="*/ 0 h 6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631">
                  <a:moveTo>
                    <a:pt x="0" y="631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9374" name="Freeform 830">
              <a:extLst>
                <a:ext uri="{FF2B5EF4-FFF2-40B4-BE49-F238E27FC236}">
                  <a16:creationId xmlns:a16="http://schemas.microsoft.com/office/drawing/2014/main" id="{51492549-7331-488B-88BA-2E6CC7C81948}"/>
                </a:ext>
              </a:extLst>
            </p:cNvPr>
            <p:cNvSpPr>
              <a:spLocks/>
            </p:cNvSpPr>
            <p:nvPr/>
          </p:nvSpPr>
          <p:spPr bwMode="auto">
            <a:xfrm>
              <a:off x="1705" y="2747"/>
              <a:ext cx="1" cy="154"/>
            </a:xfrm>
            <a:custGeom>
              <a:avLst/>
              <a:gdLst>
                <a:gd name="T0" fmla="*/ 0 w 1"/>
                <a:gd name="T1" fmla="*/ 768 h 768"/>
                <a:gd name="T2" fmla="*/ 0 w 1"/>
                <a:gd name="T3" fmla="*/ 0 h 768"/>
                <a:gd name="T4" fmla="*/ 1 w 1"/>
                <a:gd name="T5" fmla="*/ 0 h 7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768">
                  <a:moveTo>
                    <a:pt x="0" y="768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9375" name="Freeform 831">
              <a:extLst>
                <a:ext uri="{FF2B5EF4-FFF2-40B4-BE49-F238E27FC236}">
                  <a16:creationId xmlns:a16="http://schemas.microsoft.com/office/drawing/2014/main" id="{DC1C01A7-1FD2-4360-8C70-47FB64EDBF33}"/>
                </a:ext>
              </a:extLst>
            </p:cNvPr>
            <p:cNvSpPr>
              <a:spLocks/>
            </p:cNvSpPr>
            <p:nvPr/>
          </p:nvSpPr>
          <p:spPr bwMode="auto">
            <a:xfrm>
              <a:off x="1549" y="2747"/>
              <a:ext cx="1" cy="154"/>
            </a:xfrm>
            <a:custGeom>
              <a:avLst/>
              <a:gdLst>
                <a:gd name="T0" fmla="*/ 0 w 2"/>
                <a:gd name="T1" fmla="*/ 768 h 768"/>
                <a:gd name="T2" fmla="*/ 0 w 2"/>
                <a:gd name="T3" fmla="*/ 0 h 768"/>
                <a:gd name="T4" fmla="*/ 2 w 2"/>
                <a:gd name="T5" fmla="*/ 0 h 7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768">
                  <a:moveTo>
                    <a:pt x="0" y="768"/>
                  </a:moveTo>
                  <a:lnTo>
                    <a:pt x="0" y="0"/>
                  </a:lnTo>
                  <a:lnTo>
                    <a:pt x="2" y="0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9376" name="Freeform 832">
              <a:extLst>
                <a:ext uri="{FF2B5EF4-FFF2-40B4-BE49-F238E27FC236}">
                  <a16:creationId xmlns:a16="http://schemas.microsoft.com/office/drawing/2014/main" id="{A2F9087A-98A5-4193-961D-7849AD108C52}"/>
                </a:ext>
              </a:extLst>
            </p:cNvPr>
            <p:cNvSpPr>
              <a:spLocks/>
            </p:cNvSpPr>
            <p:nvPr/>
          </p:nvSpPr>
          <p:spPr bwMode="auto">
            <a:xfrm>
              <a:off x="1588" y="2747"/>
              <a:ext cx="1" cy="154"/>
            </a:xfrm>
            <a:custGeom>
              <a:avLst/>
              <a:gdLst>
                <a:gd name="T0" fmla="*/ 0 w 1"/>
                <a:gd name="T1" fmla="*/ 768 h 768"/>
                <a:gd name="T2" fmla="*/ 0 w 1"/>
                <a:gd name="T3" fmla="*/ 0 h 768"/>
                <a:gd name="T4" fmla="*/ 1 w 1"/>
                <a:gd name="T5" fmla="*/ 0 h 7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768">
                  <a:moveTo>
                    <a:pt x="0" y="768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9377" name="Freeform 833">
              <a:extLst>
                <a:ext uri="{FF2B5EF4-FFF2-40B4-BE49-F238E27FC236}">
                  <a16:creationId xmlns:a16="http://schemas.microsoft.com/office/drawing/2014/main" id="{0FBDB31D-7EF7-4256-B28F-B5326FF6E1D2}"/>
                </a:ext>
              </a:extLst>
            </p:cNvPr>
            <p:cNvSpPr>
              <a:spLocks/>
            </p:cNvSpPr>
            <p:nvPr/>
          </p:nvSpPr>
          <p:spPr bwMode="auto">
            <a:xfrm>
              <a:off x="1549" y="2747"/>
              <a:ext cx="201" cy="1"/>
            </a:xfrm>
            <a:custGeom>
              <a:avLst/>
              <a:gdLst>
                <a:gd name="T0" fmla="*/ 0 w 1009"/>
                <a:gd name="T1" fmla="*/ 1008 w 1009"/>
                <a:gd name="T2" fmla="*/ 1009 w 1009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1009">
                  <a:moveTo>
                    <a:pt x="0" y="0"/>
                  </a:moveTo>
                  <a:lnTo>
                    <a:pt x="1008" y="0"/>
                  </a:lnTo>
                  <a:lnTo>
                    <a:pt x="1009" y="0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09378" name="Group 834">
              <a:extLst>
                <a:ext uri="{FF2B5EF4-FFF2-40B4-BE49-F238E27FC236}">
                  <a16:creationId xmlns:a16="http://schemas.microsoft.com/office/drawing/2014/main" id="{328CB14A-1E27-4911-AB53-4B2C5485D3C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46" y="2709"/>
              <a:ext cx="1" cy="245"/>
              <a:chOff x="1677" y="1723"/>
              <a:chExt cx="1" cy="245"/>
            </a:xfrm>
          </p:grpSpPr>
          <p:sp>
            <p:nvSpPr>
              <p:cNvPr id="109379" name="Freeform 835">
                <a:extLst>
                  <a:ext uri="{FF2B5EF4-FFF2-40B4-BE49-F238E27FC236}">
                    <a16:creationId xmlns:a16="http://schemas.microsoft.com/office/drawing/2014/main" id="{69B895C2-627C-4709-8BBE-D0589C7E796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77" y="1882"/>
                <a:ext cx="1" cy="86"/>
              </a:xfrm>
              <a:custGeom>
                <a:avLst/>
                <a:gdLst>
                  <a:gd name="T0" fmla="*/ 0 w 2"/>
                  <a:gd name="T1" fmla="*/ 432 h 432"/>
                  <a:gd name="T2" fmla="*/ 0 w 2"/>
                  <a:gd name="T3" fmla="*/ 0 h 432"/>
                  <a:gd name="T4" fmla="*/ 2 w 2"/>
                  <a:gd name="T5" fmla="*/ 0 h 4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432">
                    <a:moveTo>
                      <a:pt x="0" y="432"/>
                    </a:moveTo>
                    <a:lnTo>
                      <a:pt x="0" y="0"/>
                    </a:lnTo>
                    <a:lnTo>
                      <a:pt x="2" y="0"/>
                    </a:lnTo>
                  </a:path>
                </a:pathLst>
              </a:custGeom>
              <a:noFill/>
              <a:ln w="127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9380" name="Freeform 836">
                <a:extLst>
                  <a:ext uri="{FF2B5EF4-FFF2-40B4-BE49-F238E27FC236}">
                    <a16:creationId xmlns:a16="http://schemas.microsoft.com/office/drawing/2014/main" id="{D70342FC-BDB4-4D3C-AA7B-02CA58C23C1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77" y="1723"/>
                <a:ext cx="1" cy="93"/>
              </a:xfrm>
              <a:custGeom>
                <a:avLst/>
                <a:gdLst>
                  <a:gd name="T0" fmla="*/ 0 w 2"/>
                  <a:gd name="T1" fmla="*/ 466 h 466"/>
                  <a:gd name="T2" fmla="*/ 0 w 2"/>
                  <a:gd name="T3" fmla="*/ 0 h 466"/>
                  <a:gd name="T4" fmla="*/ 2 w 2"/>
                  <a:gd name="T5" fmla="*/ 0 h 4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466">
                    <a:moveTo>
                      <a:pt x="0" y="466"/>
                    </a:moveTo>
                    <a:lnTo>
                      <a:pt x="0" y="0"/>
                    </a:lnTo>
                    <a:lnTo>
                      <a:pt x="2" y="0"/>
                    </a:lnTo>
                  </a:path>
                </a:pathLst>
              </a:custGeom>
              <a:noFill/>
              <a:ln w="127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9381" name="Freeform 837">
                <a:extLst>
                  <a:ext uri="{FF2B5EF4-FFF2-40B4-BE49-F238E27FC236}">
                    <a16:creationId xmlns:a16="http://schemas.microsoft.com/office/drawing/2014/main" id="{2B0B9F37-CD8D-492E-96C7-B8CA8394CA8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77" y="1844"/>
                <a:ext cx="1" cy="10"/>
              </a:xfrm>
              <a:custGeom>
                <a:avLst/>
                <a:gdLst>
                  <a:gd name="T0" fmla="*/ 0 w 2"/>
                  <a:gd name="T1" fmla="*/ 54 h 54"/>
                  <a:gd name="T2" fmla="*/ 0 w 2"/>
                  <a:gd name="T3" fmla="*/ 0 h 54"/>
                  <a:gd name="T4" fmla="*/ 2 w 2"/>
                  <a:gd name="T5" fmla="*/ 0 h 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54">
                    <a:moveTo>
                      <a:pt x="0" y="54"/>
                    </a:moveTo>
                    <a:lnTo>
                      <a:pt x="0" y="0"/>
                    </a:lnTo>
                    <a:lnTo>
                      <a:pt x="2" y="0"/>
                    </a:lnTo>
                  </a:path>
                </a:pathLst>
              </a:custGeom>
              <a:noFill/>
              <a:ln w="127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09382" name="Rectangle 838">
              <a:extLst>
                <a:ext uri="{FF2B5EF4-FFF2-40B4-BE49-F238E27FC236}">
                  <a16:creationId xmlns:a16="http://schemas.microsoft.com/office/drawing/2014/main" id="{94C8D3B6-44DE-4F2B-BC65-3B4B93FC07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53" y="2463"/>
              <a:ext cx="199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pPr eaLnBrk="1" hangingPunct="1"/>
              <a:r>
                <a:rPr lang="en-US" altLang="zh-CN" sz="1800" i="1">
                  <a:latin typeface="宋体" panose="02010600030101010101" pitchFamily="2" charset="-122"/>
                </a:rPr>
                <a:t>A</a:t>
              </a:r>
              <a:endParaRPr lang="en-US" altLang="zh-CN" sz="1800"/>
            </a:p>
          </p:txBody>
        </p:sp>
        <p:sp>
          <p:nvSpPr>
            <p:cNvPr id="109383" name="Freeform 839">
              <a:extLst>
                <a:ext uri="{FF2B5EF4-FFF2-40B4-BE49-F238E27FC236}">
                  <a16:creationId xmlns:a16="http://schemas.microsoft.com/office/drawing/2014/main" id="{A2521F7D-A137-49D7-848A-D2B808AEEB6A}"/>
                </a:ext>
              </a:extLst>
            </p:cNvPr>
            <p:cNvSpPr>
              <a:spLocks/>
            </p:cNvSpPr>
            <p:nvPr/>
          </p:nvSpPr>
          <p:spPr bwMode="auto">
            <a:xfrm>
              <a:off x="1567" y="2560"/>
              <a:ext cx="116" cy="1"/>
            </a:xfrm>
            <a:custGeom>
              <a:avLst/>
              <a:gdLst>
                <a:gd name="T0" fmla="*/ 584 w 584"/>
                <a:gd name="T1" fmla="*/ 0 w 584"/>
                <a:gd name="T2" fmla="*/ 1 w 58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584">
                  <a:moveTo>
                    <a:pt x="584" y="0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9384" name="Freeform 840">
              <a:extLst>
                <a:ext uri="{FF2B5EF4-FFF2-40B4-BE49-F238E27FC236}">
                  <a16:creationId xmlns:a16="http://schemas.microsoft.com/office/drawing/2014/main" id="{859FD878-98B6-4D1C-929A-33AB04AE4B7A}"/>
                </a:ext>
              </a:extLst>
            </p:cNvPr>
            <p:cNvSpPr>
              <a:spLocks/>
            </p:cNvSpPr>
            <p:nvPr/>
          </p:nvSpPr>
          <p:spPr bwMode="auto">
            <a:xfrm>
              <a:off x="1848" y="2732"/>
              <a:ext cx="42" cy="43"/>
            </a:xfrm>
            <a:custGeom>
              <a:avLst/>
              <a:gdLst>
                <a:gd name="T0" fmla="*/ 0 w 212"/>
                <a:gd name="T1" fmla="*/ 0 h 211"/>
                <a:gd name="T2" fmla="*/ 62 w 212"/>
                <a:gd name="T3" fmla="*/ 149 h 211"/>
                <a:gd name="T4" fmla="*/ 211 w 212"/>
                <a:gd name="T5" fmla="*/ 211 h 211"/>
                <a:gd name="T6" fmla="*/ 212 w 212"/>
                <a:gd name="T7" fmla="*/ 211 h 2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2" h="211">
                  <a:moveTo>
                    <a:pt x="0" y="0"/>
                  </a:moveTo>
                  <a:lnTo>
                    <a:pt x="62" y="149"/>
                  </a:lnTo>
                  <a:lnTo>
                    <a:pt x="211" y="211"/>
                  </a:lnTo>
                  <a:lnTo>
                    <a:pt x="212" y="211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9385" name="Freeform 841">
              <a:extLst>
                <a:ext uri="{FF2B5EF4-FFF2-40B4-BE49-F238E27FC236}">
                  <a16:creationId xmlns:a16="http://schemas.microsoft.com/office/drawing/2014/main" id="{B0860394-3511-45DD-B001-5ACCF9D17EED}"/>
                </a:ext>
              </a:extLst>
            </p:cNvPr>
            <p:cNvSpPr>
              <a:spLocks/>
            </p:cNvSpPr>
            <p:nvPr/>
          </p:nvSpPr>
          <p:spPr bwMode="auto">
            <a:xfrm>
              <a:off x="1913" y="2275"/>
              <a:ext cx="1" cy="99"/>
            </a:xfrm>
            <a:custGeom>
              <a:avLst/>
              <a:gdLst>
                <a:gd name="T0" fmla="*/ 0 w 1"/>
                <a:gd name="T1" fmla="*/ 494 h 494"/>
                <a:gd name="T2" fmla="*/ 0 w 1"/>
                <a:gd name="T3" fmla="*/ 0 h 494"/>
                <a:gd name="T4" fmla="*/ 1 w 1"/>
                <a:gd name="T5" fmla="*/ 0 h 4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494">
                  <a:moveTo>
                    <a:pt x="0" y="494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9386" name="Freeform 842">
              <a:extLst>
                <a:ext uri="{FF2B5EF4-FFF2-40B4-BE49-F238E27FC236}">
                  <a16:creationId xmlns:a16="http://schemas.microsoft.com/office/drawing/2014/main" id="{D5B787E3-93F9-4DCF-9ECA-B5F8C6FFB817}"/>
                </a:ext>
              </a:extLst>
            </p:cNvPr>
            <p:cNvSpPr>
              <a:spLocks/>
            </p:cNvSpPr>
            <p:nvPr/>
          </p:nvSpPr>
          <p:spPr bwMode="auto">
            <a:xfrm>
              <a:off x="1848" y="2372"/>
              <a:ext cx="56" cy="44"/>
            </a:xfrm>
            <a:custGeom>
              <a:avLst/>
              <a:gdLst>
                <a:gd name="T0" fmla="*/ 56 w 56"/>
                <a:gd name="T1" fmla="*/ 0 h 44"/>
                <a:gd name="T2" fmla="*/ 12 w 56"/>
                <a:gd name="T3" fmla="*/ 15 h 44"/>
                <a:gd name="T4" fmla="*/ 0 w 56"/>
                <a:gd name="T5" fmla="*/ 44 h 44"/>
                <a:gd name="T6" fmla="*/ 0 w 56"/>
                <a:gd name="T7" fmla="*/ 44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6" h="44">
                  <a:moveTo>
                    <a:pt x="56" y="0"/>
                  </a:moveTo>
                  <a:lnTo>
                    <a:pt x="12" y="15"/>
                  </a:lnTo>
                  <a:lnTo>
                    <a:pt x="0" y="44"/>
                  </a:lnTo>
                  <a:lnTo>
                    <a:pt x="0" y="44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9387" name="Freeform 843">
              <a:extLst>
                <a:ext uri="{FF2B5EF4-FFF2-40B4-BE49-F238E27FC236}">
                  <a16:creationId xmlns:a16="http://schemas.microsoft.com/office/drawing/2014/main" id="{48EAA4F5-7B60-457E-A431-E7D6780A3F8E}"/>
                </a:ext>
              </a:extLst>
            </p:cNvPr>
            <p:cNvSpPr>
              <a:spLocks/>
            </p:cNvSpPr>
            <p:nvPr/>
          </p:nvSpPr>
          <p:spPr bwMode="auto">
            <a:xfrm>
              <a:off x="2212" y="2416"/>
              <a:ext cx="1" cy="316"/>
            </a:xfrm>
            <a:custGeom>
              <a:avLst/>
              <a:gdLst>
                <a:gd name="T0" fmla="*/ 0 w 1"/>
                <a:gd name="T1" fmla="*/ 1583 h 1583"/>
                <a:gd name="T2" fmla="*/ 0 w 1"/>
                <a:gd name="T3" fmla="*/ 0 h 1583"/>
                <a:gd name="T4" fmla="*/ 1 w 1"/>
                <a:gd name="T5" fmla="*/ 0 h 15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1583">
                  <a:moveTo>
                    <a:pt x="0" y="1583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9388" name="Freeform 844">
              <a:extLst>
                <a:ext uri="{FF2B5EF4-FFF2-40B4-BE49-F238E27FC236}">
                  <a16:creationId xmlns:a16="http://schemas.microsoft.com/office/drawing/2014/main" id="{02FF1E03-0B11-4C8E-BF0B-2920FF89E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2310" y="2275"/>
              <a:ext cx="1" cy="472"/>
            </a:xfrm>
            <a:custGeom>
              <a:avLst/>
              <a:gdLst>
                <a:gd name="T0" fmla="*/ 0 w 1"/>
                <a:gd name="T1" fmla="*/ 2361 h 2361"/>
                <a:gd name="T2" fmla="*/ 0 w 1"/>
                <a:gd name="T3" fmla="*/ 0 h 2361"/>
                <a:gd name="T4" fmla="*/ 1 w 1"/>
                <a:gd name="T5" fmla="*/ 0 h 23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2361">
                  <a:moveTo>
                    <a:pt x="0" y="2361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9389" name="Freeform 845">
              <a:extLst>
                <a:ext uri="{FF2B5EF4-FFF2-40B4-BE49-F238E27FC236}">
                  <a16:creationId xmlns:a16="http://schemas.microsoft.com/office/drawing/2014/main" id="{66199E76-FCDE-433F-82CF-6D28EA9402BD}"/>
                </a:ext>
              </a:extLst>
            </p:cNvPr>
            <p:cNvSpPr>
              <a:spLocks/>
            </p:cNvSpPr>
            <p:nvPr/>
          </p:nvSpPr>
          <p:spPr bwMode="auto">
            <a:xfrm>
              <a:off x="2249" y="3450"/>
              <a:ext cx="66" cy="349"/>
            </a:xfrm>
            <a:custGeom>
              <a:avLst/>
              <a:gdLst>
                <a:gd name="T0" fmla="*/ 0 w 66"/>
                <a:gd name="T1" fmla="*/ 349 h 349"/>
                <a:gd name="T2" fmla="*/ 30 w 66"/>
                <a:gd name="T3" fmla="*/ 296 h 349"/>
                <a:gd name="T4" fmla="*/ 54 w 66"/>
                <a:gd name="T5" fmla="*/ 237 h 349"/>
                <a:gd name="T6" fmla="*/ 66 w 66"/>
                <a:gd name="T7" fmla="*/ 164 h 349"/>
                <a:gd name="T8" fmla="*/ 54 w 66"/>
                <a:gd name="T9" fmla="*/ 112 h 349"/>
                <a:gd name="T10" fmla="*/ 24 w 66"/>
                <a:gd name="T11" fmla="*/ 50 h 349"/>
                <a:gd name="T12" fmla="*/ 0 w 66"/>
                <a:gd name="T13" fmla="*/ 0 h 349"/>
                <a:gd name="T14" fmla="*/ 0 w 66"/>
                <a:gd name="T15" fmla="*/ 0 h 3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6" h="349">
                  <a:moveTo>
                    <a:pt x="0" y="349"/>
                  </a:moveTo>
                  <a:lnTo>
                    <a:pt x="30" y="296"/>
                  </a:lnTo>
                  <a:lnTo>
                    <a:pt x="54" y="237"/>
                  </a:lnTo>
                  <a:lnTo>
                    <a:pt x="66" y="164"/>
                  </a:lnTo>
                  <a:lnTo>
                    <a:pt x="54" y="112"/>
                  </a:lnTo>
                  <a:lnTo>
                    <a:pt x="24" y="5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09390" name="Group 846">
              <a:extLst>
                <a:ext uri="{FF2B5EF4-FFF2-40B4-BE49-F238E27FC236}">
                  <a16:creationId xmlns:a16="http://schemas.microsoft.com/office/drawing/2014/main" id="{8883B067-C91A-41F0-BE11-A12807B0761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96" y="3625"/>
              <a:ext cx="1069" cy="1"/>
              <a:chOff x="1527" y="2639"/>
              <a:chExt cx="1069" cy="1"/>
            </a:xfrm>
          </p:grpSpPr>
          <p:sp>
            <p:nvSpPr>
              <p:cNvPr id="109391" name="Freeform 847">
                <a:extLst>
                  <a:ext uri="{FF2B5EF4-FFF2-40B4-BE49-F238E27FC236}">
                    <a16:creationId xmlns:a16="http://schemas.microsoft.com/office/drawing/2014/main" id="{815DF2AE-9DF9-44E0-804E-27DF71308F2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66" y="2639"/>
                <a:ext cx="404" cy="1"/>
              </a:xfrm>
              <a:custGeom>
                <a:avLst/>
                <a:gdLst>
                  <a:gd name="T0" fmla="*/ 0 w 2018"/>
                  <a:gd name="T1" fmla="*/ 2017 w 2018"/>
                  <a:gd name="T2" fmla="*/ 2018 w 2018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2018">
                    <a:moveTo>
                      <a:pt x="0" y="0"/>
                    </a:moveTo>
                    <a:lnTo>
                      <a:pt x="2017" y="0"/>
                    </a:lnTo>
                    <a:lnTo>
                      <a:pt x="2018" y="0"/>
                    </a:lnTo>
                  </a:path>
                </a:pathLst>
              </a:custGeom>
              <a:noFill/>
              <a:ln w="127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9392" name="Freeform 848">
                <a:extLst>
                  <a:ext uri="{FF2B5EF4-FFF2-40B4-BE49-F238E27FC236}">
                    <a16:creationId xmlns:a16="http://schemas.microsoft.com/office/drawing/2014/main" id="{E2191CD1-08E0-4A32-A6F6-68BBE3DDA31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27" y="2639"/>
                <a:ext cx="276" cy="1"/>
              </a:xfrm>
              <a:custGeom>
                <a:avLst/>
                <a:gdLst>
                  <a:gd name="T0" fmla="*/ 0 w 1381"/>
                  <a:gd name="T1" fmla="*/ 1380 w 1381"/>
                  <a:gd name="T2" fmla="*/ 1381 w 138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381">
                    <a:moveTo>
                      <a:pt x="0" y="0"/>
                    </a:moveTo>
                    <a:lnTo>
                      <a:pt x="1380" y="0"/>
                    </a:lnTo>
                    <a:lnTo>
                      <a:pt x="1381" y="0"/>
                    </a:lnTo>
                  </a:path>
                </a:pathLst>
              </a:custGeom>
              <a:noFill/>
              <a:ln w="127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9393" name="Freeform 849">
                <a:extLst>
                  <a:ext uri="{FF2B5EF4-FFF2-40B4-BE49-F238E27FC236}">
                    <a16:creationId xmlns:a16="http://schemas.microsoft.com/office/drawing/2014/main" id="{C8D8A2DF-39B5-4D8C-9996-6790E4D2223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29" y="2639"/>
                <a:ext cx="8" cy="1"/>
              </a:xfrm>
              <a:custGeom>
                <a:avLst/>
                <a:gdLst>
                  <a:gd name="T0" fmla="*/ 0 w 41"/>
                  <a:gd name="T1" fmla="*/ 40 w 41"/>
                  <a:gd name="T2" fmla="*/ 41 w 4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41">
                    <a:moveTo>
                      <a:pt x="0" y="0"/>
                    </a:moveTo>
                    <a:lnTo>
                      <a:pt x="40" y="0"/>
                    </a:lnTo>
                    <a:lnTo>
                      <a:pt x="41" y="0"/>
                    </a:lnTo>
                  </a:path>
                </a:pathLst>
              </a:custGeom>
              <a:noFill/>
              <a:ln w="127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9394" name="Freeform 850">
                <a:extLst>
                  <a:ext uri="{FF2B5EF4-FFF2-40B4-BE49-F238E27FC236}">
                    <a16:creationId xmlns:a16="http://schemas.microsoft.com/office/drawing/2014/main" id="{BB2D50E1-CA7B-4BE4-96D7-524EEDA2021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25" y="2639"/>
                <a:ext cx="271" cy="1"/>
              </a:xfrm>
              <a:custGeom>
                <a:avLst/>
                <a:gdLst>
                  <a:gd name="T0" fmla="*/ 0 w 1357"/>
                  <a:gd name="T1" fmla="*/ 1356 w 1357"/>
                  <a:gd name="T2" fmla="*/ 1357 w 1357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357">
                    <a:moveTo>
                      <a:pt x="0" y="0"/>
                    </a:moveTo>
                    <a:lnTo>
                      <a:pt x="1356" y="0"/>
                    </a:lnTo>
                    <a:lnTo>
                      <a:pt x="1357" y="0"/>
                    </a:lnTo>
                  </a:path>
                </a:pathLst>
              </a:custGeom>
              <a:noFill/>
              <a:ln w="127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9395" name="Freeform 851">
                <a:extLst>
                  <a:ext uri="{FF2B5EF4-FFF2-40B4-BE49-F238E27FC236}">
                    <a16:creationId xmlns:a16="http://schemas.microsoft.com/office/drawing/2014/main" id="{013E9B04-F9C7-4ADE-8339-66DCA1E546A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90" y="2639"/>
                <a:ext cx="11" cy="1"/>
              </a:xfrm>
              <a:custGeom>
                <a:avLst/>
                <a:gdLst>
                  <a:gd name="T0" fmla="*/ 0 w 54"/>
                  <a:gd name="T1" fmla="*/ 53 w 54"/>
                  <a:gd name="T2" fmla="*/ 54 w 54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54">
                    <a:moveTo>
                      <a:pt x="0" y="0"/>
                    </a:moveTo>
                    <a:lnTo>
                      <a:pt x="53" y="0"/>
                    </a:lnTo>
                    <a:lnTo>
                      <a:pt x="54" y="0"/>
                    </a:lnTo>
                  </a:path>
                </a:pathLst>
              </a:custGeom>
              <a:noFill/>
              <a:ln w="127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09396" name="Freeform 852">
              <a:extLst>
                <a:ext uri="{FF2B5EF4-FFF2-40B4-BE49-F238E27FC236}">
                  <a16:creationId xmlns:a16="http://schemas.microsoft.com/office/drawing/2014/main" id="{6FC08695-795D-4D55-975A-C15E2977DBB1}"/>
                </a:ext>
              </a:extLst>
            </p:cNvPr>
            <p:cNvSpPr>
              <a:spLocks/>
            </p:cNvSpPr>
            <p:nvPr/>
          </p:nvSpPr>
          <p:spPr bwMode="auto">
            <a:xfrm>
              <a:off x="2030" y="3899"/>
              <a:ext cx="219" cy="1"/>
            </a:xfrm>
            <a:custGeom>
              <a:avLst/>
              <a:gdLst>
                <a:gd name="T0" fmla="*/ 0 w 1095"/>
                <a:gd name="T1" fmla="*/ 1094 w 1095"/>
                <a:gd name="T2" fmla="*/ 1095 w 109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1095">
                  <a:moveTo>
                    <a:pt x="0" y="0"/>
                  </a:moveTo>
                  <a:lnTo>
                    <a:pt x="1094" y="0"/>
                  </a:lnTo>
                  <a:lnTo>
                    <a:pt x="1095" y="0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9397" name="Freeform 853">
              <a:extLst>
                <a:ext uri="{FF2B5EF4-FFF2-40B4-BE49-F238E27FC236}">
                  <a16:creationId xmlns:a16="http://schemas.microsoft.com/office/drawing/2014/main" id="{C0BC26AF-20B5-4808-9526-A18F114163CC}"/>
                </a:ext>
              </a:extLst>
            </p:cNvPr>
            <p:cNvSpPr>
              <a:spLocks/>
            </p:cNvSpPr>
            <p:nvPr/>
          </p:nvSpPr>
          <p:spPr bwMode="auto">
            <a:xfrm>
              <a:off x="2062" y="3786"/>
              <a:ext cx="2" cy="119"/>
            </a:xfrm>
            <a:custGeom>
              <a:avLst/>
              <a:gdLst>
                <a:gd name="T0" fmla="*/ 2 w 2"/>
                <a:gd name="T1" fmla="*/ 0 h 119"/>
                <a:gd name="T2" fmla="*/ 0 w 2"/>
                <a:gd name="T3" fmla="*/ 119 h 119"/>
                <a:gd name="T4" fmla="*/ 1 w 2"/>
                <a:gd name="T5" fmla="*/ 119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119">
                  <a:moveTo>
                    <a:pt x="2" y="0"/>
                  </a:moveTo>
                  <a:lnTo>
                    <a:pt x="0" y="119"/>
                  </a:lnTo>
                  <a:lnTo>
                    <a:pt x="1" y="119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9398" name="Freeform 854">
              <a:extLst>
                <a:ext uri="{FF2B5EF4-FFF2-40B4-BE49-F238E27FC236}">
                  <a16:creationId xmlns:a16="http://schemas.microsoft.com/office/drawing/2014/main" id="{096F90CB-DEDC-49C7-A3A9-F01AE22CC5D3}"/>
                </a:ext>
              </a:extLst>
            </p:cNvPr>
            <p:cNvSpPr>
              <a:spLocks/>
            </p:cNvSpPr>
            <p:nvPr/>
          </p:nvSpPr>
          <p:spPr bwMode="auto">
            <a:xfrm>
              <a:off x="2249" y="3799"/>
              <a:ext cx="1" cy="106"/>
            </a:xfrm>
            <a:custGeom>
              <a:avLst/>
              <a:gdLst>
                <a:gd name="T0" fmla="*/ 0 w 1"/>
                <a:gd name="T1" fmla="*/ 0 h 529"/>
                <a:gd name="T2" fmla="*/ 0 w 1"/>
                <a:gd name="T3" fmla="*/ 529 h 529"/>
                <a:gd name="T4" fmla="*/ 1 w 1"/>
                <a:gd name="T5" fmla="*/ 529 h 5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529">
                  <a:moveTo>
                    <a:pt x="0" y="0"/>
                  </a:moveTo>
                  <a:lnTo>
                    <a:pt x="0" y="529"/>
                  </a:lnTo>
                  <a:lnTo>
                    <a:pt x="1" y="529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9399" name="Freeform 855">
              <a:extLst>
                <a:ext uri="{FF2B5EF4-FFF2-40B4-BE49-F238E27FC236}">
                  <a16:creationId xmlns:a16="http://schemas.microsoft.com/office/drawing/2014/main" id="{5F4F0E9A-657F-4494-A272-51CC201954D7}"/>
                </a:ext>
              </a:extLst>
            </p:cNvPr>
            <p:cNvSpPr>
              <a:spLocks/>
            </p:cNvSpPr>
            <p:nvPr/>
          </p:nvSpPr>
          <p:spPr bwMode="auto">
            <a:xfrm>
              <a:off x="2172" y="3732"/>
              <a:ext cx="1" cy="173"/>
            </a:xfrm>
            <a:custGeom>
              <a:avLst/>
              <a:gdLst>
                <a:gd name="T0" fmla="*/ 0 w 1"/>
                <a:gd name="T1" fmla="*/ 0 h 173"/>
                <a:gd name="T2" fmla="*/ 0 w 1"/>
                <a:gd name="T3" fmla="*/ 173 h 173"/>
                <a:gd name="T4" fmla="*/ 1 w 1"/>
                <a:gd name="T5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173">
                  <a:moveTo>
                    <a:pt x="0" y="0"/>
                  </a:moveTo>
                  <a:lnTo>
                    <a:pt x="0" y="173"/>
                  </a:lnTo>
                  <a:lnTo>
                    <a:pt x="1" y="173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9400" name="Freeform 856">
              <a:extLst>
                <a:ext uri="{FF2B5EF4-FFF2-40B4-BE49-F238E27FC236}">
                  <a16:creationId xmlns:a16="http://schemas.microsoft.com/office/drawing/2014/main" id="{F18C63EC-AFCD-4739-AD3A-3B09AAC1C882}"/>
                </a:ext>
              </a:extLst>
            </p:cNvPr>
            <p:cNvSpPr>
              <a:spLocks/>
            </p:cNvSpPr>
            <p:nvPr/>
          </p:nvSpPr>
          <p:spPr bwMode="auto">
            <a:xfrm>
              <a:off x="2030" y="3351"/>
              <a:ext cx="219" cy="1"/>
            </a:xfrm>
            <a:custGeom>
              <a:avLst/>
              <a:gdLst>
                <a:gd name="T0" fmla="*/ 0 w 1095"/>
                <a:gd name="T1" fmla="*/ 1094 w 1095"/>
                <a:gd name="T2" fmla="*/ 1095 w 109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1095">
                  <a:moveTo>
                    <a:pt x="0" y="0"/>
                  </a:moveTo>
                  <a:lnTo>
                    <a:pt x="1094" y="0"/>
                  </a:lnTo>
                  <a:lnTo>
                    <a:pt x="1095" y="0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9401" name="Freeform 857">
              <a:extLst>
                <a:ext uri="{FF2B5EF4-FFF2-40B4-BE49-F238E27FC236}">
                  <a16:creationId xmlns:a16="http://schemas.microsoft.com/office/drawing/2014/main" id="{760C9E92-38CD-4E0A-8A3D-355056B451CE}"/>
                </a:ext>
              </a:extLst>
            </p:cNvPr>
            <p:cNvSpPr>
              <a:spLocks/>
            </p:cNvSpPr>
            <p:nvPr/>
          </p:nvSpPr>
          <p:spPr bwMode="auto">
            <a:xfrm>
              <a:off x="2062" y="3345"/>
              <a:ext cx="1" cy="100"/>
            </a:xfrm>
            <a:custGeom>
              <a:avLst/>
              <a:gdLst>
                <a:gd name="T0" fmla="*/ 0 w 1"/>
                <a:gd name="T1" fmla="*/ 0 h 503"/>
                <a:gd name="T2" fmla="*/ 0 w 1"/>
                <a:gd name="T3" fmla="*/ 503 h 503"/>
                <a:gd name="T4" fmla="*/ 1 w 1"/>
                <a:gd name="T5" fmla="*/ 503 h 5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503">
                  <a:moveTo>
                    <a:pt x="0" y="0"/>
                  </a:moveTo>
                  <a:lnTo>
                    <a:pt x="0" y="503"/>
                  </a:lnTo>
                  <a:lnTo>
                    <a:pt x="1" y="503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09402" name="Group 858">
              <a:extLst>
                <a:ext uri="{FF2B5EF4-FFF2-40B4-BE49-F238E27FC236}">
                  <a16:creationId xmlns:a16="http://schemas.microsoft.com/office/drawing/2014/main" id="{94A62C4F-0165-40E6-907E-6081B1ED004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17" y="3297"/>
              <a:ext cx="1" cy="654"/>
              <a:chOff x="2148" y="2311"/>
              <a:chExt cx="1" cy="654"/>
            </a:xfrm>
          </p:grpSpPr>
          <p:sp>
            <p:nvSpPr>
              <p:cNvPr id="109403" name="Freeform 859">
                <a:extLst>
                  <a:ext uri="{FF2B5EF4-FFF2-40B4-BE49-F238E27FC236}">
                    <a16:creationId xmlns:a16="http://schemas.microsoft.com/office/drawing/2014/main" id="{13594921-179B-411D-9E9D-55A4694A235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48" y="2893"/>
                <a:ext cx="1" cy="72"/>
              </a:xfrm>
              <a:custGeom>
                <a:avLst/>
                <a:gdLst>
                  <a:gd name="T0" fmla="*/ 0 w 1"/>
                  <a:gd name="T1" fmla="*/ 0 h 356"/>
                  <a:gd name="T2" fmla="*/ 0 w 1"/>
                  <a:gd name="T3" fmla="*/ 356 h 356"/>
                  <a:gd name="T4" fmla="*/ 1 w 1"/>
                  <a:gd name="T5" fmla="*/ 356 h 3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356">
                    <a:moveTo>
                      <a:pt x="0" y="0"/>
                    </a:moveTo>
                    <a:lnTo>
                      <a:pt x="0" y="356"/>
                    </a:lnTo>
                    <a:lnTo>
                      <a:pt x="1" y="356"/>
                    </a:lnTo>
                  </a:path>
                </a:pathLst>
              </a:custGeom>
              <a:noFill/>
              <a:ln w="127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9404" name="Freeform 860">
                <a:extLst>
                  <a:ext uri="{FF2B5EF4-FFF2-40B4-BE49-F238E27FC236}">
                    <a16:creationId xmlns:a16="http://schemas.microsoft.com/office/drawing/2014/main" id="{F2452A56-B642-425D-A3E0-17B024281E0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48" y="2448"/>
                <a:ext cx="1" cy="395"/>
              </a:xfrm>
              <a:custGeom>
                <a:avLst/>
                <a:gdLst>
                  <a:gd name="T0" fmla="*/ 0 w 1"/>
                  <a:gd name="T1" fmla="*/ 0 h 1977"/>
                  <a:gd name="T2" fmla="*/ 0 w 1"/>
                  <a:gd name="T3" fmla="*/ 1977 h 1977"/>
                  <a:gd name="T4" fmla="*/ 1 w 1"/>
                  <a:gd name="T5" fmla="*/ 1977 h 19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977">
                    <a:moveTo>
                      <a:pt x="0" y="0"/>
                    </a:moveTo>
                    <a:lnTo>
                      <a:pt x="0" y="1977"/>
                    </a:lnTo>
                    <a:lnTo>
                      <a:pt x="1" y="1977"/>
                    </a:lnTo>
                  </a:path>
                </a:pathLst>
              </a:custGeom>
              <a:noFill/>
              <a:ln w="127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9405" name="Freeform 861">
                <a:extLst>
                  <a:ext uri="{FF2B5EF4-FFF2-40B4-BE49-F238E27FC236}">
                    <a16:creationId xmlns:a16="http://schemas.microsoft.com/office/drawing/2014/main" id="{301CAD59-AC22-44E4-AA1E-564C7405A90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48" y="2862"/>
                <a:ext cx="1" cy="10"/>
              </a:xfrm>
              <a:custGeom>
                <a:avLst/>
                <a:gdLst>
                  <a:gd name="T0" fmla="*/ 0 w 1"/>
                  <a:gd name="T1" fmla="*/ 0 h 53"/>
                  <a:gd name="T2" fmla="*/ 0 w 1"/>
                  <a:gd name="T3" fmla="*/ 53 h 53"/>
                  <a:gd name="T4" fmla="*/ 1 w 1"/>
                  <a:gd name="T5" fmla="*/ 53 h 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53">
                    <a:moveTo>
                      <a:pt x="0" y="0"/>
                    </a:moveTo>
                    <a:lnTo>
                      <a:pt x="0" y="53"/>
                    </a:lnTo>
                    <a:lnTo>
                      <a:pt x="1" y="53"/>
                    </a:lnTo>
                  </a:path>
                </a:pathLst>
              </a:custGeom>
              <a:noFill/>
              <a:ln w="127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9406" name="Freeform 862">
                <a:extLst>
                  <a:ext uri="{FF2B5EF4-FFF2-40B4-BE49-F238E27FC236}">
                    <a16:creationId xmlns:a16="http://schemas.microsoft.com/office/drawing/2014/main" id="{0E897D64-F7DF-4462-B4AE-EA52572FB48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48" y="2311"/>
                <a:ext cx="1" cy="82"/>
              </a:xfrm>
              <a:custGeom>
                <a:avLst/>
                <a:gdLst>
                  <a:gd name="T0" fmla="*/ 0 w 1"/>
                  <a:gd name="T1" fmla="*/ 0 h 408"/>
                  <a:gd name="T2" fmla="*/ 0 w 1"/>
                  <a:gd name="T3" fmla="*/ 408 h 408"/>
                  <a:gd name="T4" fmla="*/ 1 w 1"/>
                  <a:gd name="T5" fmla="*/ 408 h 4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408">
                    <a:moveTo>
                      <a:pt x="0" y="0"/>
                    </a:moveTo>
                    <a:lnTo>
                      <a:pt x="0" y="408"/>
                    </a:lnTo>
                    <a:lnTo>
                      <a:pt x="1" y="408"/>
                    </a:lnTo>
                  </a:path>
                </a:pathLst>
              </a:custGeom>
              <a:noFill/>
              <a:ln w="127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9407" name="Freeform 863">
                <a:extLst>
                  <a:ext uri="{FF2B5EF4-FFF2-40B4-BE49-F238E27FC236}">
                    <a16:creationId xmlns:a16="http://schemas.microsoft.com/office/drawing/2014/main" id="{7AEDAC84-A5E5-4B13-A607-AB89F5B4EA1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48" y="2414"/>
                <a:ext cx="1" cy="10"/>
              </a:xfrm>
              <a:custGeom>
                <a:avLst/>
                <a:gdLst>
                  <a:gd name="T0" fmla="*/ 0 w 1"/>
                  <a:gd name="T1" fmla="*/ 0 h 52"/>
                  <a:gd name="T2" fmla="*/ 0 w 1"/>
                  <a:gd name="T3" fmla="*/ 52 h 52"/>
                  <a:gd name="T4" fmla="*/ 1 w 1"/>
                  <a:gd name="T5" fmla="*/ 52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52">
                    <a:moveTo>
                      <a:pt x="0" y="0"/>
                    </a:moveTo>
                    <a:lnTo>
                      <a:pt x="0" y="52"/>
                    </a:lnTo>
                    <a:lnTo>
                      <a:pt x="1" y="52"/>
                    </a:lnTo>
                  </a:path>
                </a:pathLst>
              </a:custGeom>
              <a:noFill/>
              <a:ln w="127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09408" name="Freeform 864">
              <a:extLst>
                <a:ext uri="{FF2B5EF4-FFF2-40B4-BE49-F238E27FC236}">
                  <a16:creationId xmlns:a16="http://schemas.microsoft.com/office/drawing/2014/main" id="{8485015C-4941-4C50-AAE0-31A2C27CA430}"/>
                </a:ext>
              </a:extLst>
            </p:cNvPr>
            <p:cNvSpPr>
              <a:spLocks/>
            </p:cNvSpPr>
            <p:nvPr/>
          </p:nvSpPr>
          <p:spPr bwMode="auto">
            <a:xfrm>
              <a:off x="2249" y="3345"/>
              <a:ext cx="1" cy="105"/>
            </a:xfrm>
            <a:custGeom>
              <a:avLst/>
              <a:gdLst>
                <a:gd name="T0" fmla="*/ 0 w 1"/>
                <a:gd name="T1" fmla="*/ 0 h 528"/>
                <a:gd name="T2" fmla="*/ 0 w 1"/>
                <a:gd name="T3" fmla="*/ 528 h 528"/>
                <a:gd name="T4" fmla="*/ 1 w 1"/>
                <a:gd name="T5" fmla="*/ 528 h 5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528">
                  <a:moveTo>
                    <a:pt x="0" y="0"/>
                  </a:moveTo>
                  <a:lnTo>
                    <a:pt x="0" y="528"/>
                  </a:lnTo>
                  <a:lnTo>
                    <a:pt x="1" y="528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9409" name="Freeform 865">
              <a:extLst>
                <a:ext uri="{FF2B5EF4-FFF2-40B4-BE49-F238E27FC236}">
                  <a16:creationId xmlns:a16="http://schemas.microsoft.com/office/drawing/2014/main" id="{F04AD387-2CED-4DEF-AEFE-84309B4BBBAE}"/>
                </a:ext>
              </a:extLst>
            </p:cNvPr>
            <p:cNvSpPr>
              <a:spLocks/>
            </p:cNvSpPr>
            <p:nvPr/>
          </p:nvSpPr>
          <p:spPr bwMode="auto">
            <a:xfrm>
              <a:off x="2172" y="3345"/>
              <a:ext cx="1" cy="165"/>
            </a:xfrm>
            <a:custGeom>
              <a:avLst/>
              <a:gdLst>
                <a:gd name="T0" fmla="*/ 0 w 1"/>
                <a:gd name="T1" fmla="*/ 0 h 829"/>
                <a:gd name="T2" fmla="*/ 0 w 1"/>
                <a:gd name="T3" fmla="*/ 829 h 829"/>
                <a:gd name="T4" fmla="*/ 1 w 1"/>
                <a:gd name="T5" fmla="*/ 829 h 8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829">
                  <a:moveTo>
                    <a:pt x="0" y="0"/>
                  </a:moveTo>
                  <a:lnTo>
                    <a:pt x="0" y="829"/>
                  </a:lnTo>
                  <a:lnTo>
                    <a:pt x="1" y="829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9410" name="Freeform 866">
              <a:extLst>
                <a:ext uri="{FF2B5EF4-FFF2-40B4-BE49-F238E27FC236}">
                  <a16:creationId xmlns:a16="http://schemas.microsoft.com/office/drawing/2014/main" id="{32815DFE-8BE7-4048-A93F-567CA283AE37}"/>
                </a:ext>
              </a:extLst>
            </p:cNvPr>
            <p:cNvSpPr>
              <a:spLocks/>
            </p:cNvSpPr>
            <p:nvPr/>
          </p:nvSpPr>
          <p:spPr bwMode="auto">
            <a:xfrm>
              <a:off x="2511" y="2747"/>
              <a:ext cx="1" cy="154"/>
            </a:xfrm>
            <a:custGeom>
              <a:avLst/>
              <a:gdLst>
                <a:gd name="T0" fmla="*/ 0 w 1"/>
                <a:gd name="T1" fmla="*/ 768 h 768"/>
                <a:gd name="T2" fmla="*/ 0 w 1"/>
                <a:gd name="T3" fmla="*/ 0 h 768"/>
                <a:gd name="T4" fmla="*/ 1 w 1"/>
                <a:gd name="T5" fmla="*/ 0 h 7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768">
                  <a:moveTo>
                    <a:pt x="0" y="768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9411" name="Freeform 867">
              <a:extLst>
                <a:ext uri="{FF2B5EF4-FFF2-40B4-BE49-F238E27FC236}">
                  <a16:creationId xmlns:a16="http://schemas.microsoft.com/office/drawing/2014/main" id="{03AD5618-BC07-4A9A-99BE-DE2BDF7B4943}"/>
                </a:ext>
              </a:extLst>
            </p:cNvPr>
            <p:cNvSpPr>
              <a:spLocks/>
            </p:cNvSpPr>
            <p:nvPr/>
          </p:nvSpPr>
          <p:spPr bwMode="auto">
            <a:xfrm>
              <a:off x="2472" y="2747"/>
              <a:ext cx="1" cy="154"/>
            </a:xfrm>
            <a:custGeom>
              <a:avLst/>
              <a:gdLst>
                <a:gd name="T0" fmla="*/ 0 w 1"/>
                <a:gd name="T1" fmla="*/ 768 h 768"/>
                <a:gd name="T2" fmla="*/ 0 w 1"/>
                <a:gd name="T3" fmla="*/ 0 h 768"/>
                <a:gd name="T4" fmla="*/ 1 w 1"/>
                <a:gd name="T5" fmla="*/ 0 h 7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768">
                  <a:moveTo>
                    <a:pt x="0" y="768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9412" name="Freeform 868">
              <a:extLst>
                <a:ext uri="{FF2B5EF4-FFF2-40B4-BE49-F238E27FC236}">
                  <a16:creationId xmlns:a16="http://schemas.microsoft.com/office/drawing/2014/main" id="{B35D8300-89A7-4ED7-8EAC-B575962E53FB}"/>
                </a:ext>
              </a:extLst>
            </p:cNvPr>
            <p:cNvSpPr>
              <a:spLocks/>
            </p:cNvSpPr>
            <p:nvPr/>
          </p:nvSpPr>
          <p:spPr bwMode="auto">
            <a:xfrm>
              <a:off x="2355" y="2747"/>
              <a:ext cx="1" cy="154"/>
            </a:xfrm>
            <a:custGeom>
              <a:avLst/>
              <a:gdLst>
                <a:gd name="T0" fmla="*/ 0 w 1"/>
                <a:gd name="T1" fmla="*/ 768 h 768"/>
                <a:gd name="T2" fmla="*/ 0 w 1"/>
                <a:gd name="T3" fmla="*/ 0 h 768"/>
                <a:gd name="T4" fmla="*/ 1 w 1"/>
                <a:gd name="T5" fmla="*/ 0 h 7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768">
                  <a:moveTo>
                    <a:pt x="0" y="768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9413" name="Freeform 869">
              <a:extLst>
                <a:ext uri="{FF2B5EF4-FFF2-40B4-BE49-F238E27FC236}">
                  <a16:creationId xmlns:a16="http://schemas.microsoft.com/office/drawing/2014/main" id="{2E2E1DC4-7CBD-4720-A7BB-9DC07CB47157}"/>
                </a:ext>
              </a:extLst>
            </p:cNvPr>
            <p:cNvSpPr>
              <a:spLocks/>
            </p:cNvSpPr>
            <p:nvPr/>
          </p:nvSpPr>
          <p:spPr bwMode="auto">
            <a:xfrm>
              <a:off x="2147" y="2775"/>
              <a:ext cx="1" cy="126"/>
            </a:xfrm>
            <a:custGeom>
              <a:avLst/>
              <a:gdLst>
                <a:gd name="T0" fmla="*/ 0 w 1"/>
                <a:gd name="T1" fmla="*/ 631 h 631"/>
                <a:gd name="T2" fmla="*/ 0 w 1"/>
                <a:gd name="T3" fmla="*/ 0 h 631"/>
                <a:gd name="T4" fmla="*/ 1 w 1"/>
                <a:gd name="T5" fmla="*/ 0 h 6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631">
                  <a:moveTo>
                    <a:pt x="0" y="631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9414" name="Freeform 870">
              <a:extLst>
                <a:ext uri="{FF2B5EF4-FFF2-40B4-BE49-F238E27FC236}">
                  <a16:creationId xmlns:a16="http://schemas.microsoft.com/office/drawing/2014/main" id="{AADEF1B2-EE8D-4702-BB4E-74F0687F6E7B}"/>
                </a:ext>
              </a:extLst>
            </p:cNvPr>
            <p:cNvSpPr>
              <a:spLocks/>
            </p:cNvSpPr>
            <p:nvPr/>
          </p:nvSpPr>
          <p:spPr bwMode="auto">
            <a:xfrm>
              <a:off x="2170" y="2726"/>
              <a:ext cx="43" cy="49"/>
            </a:xfrm>
            <a:custGeom>
              <a:avLst/>
              <a:gdLst>
                <a:gd name="T0" fmla="*/ 0 w 43"/>
                <a:gd name="T1" fmla="*/ 49 h 49"/>
                <a:gd name="T2" fmla="*/ 29 w 43"/>
                <a:gd name="T3" fmla="*/ 36 h 49"/>
                <a:gd name="T4" fmla="*/ 43 w 43"/>
                <a:gd name="T5" fmla="*/ 0 h 49"/>
                <a:gd name="T6" fmla="*/ 42 w 43"/>
                <a:gd name="T7" fmla="*/ 6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3" h="49">
                  <a:moveTo>
                    <a:pt x="0" y="49"/>
                  </a:moveTo>
                  <a:lnTo>
                    <a:pt x="29" y="36"/>
                  </a:lnTo>
                  <a:lnTo>
                    <a:pt x="43" y="0"/>
                  </a:lnTo>
                  <a:lnTo>
                    <a:pt x="42" y="6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9415" name="Freeform 871">
              <a:extLst>
                <a:ext uri="{FF2B5EF4-FFF2-40B4-BE49-F238E27FC236}">
                  <a16:creationId xmlns:a16="http://schemas.microsoft.com/office/drawing/2014/main" id="{C07CCF26-67B6-4CAA-BDE4-4FE892E2C973}"/>
                </a:ext>
              </a:extLst>
            </p:cNvPr>
            <p:cNvSpPr>
              <a:spLocks/>
            </p:cNvSpPr>
            <p:nvPr/>
          </p:nvSpPr>
          <p:spPr bwMode="auto">
            <a:xfrm>
              <a:off x="2310" y="2747"/>
              <a:ext cx="202" cy="1"/>
            </a:xfrm>
            <a:custGeom>
              <a:avLst/>
              <a:gdLst>
                <a:gd name="T0" fmla="*/ 0 w 1009"/>
                <a:gd name="T1" fmla="*/ 1008 w 1009"/>
                <a:gd name="T2" fmla="*/ 1009 w 1009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1009">
                  <a:moveTo>
                    <a:pt x="0" y="0"/>
                  </a:moveTo>
                  <a:lnTo>
                    <a:pt x="1008" y="0"/>
                  </a:lnTo>
                  <a:lnTo>
                    <a:pt x="1009" y="0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09416" name="Group 872">
              <a:extLst>
                <a:ext uri="{FF2B5EF4-FFF2-40B4-BE49-F238E27FC236}">
                  <a16:creationId xmlns:a16="http://schemas.microsoft.com/office/drawing/2014/main" id="{4D0C1C0C-A9C7-4F46-B3F3-4F59FC7B577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14" y="2715"/>
              <a:ext cx="1" cy="233"/>
              <a:chOff x="2445" y="1729"/>
              <a:chExt cx="1" cy="233"/>
            </a:xfrm>
          </p:grpSpPr>
          <p:sp>
            <p:nvSpPr>
              <p:cNvPr id="109417" name="Freeform 873">
                <a:extLst>
                  <a:ext uri="{FF2B5EF4-FFF2-40B4-BE49-F238E27FC236}">
                    <a16:creationId xmlns:a16="http://schemas.microsoft.com/office/drawing/2014/main" id="{5C1C9D9D-8F7F-4C12-B4DC-F3C6EFF7B4E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45" y="1882"/>
                <a:ext cx="1" cy="80"/>
              </a:xfrm>
              <a:custGeom>
                <a:avLst/>
                <a:gdLst>
                  <a:gd name="T0" fmla="*/ 0 w 1"/>
                  <a:gd name="T1" fmla="*/ 400 h 400"/>
                  <a:gd name="T2" fmla="*/ 0 w 1"/>
                  <a:gd name="T3" fmla="*/ 0 h 400"/>
                  <a:gd name="T4" fmla="*/ 1 w 1"/>
                  <a:gd name="T5" fmla="*/ 0 h 4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400">
                    <a:moveTo>
                      <a:pt x="0" y="400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27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9418" name="Freeform 874">
                <a:extLst>
                  <a:ext uri="{FF2B5EF4-FFF2-40B4-BE49-F238E27FC236}">
                    <a16:creationId xmlns:a16="http://schemas.microsoft.com/office/drawing/2014/main" id="{B88CCE6F-6FC3-483A-9DB4-2A0C8D6858F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45" y="1729"/>
                <a:ext cx="1" cy="87"/>
              </a:xfrm>
              <a:custGeom>
                <a:avLst/>
                <a:gdLst>
                  <a:gd name="T0" fmla="*/ 0 w 1"/>
                  <a:gd name="T1" fmla="*/ 434 h 434"/>
                  <a:gd name="T2" fmla="*/ 0 w 1"/>
                  <a:gd name="T3" fmla="*/ 0 h 434"/>
                  <a:gd name="T4" fmla="*/ 1 w 1"/>
                  <a:gd name="T5" fmla="*/ 0 h 4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434">
                    <a:moveTo>
                      <a:pt x="0" y="434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27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9419" name="Freeform 875">
                <a:extLst>
                  <a:ext uri="{FF2B5EF4-FFF2-40B4-BE49-F238E27FC236}">
                    <a16:creationId xmlns:a16="http://schemas.microsoft.com/office/drawing/2014/main" id="{3BA4EE9F-9369-4760-BF66-D17F1AD484E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45" y="1844"/>
                <a:ext cx="1" cy="10"/>
              </a:xfrm>
              <a:custGeom>
                <a:avLst/>
                <a:gdLst>
                  <a:gd name="T0" fmla="*/ 0 w 1"/>
                  <a:gd name="T1" fmla="*/ 54 h 54"/>
                  <a:gd name="T2" fmla="*/ 0 w 1"/>
                  <a:gd name="T3" fmla="*/ 0 h 54"/>
                  <a:gd name="T4" fmla="*/ 1 w 1"/>
                  <a:gd name="T5" fmla="*/ 0 h 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54">
                    <a:moveTo>
                      <a:pt x="0" y="54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27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09420" name="Freeform 876">
              <a:extLst>
                <a:ext uri="{FF2B5EF4-FFF2-40B4-BE49-F238E27FC236}">
                  <a16:creationId xmlns:a16="http://schemas.microsoft.com/office/drawing/2014/main" id="{9BEEDDDB-EFE6-4F1A-ACFC-C5A206C2B412}"/>
                </a:ext>
              </a:extLst>
            </p:cNvPr>
            <p:cNvSpPr>
              <a:spLocks/>
            </p:cNvSpPr>
            <p:nvPr/>
          </p:nvSpPr>
          <p:spPr bwMode="auto">
            <a:xfrm>
              <a:off x="2376" y="2560"/>
              <a:ext cx="118" cy="1"/>
            </a:xfrm>
            <a:custGeom>
              <a:avLst/>
              <a:gdLst>
                <a:gd name="T0" fmla="*/ 0 w 586"/>
                <a:gd name="T1" fmla="*/ 585 w 586"/>
                <a:gd name="T2" fmla="*/ 586 w 58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586">
                  <a:moveTo>
                    <a:pt x="0" y="0"/>
                  </a:moveTo>
                  <a:lnTo>
                    <a:pt x="585" y="0"/>
                  </a:lnTo>
                  <a:lnTo>
                    <a:pt x="586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9421" name="Freeform 877">
              <a:extLst>
                <a:ext uri="{FF2B5EF4-FFF2-40B4-BE49-F238E27FC236}">
                  <a16:creationId xmlns:a16="http://schemas.microsoft.com/office/drawing/2014/main" id="{1235070D-D2BB-48BF-8BC3-EEC00ECEB3BC}"/>
                </a:ext>
              </a:extLst>
            </p:cNvPr>
            <p:cNvSpPr>
              <a:spLocks/>
            </p:cNvSpPr>
            <p:nvPr/>
          </p:nvSpPr>
          <p:spPr bwMode="auto">
            <a:xfrm>
              <a:off x="2147" y="2275"/>
              <a:ext cx="1" cy="99"/>
            </a:xfrm>
            <a:custGeom>
              <a:avLst/>
              <a:gdLst>
                <a:gd name="T0" fmla="*/ 0 w 1"/>
                <a:gd name="T1" fmla="*/ 494 h 494"/>
                <a:gd name="T2" fmla="*/ 0 w 1"/>
                <a:gd name="T3" fmla="*/ 0 h 494"/>
                <a:gd name="T4" fmla="*/ 1 w 1"/>
                <a:gd name="T5" fmla="*/ 0 h 4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494">
                  <a:moveTo>
                    <a:pt x="0" y="494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09422" name="Group 878">
              <a:extLst>
                <a:ext uri="{FF2B5EF4-FFF2-40B4-BE49-F238E27FC236}">
                  <a16:creationId xmlns:a16="http://schemas.microsoft.com/office/drawing/2014/main" id="{C9572B67-50F6-4932-9D3A-370DA0BBB86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030" y="2230"/>
              <a:ext cx="1" cy="720"/>
              <a:chOff x="2061" y="1244"/>
              <a:chExt cx="1" cy="720"/>
            </a:xfrm>
          </p:grpSpPr>
          <p:sp>
            <p:nvSpPr>
              <p:cNvPr id="109423" name="Freeform 879">
                <a:extLst>
                  <a:ext uri="{FF2B5EF4-FFF2-40B4-BE49-F238E27FC236}">
                    <a16:creationId xmlns:a16="http://schemas.microsoft.com/office/drawing/2014/main" id="{5D76BD89-7777-4688-8B80-8D5735639F6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61" y="1512"/>
                <a:ext cx="1" cy="11"/>
              </a:xfrm>
              <a:custGeom>
                <a:avLst/>
                <a:gdLst>
                  <a:gd name="T0" fmla="*/ 0 w 1"/>
                  <a:gd name="T1" fmla="*/ 0 h 53"/>
                  <a:gd name="T2" fmla="*/ 0 w 1"/>
                  <a:gd name="T3" fmla="*/ 53 h 53"/>
                  <a:gd name="T4" fmla="*/ 1 w 1"/>
                  <a:gd name="T5" fmla="*/ 53 h 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53">
                    <a:moveTo>
                      <a:pt x="0" y="0"/>
                    </a:moveTo>
                    <a:lnTo>
                      <a:pt x="0" y="53"/>
                    </a:lnTo>
                    <a:lnTo>
                      <a:pt x="1" y="53"/>
                    </a:lnTo>
                  </a:path>
                </a:pathLst>
              </a:custGeom>
              <a:noFill/>
              <a:ln w="127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9424" name="Freeform 880">
                <a:extLst>
                  <a:ext uri="{FF2B5EF4-FFF2-40B4-BE49-F238E27FC236}">
                    <a16:creationId xmlns:a16="http://schemas.microsoft.com/office/drawing/2014/main" id="{66F4107E-AA58-4FA3-B278-11C0FF91E83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61" y="1879"/>
                <a:ext cx="1" cy="85"/>
              </a:xfrm>
              <a:custGeom>
                <a:avLst/>
                <a:gdLst>
                  <a:gd name="T0" fmla="*/ 0 w 1"/>
                  <a:gd name="T1" fmla="*/ 0 h 429"/>
                  <a:gd name="T2" fmla="*/ 0 w 1"/>
                  <a:gd name="T3" fmla="*/ 429 h 429"/>
                  <a:gd name="T4" fmla="*/ 1 w 1"/>
                  <a:gd name="T5" fmla="*/ 429 h 4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429">
                    <a:moveTo>
                      <a:pt x="0" y="0"/>
                    </a:moveTo>
                    <a:lnTo>
                      <a:pt x="0" y="429"/>
                    </a:lnTo>
                    <a:lnTo>
                      <a:pt x="1" y="429"/>
                    </a:lnTo>
                  </a:path>
                </a:pathLst>
              </a:custGeom>
              <a:noFill/>
              <a:ln w="127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9425" name="Freeform 881">
                <a:extLst>
                  <a:ext uri="{FF2B5EF4-FFF2-40B4-BE49-F238E27FC236}">
                    <a16:creationId xmlns:a16="http://schemas.microsoft.com/office/drawing/2014/main" id="{42C37870-FA68-46E2-8252-8E2B7A4EC31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61" y="1539"/>
                <a:ext cx="1" cy="290"/>
              </a:xfrm>
              <a:custGeom>
                <a:avLst/>
                <a:gdLst>
                  <a:gd name="T0" fmla="*/ 0 w 1"/>
                  <a:gd name="T1" fmla="*/ 0 h 1450"/>
                  <a:gd name="T2" fmla="*/ 0 w 1"/>
                  <a:gd name="T3" fmla="*/ 1450 h 1450"/>
                  <a:gd name="T4" fmla="*/ 1 w 1"/>
                  <a:gd name="T5" fmla="*/ 1450 h 14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450">
                    <a:moveTo>
                      <a:pt x="0" y="0"/>
                    </a:moveTo>
                    <a:lnTo>
                      <a:pt x="0" y="1450"/>
                    </a:lnTo>
                    <a:lnTo>
                      <a:pt x="1" y="1450"/>
                    </a:lnTo>
                  </a:path>
                </a:pathLst>
              </a:custGeom>
              <a:noFill/>
              <a:ln w="127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9426" name="Freeform 882">
                <a:extLst>
                  <a:ext uri="{FF2B5EF4-FFF2-40B4-BE49-F238E27FC236}">
                    <a16:creationId xmlns:a16="http://schemas.microsoft.com/office/drawing/2014/main" id="{2611E8FE-6103-4CE0-B87A-303FB506E0D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61" y="1850"/>
                <a:ext cx="1" cy="7"/>
              </a:xfrm>
              <a:custGeom>
                <a:avLst/>
                <a:gdLst>
                  <a:gd name="T0" fmla="*/ 0 w 1"/>
                  <a:gd name="T1" fmla="*/ 0 h 39"/>
                  <a:gd name="T2" fmla="*/ 0 w 1"/>
                  <a:gd name="T3" fmla="*/ 39 h 39"/>
                  <a:gd name="T4" fmla="*/ 1 w 1"/>
                  <a:gd name="T5" fmla="*/ 39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39">
                    <a:moveTo>
                      <a:pt x="0" y="0"/>
                    </a:moveTo>
                    <a:lnTo>
                      <a:pt x="0" y="39"/>
                    </a:lnTo>
                    <a:lnTo>
                      <a:pt x="1" y="39"/>
                    </a:lnTo>
                  </a:path>
                </a:pathLst>
              </a:custGeom>
              <a:noFill/>
              <a:ln w="127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9427" name="Freeform 883">
                <a:extLst>
                  <a:ext uri="{FF2B5EF4-FFF2-40B4-BE49-F238E27FC236}">
                    <a16:creationId xmlns:a16="http://schemas.microsoft.com/office/drawing/2014/main" id="{2F9E2008-A6D5-46C8-A84D-29C25C56E4C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61" y="1244"/>
                <a:ext cx="1" cy="252"/>
              </a:xfrm>
              <a:custGeom>
                <a:avLst/>
                <a:gdLst>
                  <a:gd name="T0" fmla="*/ 0 w 1"/>
                  <a:gd name="T1" fmla="*/ 0 h 1261"/>
                  <a:gd name="T2" fmla="*/ 0 w 1"/>
                  <a:gd name="T3" fmla="*/ 1261 h 1261"/>
                  <a:gd name="T4" fmla="*/ 1 w 1"/>
                  <a:gd name="T5" fmla="*/ 1261 h 12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261">
                    <a:moveTo>
                      <a:pt x="0" y="0"/>
                    </a:moveTo>
                    <a:lnTo>
                      <a:pt x="0" y="1261"/>
                    </a:lnTo>
                    <a:lnTo>
                      <a:pt x="1" y="1261"/>
                    </a:lnTo>
                  </a:path>
                </a:pathLst>
              </a:custGeom>
              <a:noFill/>
              <a:ln w="127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09428" name="Group 884">
              <a:extLst>
                <a:ext uri="{FF2B5EF4-FFF2-40B4-BE49-F238E27FC236}">
                  <a16:creationId xmlns:a16="http://schemas.microsoft.com/office/drawing/2014/main" id="{1BAACFB6-5AF7-426E-BD65-50C6490EC49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17" y="2385"/>
              <a:ext cx="1" cy="351"/>
              <a:chOff x="2148" y="1399"/>
              <a:chExt cx="1" cy="351"/>
            </a:xfrm>
          </p:grpSpPr>
          <p:sp>
            <p:nvSpPr>
              <p:cNvPr id="109429" name="Freeform 885">
                <a:extLst>
                  <a:ext uri="{FF2B5EF4-FFF2-40B4-BE49-F238E27FC236}">
                    <a16:creationId xmlns:a16="http://schemas.microsoft.com/office/drawing/2014/main" id="{5768DA8C-174A-409F-81B6-EF8948E5896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48" y="1499"/>
                <a:ext cx="1" cy="148"/>
              </a:xfrm>
              <a:custGeom>
                <a:avLst/>
                <a:gdLst>
                  <a:gd name="T0" fmla="*/ 0 w 1"/>
                  <a:gd name="T1" fmla="*/ 0 h 739"/>
                  <a:gd name="T2" fmla="*/ 0 w 1"/>
                  <a:gd name="T3" fmla="*/ 739 h 739"/>
                  <a:gd name="T4" fmla="*/ 1 w 1"/>
                  <a:gd name="T5" fmla="*/ 739 h 7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739">
                    <a:moveTo>
                      <a:pt x="0" y="0"/>
                    </a:moveTo>
                    <a:lnTo>
                      <a:pt x="0" y="739"/>
                    </a:lnTo>
                    <a:lnTo>
                      <a:pt x="1" y="739"/>
                    </a:lnTo>
                  </a:path>
                </a:pathLst>
              </a:custGeom>
              <a:noFill/>
              <a:ln w="127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9430" name="Freeform 886">
                <a:extLst>
                  <a:ext uri="{FF2B5EF4-FFF2-40B4-BE49-F238E27FC236}">
                    <a16:creationId xmlns:a16="http://schemas.microsoft.com/office/drawing/2014/main" id="{7B46BEED-57D4-4E27-8F35-F3377CAE44F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48" y="1692"/>
                <a:ext cx="1" cy="58"/>
              </a:xfrm>
              <a:custGeom>
                <a:avLst/>
                <a:gdLst>
                  <a:gd name="T0" fmla="*/ 0 w 1"/>
                  <a:gd name="T1" fmla="*/ 0 h 293"/>
                  <a:gd name="T2" fmla="*/ 0 w 1"/>
                  <a:gd name="T3" fmla="*/ 293 h 293"/>
                  <a:gd name="T4" fmla="*/ 1 w 1"/>
                  <a:gd name="T5" fmla="*/ 293 h 2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93">
                    <a:moveTo>
                      <a:pt x="0" y="0"/>
                    </a:moveTo>
                    <a:lnTo>
                      <a:pt x="0" y="293"/>
                    </a:lnTo>
                    <a:lnTo>
                      <a:pt x="1" y="293"/>
                    </a:lnTo>
                  </a:path>
                </a:pathLst>
              </a:custGeom>
              <a:noFill/>
              <a:ln w="127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9431" name="Freeform 887">
                <a:extLst>
                  <a:ext uri="{FF2B5EF4-FFF2-40B4-BE49-F238E27FC236}">
                    <a16:creationId xmlns:a16="http://schemas.microsoft.com/office/drawing/2014/main" id="{812C0C19-209E-4BF9-BA02-0094A8AB0FF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48" y="1665"/>
                <a:ext cx="1" cy="8"/>
              </a:xfrm>
              <a:custGeom>
                <a:avLst/>
                <a:gdLst>
                  <a:gd name="T0" fmla="*/ 0 w 1"/>
                  <a:gd name="T1" fmla="*/ 0 h 40"/>
                  <a:gd name="T2" fmla="*/ 0 w 1"/>
                  <a:gd name="T3" fmla="*/ 40 h 40"/>
                  <a:gd name="T4" fmla="*/ 1 w 1"/>
                  <a:gd name="T5" fmla="*/ 4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40">
                    <a:moveTo>
                      <a:pt x="0" y="0"/>
                    </a:moveTo>
                    <a:lnTo>
                      <a:pt x="0" y="40"/>
                    </a:lnTo>
                    <a:lnTo>
                      <a:pt x="1" y="40"/>
                    </a:lnTo>
                  </a:path>
                </a:pathLst>
              </a:custGeom>
              <a:noFill/>
              <a:ln w="127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9432" name="Freeform 888">
                <a:extLst>
                  <a:ext uri="{FF2B5EF4-FFF2-40B4-BE49-F238E27FC236}">
                    <a16:creationId xmlns:a16="http://schemas.microsoft.com/office/drawing/2014/main" id="{8D75BC31-AEE2-45E9-BA80-AC83415C5F7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48" y="1399"/>
                <a:ext cx="1" cy="63"/>
              </a:xfrm>
              <a:custGeom>
                <a:avLst/>
                <a:gdLst>
                  <a:gd name="T0" fmla="*/ 0 w 1"/>
                  <a:gd name="T1" fmla="*/ 0 h 317"/>
                  <a:gd name="T2" fmla="*/ 0 w 1"/>
                  <a:gd name="T3" fmla="*/ 317 h 317"/>
                  <a:gd name="T4" fmla="*/ 1 w 1"/>
                  <a:gd name="T5" fmla="*/ 317 h 3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317">
                    <a:moveTo>
                      <a:pt x="0" y="0"/>
                    </a:moveTo>
                    <a:lnTo>
                      <a:pt x="0" y="317"/>
                    </a:lnTo>
                    <a:lnTo>
                      <a:pt x="1" y="317"/>
                    </a:lnTo>
                  </a:path>
                </a:pathLst>
              </a:custGeom>
              <a:noFill/>
              <a:ln w="127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9433" name="Freeform 889">
                <a:extLst>
                  <a:ext uri="{FF2B5EF4-FFF2-40B4-BE49-F238E27FC236}">
                    <a16:creationId xmlns:a16="http://schemas.microsoft.com/office/drawing/2014/main" id="{07FBFC13-3CC0-40FE-8B31-BD7B4FF1301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48" y="1478"/>
                <a:ext cx="1" cy="5"/>
              </a:xfrm>
              <a:custGeom>
                <a:avLst/>
                <a:gdLst>
                  <a:gd name="T0" fmla="*/ 0 w 1"/>
                  <a:gd name="T1" fmla="*/ 0 h 27"/>
                  <a:gd name="T2" fmla="*/ 0 w 1"/>
                  <a:gd name="T3" fmla="*/ 27 h 27"/>
                  <a:gd name="T4" fmla="*/ 1 w 1"/>
                  <a:gd name="T5" fmla="*/ 27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7">
                    <a:moveTo>
                      <a:pt x="0" y="0"/>
                    </a:moveTo>
                    <a:lnTo>
                      <a:pt x="0" y="27"/>
                    </a:lnTo>
                    <a:lnTo>
                      <a:pt x="1" y="27"/>
                    </a:lnTo>
                  </a:path>
                </a:pathLst>
              </a:custGeom>
              <a:noFill/>
              <a:ln w="127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09434" name="Freeform 890">
              <a:extLst>
                <a:ext uri="{FF2B5EF4-FFF2-40B4-BE49-F238E27FC236}">
                  <a16:creationId xmlns:a16="http://schemas.microsoft.com/office/drawing/2014/main" id="{9E7E4A7F-4D13-40AD-843C-9E7F8052EEAE}"/>
                </a:ext>
              </a:extLst>
            </p:cNvPr>
            <p:cNvSpPr>
              <a:spLocks/>
            </p:cNvSpPr>
            <p:nvPr/>
          </p:nvSpPr>
          <p:spPr bwMode="auto">
            <a:xfrm>
              <a:off x="2156" y="2376"/>
              <a:ext cx="56" cy="40"/>
            </a:xfrm>
            <a:custGeom>
              <a:avLst/>
              <a:gdLst>
                <a:gd name="T0" fmla="*/ 56 w 56"/>
                <a:gd name="T1" fmla="*/ 40 h 40"/>
                <a:gd name="T2" fmla="*/ 44 w 56"/>
                <a:gd name="T3" fmla="*/ 11 h 40"/>
                <a:gd name="T4" fmla="*/ 0 w 56"/>
                <a:gd name="T5" fmla="*/ 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6" h="40">
                  <a:moveTo>
                    <a:pt x="56" y="40"/>
                  </a:moveTo>
                  <a:lnTo>
                    <a:pt x="44" y="11"/>
                  </a:lnTo>
                  <a:lnTo>
                    <a:pt x="0" y="0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09435" name="Group 891">
              <a:extLst>
                <a:ext uri="{FF2B5EF4-FFF2-40B4-BE49-F238E27FC236}">
                  <a16:creationId xmlns:a16="http://schemas.microsoft.com/office/drawing/2014/main" id="{CA168AD4-F928-445D-9269-B9BC322EB09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48" y="3242"/>
              <a:ext cx="766" cy="764"/>
              <a:chOff x="1679" y="2256"/>
              <a:chExt cx="766" cy="764"/>
            </a:xfrm>
          </p:grpSpPr>
          <p:sp>
            <p:nvSpPr>
              <p:cNvPr id="109436" name="Freeform 892">
                <a:extLst>
                  <a:ext uri="{FF2B5EF4-FFF2-40B4-BE49-F238E27FC236}">
                    <a16:creationId xmlns:a16="http://schemas.microsoft.com/office/drawing/2014/main" id="{5E37E37E-BEF7-492C-A4BB-77E32993514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44" y="2379"/>
                <a:ext cx="9" cy="11"/>
              </a:xfrm>
              <a:custGeom>
                <a:avLst/>
                <a:gdLst>
                  <a:gd name="T0" fmla="*/ 46 w 46"/>
                  <a:gd name="T1" fmla="*/ 54 h 54"/>
                  <a:gd name="T2" fmla="*/ 0 w 46"/>
                  <a:gd name="T3" fmla="*/ 0 h 54"/>
                  <a:gd name="T4" fmla="*/ 1 w 46"/>
                  <a:gd name="T5" fmla="*/ 0 h 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6" h="54">
                    <a:moveTo>
                      <a:pt x="46" y="54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27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9437" name="Freeform 893">
                <a:extLst>
                  <a:ext uri="{FF2B5EF4-FFF2-40B4-BE49-F238E27FC236}">
                    <a16:creationId xmlns:a16="http://schemas.microsoft.com/office/drawing/2014/main" id="{E7B4AC28-5BA5-4549-893B-F3091E39542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41" y="2256"/>
                <a:ext cx="487" cy="107"/>
              </a:xfrm>
              <a:custGeom>
                <a:avLst/>
                <a:gdLst>
                  <a:gd name="T0" fmla="*/ 2438 w 2438"/>
                  <a:gd name="T1" fmla="*/ 537 h 537"/>
                  <a:gd name="T2" fmla="*/ 1893 w 2438"/>
                  <a:gd name="T3" fmla="*/ 165 h 537"/>
                  <a:gd name="T4" fmla="*/ 1255 w 2438"/>
                  <a:gd name="T5" fmla="*/ 0 h 537"/>
                  <a:gd name="T6" fmla="*/ 597 w 2438"/>
                  <a:gd name="T7" fmla="*/ 62 h 537"/>
                  <a:gd name="T8" fmla="*/ 0 w 2438"/>
                  <a:gd name="T9" fmla="*/ 342 h 537"/>
                  <a:gd name="T10" fmla="*/ 1 w 2438"/>
                  <a:gd name="T11" fmla="*/ 342 h 5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38" h="537">
                    <a:moveTo>
                      <a:pt x="2438" y="537"/>
                    </a:moveTo>
                    <a:lnTo>
                      <a:pt x="1893" y="165"/>
                    </a:lnTo>
                    <a:lnTo>
                      <a:pt x="1255" y="0"/>
                    </a:lnTo>
                    <a:lnTo>
                      <a:pt x="597" y="62"/>
                    </a:lnTo>
                    <a:lnTo>
                      <a:pt x="0" y="342"/>
                    </a:lnTo>
                    <a:lnTo>
                      <a:pt x="1" y="342"/>
                    </a:lnTo>
                  </a:path>
                </a:pathLst>
              </a:custGeom>
              <a:noFill/>
              <a:ln w="127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9438" name="Freeform 894">
                <a:extLst>
                  <a:ext uri="{FF2B5EF4-FFF2-40B4-BE49-F238E27FC236}">
                    <a16:creationId xmlns:a16="http://schemas.microsoft.com/office/drawing/2014/main" id="{A04EB679-419B-45BA-8872-24578AEEFFF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05" y="2347"/>
                <a:ext cx="6" cy="6"/>
              </a:xfrm>
              <a:custGeom>
                <a:avLst/>
                <a:gdLst>
                  <a:gd name="T0" fmla="*/ 32 w 32"/>
                  <a:gd name="T1" fmla="*/ 0 h 29"/>
                  <a:gd name="T2" fmla="*/ 0 w 32"/>
                  <a:gd name="T3" fmla="*/ 29 h 29"/>
                  <a:gd name="T4" fmla="*/ 1 w 32"/>
                  <a:gd name="T5" fmla="*/ 29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2" h="29">
                    <a:moveTo>
                      <a:pt x="32" y="0"/>
                    </a:moveTo>
                    <a:lnTo>
                      <a:pt x="0" y="29"/>
                    </a:lnTo>
                    <a:lnTo>
                      <a:pt x="1" y="29"/>
                    </a:lnTo>
                  </a:path>
                </a:pathLst>
              </a:custGeom>
              <a:noFill/>
              <a:ln w="127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9439" name="Freeform 895">
                <a:extLst>
                  <a:ext uri="{FF2B5EF4-FFF2-40B4-BE49-F238E27FC236}">
                    <a16:creationId xmlns:a16="http://schemas.microsoft.com/office/drawing/2014/main" id="{E2C3A472-7590-48B5-931B-23EB7E25DE1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79" y="2378"/>
                <a:ext cx="100" cy="471"/>
              </a:xfrm>
              <a:custGeom>
                <a:avLst/>
                <a:gdLst>
                  <a:gd name="T0" fmla="*/ 504 w 504"/>
                  <a:gd name="T1" fmla="*/ 0 h 2358"/>
                  <a:gd name="T2" fmla="*/ 157 w 504"/>
                  <a:gd name="T3" fmla="*/ 530 h 2358"/>
                  <a:gd name="T4" fmla="*/ 0 w 504"/>
                  <a:gd name="T5" fmla="*/ 1145 h 2358"/>
                  <a:gd name="T6" fmla="*/ 52 w 504"/>
                  <a:gd name="T7" fmla="*/ 1777 h 2358"/>
                  <a:gd name="T8" fmla="*/ 307 w 504"/>
                  <a:gd name="T9" fmla="*/ 2358 h 2358"/>
                  <a:gd name="T10" fmla="*/ 308 w 504"/>
                  <a:gd name="T11" fmla="*/ 2358 h 23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04" h="2358">
                    <a:moveTo>
                      <a:pt x="504" y="0"/>
                    </a:moveTo>
                    <a:lnTo>
                      <a:pt x="157" y="530"/>
                    </a:lnTo>
                    <a:lnTo>
                      <a:pt x="0" y="1145"/>
                    </a:lnTo>
                    <a:lnTo>
                      <a:pt x="52" y="1777"/>
                    </a:lnTo>
                    <a:lnTo>
                      <a:pt x="307" y="2358"/>
                    </a:lnTo>
                    <a:lnTo>
                      <a:pt x="308" y="2358"/>
                    </a:lnTo>
                  </a:path>
                </a:pathLst>
              </a:custGeom>
              <a:noFill/>
              <a:ln w="127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9440" name="Freeform 896">
                <a:extLst>
                  <a:ext uri="{FF2B5EF4-FFF2-40B4-BE49-F238E27FC236}">
                    <a16:creationId xmlns:a16="http://schemas.microsoft.com/office/drawing/2014/main" id="{BECC0CF2-33EA-43B1-9493-CDC6C6A6C91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6" y="2872"/>
                <a:ext cx="15" cy="18"/>
              </a:xfrm>
              <a:custGeom>
                <a:avLst/>
                <a:gdLst>
                  <a:gd name="T0" fmla="*/ 0 w 72"/>
                  <a:gd name="T1" fmla="*/ 0 h 87"/>
                  <a:gd name="T2" fmla="*/ 71 w 72"/>
                  <a:gd name="T3" fmla="*/ 87 h 87"/>
                  <a:gd name="T4" fmla="*/ 72 w 72"/>
                  <a:gd name="T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72" h="87">
                    <a:moveTo>
                      <a:pt x="0" y="0"/>
                    </a:moveTo>
                    <a:lnTo>
                      <a:pt x="71" y="87"/>
                    </a:lnTo>
                    <a:lnTo>
                      <a:pt x="72" y="87"/>
                    </a:lnTo>
                  </a:path>
                </a:pathLst>
              </a:custGeom>
              <a:noFill/>
              <a:ln w="127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9441" name="Freeform 897">
                <a:extLst>
                  <a:ext uri="{FF2B5EF4-FFF2-40B4-BE49-F238E27FC236}">
                    <a16:creationId xmlns:a16="http://schemas.microsoft.com/office/drawing/2014/main" id="{7FD67AB1-11BC-4148-B70D-69EEC305592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89" y="2910"/>
                <a:ext cx="523" cy="110"/>
              </a:xfrm>
              <a:custGeom>
                <a:avLst/>
                <a:gdLst>
                  <a:gd name="T0" fmla="*/ 0 w 2616"/>
                  <a:gd name="T1" fmla="*/ 0 h 551"/>
                  <a:gd name="T2" fmla="*/ 462 w 2616"/>
                  <a:gd name="T3" fmla="*/ 341 h 551"/>
                  <a:gd name="T4" fmla="*/ 1003 w 2616"/>
                  <a:gd name="T5" fmla="*/ 530 h 551"/>
                  <a:gd name="T6" fmla="*/ 1576 w 2616"/>
                  <a:gd name="T7" fmla="*/ 551 h 551"/>
                  <a:gd name="T8" fmla="*/ 2130 w 2616"/>
                  <a:gd name="T9" fmla="*/ 401 h 551"/>
                  <a:gd name="T10" fmla="*/ 2615 w 2616"/>
                  <a:gd name="T11" fmla="*/ 95 h 551"/>
                  <a:gd name="T12" fmla="*/ 2616 w 2616"/>
                  <a:gd name="T13" fmla="*/ 95 h 5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616" h="551">
                    <a:moveTo>
                      <a:pt x="0" y="0"/>
                    </a:moveTo>
                    <a:lnTo>
                      <a:pt x="462" y="341"/>
                    </a:lnTo>
                    <a:lnTo>
                      <a:pt x="1003" y="530"/>
                    </a:lnTo>
                    <a:lnTo>
                      <a:pt x="1576" y="551"/>
                    </a:lnTo>
                    <a:lnTo>
                      <a:pt x="2130" y="401"/>
                    </a:lnTo>
                    <a:lnTo>
                      <a:pt x="2615" y="95"/>
                    </a:lnTo>
                    <a:lnTo>
                      <a:pt x="2616" y="95"/>
                    </a:lnTo>
                  </a:path>
                </a:pathLst>
              </a:custGeom>
              <a:noFill/>
              <a:ln w="127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9442" name="Freeform 898">
                <a:extLst>
                  <a:ext uri="{FF2B5EF4-FFF2-40B4-BE49-F238E27FC236}">
                    <a16:creationId xmlns:a16="http://schemas.microsoft.com/office/drawing/2014/main" id="{3942BBBF-E522-4A28-9D4B-85D8A497DFD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40" y="2889"/>
                <a:ext cx="13" cy="14"/>
              </a:xfrm>
              <a:custGeom>
                <a:avLst/>
                <a:gdLst>
                  <a:gd name="T0" fmla="*/ 0 w 66"/>
                  <a:gd name="T1" fmla="*/ 71 h 71"/>
                  <a:gd name="T2" fmla="*/ 65 w 66"/>
                  <a:gd name="T3" fmla="*/ 0 h 71"/>
                  <a:gd name="T4" fmla="*/ 66 w 66"/>
                  <a:gd name="T5" fmla="*/ 0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66" h="71">
                    <a:moveTo>
                      <a:pt x="0" y="71"/>
                    </a:moveTo>
                    <a:lnTo>
                      <a:pt x="65" y="0"/>
                    </a:lnTo>
                    <a:lnTo>
                      <a:pt x="66" y="0"/>
                    </a:lnTo>
                  </a:path>
                </a:pathLst>
              </a:custGeom>
              <a:noFill/>
              <a:ln w="127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9443" name="Freeform 899">
                <a:extLst>
                  <a:ext uri="{FF2B5EF4-FFF2-40B4-BE49-F238E27FC236}">
                    <a16:creationId xmlns:a16="http://schemas.microsoft.com/office/drawing/2014/main" id="{78A446D5-BBD7-43D6-92D5-56E767E74C3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70" y="2410"/>
                <a:ext cx="75" cy="454"/>
              </a:xfrm>
              <a:custGeom>
                <a:avLst/>
                <a:gdLst>
                  <a:gd name="T0" fmla="*/ 11 w 376"/>
                  <a:gd name="T1" fmla="*/ 2270 h 2270"/>
                  <a:gd name="T2" fmla="*/ 284 w 376"/>
                  <a:gd name="T3" fmla="*/ 1731 h 2270"/>
                  <a:gd name="T4" fmla="*/ 376 w 376"/>
                  <a:gd name="T5" fmla="*/ 1133 h 2270"/>
                  <a:gd name="T6" fmla="*/ 279 w 376"/>
                  <a:gd name="T7" fmla="*/ 537 h 2270"/>
                  <a:gd name="T8" fmla="*/ 0 w 376"/>
                  <a:gd name="T9" fmla="*/ 0 h 2270"/>
                  <a:gd name="T10" fmla="*/ 2 w 376"/>
                  <a:gd name="T11" fmla="*/ 0 h 22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76" h="2270">
                    <a:moveTo>
                      <a:pt x="11" y="2270"/>
                    </a:moveTo>
                    <a:lnTo>
                      <a:pt x="284" y="1731"/>
                    </a:lnTo>
                    <a:lnTo>
                      <a:pt x="376" y="1133"/>
                    </a:lnTo>
                    <a:lnTo>
                      <a:pt x="279" y="537"/>
                    </a:lnTo>
                    <a:lnTo>
                      <a:pt x="0" y="0"/>
                    </a:lnTo>
                    <a:lnTo>
                      <a:pt x="2" y="0"/>
                    </a:lnTo>
                  </a:path>
                </a:pathLst>
              </a:custGeom>
              <a:noFill/>
              <a:ln w="127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09444" name="Group 900">
              <a:extLst>
                <a:ext uri="{FF2B5EF4-FFF2-40B4-BE49-F238E27FC236}">
                  <a16:creationId xmlns:a16="http://schemas.microsoft.com/office/drawing/2014/main" id="{91DA6F80-B7F3-4CFF-BCAB-F72D3E41F82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030" y="3094"/>
              <a:ext cx="1" cy="1069"/>
              <a:chOff x="2061" y="2108"/>
              <a:chExt cx="1" cy="1069"/>
            </a:xfrm>
          </p:grpSpPr>
          <p:sp>
            <p:nvSpPr>
              <p:cNvPr id="109445" name="Freeform 901">
                <a:extLst>
                  <a:ext uri="{FF2B5EF4-FFF2-40B4-BE49-F238E27FC236}">
                    <a16:creationId xmlns:a16="http://schemas.microsoft.com/office/drawing/2014/main" id="{AD11F930-D922-4490-8150-38E317F8086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61" y="2672"/>
                <a:ext cx="1" cy="228"/>
              </a:xfrm>
              <a:custGeom>
                <a:avLst/>
                <a:gdLst>
                  <a:gd name="T0" fmla="*/ 0 w 1"/>
                  <a:gd name="T1" fmla="*/ 0 h 1139"/>
                  <a:gd name="T2" fmla="*/ 0 w 1"/>
                  <a:gd name="T3" fmla="*/ 1139 h 1139"/>
                  <a:gd name="T4" fmla="*/ 1 w 1"/>
                  <a:gd name="T5" fmla="*/ 1139 h 11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139">
                    <a:moveTo>
                      <a:pt x="0" y="0"/>
                    </a:moveTo>
                    <a:lnTo>
                      <a:pt x="0" y="1139"/>
                    </a:lnTo>
                    <a:lnTo>
                      <a:pt x="1" y="1139"/>
                    </a:lnTo>
                  </a:path>
                </a:pathLst>
              </a:custGeom>
              <a:noFill/>
              <a:ln w="127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9446" name="Freeform 902">
                <a:extLst>
                  <a:ext uri="{FF2B5EF4-FFF2-40B4-BE49-F238E27FC236}">
                    <a16:creationId xmlns:a16="http://schemas.microsoft.com/office/drawing/2014/main" id="{3CE1373A-AE5D-42FC-9E52-68A4FA31336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61" y="2471"/>
                <a:ext cx="1" cy="201"/>
              </a:xfrm>
              <a:custGeom>
                <a:avLst/>
                <a:gdLst>
                  <a:gd name="T0" fmla="*/ 0 w 1"/>
                  <a:gd name="T1" fmla="*/ 0 h 1006"/>
                  <a:gd name="T2" fmla="*/ 0 w 1"/>
                  <a:gd name="T3" fmla="*/ 1006 h 1006"/>
                  <a:gd name="T4" fmla="*/ 1 w 1"/>
                  <a:gd name="T5" fmla="*/ 1006 h 10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006">
                    <a:moveTo>
                      <a:pt x="0" y="0"/>
                    </a:moveTo>
                    <a:lnTo>
                      <a:pt x="0" y="1006"/>
                    </a:lnTo>
                    <a:lnTo>
                      <a:pt x="1" y="1006"/>
                    </a:lnTo>
                  </a:path>
                </a:pathLst>
              </a:custGeom>
              <a:noFill/>
              <a:ln w="127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9447" name="Freeform 903">
                <a:extLst>
                  <a:ext uri="{FF2B5EF4-FFF2-40B4-BE49-F238E27FC236}">
                    <a16:creationId xmlns:a16="http://schemas.microsoft.com/office/drawing/2014/main" id="{F46EFDD8-4BF6-4F6A-8025-6974A60B2CC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61" y="2436"/>
                <a:ext cx="1" cy="4"/>
              </a:xfrm>
              <a:custGeom>
                <a:avLst/>
                <a:gdLst>
                  <a:gd name="T0" fmla="*/ 0 w 1"/>
                  <a:gd name="T1" fmla="*/ 0 h 19"/>
                  <a:gd name="T2" fmla="*/ 0 w 1"/>
                  <a:gd name="T3" fmla="*/ 19 h 19"/>
                  <a:gd name="T4" fmla="*/ 1 w 1"/>
                  <a:gd name="T5" fmla="*/ 19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9">
                    <a:moveTo>
                      <a:pt x="0" y="0"/>
                    </a:moveTo>
                    <a:lnTo>
                      <a:pt x="0" y="19"/>
                    </a:lnTo>
                    <a:lnTo>
                      <a:pt x="1" y="19"/>
                    </a:lnTo>
                  </a:path>
                </a:pathLst>
              </a:custGeom>
              <a:noFill/>
              <a:ln w="127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9448" name="Freeform 904">
                <a:extLst>
                  <a:ext uri="{FF2B5EF4-FFF2-40B4-BE49-F238E27FC236}">
                    <a16:creationId xmlns:a16="http://schemas.microsoft.com/office/drawing/2014/main" id="{86431CEC-0A04-44C5-B501-992178B0DF5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61" y="2973"/>
                <a:ext cx="1" cy="204"/>
              </a:xfrm>
              <a:custGeom>
                <a:avLst/>
                <a:gdLst>
                  <a:gd name="T0" fmla="*/ 0 w 1"/>
                  <a:gd name="T1" fmla="*/ 0 h 1018"/>
                  <a:gd name="T2" fmla="*/ 0 w 1"/>
                  <a:gd name="T3" fmla="*/ 1018 h 1018"/>
                  <a:gd name="T4" fmla="*/ 1 w 1"/>
                  <a:gd name="T5" fmla="*/ 1018 h 10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018">
                    <a:moveTo>
                      <a:pt x="0" y="0"/>
                    </a:moveTo>
                    <a:lnTo>
                      <a:pt x="0" y="1018"/>
                    </a:lnTo>
                    <a:lnTo>
                      <a:pt x="1" y="1018"/>
                    </a:lnTo>
                  </a:path>
                </a:pathLst>
              </a:custGeom>
              <a:noFill/>
              <a:ln w="127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9449" name="Freeform 905">
                <a:extLst>
                  <a:ext uri="{FF2B5EF4-FFF2-40B4-BE49-F238E27FC236}">
                    <a16:creationId xmlns:a16="http://schemas.microsoft.com/office/drawing/2014/main" id="{30D538E6-445A-4346-AAE4-7D67B88ACC6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61" y="2927"/>
                <a:ext cx="1" cy="15"/>
              </a:xfrm>
              <a:custGeom>
                <a:avLst/>
                <a:gdLst>
                  <a:gd name="T0" fmla="*/ 0 w 1"/>
                  <a:gd name="T1" fmla="*/ 0 h 78"/>
                  <a:gd name="T2" fmla="*/ 0 w 1"/>
                  <a:gd name="T3" fmla="*/ 78 h 78"/>
                  <a:gd name="T4" fmla="*/ 1 w 1"/>
                  <a:gd name="T5" fmla="*/ 78 h 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78">
                    <a:moveTo>
                      <a:pt x="0" y="0"/>
                    </a:moveTo>
                    <a:lnTo>
                      <a:pt x="0" y="78"/>
                    </a:lnTo>
                    <a:lnTo>
                      <a:pt x="1" y="78"/>
                    </a:lnTo>
                  </a:path>
                </a:pathLst>
              </a:custGeom>
              <a:noFill/>
              <a:ln w="127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9450" name="Freeform 906">
                <a:extLst>
                  <a:ext uri="{FF2B5EF4-FFF2-40B4-BE49-F238E27FC236}">
                    <a16:creationId xmlns:a16="http://schemas.microsoft.com/office/drawing/2014/main" id="{3F5F6ABE-AF62-4244-830E-85E28D67878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61" y="2108"/>
                <a:ext cx="1" cy="305"/>
              </a:xfrm>
              <a:custGeom>
                <a:avLst/>
                <a:gdLst>
                  <a:gd name="T0" fmla="*/ 0 w 1"/>
                  <a:gd name="T1" fmla="*/ 0 h 1523"/>
                  <a:gd name="T2" fmla="*/ 0 w 1"/>
                  <a:gd name="T3" fmla="*/ 1523 h 1523"/>
                  <a:gd name="T4" fmla="*/ 1 w 1"/>
                  <a:gd name="T5" fmla="*/ 1523 h 15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523">
                    <a:moveTo>
                      <a:pt x="0" y="0"/>
                    </a:moveTo>
                    <a:lnTo>
                      <a:pt x="0" y="1523"/>
                    </a:lnTo>
                    <a:lnTo>
                      <a:pt x="1" y="1523"/>
                    </a:lnTo>
                  </a:path>
                </a:pathLst>
              </a:custGeom>
              <a:noFill/>
              <a:ln w="127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sp>
        <p:nvSpPr>
          <p:cNvPr id="109309" name="Line 765">
            <a:extLst>
              <a:ext uri="{FF2B5EF4-FFF2-40B4-BE49-F238E27FC236}">
                <a16:creationId xmlns:a16="http://schemas.microsoft.com/office/drawing/2014/main" id="{86BFDD05-DE4A-4254-AFBA-A668909316C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543300" y="3784600"/>
            <a:ext cx="393700" cy="165100"/>
          </a:xfrm>
          <a:prstGeom prst="line">
            <a:avLst/>
          </a:prstGeom>
          <a:noFill/>
          <a:ln w="19050">
            <a:solidFill>
              <a:srgbClr val="6600FF"/>
            </a:solidFill>
            <a:round/>
            <a:headEnd type="triangle" w="sm" len="lg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109451" name="Picture 907">
            <a:extLst>
              <a:ext uri="{FF2B5EF4-FFF2-40B4-BE49-F238E27FC236}">
                <a16:creationId xmlns:a16="http://schemas.microsoft.com/office/drawing/2014/main" id="{122593BE-0DC4-4A41-9502-98C35AFC91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35777" y="3915303"/>
            <a:ext cx="3808412" cy="287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9452" name="Line 908">
            <a:extLst>
              <a:ext uri="{FF2B5EF4-FFF2-40B4-BE49-F238E27FC236}">
                <a16:creationId xmlns:a16="http://schemas.microsoft.com/office/drawing/2014/main" id="{9BDFE8DF-0F35-4E26-A520-E0C5ED61399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951788" y="4679950"/>
            <a:ext cx="271462" cy="300038"/>
          </a:xfrm>
          <a:prstGeom prst="line">
            <a:avLst/>
          </a:prstGeom>
          <a:noFill/>
          <a:ln w="19050">
            <a:solidFill>
              <a:srgbClr val="6600FF"/>
            </a:solidFill>
            <a:round/>
            <a:headEnd type="triangle" w="sm" len="lg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 spd="slow">
    <p:cover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9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109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" dur="500"/>
                                        <p:tgtEl>
                                          <p:spTgt spid="109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7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75"/>
                                        <p:tgtEl>
                                          <p:spTgt spid="1087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7" dur="500"/>
                                        <p:tgtEl>
                                          <p:spTgt spid="109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2" dur="500"/>
                                        <p:tgtEl>
                                          <p:spTgt spid="1094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1094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109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8775" grpId="0" build="p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Text Box 2">
            <a:extLst>
              <a:ext uri="{FF2B5EF4-FFF2-40B4-BE49-F238E27FC236}">
                <a16:creationId xmlns:a16="http://schemas.microsoft.com/office/drawing/2014/main" id="{09105A4B-164E-4CCE-8396-57DC3E4813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7175" y="507641"/>
            <a:ext cx="8816975" cy="13731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l" eaLnBrk="1" hangingPunct="1"/>
            <a:r>
              <a:rPr lang="en-US" altLang="zh-CN" sz="2800" dirty="0">
                <a:latin typeface="宋体" panose="02010600030101010101" pitchFamily="2" charset="-122"/>
              </a:rPr>
              <a:t>(5) </a:t>
            </a:r>
            <a:r>
              <a:rPr lang="zh-CN" altLang="en-US" sz="2800" dirty="0">
                <a:latin typeface="宋体" panose="02010600030101010101" pitchFamily="2" charset="-122"/>
              </a:rPr>
              <a:t>不需在剖面区域中表示材料的类别时，剖面符号可</a:t>
            </a:r>
          </a:p>
          <a:p>
            <a:pPr algn="l" eaLnBrk="1" hangingPunct="1"/>
            <a:r>
              <a:rPr lang="zh-CN" altLang="en-US" sz="2800" dirty="0">
                <a:latin typeface="宋体" panose="02010600030101010101" pitchFamily="2" charset="-122"/>
              </a:rPr>
              <a:t>   采用通用剖面符号表示。</a:t>
            </a:r>
            <a:r>
              <a:rPr lang="zh-CN" altLang="en-US" sz="2800" dirty="0">
                <a:solidFill>
                  <a:srgbClr val="FF0000"/>
                </a:solidFill>
                <a:latin typeface="宋体" panose="02010600030101010101" pitchFamily="2" charset="-122"/>
              </a:rPr>
              <a:t>通用剖面符号为细实线，</a:t>
            </a:r>
          </a:p>
          <a:p>
            <a:pPr algn="l" eaLnBrk="1" hangingPunct="1"/>
            <a:r>
              <a:rPr lang="zh-CN" altLang="en-US" sz="2800" dirty="0">
                <a:solidFill>
                  <a:srgbClr val="FF0000"/>
                </a:solidFill>
                <a:latin typeface="宋体" panose="02010600030101010101" pitchFamily="2" charset="-122"/>
              </a:rPr>
              <a:t>   间距相等、互相平行且与水平成</a:t>
            </a:r>
            <a:r>
              <a:rPr lang="en-US" altLang="zh-CN" sz="2800" dirty="0">
                <a:solidFill>
                  <a:srgbClr val="FF0000"/>
                </a:solidFill>
                <a:latin typeface="宋体" panose="02010600030101010101" pitchFamily="2" charset="-122"/>
              </a:rPr>
              <a:t>45°</a:t>
            </a:r>
            <a:r>
              <a:rPr lang="zh-CN" altLang="en-US" sz="2800" dirty="0">
                <a:solidFill>
                  <a:srgbClr val="FF0000"/>
                </a:solidFill>
                <a:latin typeface="宋体" panose="02010600030101010101" pitchFamily="2" charset="-122"/>
              </a:rPr>
              <a:t>角。</a:t>
            </a:r>
          </a:p>
        </p:txBody>
      </p:sp>
      <p:sp>
        <p:nvSpPr>
          <p:cNvPr id="109765" name="Text Box 197">
            <a:extLst>
              <a:ext uri="{FF2B5EF4-FFF2-40B4-BE49-F238E27FC236}">
                <a16:creationId xmlns:a16="http://schemas.microsoft.com/office/drawing/2014/main" id="{CB24CE82-8985-421F-B69A-4C5D53E6C0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5813" y="2625725"/>
            <a:ext cx="4872037" cy="2654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 eaLnBrk="1" hangingPunct="1"/>
            <a:r>
              <a:rPr lang="en-US" altLang="zh-CN" sz="2800">
                <a:latin typeface="宋体" panose="02010600030101010101" pitchFamily="2" charset="-122"/>
              </a:rPr>
              <a:t>    </a:t>
            </a:r>
            <a:r>
              <a:rPr lang="zh-CN" altLang="en-US" sz="2800">
                <a:latin typeface="宋体" panose="02010600030101010101" pitchFamily="2" charset="-122"/>
              </a:rPr>
              <a:t>当画出的剖面线与图形的主要轮廓线或剖面区域的轴线平行时，该图形的剖面线应画成与水平成</a:t>
            </a:r>
            <a:r>
              <a:rPr lang="en-US" altLang="zh-CN" sz="2800">
                <a:latin typeface="宋体" panose="02010600030101010101" pitchFamily="2" charset="-122"/>
              </a:rPr>
              <a:t>30°</a:t>
            </a:r>
            <a:r>
              <a:rPr lang="zh-CN" altLang="en-US" sz="2800">
                <a:latin typeface="宋体" panose="02010600030101010101" pitchFamily="2" charset="-122"/>
              </a:rPr>
              <a:t>或</a:t>
            </a:r>
            <a:r>
              <a:rPr lang="en-US" altLang="zh-CN" sz="2800">
                <a:latin typeface="宋体" panose="02010600030101010101" pitchFamily="2" charset="-122"/>
              </a:rPr>
              <a:t>60°</a:t>
            </a:r>
            <a:r>
              <a:rPr lang="zh-CN" altLang="en-US" sz="2800">
                <a:latin typeface="宋体" panose="02010600030101010101" pitchFamily="2" charset="-122"/>
              </a:rPr>
              <a:t>角，</a:t>
            </a:r>
            <a:r>
              <a:rPr lang="zh-CN" altLang="en-US" sz="2800">
                <a:solidFill>
                  <a:srgbClr val="FF0000"/>
                </a:solidFill>
                <a:latin typeface="宋体" panose="02010600030101010101" pitchFamily="2" charset="-122"/>
              </a:rPr>
              <a:t>但其倾斜方向与其他图形的剖面线一致。</a:t>
            </a:r>
          </a:p>
        </p:txBody>
      </p:sp>
      <p:sp>
        <p:nvSpPr>
          <p:cNvPr id="109767" name="Text Box 199">
            <a:extLst>
              <a:ext uri="{FF2B5EF4-FFF2-40B4-BE49-F238E27FC236}">
                <a16:creationId xmlns:a16="http://schemas.microsoft.com/office/drawing/2014/main" id="{4D2F3628-E1A6-4493-B1C5-DD4237A584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3213" y="1878013"/>
            <a:ext cx="849947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 eaLnBrk="1" hangingPunct="1"/>
            <a:r>
              <a:rPr lang="en-US" altLang="zh-CN" sz="2800">
                <a:latin typeface="宋体" panose="02010600030101010101" pitchFamily="2" charset="-122"/>
              </a:rPr>
              <a:t>(6) </a:t>
            </a:r>
            <a:r>
              <a:rPr lang="zh-CN" altLang="en-US" sz="2800">
                <a:latin typeface="宋体" panose="02010600030101010101" pitchFamily="2" charset="-122"/>
              </a:rPr>
              <a:t>同一物体的各个剖面区域，其剖面线画法应一致。</a:t>
            </a:r>
            <a:endParaRPr lang="zh-CN" altLang="en-US"/>
          </a:p>
        </p:txBody>
      </p:sp>
      <p:grpSp>
        <p:nvGrpSpPr>
          <p:cNvPr id="109774" name="Group 206">
            <a:extLst>
              <a:ext uri="{FF2B5EF4-FFF2-40B4-BE49-F238E27FC236}">
                <a16:creationId xmlns:a16="http://schemas.microsoft.com/office/drawing/2014/main" id="{EC961AE3-8907-47AE-830E-0FFE387BE702}"/>
              </a:ext>
            </a:extLst>
          </p:cNvPr>
          <p:cNvGrpSpPr>
            <a:grpSpLocks/>
          </p:cNvGrpSpPr>
          <p:nvPr/>
        </p:nvGrpSpPr>
        <p:grpSpPr bwMode="auto">
          <a:xfrm>
            <a:off x="6016625" y="2679700"/>
            <a:ext cx="2460625" cy="3633788"/>
            <a:chOff x="3790" y="1688"/>
            <a:chExt cx="1550" cy="2289"/>
          </a:xfrm>
        </p:grpSpPr>
        <p:grpSp>
          <p:nvGrpSpPr>
            <p:cNvPr id="109771" name="Group 203">
              <a:extLst>
                <a:ext uri="{FF2B5EF4-FFF2-40B4-BE49-F238E27FC236}">
                  <a16:creationId xmlns:a16="http://schemas.microsoft.com/office/drawing/2014/main" id="{8B377738-5783-4350-9A45-AE6A79AB283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90" y="1688"/>
              <a:ext cx="1550" cy="2289"/>
              <a:chOff x="3790" y="1688"/>
              <a:chExt cx="1550" cy="2289"/>
            </a:xfrm>
          </p:grpSpPr>
          <p:sp>
            <p:nvSpPr>
              <p:cNvPr id="109654" name="Text Box 86">
                <a:extLst>
                  <a:ext uri="{FF2B5EF4-FFF2-40B4-BE49-F238E27FC236}">
                    <a16:creationId xmlns:a16="http://schemas.microsoft.com/office/drawing/2014/main" id="{38E8632F-7909-48A7-8C61-9945A1A9828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529" y="2367"/>
                <a:ext cx="197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0">
                    <a:solidFill>
                      <a:srgbClr val="0000FF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lang="en-US" altLang="zh-CN" sz="2000" i="1">
                    <a:latin typeface="宋体" panose="02010600030101010101" pitchFamily="2" charset="-122"/>
                  </a:rPr>
                  <a:t>A</a:t>
                </a:r>
                <a:endParaRPr lang="en-US" altLang="zh-CN" sz="2000"/>
              </a:p>
            </p:txBody>
          </p:sp>
          <p:sp>
            <p:nvSpPr>
              <p:cNvPr id="109655" name="Text Box 87">
                <a:extLst>
                  <a:ext uri="{FF2B5EF4-FFF2-40B4-BE49-F238E27FC236}">
                    <a16:creationId xmlns:a16="http://schemas.microsoft.com/office/drawing/2014/main" id="{490F4A97-DEEB-4B17-ABB2-ED56FA70C17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807" y="2369"/>
                <a:ext cx="197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0">
                    <a:solidFill>
                      <a:srgbClr val="0000FF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lang="en-US" altLang="zh-CN" sz="2000" i="1">
                    <a:latin typeface="宋体" panose="02010600030101010101" pitchFamily="2" charset="-122"/>
                  </a:rPr>
                  <a:t>A</a:t>
                </a:r>
                <a:endParaRPr lang="en-US" altLang="zh-CN" sz="2000"/>
              </a:p>
            </p:txBody>
          </p:sp>
          <p:sp>
            <p:nvSpPr>
              <p:cNvPr id="109656" name="Freeform 88">
                <a:extLst>
                  <a:ext uri="{FF2B5EF4-FFF2-40B4-BE49-F238E27FC236}">
                    <a16:creationId xmlns:a16="http://schemas.microsoft.com/office/drawing/2014/main" id="{8D6B16B1-DA68-41C2-BA4C-C369ADA5763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43" y="2817"/>
                <a:ext cx="859" cy="1"/>
              </a:xfrm>
              <a:custGeom>
                <a:avLst/>
                <a:gdLst>
                  <a:gd name="T0" fmla="*/ 0 w 8116"/>
                  <a:gd name="T1" fmla="*/ 8115 w 8116"/>
                  <a:gd name="T2" fmla="*/ 8116 w 8116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8116">
                    <a:moveTo>
                      <a:pt x="0" y="0"/>
                    </a:moveTo>
                    <a:lnTo>
                      <a:pt x="8115" y="0"/>
                    </a:lnTo>
                    <a:lnTo>
                      <a:pt x="8116" y="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9657" name="Freeform 89">
                <a:extLst>
                  <a:ext uri="{FF2B5EF4-FFF2-40B4-BE49-F238E27FC236}">
                    <a16:creationId xmlns:a16="http://schemas.microsoft.com/office/drawing/2014/main" id="{C33958B3-F2F0-4FA1-A5F3-4CD09ECD208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43" y="2718"/>
                <a:ext cx="188" cy="0"/>
              </a:xfrm>
              <a:custGeom>
                <a:avLst/>
                <a:gdLst>
                  <a:gd name="T0" fmla="*/ 0 w 1776"/>
                  <a:gd name="T1" fmla="*/ 1775 w 1776"/>
                  <a:gd name="T2" fmla="*/ 1776 w 1776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776">
                    <a:moveTo>
                      <a:pt x="0" y="0"/>
                    </a:moveTo>
                    <a:lnTo>
                      <a:pt x="1775" y="0"/>
                    </a:lnTo>
                    <a:lnTo>
                      <a:pt x="1776" y="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9658" name="Freeform 90">
                <a:extLst>
                  <a:ext uri="{FF2B5EF4-FFF2-40B4-BE49-F238E27FC236}">
                    <a16:creationId xmlns:a16="http://schemas.microsoft.com/office/drawing/2014/main" id="{96BA49A0-8C11-4FF6-9AC9-83833B740CF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43" y="2718"/>
                <a:ext cx="1" cy="99"/>
              </a:xfrm>
              <a:custGeom>
                <a:avLst/>
                <a:gdLst>
                  <a:gd name="T0" fmla="*/ 0 w 1"/>
                  <a:gd name="T1" fmla="*/ 937 h 937"/>
                  <a:gd name="T2" fmla="*/ 0 w 1"/>
                  <a:gd name="T3" fmla="*/ 0 h 937"/>
                  <a:gd name="T4" fmla="*/ 1 w 1"/>
                  <a:gd name="T5" fmla="*/ 0 h 9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937">
                    <a:moveTo>
                      <a:pt x="0" y="937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9659" name="Freeform 91">
                <a:extLst>
                  <a:ext uri="{FF2B5EF4-FFF2-40B4-BE49-F238E27FC236}">
                    <a16:creationId xmlns:a16="http://schemas.microsoft.com/office/drawing/2014/main" id="{F2589EE0-BF10-4618-B3C2-90B0509C4BA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02" y="2718"/>
                <a:ext cx="1" cy="99"/>
              </a:xfrm>
              <a:custGeom>
                <a:avLst/>
                <a:gdLst>
                  <a:gd name="T0" fmla="*/ 0 w 1"/>
                  <a:gd name="T1" fmla="*/ 937 h 937"/>
                  <a:gd name="T2" fmla="*/ 0 w 1"/>
                  <a:gd name="T3" fmla="*/ 0 h 937"/>
                  <a:gd name="T4" fmla="*/ 1 w 1"/>
                  <a:gd name="T5" fmla="*/ 0 h 9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937">
                    <a:moveTo>
                      <a:pt x="0" y="937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9660" name="Freeform 92">
                <a:extLst>
                  <a:ext uri="{FF2B5EF4-FFF2-40B4-BE49-F238E27FC236}">
                    <a16:creationId xmlns:a16="http://schemas.microsoft.com/office/drawing/2014/main" id="{390C0E6E-50A9-4302-83C9-34A04B6BE2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31" y="2541"/>
                <a:ext cx="1" cy="177"/>
              </a:xfrm>
              <a:custGeom>
                <a:avLst/>
                <a:gdLst>
                  <a:gd name="T0" fmla="*/ 0 w 1"/>
                  <a:gd name="T1" fmla="*/ 1670 h 1670"/>
                  <a:gd name="T2" fmla="*/ 0 w 1"/>
                  <a:gd name="T3" fmla="*/ 0 h 1670"/>
                  <a:gd name="T4" fmla="*/ 1 w 1"/>
                  <a:gd name="T5" fmla="*/ 0 h 16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670">
                    <a:moveTo>
                      <a:pt x="0" y="1670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9661" name="Freeform 93">
                <a:extLst>
                  <a:ext uri="{FF2B5EF4-FFF2-40B4-BE49-F238E27FC236}">
                    <a16:creationId xmlns:a16="http://schemas.microsoft.com/office/drawing/2014/main" id="{CF1BC511-8D03-4916-A57E-8762A0A123C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14" y="2544"/>
                <a:ext cx="1" cy="174"/>
              </a:xfrm>
              <a:custGeom>
                <a:avLst/>
                <a:gdLst>
                  <a:gd name="T0" fmla="*/ 0 w 1"/>
                  <a:gd name="T1" fmla="*/ 1642 h 1642"/>
                  <a:gd name="T2" fmla="*/ 0 w 1"/>
                  <a:gd name="T3" fmla="*/ 0 h 1642"/>
                  <a:gd name="T4" fmla="*/ 1 w 1"/>
                  <a:gd name="T5" fmla="*/ 0 h 16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642">
                    <a:moveTo>
                      <a:pt x="0" y="1642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9662" name="Freeform 94">
                <a:extLst>
                  <a:ext uri="{FF2B5EF4-FFF2-40B4-BE49-F238E27FC236}">
                    <a16:creationId xmlns:a16="http://schemas.microsoft.com/office/drawing/2014/main" id="{664089B6-2243-4A6B-93FD-AC0E8FBBC82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10" y="2543"/>
                <a:ext cx="1" cy="274"/>
              </a:xfrm>
              <a:custGeom>
                <a:avLst/>
                <a:gdLst>
                  <a:gd name="T0" fmla="*/ 0 w 1"/>
                  <a:gd name="T1" fmla="*/ 2593 h 2593"/>
                  <a:gd name="T2" fmla="*/ 0 w 1"/>
                  <a:gd name="T3" fmla="*/ 0 h 2593"/>
                  <a:gd name="T4" fmla="*/ 1 w 1"/>
                  <a:gd name="T5" fmla="*/ 0 h 25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593">
                    <a:moveTo>
                      <a:pt x="0" y="2593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9663" name="Freeform 95">
                <a:extLst>
                  <a:ext uri="{FF2B5EF4-FFF2-40B4-BE49-F238E27FC236}">
                    <a16:creationId xmlns:a16="http://schemas.microsoft.com/office/drawing/2014/main" id="{ECCDD0A5-68C5-4BB5-90E0-34B10FBEF59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35" y="2543"/>
                <a:ext cx="1" cy="274"/>
              </a:xfrm>
              <a:custGeom>
                <a:avLst/>
                <a:gdLst>
                  <a:gd name="T0" fmla="*/ 0 w 1"/>
                  <a:gd name="T1" fmla="*/ 2593 h 2593"/>
                  <a:gd name="T2" fmla="*/ 0 w 1"/>
                  <a:gd name="T3" fmla="*/ 0 h 2593"/>
                  <a:gd name="T4" fmla="*/ 1 w 1"/>
                  <a:gd name="T5" fmla="*/ 0 h 25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593">
                    <a:moveTo>
                      <a:pt x="0" y="2593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9664" name="Freeform 96">
                <a:extLst>
                  <a:ext uri="{FF2B5EF4-FFF2-40B4-BE49-F238E27FC236}">
                    <a16:creationId xmlns:a16="http://schemas.microsoft.com/office/drawing/2014/main" id="{627B1737-279F-4566-9DB8-542B3A67605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78" y="2111"/>
                <a:ext cx="327" cy="327"/>
              </a:xfrm>
              <a:custGeom>
                <a:avLst/>
                <a:gdLst>
                  <a:gd name="T0" fmla="*/ 0 w 3083"/>
                  <a:gd name="T1" fmla="*/ 3084 h 3084"/>
                  <a:gd name="T2" fmla="*/ 3082 w 3083"/>
                  <a:gd name="T3" fmla="*/ 0 h 3084"/>
                  <a:gd name="T4" fmla="*/ 3083 w 3083"/>
                  <a:gd name="T5" fmla="*/ 0 h 30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083" h="3084">
                    <a:moveTo>
                      <a:pt x="0" y="3084"/>
                    </a:moveTo>
                    <a:lnTo>
                      <a:pt x="3082" y="0"/>
                    </a:lnTo>
                    <a:lnTo>
                      <a:pt x="3083" y="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9665" name="Freeform 97">
                <a:extLst>
                  <a:ext uri="{FF2B5EF4-FFF2-40B4-BE49-F238E27FC236}">
                    <a16:creationId xmlns:a16="http://schemas.microsoft.com/office/drawing/2014/main" id="{50EB2701-C680-43C8-B444-8200E6E6E51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49" y="1882"/>
                <a:ext cx="326" cy="326"/>
              </a:xfrm>
              <a:custGeom>
                <a:avLst/>
                <a:gdLst>
                  <a:gd name="T0" fmla="*/ 0 w 3082"/>
                  <a:gd name="T1" fmla="*/ 3084 h 3084"/>
                  <a:gd name="T2" fmla="*/ 3081 w 3082"/>
                  <a:gd name="T3" fmla="*/ 0 h 3084"/>
                  <a:gd name="T4" fmla="*/ 3082 w 3082"/>
                  <a:gd name="T5" fmla="*/ 0 h 30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082" h="3084">
                    <a:moveTo>
                      <a:pt x="0" y="3084"/>
                    </a:moveTo>
                    <a:lnTo>
                      <a:pt x="3081" y="0"/>
                    </a:lnTo>
                    <a:lnTo>
                      <a:pt x="3082" y="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9666" name="Freeform 98">
                <a:extLst>
                  <a:ext uri="{FF2B5EF4-FFF2-40B4-BE49-F238E27FC236}">
                    <a16:creationId xmlns:a16="http://schemas.microsoft.com/office/drawing/2014/main" id="{4D42A8CA-2328-4E77-ABF6-8F92F75D102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34" y="2236"/>
                <a:ext cx="261" cy="260"/>
              </a:xfrm>
              <a:custGeom>
                <a:avLst/>
                <a:gdLst>
                  <a:gd name="T0" fmla="*/ 0 w 2464"/>
                  <a:gd name="T1" fmla="*/ 2465 h 2465"/>
                  <a:gd name="T2" fmla="*/ 2463 w 2464"/>
                  <a:gd name="T3" fmla="*/ 0 h 2465"/>
                  <a:gd name="T4" fmla="*/ 2464 w 2464"/>
                  <a:gd name="T5" fmla="*/ 0 h 24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464" h="2465">
                    <a:moveTo>
                      <a:pt x="0" y="2465"/>
                    </a:moveTo>
                    <a:lnTo>
                      <a:pt x="2463" y="0"/>
                    </a:lnTo>
                    <a:lnTo>
                      <a:pt x="2464" y="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9667" name="Freeform 99">
                <a:extLst>
                  <a:ext uri="{FF2B5EF4-FFF2-40B4-BE49-F238E27FC236}">
                    <a16:creationId xmlns:a16="http://schemas.microsoft.com/office/drawing/2014/main" id="{071B3F0E-A27A-44E0-B97F-07D5756B9DF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93" y="1891"/>
                <a:ext cx="259" cy="258"/>
              </a:xfrm>
              <a:custGeom>
                <a:avLst/>
                <a:gdLst>
                  <a:gd name="T0" fmla="*/ 0 w 2437"/>
                  <a:gd name="T1" fmla="*/ 2439 h 2439"/>
                  <a:gd name="T2" fmla="*/ 2436 w 2437"/>
                  <a:gd name="T3" fmla="*/ 0 h 2439"/>
                  <a:gd name="T4" fmla="*/ 2437 w 2437"/>
                  <a:gd name="T5" fmla="*/ 0 h 24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437" h="2439">
                    <a:moveTo>
                      <a:pt x="0" y="2439"/>
                    </a:moveTo>
                    <a:lnTo>
                      <a:pt x="2436" y="0"/>
                    </a:lnTo>
                    <a:lnTo>
                      <a:pt x="2437" y="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9668" name="Freeform 100">
                <a:extLst>
                  <a:ext uri="{FF2B5EF4-FFF2-40B4-BE49-F238E27FC236}">
                    <a16:creationId xmlns:a16="http://schemas.microsoft.com/office/drawing/2014/main" id="{EEF4911B-7B98-4F17-949C-AD9570650DB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14" y="2496"/>
                <a:ext cx="20" cy="48"/>
              </a:xfrm>
              <a:custGeom>
                <a:avLst/>
                <a:gdLst>
                  <a:gd name="T0" fmla="*/ 187 w 187"/>
                  <a:gd name="T1" fmla="*/ 0 h 452"/>
                  <a:gd name="T2" fmla="*/ 48 w 187"/>
                  <a:gd name="T3" fmla="*/ 207 h 452"/>
                  <a:gd name="T4" fmla="*/ 0 w 187"/>
                  <a:gd name="T5" fmla="*/ 452 h 452"/>
                  <a:gd name="T6" fmla="*/ 1 w 187"/>
                  <a:gd name="T7" fmla="*/ 452 h 4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87" h="452">
                    <a:moveTo>
                      <a:pt x="187" y="0"/>
                    </a:moveTo>
                    <a:lnTo>
                      <a:pt x="48" y="207"/>
                    </a:lnTo>
                    <a:lnTo>
                      <a:pt x="0" y="452"/>
                    </a:lnTo>
                    <a:lnTo>
                      <a:pt x="1" y="452"/>
                    </a:lnTo>
                  </a:path>
                </a:pathLst>
              </a:custGeom>
              <a:noFill/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9669" name="Freeform 101">
                <a:extLst>
                  <a:ext uri="{FF2B5EF4-FFF2-40B4-BE49-F238E27FC236}">
                    <a16:creationId xmlns:a16="http://schemas.microsoft.com/office/drawing/2014/main" id="{E6B7C461-3432-49A1-8266-3175CBF80DB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14" y="2496"/>
                <a:ext cx="20" cy="48"/>
              </a:xfrm>
              <a:custGeom>
                <a:avLst/>
                <a:gdLst>
                  <a:gd name="T0" fmla="*/ 187 w 187"/>
                  <a:gd name="T1" fmla="*/ 0 h 452"/>
                  <a:gd name="T2" fmla="*/ 48 w 187"/>
                  <a:gd name="T3" fmla="*/ 207 h 452"/>
                  <a:gd name="T4" fmla="*/ 0 w 187"/>
                  <a:gd name="T5" fmla="*/ 452 h 452"/>
                  <a:gd name="T6" fmla="*/ 1 w 187"/>
                  <a:gd name="T7" fmla="*/ 452 h 4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87" h="452">
                    <a:moveTo>
                      <a:pt x="187" y="0"/>
                    </a:moveTo>
                    <a:lnTo>
                      <a:pt x="48" y="207"/>
                    </a:lnTo>
                    <a:lnTo>
                      <a:pt x="0" y="452"/>
                    </a:lnTo>
                    <a:lnTo>
                      <a:pt x="1" y="452"/>
                    </a:lnTo>
                  </a:path>
                </a:pathLst>
              </a:custGeom>
              <a:noFill/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9670" name="Freeform 102">
                <a:extLst>
                  <a:ext uri="{FF2B5EF4-FFF2-40B4-BE49-F238E27FC236}">
                    <a16:creationId xmlns:a16="http://schemas.microsoft.com/office/drawing/2014/main" id="{26A64175-28B2-4FFF-85A3-BC29DB8BF92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14" y="2496"/>
                <a:ext cx="20" cy="48"/>
              </a:xfrm>
              <a:custGeom>
                <a:avLst/>
                <a:gdLst>
                  <a:gd name="T0" fmla="*/ 187 w 187"/>
                  <a:gd name="T1" fmla="*/ 0 h 452"/>
                  <a:gd name="T2" fmla="*/ 48 w 187"/>
                  <a:gd name="T3" fmla="*/ 207 h 452"/>
                  <a:gd name="T4" fmla="*/ 0 w 187"/>
                  <a:gd name="T5" fmla="*/ 452 h 452"/>
                  <a:gd name="T6" fmla="*/ 1 w 187"/>
                  <a:gd name="T7" fmla="*/ 452 h 4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87" h="452">
                    <a:moveTo>
                      <a:pt x="187" y="0"/>
                    </a:moveTo>
                    <a:lnTo>
                      <a:pt x="48" y="207"/>
                    </a:lnTo>
                    <a:lnTo>
                      <a:pt x="0" y="452"/>
                    </a:lnTo>
                    <a:lnTo>
                      <a:pt x="1" y="452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9671" name="Freeform 103">
                <a:extLst>
                  <a:ext uri="{FF2B5EF4-FFF2-40B4-BE49-F238E27FC236}">
                    <a16:creationId xmlns:a16="http://schemas.microsoft.com/office/drawing/2014/main" id="{BC691B9F-32CD-4098-9127-286F2DBBA14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35" y="2438"/>
                <a:ext cx="43" cy="105"/>
              </a:xfrm>
              <a:custGeom>
                <a:avLst/>
                <a:gdLst>
                  <a:gd name="T0" fmla="*/ 410 w 410"/>
                  <a:gd name="T1" fmla="*/ 0 h 992"/>
                  <a:gd name="T2" fmla="*/ 105 w 410"/>
                  <a:gd name="T3" fmla="*/ 455 h 992"/>
                  <a:gd name="T4" fmla="*/ 0 w 410"/>
                  <a:gd name="T5" fmla="*/ 992 h 992"/>
                  <a:gd name="T6" fmla="*/ 1 w 410"/>
                  <a:gd name="T7" fmla="*/ 992 h 9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10" h="992">
                    <a:moveTo>
                      <a:pt x="410" y="0"/>
                    </a:moveTo>
                    <a:lnTo>
                      <a:pt x="105" y="455"/>
                    </a:lnTo>
                    <a:lnTo>
                      <a:pt x="0" y="992"/>
                    </a:lnTo>
                    <a:lnTo>
                      <a:pt x="1" y="992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9672" name="Freeform 104">
                <a:extLst>
                  <a:ext uri="{FF2B5EF4-FFF2-40B4-BE49-F238E27FC236}">
                    <a16:creationId xmlns:a16="http://schemas.microsoft.com/office/drawing/2014/main" id="{28CFBCA2-45AC-4C4E-9229-037D7E9EEFC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10" y="2208"/>
                <a:ext cx="139" cy="335"/>
              </a:xfrm>
              <a:custGeom>
                <a:avLst/>
                <a:gdLst>
                  <a:gd name="T0" fmla="*/ 1307 w 1307"/>
                  <a:gd name="T1" fmla="*/ 0 h 3159"/>
                  <a:gd name="T2" fmla="*/ 752 w 1307"/>
                  <a:gd name="T3" fmla="*/ 676 h 3159"/>
                  <a:gd name="T4" fmla="*/ 339 w 1307"/>
                  <a:gd name="T5" fmla="*/ 1449 h 3159"/>
                  <a:gd name="T6" fmla="*/ 85 w 1307"/>
                  <a:gd name="T7" fmla="*/ 2287 h 3159"/>
                  <a:gd name="T8" fmla="*/ 0 w 1307"/>
                  <a:gd name="T9" fmla="*/ 3159 h 3159"/>
                  <a:gd name="T10" fmla="*/ 1 w 1307"/>
                  <a:gd name="T11" fmla="*/ 3159 h 31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307" h="3159">
                    <a:moveTo>
                      <a:pt x="1307" y="0"/>
                    </a:moveTo>
                    <a:lnTo>
                      <a:pt x="752" y="676"/>
                    </a:lnTo>
                    <a:lnTo>
                      <a:pt x="339" y="1449"/>
                    </a:lnTo>
                    <a:lnTo>
                      <a:pt x="85" y="2287"/>
                    </a:lnTo>
                    <a:lnTo>
                      <a:pt x="0" y="3159"/>
                    </a:lnTo>
                    <a:lnTo>
                      <a:pt x="1" y="3159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9673" name="Freeform 105">
                <a:extLst>
                  <a:ext uri="{FF2B5EF4-FFF2-40B4-BE49-F238E27FC236}">
                    <a16:creationId xmlns:a16="http://schemas.microsoft.com/office/drawing/2014/main" id="{51A04418-8BDD-4FBB-8699-7DA11460292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31" y="2149"/>
                <a:ext cx="162" cy="392"/>
              </a:xfrm>
              <a:custGeom>
                <a:avLst/>
                <a:gdLst>
                  <a:gd name="T0" fmla="*/ 1532 w 1532"/>
                  <a:gd name="T1" fmla="*/ 0 h 3700"/>
                  <a:gd name="T2" fmla="*/ 881 w 1532"/>
                  <a:gd name="T3" fmla="*/ 793 h 3700"/>
                  <a:gd name="T4" fmla="*/ 398 w 1532"/>
                  <a:gd name="T5" fmla="*/ 1697 h 3700"/>
                  <a:gd name="T6" fmla="*/ 101 w 1532"/>
                  <a:gd name="T7" fmla="*/ 2679 h 3700"/>
                  <a:gd name="T8" fmla="*/ 0 w 1532"/>
                  <a:gd name="T9" fmla="*/ 3700 h 3700"/>
                  <a:gd name="T10" fmla="*/ 1 w 1532"/>
                  <a:gd name="T11" fmla="*/ 3700 h 37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532" h="3700">
                    <a:moveTo>
                      <a:pt x="1532" y="0"/>
                    </a:moveTo>
                    <a:lnTo>
                      <a:pt x="881" y="793"/>
                    </a:lnTo>
                    <a:lnTo>
                      <a:pt x="398" y="1697"/>
                    </a:lnTo>
                    <a:lnTo>
                      <a:pt x="101" y="2679"/>
                    </a:lnTo>
                    <a:lnTo>
                      <a:pt x="0" y="3700"/>
                    </a:lnTo>
                    <a:lnTo>
                      <a:pt x="1" y="370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9674" name="Freeform 106">
                <a:extLst>
                  <a:ext uri="{FF2B5EF4-FFF2-40B4-BE49-F238E27FC236}">
                    <a16:creationId xmlns:a16="http://schemas.microsoft.com/office/drawing/2014/main" id="{7F085922-8537-4C54-A542-993C9189859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14" y="2718"/>
                <a:ext cx="188" cy="0"/>
              </a:xfrm>
              <a:custGeom>
                <a:avLst/>
                <a:gdLst>
                  <a:gd name="T0" fmla="*/ 0 w 1777"/>
                  <a:gd name="T1" fmla="*/ 1776 w 1777"/>
                  <a:gd name="T2" fmla="*/ 1777 w 1777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777">
                    <a:moveTo>
                      <a:pt x="0" y="0"/>
                    </a:moveTo>
                    <a:lnTo>
                      <a:pt x="1776" y="0"/>
                    </a:lnTo>
                    <a:lnTo>
                      <a:pt x="1777" y="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9675" name="Freeform 107">
                <a:extLst>
                  <a:ext uri="{FF2B5EF4-FFF2-40B4-BE49-F238E27FC236}">
                    <a16:creationId xmlns:a16="http://schemas.microsoft.com/office/drawing/2014/main" id="{BB65117F-2619-44C0-AFEE-15359D67315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29" y="2662"/>
                <a:ext cx="0" cy="219"/>
              </a:xfrm>
              <a:custGeom>
                <a:avLst/>
                <a:gdLst>
                  <a:gd name="T0" fmla="*/ 0 w 1"/>
                  <a:gd name="T1" fmla="*/ 2063 h 2063"/>
                  <a:gd name="T2" fmla="*/ 0 w 1"/>
                  <a:gd name="T3" fmla="*/ 0 h 2063"/>
                  <a:gd name="T4" fmla="*/ 1 w 1"/>
                  <a:gd name="T5" fmla="*/ 0 h 20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063">
                    <a:moveTo>
                      <a:pt x="0" y="2063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9676" name="Freeform 108">
                <a:extLst>
                  <a:ext uri="{FF2B5EF4-FFF2-40B4-BE49-F238E27FC236}">
                    <a16:creationId xmlns:a16="http://schemas.microsoft.com/office/drawing/2014/main" id="{EC457B67-418D-4C9B-8062-4EBDA187BDE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16" y="2655"/>
                <a:ext cx="1" cy="212"/>
              </a:xfrm>
              <a:custGeom>
                <a:avLst/>
                <a:gdLst>
                  <a:gd name="T0" fmla="*/ 0 w 1"/>
                  <a:gd name="T1" fmla="*/ 1996 h 1996"/>
                  <a:gd name="T2" fmla="*/ 0 w 1"/>
                  <a:gd name="T3" fmla="*/ 0 h 1996"/>
                  <a:gd name="T4" fmla="*/ 1 w 1"/>
                  <a:gd name="T5" fmla="*/ 0 h 19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996">
                    <a:moveTo>
                      <a:pt x="0" y="1996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9677" name="Freeform 109">
                <a:extLst>
                  <a:ext uri="{FF2B5EF4-FFF2-40B4-BE49-F238E27FC236}">
                    <a16:creationId xmlns:a16="http://schemas.microsoft.com/office/drawing/2014/main" id="{E0F844B6-A17B-4679-9F30-EA879B42389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18" y="1758"/>
                <a:ext cx="134" cy="133"/>
              </a:xfrm>
              <a:custGeom>
                <a:avLst/>
                <a:gdLst>
                  <a:gd name="T0" fmla="*/ 0 w 1264"/>
                  <a:gd name="T1" fmla="*/ 0 h 1263"/>
                  <a:gd name="T2" fmla="*/ 1263 w 1264"/>
                  <a:gd name="T3" fmla="*/ 1263 h 1263"/>
                  <a:gd name="T4" fmla="*/ 1264 w 1264"/>
                  <a:gd name="T5" fmla="*/ 1263 h 12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264" h="1263">
                    <a:moveTo>
                      <a:pt x="0" y="0"/>
                    </a:moveTo>
                    <a:lnTo>
                      <a:pt x="1263" y="1263"/>
                    </a:lnTo>
                    <a:lnTo>
                      <a:pt x="1264" y="1263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9678" name="Freeform 110">
                <a:extLst>
                  <a:ext uri="{FF2B5EF4-FFF2-40B4-BE49-F238E27FC236}">
                    <a16:creationId xmlns:a16="http://schemas.microsoft.com/office/drawing/2014/main" id="{99320DA9-9093-4713-8EFB-2FA190E4249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20" y="2193"/>
                <a:ext cx="151" cy="151"/>
              </a:xfrm>
              <a:custGeom>
                <a:avLst/>
                <a:gdLst>
                  <a:gd name="T0" fmla="*/ 0 w 1432"/>
                  <a:gd name="T1" fmla="*/ 1432 h 1432"/>
                  <a:gd name="T2" fmla="*/ 1431 w 1432"/>
                  <a:gd name="T3" fmla="*/ 0 h 1432"/>
                  <a:gd name="T4" fmla="*/ 1432 w 1432"/>
                  <a:gd name="T5" fmla="*/ 0 h 14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432" h="1432">
                    <a:moveTo>
                      <a:pt x="0" y="1432"/>
                    </a:moveTo>
                    <a:lnTo>
                      <a:pt x="1431" y="0"/>
                    </a:lnTo>
                    <a:lnTo>
                      <a:pt x="1432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9679" name="Freeform 111">
                <a:extLst>
                  <a:ext uri="{FF2B5EF4-FFF2-40B4-BE49-F238E27FC236}">
                    <a16:creationId xmlns:a16="http://schemas.microsoft.com/office/drawing/2014/main" id="{2C793AC6-6DE1-4B61-9363-8721D359C1C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38" y="1718"/>
                <a:ext cx="152" cy="152"/>
              </a:xfrm>
              <a:custGeom>
                <a:avLst/>
                <a:gdLst>
                  <a:gd name="T0" fmla="*/ 0 w 1432"/>
                  <a:gd name="T1" fmla="*/ 1432 h 1432"/>
                  <a:gd name="T2" fmla="*/ 1431 w 1432"/>
                  <a:gd name="T3" fmla="*/ 0 h 1432"/>
                  <a:gd name="T4" fmla="*/ 1432 w 1432"/>
                  <a:gd name="T5" fmla="*/ 0 h 14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432" h="1432">
                    <a:moveTo>
                      <a:pt x="0" y="1432"/>
                    </a:moveTo>
                    <a:lnTo>
                      <a:pt x="1431" y="0"/>
                    </a:lnTo>
                    <a:lnTo>
                      <a:pt x="1432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9680" name="Freeform 112">
                <a:extLst>
                  <a:ext uri="{FF2B5EF4-FFF2-40B4-BE49-F238E27FC236}">
                    <a16:creationId xmlns:a16="http://schemas.microsoft.com/office/drawing/2014/main" id="{1D85B114-5322-4B43-B9E8-9504417F1D3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25" y="2298"/>
                <a:ext cx="70" cy="67"/>
              </a:xfrm>
              <a:custGeom>
                <a:avLst/>
                <a:gdLst>
                  <a:gd name="T0" fmla="*/ 0 w 110"/>
                  <a:gd name="T1" fmla="*/ 106 h 106"/>
                  <a:gd name="T2" fmla="*/ 110 w 110"/>
                  <a:gd name="T3" fmla="*/ 0 h 1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10" h="106">
                    <a:moveTo>
                      <a:pt x="0" y="106"/>
                    </a:moveTo>
                    <a:lnTo>
                      <a:pt x="110" y="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9681" name="Freeform 113">
                <a:extLst>
                  <a:ext uri="{FF2B5EF4-FFF2-40B4-BE49-F238E27FC236}">
                    <a16:creationId xmlns:a16="http://schemas.microsoft.com/office/drawing/2014/main" id="{34482CF2-A729-40A8-AE64-0282D1E8A2D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95" y="2236"/>
                <a:ext cx="134" cy="133"/>
              </a:xfrm>
              <a:custGeom>
                <a:avLst/>
                <a:gdLst>
                  <a:gd name="T0" fmla="*/ 0 w 1264"/>
                  <a:gd name="T1" fmla="*/ 0 h 1263"/>
                  <a:gd name="T2" fmla="*/ 1263 w 1264"/>
                  <a:gd name="T3" fmla="*/ 1263 h 1263"/>
                  <a:gd name="T4" fmla="*/ 1264 w 1264"/>
                  <a:gd name="T5" fmla="*/ 1263 h 12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264" h="1263">
                    <a:moveTo>
                      <a:pt x="0" y="0"/>
                    </a:moveTo>
                    <a:lnTo>
                      <a:pt x="1263" y="1263"/>
                    </a:lnTo>
                    <a:lnTo>
                      <a:pt x="1264" y="1263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109682" name="Group 114">
                <a:extLst>
                  <a:ext uri="{FF2B5EF4-FFF2-40B4-BE49-F238E27FC236}">
                    <a16:creationId xmlns:a16="http://schemas.microsoft.com/office/drawing/2014/main" id="{4039BB9F-E087-48DE-A3AD-5881ED59BA9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272" y="1943"/>
                <a:ext cx="471" cy="921"/>
                <a:chOff x="2661" y="924"/>
                <a:chExt cx="741" cy="1449"/>
              </a:xfrm>
            </p:grpSpPr>
            <p:sp>
              <p:nvSpPr>
                <p:cNvPr id="109683" name="Freeform 115">
                  <a:extLst>
                    <a:ext uri="{FF2B5EF4-FFF2-40B4-BE49-F238E27FC236}">
                      <a16:creationId xmlns:a16="http://schemas.microsoft.com/office/drawing/2014/main" id="{087C9C75-160E-4D8D-A6B0-454D68580F0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661" y="2111"/>
                  <a:ext cx="1" cy="262"/>
                </a:xfrm>
                <a:custGeom>
                  <a:avLst/>
                  <a:gdLst>
                    <a:gd name="T0" fmla="*/ 0 w 1"/>
                    <a:gd name="T1" fmla="*/ 1566 h 1566"/>
                    <a:gd name="T2" fmla="*/ 0 w 1"/>
                    <a:gd name="T3" fmla="*/ 0 h 1566"/>
                    <a:gd name="T4" fmla="*/ 1 w 1"/>
                    <a:gd name="T5" fmla="*/ 0 h 15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" h="1566">
                      <a:moveTo>
                        <a:pt x="0" y="1566"/>
                      </a:moveTo>
                      <a:lnTo>
                        <a:pt x="0" y="0"/>
                      </a:lnTo>
                      <a:lnTo>
                        <a:pt x="1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9684" name="Freeform 116">
                  <a:extLst>
                    <a:ext uri="{FF2B5EF4-FFF2-40B4-BE49-F238E27FC236}">
                      <a16:creationId xmlns:a16="http://schemas.microsoft.com/office/drawing/2014/main" id="{783F452E-CCAC-4D27-A4D7-EC7B57B9C9F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805" y="1346"/>
                  <a:ext cx="176" cy="175"/>
                </a:xfrm>
                <a:custGeom>
                  <a:avLst/>
                  <a:gdLst>
                    <a:gd name="T0" fmla="*/ 0 w 1056"/>
                    <a:gd name="T1" fmla="*/ 1054 h 1054"/>
                    <a:gd name="T2" fmla="*/ 1055 w 1056"/>
                    <a:gd name="T3" fmla="*/ 0 h 1054"/>
                    <a:gd name="T4" fmla="*/ 1056 w 1056"/>
                    <a:gd name="T5" fmla="*/ 0 h 10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056" h="1054">
                      <a:moveTo>
                        <a:pt x="0" y="1054"/>
                      </a:moveTo>
                      <a:lnTo>
                        <a:pt x="1055" y="0"/>
                      </a:lnTo>
                      <a:lnTo>
                        <a:pt x="1056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9685" name="Freeform 117">
                  <a:extLst>
                    <a:ext uri="{FF2B5EF4-FFF2-40B4-BE49-F238E27FC236}">
                      <a16:creationId xmlns:a16="http://schemas.microsoft.com/office/drawing/2014/main" id="{99C546C0-CBD4-403B-B6F6-C291ADB4C31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661" y="1521"/>
                  <a:ext cx="144" cy="347"/>
                </a:xfrm>
                <a:custGeom>
                  <a:avLst/>
                  <a:gdLst>
                    <a:gd name="T0" fmla="*/ 859 w 859"/>
                    <a:gd name="T1" fmla="*/ 0 h 2077"/>
                    <a:gd name="T2" fmla="*/ 393 w 859"/>
                    <a:gd name="T3" fmla="*/ 609 h 2077"/>
                    <a:gd name="T4" fmla="*/ 100 w 859"/>
                    <a:gd name="T5" fmla="*/ 1317 h 2077"/>
                    <a:gd name="T6" fmla="*/ 0 w 859"/>
                    <a:gd name="T7" fmla="*/ 2077 h 2077"/>
                    <a:gd name="T8" fmla="*/ 1 w 859"/>
                    <a:gd name="T9" fmla="*/ 2077 h 207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59" h="2077">
                      <a:moveTo>
                        <a:pt x="859" y="0"/>
                      </a:moveTo>
                      <a:lnTo>
                        <a:pt x="393" y="609"/>
                      </a:lnTo>
                      <a:lnTo>
                        <a:pt x="100" y="1317"/>
                      </a:lnTo>
                      <a:lnTo>
                        <a:pt x="0" y="2077"/>
                      </a:lnTo>
                      <a:lnTo>
                        <a:pt x="1" y="2077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9686" name="Freeform 118">
                  <a:extLst>
                    <a:ext uri="{FF2B5EF4-FFF2-40B4-BE49-F238E27FC236}">
                      <a16:creationId xmlns:a16="http://schemas.microsoft.com/office/drawing/2014/main" id="{66240715-1765-4E24-A1DA-3245975BB6B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14" y="1274"/>
                  <a:ext cx="39" cy="38"/>
                </a:xfrm>
                <a:custGeom>
                  <a:avLst/>
                  <a:gdLst>
                    <a:gd name="T0" fmla="*/ 0 w 234"/>
                    <a:gd name="T1" fmla="*/ 233 h 233"/>
                    <a:gd name="T2" fmla="*/ 233 w 234"/>
                    <a:gd name="T3" fmla="*/ 0 h 233"/>
                    <a:gd name="T4" fmla="*/ 234 w 234"/>
                    <a:gd name="T5" fmla="*/ 0 h 23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34" h="233">
                      <a:moveTo>
                        <a:pt x="0" y="233"/>
                      </a:moveTo>
                      <a:lnTo>
                        <a:pt x="233" y="0"/>
                      </a:lnTo>
                      <a:lnTo>
                        <a:pt x="234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9687" name="Freeform 119">
                  <a:extLst>
                    <a:ext uri="{FF2B5EF4-FFF2-40B4-BE49-F238E27FC236}">
                      <a16:creationId xmlns:a16="http://schemas.microsoft.com/office/drawing/2014/main" id="{BD724808-BF1F-4CA3-AC38-027AE99E2D1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91" y="924"/>
                  <a:ext cx="311" cy="311"/>
                </a:xfrm>
                <a:custGeom>
                  <a:avLst/>
                  <a:gdLst>
                    <a:gd name="T0" fmla="*/ 0 w 1865"/>
                    <a:gd name="T1" fmla="*/ 1864 h 1864"/>
                    <a:gd name="T2" fmla="*/ 1864 w 1865"/>
                    <a:gd name="T3" fmla="*/ 0 h 1864"/>
                    <a:gd name="T4" fmla="*/ 1865 w 1865"/>
                    <a:gd name="T5" fmla="*/ 0 h 186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865" h="1864">
                      <a:moveTo>
                        <a:pt x="0" y="1864"/>
                      </a:moveTo>
                      <a:lnTo>
                        <a:pt x="1864" y="0"/>
                      </a:lnTo>
                      <a:lnTo>
                        <a:pt x="1865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9688" name="Freeform 120">
                  <a:extLst>
                    <a:ext uri="{FF2B5EF4-FFF2-40B4-BE49-F238E27FC236}">
                      <a16:creationId xmlns:a16="http://schemas.microsoft.com/office/drawing/2014/main" id="{C056FB0C-DB93-42D2-902A-49F5890551A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661" y="2012"/>
                  <a:ext cx="1" cy="44"/>
                </a:xfrm>
                <a:custGeom>
                  <a:avLst/>
                  <a:gdLst>
                    <a:gd name="T0" fmla="*/ 0 w 1"/>
                    <a:gd name="T1" fmla="*/ 265 h 265"/>
                    <a:gd name="T2" fmla="*/ 0 w 1"/>
                    <a:gd name="T3" fmla="*/ 0 h 265"/>
                    <a:gd name="T4" fmla="*/ 1 w 1"/>
                    <a:gd name="T5" fmla="*/ 0 h 26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" h="265">
                      <a:moveTo>
                        <a:pt x="0" y="265"/>
                      </a:moveTo>
                      <a:lnTo>
                        <a:pt x="0" y="0"/>
                      </a:lnTo>
                      <a:lnTo>
                        <a:pt x="1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9689" name="Freeform 121">
                  <a:extLst>
                    <a:ext uri="{FF2B5EF4-FFF2-40B4-BE49-F238E27FC236}">
                      <a16:creationId xmlns:a16="http://schemas.microsoft.com/office/drawing/2014/main" id="{CF1B162C-769D-4741-9680-6CF2E72178C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661" y="1868"/>
                  <a:ext cx="1" cy="77"/>
                </a:xfrm>
                <a:custGeom>
                  <a:avLst/>
                  <a:gdLst>
                    <a:gd name="T0" fmla="*/ 0 w 1"/>
                    <a:gd name="T1" fmla="*/ 466 h 466"/>
                    <a:gd name="T2" fmla="*/ 0 w 1"/>
                    <a:gd name="T3" fmla="*/ 0 h 466"/>
                    <a:gd name="T4" fmla="*/ 1 w 1"/>
                    <a:gd name="T5" fmla="*/ 0 h 4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" h="466">
                      <a:moveTo>
                        <a:pt x="0" y="466"/>
                      </a:moveTo>
                      <a:lnTo>
                        <a:pt x="0" y="0"/>
                      </a:lnTo>
                      <a:lnTo>
                        <a:pt x="1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109690" name="Freeform 122">
                <a:extLst>
                  <a:ext uri="{FF2B5EF4-FFF2-40B4-BE49-F238E27FC236}">
                    <a16:creationId xmlns:a16="http://schemas.microsoft.com/office/drawing/2014/main" id="{EBCAC743-9461-4514-839F-EB35AE0DAEF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01" y="2811"/>
                <a:ext cx="10" cy="6"/>
              </a:xfrm>
              <a:custGeom>
                <a:avLst/>
                <a:gdLst>
                  <a:gd name="T0" fmla="*/ 0 w 95"/>
                  <a:gd name="T1" fmla="*/ 55 h 55"/>
                  <a:gd name="T2" fmla="*/ 94 w 95"/>
                  <a:gd name="T3" fmla="*/ 0 h 55"/>
                  <a:gd name="T4" fmla="*/ 95 w 95"/>
                  <a:gd name="T5" fmla="*/ 0 h 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5" h="55">
                    <a:moveTo>
                      <a:pt x="0" y="55"/>
                    </a:moveTo>
                    <a:lnTo>
                      <a:pt x="94" y="0"/>
                    </a:lnTo>
                    <a:lnTo>
                      <a:pt x="95" y="0"/>
                    </a:lnTo>
                  </a:path>
                </a:pathLst>
              </a:cu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109691" name="Group 123">
                <a:extLst>
                  <a:ext uri="{FF2B5EF4-FFF2-40B4-BE49-F238E27FC236}">
                    <a16:creationId xmlns:a16="http://schemas.microsoft.com/office/drawing/2014/main" id="{8523A94B-D744-4DE5-AC23-B595DF9DE78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843" y="1723"/>
                <a:ext cx="1151" cy="1094"/>
                <a:chOff x="1985" y="577"/>
                <a:chExt cx="1812" cy="1723"/>
              </a:xfrm>
            </p:grpSpPr>
            <p:sp>
              <p:nvSpPr>
                <p:cNvPr id="109692" name="Freeform 124">
                  <a:extLst>
                    <a:ext uri="{FF2B5EF4-FFF2-40B4-BE49-F238E27FC236}">
                      <a16:creationId xmlns:a16="http://schemas.microsoft.com/office/drawing/2014/main" id="{41AC97D4-D1B9-42E3-8CF5-7FA1663728B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755" y="577"/>
                  <a:ext cx="133" cy="77"/>
                </a:xfrm>
                <a:custGeom>
                  <a:avLst/>
                  <a:gdLst>
                    <a:gd name="T0" fmla="*/ 0 w 802"/>
                    <a:gd name="T1" fmla="*/ 462 h 462"/>
                    <a:gd name="T2" fmla="*/ 800 w 802"/>
                    <a:gd name="T3" fmla="*/ 0 h 462"/>
                    <a:gd name="T4" fmla="*/ 802 w 802"/>
                    <a:gd name="T5" fmla="*/ 0 h 46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802" h="462">
                      <a:moveTo>
                        <a:pt x="0" y="462"/>
                      </a:moveTo>
                      <a:lnTo>
                        <a:pt x="800" y="0"/>
                      </a:lnTo>
                      <a:lnTo>
                        <a:pt x="802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9693" name="Freeform 125">
                  <a:extLst>
                    <a:ext uri="{FF2B5EF4-FFF2-40B4-BE49-F238E27FC236}">
                      <a16:creationId xmlns:a16="http://schemas.microsoft.com/office/drawing/2014/main" id="{76396F06-EF74-426F-A937-6E9A6903709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834" y="656"/>
                  <a:ext cx="133" cy="77"/>
                </a:xfrm>
                <a:custGeom>
                  <a:avLst/>
                  <a:gdLst>
                    <a:gd name="T0" fmla="*/ 0 w 801"/>
                    <a:gd name="T1" fmla="*/ 462 h 462"/>
                    <a:gd name="T2" fmla="*/ 800 w 801"/>
                    <a:gd name="T3" fmla="*/ 0 h 462"/>
                    <a:gd name="T4" fmla="*/ 801 w 801"/>
                    <a:gd name="T5" fmla="*/ 0 h 46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801" h="462">
                      <a:moveTo>
                        <a:pt x="0" y="462"/>
                      </a:moveTo>
                      <a:lnTo>
                        <a:pt x="800" y="0"/>
                      </a:lnTo>
                      <a:lnTo>
                        <a:pt x="801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9694" name="Freeform 126">
                  <a:extLst>
                    <a:ext uri="{FF2B5EF4-FFF2-40B4-BE49-F238E27FC236}">
                      <a16:creationId xmlns:a16="http://schemas.microsoft.com/office/drawing/2014/main" id="{80324DE0-405D-4AF5-80E4-68C270AFBF8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913" y="735"/>
                  <a:ext cx="133" cy="77"/>
                </a:xfrm>
                <a:custGeom>
                  <a:avLst/>
                  <a:gdLst>
                    <a:gd name="T0" fmla="*/ 0 w 801"/>
                    <a:gd name="T1" fmla="*/ 462 h 462"/>
                    <a:gd name="T2" fmla="*/ 800 w 801"/>
                    <a:gd name="T3" fmla="*/ 0 h 462"/>
                    <a:gd name="T4" fmla="*/ 801 w 801"/>
                    <a:gd name="T5" fmla="*/ 0 h 46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801" h="462">
                      <a:moveTo>
                        <a:pt x="0" y="462"/>
                      </a:moveTo>
                      <a:lnTo>
                        <a:pt x="800" y="0"/>
                      </a:lnTo>
                      <a:lnTo>
                        <a:pt x="801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9695" name="Freeform 127">
                  <a:extLst>
                    <a:ext uri="{FF2B5EF4-FFF2-40B4-BE49-F238E27FC236}">
                      <a16:creationId xmlns:a16="http://schemas.microsoft.com/office/drawing/2014/main" id="{F8466F34-9E88-47A7-88EF-2A9A10BBE57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758" y="814"/>
                  <a:ext cx="368" cy="213"/>
                </a:xfrm>
                <a:custGeom>
                  <a:avLst/>
                  <a:gdLst>
                    <a:gd name="T0" fmla="*/ 0 w 2205"/>
                    <a:gd name="T1" fmla="*/ 1274 h 1274"/>
                    <a:gd name="T2" fmla="*/ 2204 w 2205"/>
                    <a:gd name="T3" fmla="*/ 0 h 1274"/>
                    <a:gd name="T4" fmla="*/ 2205 w 2205"/>
                    <a:gd name="T5" fmla="*/ 0 h 127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205" h="1274">
                      <a:moveTo>
                        <a:pt x="0" y="1274"/>
                      </a:moveTo>
                      <a:lnTo>
                        <a:pt x="2204" y="0"/>
                      </a:lnTo>
                      <a:lnTo>
                        <a:pt x="2205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9696" name="Freeform 128">
                  <a:extLst>
                    <a:ext uri="{FF2B5EF4-FFF2-40B4-BE49-F238E27FC236}">
                      <a16:creationId xmlns:a16="http://schemas.microsoft.com/office/drawing/2014/main" id="{152E6639-6183-4127-BA5A-DC81B46A188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78" y="1075"/>
                  <a:ext cx="412" cy="238"/>
                </a:xfrm>
                <a:custGeom>
                  <a:avLst/>
                  <a:gdLst>
                    <a:gd name="T0" fmla="*/ 0 w 2473"/>
                    <a:gd name="T1" fmla="*/ 1429 h 1429"/>
                    <a:gd name="T2" fmla="*/ 2472 w 2473"/>
                    <a:gd name="T3" fmla="*/ 0 h 1429"/>
                    <a:gd name="T4" fmla="*/ 2473 w 2473"/>
                    <a:gd name="T5" fmla="*/ 0 h 142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473" h="1429">
                      <a:moveTo>
                        <a:pt x="0" y="1429"/>
                      </a:moveTo>
                      <a:lnTo>
                        <a:pt x="2472" y="0"/>
                      </a:lnTo>
                      <a:lnTo>
                        <a:pt x="2473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9697" name="Freeform 129">
                  <a:extLst>
                    <a:ext uri="{FF2B5EF4-FFF2-40B4-BE49-F238E27FC236}">
                      <a16:creationId xmlns:a16="http://schemas.microsoft.com/office/drawing/2014/main" id="{8F168EA0-05CB-422B-8505-180632ED5BE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358" y="1369"/>
                  <a:ext cx="240" cy="138"/>
                </a:xfrm>
                <a:custGeom>
                  <a:avLst/>
                  <a:gdLst>
                    <a:gd name="T0" fmla="*/ 0 w 1442"/>
                    <a:gd name="T1" fmla="*/ 832 h 832"/>
                    <a:gd name="T2" fmla="*/ 1441 w 1442"/>
                    <a:gd name="T3" fmla="*/ 0 h 832"/>
                    <a:gd name="T4" fmla="*/ 1442 w 1442"/>
                    <a:gd name="T5" fmla="*/ 0 h 83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442" h="832">
                      <a:moveTo>
                        <a:pt x="0" y="832"/>
                      </a:moveTo>
                      <a:lnTo>
                        <a:pt x="1441" y="0"/>
                      </a:lnTo>
                      <a:lnTo>
                        <a:pt x="1442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9698" name="Freeform 130">
                  <a:extLst>
                    <a:ext uri="{FF2B5EF4-FFF2-40B4-BE49-F238E27FC236}">
                      <a16:creationId xmlns:a16="http://schemas.microsoft.com/office/drawing/2014/main" id="{23D25D22-2965-4B90-82DA-E85455BAEF5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305" y="1568"/>
                  <a:ext cx="165" cy="95"/>
                </a:xfrm>
                <a:custGeom>
                  <a:avLst/>
                  <a:gdLst>
                    <a:gd name="T0" fmla="*/ 0 w 988"/>
                    <a:gd name="T1" fmla="*/ 570 h 570"/>
                    <a:gd name="T2" fmla="*/ 987 w 988"/>
                    <a:gd name="T3" fmla="*/ 0 h 570"/>
                    <a:gd name="T4" fmla="*/ 988 w 988"/>
                    <a:gd name="T5" fmla="*/ 0 h 57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988" h="570">
                      <a:moveTo>
                        <a:pt x="0" y="570"/>
                      </a:moveTo>
                      <a:lnTo>
                        <a:pt x="987" y="0"/>
                      </a:lnTo>
                      <a:lnTo>
                        <a:pt x="988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9699" name="Freeform 131">
                  <a:extLst>
                    <a:ext uri="{FF2B5EF4-FFF2-40B4-BE49-F238E27FC236}">
                      <a16:creationId xmlns:a16="http://schemas.microsoft.com/office/drawing/2014/main" id="{B7B7087D-8421-4207-B4D6-175EA558E48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284" y="1721"/>
                  <a:ext cx="137" cy="79"/>
                </a:xfrm>
                <a:custGeom>
                  <a:avLst/>
                  <a:gdLst>
                    <a:gd name="T0" fmla="*/ 0 w 825"/>
                    <a:gd name="T1" fmla="*/ 476 h 476"/>
                    <a:gd name="T2" fmla="*/ 824 w 825"/>
                    <a:gd name="T3" fmla="*/ 0 h 476"/>
                    <a:gd name="T4" fmla="*/ 825 w 825"/>
                    <a:gd name="T5" fmla="*/ 0 h 47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825" h="476">
                      <a:moveTo>
                        <a:pt x="0" y="476"/>
                      </a:moveTo>
                      <a:lnTo>
                        <a:pt x="824" y="0"/>
                      </a:lnTo>
                      <a:lnTo>
                        <a:pt x="825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9700" name="Freeform 132">
                  <a:extLst>
                    <a:ext uri="{FF2B5EF4-FFF2-40B4-BE49-F238E27FC236}">
                      <a16:creationId xmlns:a16="http://schemas.microsoft.com/office/drawing/2014/main" id="{7240EB4F-7F12-44F6-9162-5D7B6060778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281" y="1854"/>
                  <a:ext cx="126" cy="72"/>
                </a:xfrm>
                <a:custGeom>
                  <a:avLst/>
                  <a:gdLst>
                    <a:gd name="T0" fmla="*/ 0 w 754"/>
                    <a:gd name="T1" fmla="*/ 435 h 435"/>
                    <a:gd name="T2" fmla="*/ 753 w 754"/>
                    <a:gd name="T3" fmla="*/ 0 h 435"/>
                    <a:gd name="T4" fmla="*/ 754 w 754"/>
                    <a:gd name="T5" fmla="*/ 0 h 43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754" h="435">
                      <a:moveTo>
                        <a:pt x="0" y="435"/>
                      </a:moveTo>
                      <a:lnTo>
                        <a:pt x="753" y="0"/>
                      </a:lnTo>
                      <a:lnTo>
                        <a:pt x="754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9701" name="Freeform 133">
                  <a:extLst>
                    <a:ext uri="{FF2B5EF4-FFF2-40B4-BE49-F238E27FC236}">
                      <a16:creationId xmlns:a16="http://schemas.microsoft.com/office/drawing/2014/main" id="{34DCA739-1750-4A95-95E6-035EA78BBF7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69" y="1250"/>
                  <a:ext cx="291" cy="168"/>
                </a:xfrm>
                <a:custGeom>
                  <a:avLst/>
                  <a:gdLst>
                    <a:gd name="T0" fmla="*/ 0 w 1746"/>
                    <a:gd name="T1" fmla="*/ 1008 h 1008"/>
                    <a:gd name="T2" fmla="*/ 1745 w 1746"/>
                    <a:gd name="T3" fmla="*/ 0 h 1008"/>
                    <a:gd name="T4" fmla="*/ 1746 w 1746"/>
                    <a:gd name="T5" fmla="*/ 0 h 100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746" h="1008">
                      <a:moveTo>
                        <a:pt x="0" y="1008"/>
                      </a:moveTo>
                      <a:lnTo>
                        <a:pt x="1745" y="0"/>
                      </a:lnTo>
                      <a:lnTo>
                        <a:pt x="1746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9702" name="Freeform 134">
                  <a:extLst>
                    <a:ext uri="{FF2B5EF4-FFF2-40B4-BE49-F238E27FC236}">
                      <a16:creationId xmlns:a16="http://schemas.microsoft.com/office/drawing/2014/main" id="{808E3E82-DA12-4D43-89B4-28F49BF5540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985" y="2143"/>
                  <a:ext cx="136" cy="79"/>
                </a:xfrm>
                <a:custGeom>
                  <a:avLst/>
                  <a:gdLst>
                    <a:gd name="T0" fmla="*/ 0 w 815"/>
                    <a:gd name="T1" fmla="*/ 470 h 470"/>
                    <a:gd name="T2" fmla="*/ 814 w 815"/>
                    <a:gd name="T3" fmla="*/ 0 h 470"/>
                    <a:gd name="T4" fmla="*/ 815 w 815"/>
                    <a:gd name="T5" fmla="*/ 0 h 47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815" h="470">
                      <a:moveTo>
                        <a:pt x="0" y="470"/>
                      </a:moveTo>
                      <a:lnTo>
                        <a:pt x="814" y="0"/>
                      </a:lnTo>
                      <a:lnTo>
                        <a:pt x="815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9703" name="Freeform 135">
                  <a:extLst>
                    <a:ext uri="{FF2B5EF4-FFF2-40B4-BE49-F238E27FC236}">
                      <a16:creationId xmlns:a16="http://schemas.microsoft.com/office/drawing/2014/main" id="{D6267A27-8E1B-483E-85D0-01F2AC83987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281" y="1978"/>
                  <a:ext cx="126" cy="73"/>
                </a:xfrm>
                <a:custGeom>
                  <a:avLst/>
                  <a:gdLst>
                    <a:gd name="T0" fmla="*/ 0 w 753"/>
                    <a:gd name="T1" fmla="*/ 434 h 434"/>
                    <a:gd name="T2" fmla="*/ 752 w 753"/>
                    <a:gd name="T3" fmla="*/ 0 h 434"/>
                    <a:gd name="T4" fmla="*/ 753 w 753"/>
                    <a:gd name="T5" fmla="*/ 0 h 4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753" h="434">
                      <a:moveTo>
                        <a:pt x="0" y="434"/>
                      </a:moveTo>
                      <a:lnTo>
                        <a:pt x="752" y="0"/>
                      </a:lnTo>
                      <a:lnTo>
                        <a:pt x="753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9704" name="Freeform 136">
                  <a:extLst>
                    <a:ext uri="{FF2B5EF4-FFF2-40B4-BE49-F238E27FC236}">
                      <a16:creationId xmlns:a16="http://schemas.microsoft.com/office/drawing/2014/main" id="{E1D6FEF1-088A-45B3-82C5-9F2018640A2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506" y="1329"/>
                  <a:ext cx="133" cy="77"/>
                </a:xfrm>
                <a:custGeom>
                  <a:avLst/>
                  <a:gdLst>
                    <a:gd name="T0" fmla="*/ 0 w 802"/>
                    <a:gd name="T1" fmla="*/ 464 h 464"/>
                    <a:gd name="T2" fmla="*/ 801 w 802"/>
                    <a:gd name="T3" fmla="*/ 0 h 464"/>
                    <a:gd name="T4" fmla="*/ 802 w 802"/>
                    <a:gd name="T5" fmla="*/ 0 h 46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802" h="464">
                      <a:moveTo>
                        <a:pt x="0" y="464"/>
                      </a:moveTo>
                      <a:lnTo>
                        <a:pt x="801" y="0"/>
                      </a:lnTo>
                      <a:lnTo>
                        <a:pt x="802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9705" name="Freeform 137">
                  <a:extLst>
                    <a:ext uri="{FF2B5EF4-FFF2-40B4-BE49-F238E27FC236}">
                      <a16:creationId xmlns:a16="http://schemas.microsoft.com/office/drawing/2014/main" id="{4C79D857-5E89-4C7D-9D9E-37932675F97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975" y="1466"/>
                  <a:ext cx="426" cy="246"/>
                </a:xfrm>
                <a:custGeom>
                  <a:avLst/>
                  <a:gdLst>
                    <a:gd name="T0" fmla="*/ 0 w 2553"/>
                    <a:gd name="T1" fmla="*/ 1474 h 1474"/>
                    <a:gd name="T2" fmla="*/ 2552 w 2553"/>
                    <a:gd name="T3" fmla="*/ 0 h 1474"/>
                    <a:gd name="T4" fmla="*/ 2553 w 2553"/>
                    <a:gd name="T5" fmla="*/ 0 h 147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553" h="1474">
                      <a:moveTo>
                        <a:pt x="0" y="1474"/>
                      </a:moveTo>
                      <a:lnTo>
                        <a:pt x="2552" y="0"/>
                      </a:lnTo>
                      <a:lnTo>
                        <a:pt x="2553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9706" name="Freeform 138">
                  <a:extLst>
                    <a:ext uri="{FF2B5EF4-FFF2-40B4-BE49-F238E27FC236}">
                      <a16:creationId xmlns:a16="http://schemas.microsoft.com/office/drawing/2014/main" id="{05A2EB63-DB97-4906-83B3-04111B72856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67" y="2103"/>
                  <a:ext cx="340" cy="197"/>
                </a:xfrm>
                <a:custGeom>
                  <a:avLst/>
                  <a:gdLst>
                    <a:gd name="T0" fmla="*/ 0 w 2039"/>
                    <a:gd name="T1" fmla="*/ 1179 h 1179"/>
                    <a:gd name="T2" fmla="*/ 2038 w 2039"/>
                    <a:gd name="T3" fmla="*/ 0 h 1179"/>
                    <a:gd name="T4" fmla="*/ 2039 w 2039"/>
                    <a:gd name="T5" fmla="*/ 0 h 117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39" h="1179">
                      <a:moveTo>
                        <a:pt x="0" y="1179"/>
                      </a:moveTo>
                      <a:lnTo>
                        <a:pt x="2038" y="0"/>
                      </a:lnTo>
                      <a:lnTo>
                        <a:pt x="2039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9707" name="Freeform 139">
                  <a:extLst>
                    <a:ext uri="{FF2B5EF4-FFF2-40B4-BE49-F238E27FC236}">
                      <a16:creationId xmlns:a16="http://schemas.microsoft.com/office/drawing/2014/main" id="{2FEE7B54-1DC5-44AE-8200-F36053ED288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585" y="1408"/>
                  <a:ext cx="133" cy="77"/>
                </a:xfrm>
                <a:custGeom>
                  <a:avLst/>
                  <a:gdLst>
                    <a:gd name="T0" fmla="*/ 0 w 802"/>
                    <a:gd name="T1" fmla="*/ 463 h 463"/>
                    <a:gd name="T2" fmla="*/ 801 w 802"/>
                    <a:gd name="T3" fmla="*/ 0 h 463"/>
                    <a:gd name="T4" fmla="*/ 802 w 802"/>
                    <a:gd name="T5" fmla="*/ 0 h 46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802" h="463">
                      <a:moveTo>
                        <a:pt x="0" y="463"/>
                      </a:moveTo>
                      <a:lnTo>
                        <a:pt x="801" y="0"/>
                      </a:lnTo>
                      <a:lnTo>
                        <a:pt x="802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9708" name="Freeform 140">
                  <a:extLst>
                    <a:ext uri="{FF2B5EF4-FFF2-40B4-BE49-F238E27FC236}">
                      <a16:creationId xmlns:a16="http://schemas.microsoft.com/office/drawing/2014/main" id="{2C81DB4B-FCFC-4195-AF17-51AC3D7A883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917" y="1762"/>
                  <a:ext cx="189" cy="109"/>
                </a:xfrm>
                <a:custGeom>
                  <a:avLst/>
                  <a:gdLst>
                    <a:gd name="T0" fmla="*/ 0 w 1136"/>
                    <a:gd name="T1" fmla="*/ 657 h 657"/>
                    <a:gd name="T2" fmla="*/ 1135 w 1136"/>
                    <a:gd name="T3" fmla="*/ 0 h 657"/>
                    <a:gd name="T4" fmla="*/ 1136 w 1136"/>
                    <a:gd name="T5" fmla="*/ 0 h 65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136" h="657">
                      <a:moveTo>
                        <a:pt x="0" y="657"/>
                      </a:moveTo>
                      <a:lnTo>
                        <a:pt x="1135" y="0"/>
                      </a:lnTo>
                      <a:lnTo>
                        <a:pt x="1136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9709" name="Freeform 141">
                  <a:extLst>
                    <a:ext uri="{FF2B5EF4-FFF2-40B4-BE49-F238E27FC236}">
                      <a16:creationId xmlns:a16="http://schemas.microsoft.com/office/drawing/2014/main" id="{4D96C99E-7BA2-4154-9851-AB5B247455E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283" y="2228"/>
                  <a:ext cx="124" cy="72"/>
                </a:xfrm>
                <a:custGeom>
                  <a:avLst/>
                  <a:gdLst>
                    <a:gd name="T0" fmla="*/ 0 w 744"/>
                    <a:gd name="T1" fmla="*/ 429 h 429"/>
                    <a:gd name="T2" fmla="*/ 743 w 744"/>
                    <a:gd name="T3" fmla="*/ 0 h 429"/>
                    <a:gd name="T4" fmla="*/ 744 w 744"/>
                    <a:gd name="T5" fmla="*/ 0 h 42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744" h="429">
                      <a:moveTo>
                        <a:pt x="0" y="429"/>
                      </a:moveTo>
                      <a:lnTo>
                        <a:pt x="743" y="0"/>
                      </a:lnTo>
                      <a:lnTo>
                        <a:pt x="744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9710" name="Freeform 142">
                  <a:extLst>
                    <a:ext uri="{FF2B5EF4-FFF2-40B4-BE49-F238E27FC236}">
                      <a16:creationId xmlns:a16="http://schemas.microsoft.com/office/drawing/2014/main" id="{EF6AA8EC-0E38-4677-85C2-CCBF12F3FE0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664" y="1487"/>
                  <a:ext cx="133" cy="77"/>
                </a:xfrm>
                <a:custGeom>
                  <a:avLst/>
                  <a:gdLst>
                    <a:gd name="T0" fmla="*/ 0 w 801"/>
                    <a:gd name="T1" fmla="*/ 463 h 463"/>
                    <a:gd name="T2" fmla="*/ 799 w 801"/>
                    <a:gd name="T3" fmla="*/ 0 h 463"/>
                    <a:gd name="T4" fmla="*/ 801 w 801"/>
                    <a:gd name="T5" fmla="*/ 0 h 46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801" h="463">
                      <a:moveTo>
                        <a:pt x="0" y="463"/>
                      </a:moveTo>
                      <a:lnTo>
                        <a:pt x="799" y="0"/>
                      </a:lnTo>
                      <a:lnTo>
                        <a:pt x="801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9711" name="Freeform 143">
                  <a:extLst>
                    <a:ext uri="{FF2B5EF4-FFF2-40B4-BE49-F238E27FC236}">
                      <a16:creationId xmlns:a16="http://schemas.microsoft.com/office/drawing/2014/main" id="{625B5F61-FE04-4E5A-AFB7-4D573C228E9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917" y="1923"/>
                  <a:ext cx="125" cy="73"/>
                </a:xfrm>
                <a:custGeom>
                  <a:avLst/>
                  <a:gdLst>
                    <a:gd name="T0" fmla="*/ 0 w 752"/>
                    <a:gd name="T1" fmla="*/ 434 h 434"/>
                    <a:gd name="T2" fmla="*/ 751 w 752"/>
                    <a:gd name="T3" fmla="*/ 0 h 434"/>
                    <a:gd name="T4" fmla="*/ 752 w 752"/>
                    <a:gd name="T5" fmla="*/ 0 h 4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752" h="434">
                      <a:moveTo>
                        <a:pt x="0" y="434"/>
                      </a:moveTo>
                      <a:lnTo>
                        <a:pt x="751" y="0"/>
                      </a:lnTo>
                      <a:lnTo>
                        <a:pt x="752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9712" name="Freeform 144">
                  <a:extLst>
                    <a:ext uri="{FF2B5EF4-FFF2-40B4-BE49-F238E27FC236}">
                      <a16:creationId xmlns:a16="http://schemas.microsoft.com/office/drawing/2014/main" id="{6C80BE45-2534-43BC-976B-99B8E038E51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917" y="2048"/>
                  <a:ext cx="125" cy="72"/>
                </a:xfrm>
                <a:custGeom>
                  <a:avLst/>
                  <a:gdLst>
                    <a:gd name="T0" fmla="*/ 0 w 752"/>
                    <a:gd name="T1" fmla="*/ 434 h 434"/>
                    <a:gd name="T2" fmla="*/ 751 w 752"/>
                    <a:gd name="T3" fmla="*/ 0 h 434"/>
                    <a:gd name="T4" fmla="*/ 752 w 752"/>
                    <a:gd name="T5" fmla="*/ 0 h 4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752" h="434">
                      <a:moveTo>
                        <a:pt x="0" y="434"/>
                      </a:moveTo>
                      <a:lnTo>
                        <a:pt x="751" y="0"/>
                      </a:lnTo>
                      <a:lnTo>
                        <a:pt x="752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9713" name="Freeform 145">
                  <a:extLst>
                    <a:ext uri="{FF2B5EF4-FFF2-40B4-BE49-F238E27FC236}">
                      <a16:creationId xmlns:a16="http://schemas.microsoft.com/office/drawing/2014/main" id="{DD2EA11C-3F8E-43E7-B451-ABF97BA829E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917" y="2143"/>
                  <a:ext cx="176" cy="102"/>
                </a:xfrm>
                <a:custGeom>
                  <a:avLst/>
                  <a:gdLst>
                    <a:gd name="T0" fmla="*/ 0 w 1058"/>
                    <a:gd name="T1" fmla="*/ 610 h 610"/>
                    <a:gd name="T2" fmla="*/ 1057 w 1058"/>
                    <a:gd name="T3" fmla="*/ 0 h 610"/>
                    <a:gd name="T4" fmla="*/ 1058 w 1058"/>
                    <a:gd name="T5" fmla="*/ 0 h 6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058" h="610">
                      <a:moveTo>
                        <a:pt x="0" y="610"/>
                      </a:moveTo>
                      <a:lnTo>
                        <a:pt x="1057" y="0"/>
                      </a:lnTo>
                      <a:lnTo>
                        <a:pt x="1058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9714" name="Freeform 146">
                  <a:extLst>
                    <a:ext uri="{FF2B5EF4-FFF2-40B4-BE49-F238E27FC236}">
                      <a16:creationId xmlns:a16="http://schemas.microsoft.com/office/drawing/2014/main" id="{C4F649A1-6760-42BC-B4E6-EC58CD92508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39" y="2143"/>
                  <a:ext cx="270" cy="157"/>
                </a:xfrm>
                <a:custGeom>
                  <a:avLst/>
                  <a:gdLst>
                    <a:gd name="T0" fmla="*/ 0 w 1623"/>
                    <a:gd name="T1" fmla="*/ 937 h 937"/>
                    <a:gd name="T2" fmla="*/ 1622 w 1623"/>
                    <a:gd name="T3" fmla="*/ 0 h 937"/>
                    <a:gd name="T4" fmla="*/ 1623 w 1623"/>
                    <a:gd name="T5" fmla="*/ 0 h 93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623" h="937">
                      <a:moveTo>
                        <a:pt x="0" y="937"/>
                      </a:moveTo>
                      <a:lnTo>
                        <a:pt x="1622" y="0"/>
                      </a:lnTo>
                      <a:lnTo>
                        <a:pt x="1623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9715" name="Freeform 147">
                  <a:extLst>
                    <a:ext uri="{FF2B5EF4-FFF2-40B4-BE49-F238E27FC236}">
                      <a16:creationId xmlns:a16="http://schemas.microsoft.com/office/drawing/2014/main" id="{AAB4A192-12A5-4B04-9428-985ABBDE5EE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54" y="2252"/>
                  <a:ext cx="84" cy="48"/>
                </a:xfrm>
                <a:custGeom>
                  <a:avLst/>
                  <a:gdLst>
                    <a:gd name="T0" fmla="*/ 0 w 502"/>
                    <a:gd name="T1" fmla="*/ 289 h 289"/>
                    <a:gd name="T2" fmla="*/ 501 w 502"/>
                    <a:gd name="T3" fmla="*/ 0 h 289"/>
                    <a:gd name="T4" fmla="*/ 502 w 502"/>
                    <a:gd name="T5" fmla="*/ 0 h 28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502" h="289">
                      <a:moveTo>
                        <a:pt x="0" y="289"/>
                      </a:moveTo>
                      <a:lnTo>
                        <a:pt x="501" y="0"/>
                      </a:lnTo>
                      <a:lnTo>
                        <a:pt x="502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109716" name="Freeform 148">
                <a:extLst>
                  <a:ext uri="{FF2B5EF4-FFF2-40B4-BE49-F238E27FC236}">
                    <a16:creationId xmlns:a16="http://schemas.microsoft.com/office/drawing/2014/main" id="{F8135776-68EE-4F13-81AC-74C9AFA363B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08" y="2817"/>
                <a:ext cx="203" cy="1"/>
              </a:xfrm>
              <a:custGeom>
                <a:avLst/>
                <a:gdLst>
                  <a:gd name="T0" fmla="*/ 0 w 1920"/>
                  <a:gd name="T1" fmla="*/ 1918 w 1920"/>
                  <a:gd name="T2" fmla="*/ 1920 w 1920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920">
                    <a:moveTo>
                      <a:pt x="0" y="0"/>
                    </a:moveTo>
                    <a:lnTo>
                      <a:pt x="1918" y="0"/>
                    </a:lnTo>
                    <a:lnTo>
                      <a:pt x="1920" y="0"/>
                    </a:lnTo>
                  </a:path>
                </a:pathLst>
              </a:custGeom>
              <a:noFill/>
              <a:ln w="19050" cmpd="sng">
                <a:solidFill>
                  <a:srgbClr val="CC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9717" name="Freeform 149">
                <a:extLst>
                  <a:ext uri="{FF2B5EF4-FFF2-40B4-BE49-F238E27FC236}">
                    <a16:creationId xmlns:a16="http://schemas.microsoft.com/office/drawing/2014/main" id="{D698EBC5-3D44-4BA9-9690-DB5873D1258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20" y="2480"/>
                <a:ext cx="301" cy="174"/>
              </a:xfrm>
              <a:custGeom>
                <a:avLst/>
                <a:gdLst>
                  <a:gd name="T0" fmla="*/ 0 w 2850"/>
                  <a:gd name="T1" fmla="*/ 1647 h 1647"/>
                  <a:gd name="T2" fmla="*/ 2849 w 2850"/>
                  <a:gd name="T3" fmla="*/ 0 h 1647"/>
                  <a:gd name="T4" fmla="*/ 2850 w 2850"/>
                  <a:gd name="T5" fmla="*/ 0 h 16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850" h="1647">
                    <a:moveTo>
                      <a:pt x="0" y="1647"/>
                    </a:moveTo>
                    <a:lnTo>
                      <a:pt x="2849" y="0"/>
                    </a:lnTo>
                    <a:lnTo>
                      <a:pt x="2850" y="0"/>
                    </a:lnTo>
                  </a:path>
                </a:pathLst>
              </a:custGeom>
              <a:noFill/>
              <a:ln w="19050" cmpd="sng">
                <a:solidFill>
                  <a:srgbClr val="CC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9718" name="Freeform 150">
                <a:extLst>
                  <a:ext uri="{FF2B5EF4-FFF2-40B4-BE49-F238E27FC236}">
                    <a16:creationId xmlns:a16="http://schemas.microsoft.com/office/drawing/2014/main" id="{B342AAE3-A601-4E1F-801E-B9A1EA741DB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96" y="2496"/>
                <a:ext cx="88" cy="316"/>
              </a:xfrm>
              <a:custGeom>
                <a:avLst/>
                <a:gdLst>
                  <a:gd name="T0" fmla="*/ 138 w 138"/>
                  <a:gd name="T1" fmla="*/ 498 h 498"/>
                  <a:gd name="T2" fmla="*/ 127 w 138"/>
                  <a:gd name="T3" fmla="*/ 343 h 498"/>
                  <a:gd name="T4" fmla="*/ 103 w 138"/>
                  <a:gd name="T5" fmla="*/ 228 h 498"/>
                  <a:gd name="T6" fmla="*/ 67 w 138"/>
                  <a:gd name="T7" fmla="*/ 116 h 498"/>
                  <a:gd name="T8" fmla="*/ 36 w 138"/>
                  <a:gd name="T9" fmla="*/ 48 h 498"/>
                  <a:gd name="T10" fmla="*/ 0 w 138"/>
                  <a:gd name="T11" fmla="*/ 0 h 4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38" h="498">
                    <a:moveTo>
                      <a:pt x="138" y="498"/>
                    </a:moveTo>
                    <a:lnTo>
                      <a:pt x="127" y="343"/>
                    </a:lnTo>
                    <a:lnTo>
                      <a:pt x="103" y="228"/>
                    </a:lnTo>
                    <a:lnTo>
                      <a:pt x="67" y="116"/>
                    </a:lnTo>
                    <a:lnTo>
                      <a:pt x="36" y="48"/>
                    </a:lnTo>
                    <a:lnTo>
                      <a:pt x="0" y="0"/>
                    </a:lnTo>
                  </a:path>
                </a:pathLst>
              </a:custGeom>
              <a:noFill/>
              <a:ln w="19050" cmpd="sng">
                <a:solidFill>
                  <a:srgbClr val="CC0000"/>
                </a:solidFill>
                <a:prstDash val="solid"/>
                <a:round/>
                <a:headEnd type="triangle" w="sm" len="lg"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9719" name="Freeform 151">
                <a:extLst>
                  <a:ext uri="{FF2B5EF4-FFF2-40B4-BE49-F238E27FC236}">
                    <a16:creationId xmlns:a16="http://schemas.microsoft.com/office/drawing/2014/main" id="{D72887BA-28CC-460B-ADE0-01CA48134D4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10" y="1692"/>
                <a:ext cx="67" cy="69"/>
              </a:xfrm>
              <a:custGeom>
                <a:avLst/>
                <a:gdLst>
                  <a:gd name="T0" fmla="*/ 0 w 106"/>
                  <a:gd name="T1" fmla="*/ 109 h 109"/>
                  <a:gd name="T2" fmla="*/ 106 w 106"/>
                  <a:gd name="T3" fmla="*/ 0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06" h="109">
                    <a:moveTo>
                      <a:pt x="0" y="109"/>
                    </a:moveTo>
                    <a:lnTo>
                      <a:pt x="106" y="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9720" name="Freeform 152">
                <a:extLst>
                  <a:ext uri="{FF2B5EF4-FFF2-40B4-BE49-F238E27FC236}">
                    <a16:creationId xmlns:a16="http://schemas.microsoft.com/office/drawing/2014/main" id="{86B30430-7658-4DE9-B5CB-415C2B5FB21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81" y="1688"/>
                <a:ext cx="610" cy="610"/>
              </a:xfrm>
              <a:custGeom>
                <a:avLst/>
                <a:gdLst>
                  <a:gd name="T0" fmla="*/ 0 w 960"/>
                  <a:gd name="T1" fmla="*/ 0 h 960"/>
                  <a:gd name="T2" fmla="*/ 960 w 960"/>
                  <a:gd name="T3" fmla="*/ 960 h 9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960" h="960">
                    <a:moveTo>
                      <a:pt x="0" y="0"/>
                    </a:moveTo>
                    <a:lnTo>
                      <a:pt x="960" y="96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9721" name="Text Box 153">
                <a:extLst>
                  <a:ext uri="{FF2B5EF4-FFF2-40B4-BE49-F238E27FC236}">
                    <a16:creationId xmlns:a16="http://schemas.microsoft.com/office/drawing/2014/main" id="{55E61D80-D3C0-4F49-B24D-90D22F580E6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849" y="2515"/>
                <a:ext cx="491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0">
                    <a:solidFill>
                      <a:srgbClr val="0000FF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lang="en-US" altLang="zh-CN" sz="2000" i="1">
                    <a:latin typeface="ISOCPEUR" panose="020B0604020202020204" pitchFamily="34" charset="0"/>
                  </a:rPr>
                  <a:t>30° </a:t>
                </a:r>
                <a:endParaRPr lang="en-US" altLang="zh-CN" sz="2000">
                  <a:latin typeface="ISOCPEUR" panose="020B0604020202020204" pitchFamily="34" charset="0"/>
                </a:endParaRPr>
              </a:p>
            </p:txBody>
          </p:sp>
          <p:grpSp>
            <p:nvGrpSpPr>
              <p:cNvPr id="109722" name="Group 154">
                <a:extLst>
                  <a:ext uri="{FF2B5EF4-FFF2-40B4-BE49-F238E27FC236}">
                    <a16:creationId xmlns:a16="http://schemas.microsoft.com/office/drawing/2014/main" id="{3E022232-C2FD-4951-B100-8F3E001C459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790" y="3022"/>
                <a:ext cx="975" cy="955"/>
                <a:chOff x="1901" y="2466"/>
                <a:chExt cx="1535" cy="1504"/>
              </a:xfrm>
            </p:grpSpPr>
            <p:sp>
              <p:nvSpPr>
                <p:cNvPr id="109723" name="Oval 155">
                  <a:extLst>
                    <a:ext uri="{FF2B5EF4-FFF2-40B4-BE49-F238E27FC236}">
                      <a16:creationId xmlns:a16="http://schemas.microsoft.com/office/drawing/2014/main" id="{BC4860E0-E668-43C9-AA95-00EF5AE31FC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85" y="3510"/>
                  <a:ext cx="183" cy="183"/>
                </a:xfrm>
                <a:prstGeom prst="ellips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9724" name="Oval 156">
                  <a:extLst>
                    <a:ext uri="{FF2B5EF4-FFF2-40B4-BE49-F238E27FC236}">
                      <a16:creationId xmlns:a16="http://schemas.microsoft.com/office/drawing/2014/main" id="{D2184DFE-AF1D-41E0-8535-E64D15CEADC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986" y="2545"/>
                  <a:ext cx="1352" cy="1352"/>
                </a:xfrm>
                <a:prstGeom prst="ellips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9725" name="Oval 157">
                  <a:extLst>
                    <a:ext uri="{FF2B5EF4-FFF2-40B4-BE49-F238E27FC236}">
                      <a16:creationId xmlns:a16="http://schemas.microsoft.com/office/drawing/2014/main" id="{268BA694-5F0C-4FF7-B21C-1BEB00A2021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279" y="2837"/>
                  <a:ext cx="760" cy="755"/>
                </a:xfrm>
                <a:prstGeom prst="ellips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9726" name="Oval 158">
                  <a:extLst>
                    <a:ext uri="{FF2B5EF4-FFF2-40B4-BE49-F238E27FC236}">
                      <a16:creationId xmlns:a16="http://schemas.microsoft.com/office/drawing/2014/main" id="{0A283B23-EEB9-40E1-A8DD-905171782E2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06" y="2965"/>
                  <a:ext cx="505" cy="505"/>
                </a:xfrm>
                <a:prstGeom prst="ellips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9727" name="Freeform 159">
                  <a:extLst>
                    <a:ext uri="{FF2B5EF4-FFF2-40B4-BE49-F238E27FC236}">
                      <a16:creationId xmlns:a16="http://schemas.microsoft.com/office/drawing/2014/main" id="{5CCBAEED-25FD-406B-BD1D-42C8BB8CDA0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932" y="3491"/>
                  <a:ext cx="208" cy="208"/>
                </a:xfrm>
                <a:custGeom>
                  <a:avLst/>
                  <a:gdLst>
                    <a:gd name="T0" fmla="*/ 1245 w 1245"/>
                    <a:gd name="T1" fmla="*/ 1246 h 1246"/>
                    <a:gd name="T2" fmla="*/ 0 w 1245"/>
                    <a:gd name="T3" fmla="*/ 0 h 1246"/>
                    <a:gd name="T4" fmla="*/ 1 w 1245"/>
                    <a:gd name="T5" fmla="*/ 0 h 124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245" h="1246">
                      <a:moveTo>
                        <a:pt x="1245" y="1246"/>
                      </a:moveTo>
                      <a:lnTo>
                        <a:pt x="0" y="0"/>
                      </a:lnTo>
                      <a:lnTo>
                        <a:pt x="1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9728" name="Freeform 160">
                  <a:extLst>
                    <a:ext uri="{FF2B5EF4-FFF2-40B4-BE49-F238E27FC236}">
                      <a16:creationId xmlns:a16="http://schemas.microsoft.com/office/drawing/2014/main" id="{9799E7AC-107C-4A5B-AE97-D0EB5ADE9CE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83" y="3491"/>
                  <a:ext cx="208" cy="208"/>
                </a:xfrm>
                <a:custGeom>
                  <a:avLst/>
                  <a:gdLst>
                    <a:gd name="T0" fmla="*/ 0 w 1247"/>
                    <a:gd name="T1" fmla="*/ 1246 h 1246"/>
                    <a:gd name="T2" fmla="*/ 1246 w 1247"/>
                    <a:gd name="T3" fmla="*/ 0 h 1246"/>
                    <a:gd name="T4" fmla="*/ 1247 w 1247"/>
                    <a:gd name="T5" fmla="*/ 0 h 124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247" h="1246">
                      <a:moveTo>
                        <a:pt x="0" y="1246"/>
                      </a:moveTo>
                      <a:lnTo>
                        <a:pt x="1246" y="0"/>
                      </a:lnTo>
                      <a:lnTo>
                        <a:pt x="1247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9729" name="Freeform 161">
                  <a:extLst>
                    <a:ext uri="{FF2B5EF4-FFF2-40B4-BE49-F238E27FC236}">
                      <a16:creationId xmlns:a16="http://schemas.microsoft.com/office/drawing/2014/main" id="{2464CF6C-E7AE-4A16-8C4E-59BD12B1784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84" y="2730"/>
                  <a:ext cx="186" cy="198"/>
                </a:xfrm>
                <a:custGeom>
                  <a:avLst/>
                  <a:gdLst>
                    <a:gd name="T0" fmla="*/ 186 w 186"/>
                    <a:gd name="T1" fmla="*/ 198 h 198"/>
                    <a:gd name="T2" fmla="*/ 0 w 186"/>
                    <a:gd name="T3" fmla="*/ 0 h 1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186" h="198">
                      <a:moveTo>
                        <a:pt x="186" y="198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9730" name="Freeform 162">
                  <a:extLst>
                    <a:ext uri="{FF2B5EF4-FFF2-40B4-BE49-F238E27FC236}">
                      <a16:creationId xmlns:a16="http://schemas.microsoft.com/office/drawing/2014/main" id="{077F93B4-15B8-4CE7-92B0-2043D7304EA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953" y="2741"/>
                  <a:ext cx="187" cy="187"/>
                </a:xfrm>
                <a:custGeom>
                  <a:avLst/>
                  <a:gdLst>
                    <a:gd name="T0" fmla="*/ 0 w 1122"/>
                    <a:gd name="T1" fmla="*/ 1121 h 1121"/>
                    <a:gd name="T2" fmla="*/ 1120 w 1122"/>
                    <a:gd name="T3" fmla="*/ 0 h 1121"/>
                    <a:gd name="T4" fmla="*/ 1122 w 1122"/>
                    <a:gd name="T5" fmla="*/ 0 h 112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122" h="1121">
                      <a:moveTo>
                        <a:pt x="0" y="1121"/>
                      </a:moveTo>
                      <a:lnTo>
                        <a:pt x="1120" y="0"/>
                      </a:lnTo>
                      <a:lnTo>
                        <a:pt x="1122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grpSp>
              <p:nvGrpSpPr>
                <p:cNvPr id="109731" name="Group 163">
                  <a:extLst>
                    <a:ext uri="{FF2B5EF4-FFF2-40B4-BE49-F238E27FC236}">
                      <a16:creationId xmlns:a16="http://schemas.microsoft.com/office/drawing/2014/main" id="{B8B9FF0A-7B06-42FA-8D74-F0F9876B3561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661" y="2466"/>
                  <a:ext cx="1" cy="1504"/>
                  <a:chOff x="2661" y="2466"/>
                  <a:chExt cx="1" cy="1504"/>
                </a:xfrm>
              </p:grpSpPr>
              <p:sp>
                <p:nvSpPr>
                  <p:cNvPr id="109732" name="Freeform 164">
                    <a:extLst>
                      <a:ext uri="{FF2B5EF4-FFF2-40B4-BE49-F238E27FC236}">
                        <a16:creationId xmlns:a16="http://schemas.microsoft.com/office/drawing/2014/main" id="{8487B026-A145-4B70-A0EC-7D787322A137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661" y="2466"/>
                    <a:ext cx="1" cy="810"/>
                  </a:xfrm>
                  <a:custGeom>
                    <a:avLst/>
                    <a:gdLst>
                      <a:gd name="T0" fmla="*/ 0 w 1"/>
                      <a:gd name="T1" fmla="*/ 0 h 4858"/>
                      <a:gd name="T2" fmla="*/ 0 w 1"/>
                      <a:gd name="T3" fmla="*/ 4858 h 4858"/>
                      <a:gd name="T4" fmla="*/ 1 w 1"/>
                      <a:gd name="T5" fmla="*/ 4858 h 485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1" h="4858">
                        <a:moveTo>
                          <a:pt x="0" y="0"/>
                        </a:moveTo>
                        <a:lnTo>
                          <a:pt x="0" y="4858"/>
                        </a:lnTo>
                        <a:lnTo>
                          <a:pt x="1" y="4858"/>
                        </a:lnTo>
                      </a:path>
                    </a:pathLst>
                  </a:custGeom>
                  <a:noFill/>
                  <a:ln w="19050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09733" name="Freeform 165">
                    <a:extLst>
                      <a:ext uri="{FF2B5EF4-FFF2-40B4-BE49-F238E27FC236}">
                        <a16:creationId xmlns:a16="http://schemas.microsoft.com/office/drawing/2014/main" id="{876BE70A-E490-4BF6-ABAB-4733D8389A1D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661" y="3387"/>
                    <a:ext cx="1" cy="583"/>
                  </a:xfrm>
                  <a:custGeom>
                    <a:avLst/>
                    <a:gdLst>
                      <a:gd name="T0" fmla="*/ 0 w 1"/>
                      <a:gd name="T1" fmla="*/ 0 h 3496"/>
                      <a:gd name="T2" fmla="*/ 0 w 1"/>
                      <a:gd name="T3" fmla="*/ 3496 h 3496"/>
                      <a:gd name="T4" fmla="*/ 1 w 1"/>
                      <a:gd name="T5" fmla="*/ 3496 h 349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1" h="3496">
                        <a:moveTo>
                          <a:pt x="0" y="0"/>
                        </a:moveTo>
                        <a:lnTo>
                          <a:pt x="0" y="3496"/>
                        </a:lnTo>
                        <a:lnTo>
                          <a:pt x="1" y="3496"/>
                        </a:lnTo>
                      </a:path>
                    </a:pathLst>
                  </a:custGeom>
                  <a:noFill/>
                  <a:ln w="19050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09734" name="Freeform 166">
                    <a:extLst>
                      <a:ext uri="{FF2B5EF4-FFF2-40B4-BE49-F238E27FC236}">
                        <a16:creationId xmlns:a16="http://schemas.microsoft.com/office/drawing/2014/main" id="{660E6CBD-1BA1-4407-850F-9C6145405787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661" y="3320"/>
                    <a:ext cx="1" cy="23"/>
                  </a:xfrm>
                  <a:custGeom>
                    <a:avLst/>
                    <a:gdLst>
                      <a:gd name="T0" fmla="*/ 0 w 1"/>
                      <a:gd name="T1" fmla="*/ 0 h 134"/>
                      <a:gd name="T2" fmla="*/ 0 w 1"/>
                      <a:gd name="T3" fmla="*/ 134 h 134"/>
                      <a:gd name="T4" fmla="*/ 1 w 1"/>
                      <a:gd name="T5" fmla="*/ 134 h 13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1" h="134">
                        <a:moveTo>
                          <a:pt x="0" y="0"/>
                        </a:moveTo>
                        <a:lnTo>
                          <a:pt x="0" y="134"/>
                        </a:lnTo>
                        <a:lnTo>
                          <a:pt x="1" y="134"/>
                        </a:lnTo>
                      </a:path>
                    </a:pathLst>
                  </a:custGeom>
                  <a:noFill/>
                  <a:ln w="19050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109735" name="Group 167">
                  <a:extLst>
                    <a:ext uri="{FF2B5EF4-FFF2-40B4-BE49-F238E27FC236}">
                      <a16:creationId xmlns:a16="http://schemas.microsoft.com/office/drawing/2014/main" id="{8A21E2CF-2A7F-4A61-93CC-C63B8969EC91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901" y="3220"/>
                  <a:ext cx="1535" cy="1"/>
                  <a:chOff x="1901" y="3220"/>
                  <a:chExt cx="1535" cy="1"/>
                </a:xfrm>
              </p:grpSpPr>
              <p:sp>
                <p:nvSpPr>
                  <p:cNvPr id="109736" name="Freeform 168">
                    <a:extLst>
                      <a:ext uri="{FF2B5EF4-FFF2-40B4-BE49-F238E27FC236}">
                        <a16:creationId xmlns:a16="http://schemas.microsoft.com/office/drawing/2014/main" id="{B908D910-45C5-4EA6-ADB3-23EF1183CDCE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901" y="3220"/>
                    <a:ext cx="847" cy="1"/>
                  </a:xfrm>
                  <a:custGeom>
                    <a:avLst/>
                    <a:gdLst>
                      <a:gd name="T0" fmla="*/ 0 w 5082"/>
                      <a:gd name="T1" fmla="*/ 5080 w 5082"/>
                      <a:gd name="T2" fmla="*/ 5082 w 5082"/>
                    </a:gdLst>
                    <a:ahLst/>
                    <a:cxnLst>
                      <a:cxn ang="0">
                        <a:pos x="T0" y="0"/>
                      </a:cxn>
                      <a:cxn ang="0">
                        <a:pos x="T1" y="0"/>
                      </a:cxn>
                      <a:cxn ang="0">
                        <a:pos x="T2" y="0"/>
                      </a:cxn>
                    </a:cxnLst>
                    <a:rect l="0" t="0" r="r" b="b"/>
                    <a:pathLst>
                      <a:path w="5082">
                        <a:moveTo>
                          <a:pt x="0" y="0"/>
                        </a:moveTo>
                        <a:lnTo>
                          <a:pt x="5080" y="0"/>
                        </a:lnTo>
                        <a:lnTo>
                          <a:pt x="5082" y="0"/>
                        </a:lnTo>
                      </a:path>
                    </a:pathLst>
                  </a:custGeom>
                  <a:noFill/>
                  <a:ln w="19050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09737" name="Freeform 169">
                    <a:extLst>
                      <a:ext uri="{FF2B5EF4-FFF2-40B4-BE49-F238E27FC236}">
                        <a16:creationId xmlns:a16="http://schemas.microsoft.com/office/drawing/2014/main" id="{FA421952-BCDC-4C30-813D-2F782453E3FD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792" y="3220"/>
                    <a:ext cx="34" cy="1"/>
                  </a:xfrm>
                  <a:custGeom>
                    <a:avLst/>
                    <a:gdLst>
                      <a:gd name="T0" fmla="*/ 0 w 201"/>
                      <a:gd name="T1" fmla="*/ 200 w 201"/>
                      <a:gd name="T2" fmla="*/ 201 w 201"/>
                    </a:gdLst>
                    <a:ahLst/>
                    <a:cxnLst>
                      <a:cxn ang="0">
                        <a:pos x="T0" y="0"/>
                      </a:cxn>
                      <a:cxn ang="0">
                        <a:pos x="T1" y="0"/>
                      </a:cxn>
                      <a:cxn ang="0">
                        <a:pos x="T2" y="0"/>
                      </a:cxn>
                    </a:cxnLst>
                    <a:rect l="0" t="0" r="r" b="b"/>
                    <a:pathLst>
                      <a:path w="201">
                        <a:moveTo>
                          <a:pt x="0" y="0"/>
                        </a:moveTo>
                        <a:lnTo>
                          <a:pt x="200" y="0"/>
                        </a:lnTo>
                        <a:lnTo>
                          <a:pt x="201" y="0"/>
                        </a:lnTo>
                      </a:path>
                    </a:pathLst>
                  </a:custGeom>
                  <a:noFill/>
                  <a:ln w="19050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09738" name="Freeform 170">
                    <a:extLst>
                      <a:ext uri="{FF2B5EF4-FFF2-40B4-BE49-F238E27FC236}">
                        <a16:creationId xmlns:a16="http://schemas.microsoft.com/office/drawing/2014/main" id="{9C572B13-631F-49B8-A2CC-642D26521349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870" y="3220"/>
                    <a:ext cx="566" cy="1"/>
                  </a:xfrm>
                  <a:custGeom>
                    <a:avLst/>
                    <a:gdLst>
                      <a:gd name="T0" fmla="*/ 0 w 3395"/>
                      <a:gd name="T1" fmla="*/ 3394 w 3395"/>
                      <a:gd name="T2" fmla="*/ 3395 w 3395"/>
                    </a:gdLst>
                    <a:ahLst/>
                    <a:cxnLst>
                      <a:cxn ang="0">
                        <a:pos x="T0" y="0"/>
                      </a:cxn>
                      <a:cxn ang="0">
                        <a:pos x="T1" y="0"/>
                      </a:cxn>
                      <a:cxn ang="0">
                        <a:pos x="T2" y="0"/>
                      </a:cxn>
                    </a:cxnLst>
                    <a:rect l="0" t="0" r="r" b="b"/>
                    <a:pathLst>
                      <a:path w="3395">
                        <a:moveTo>
                          <a:pt x="0" y="0"/>
                        </a:moveTo>
                        <a:lnTo>
                          <a:pt x="3394" y="0"/>
                        </a:lnTo>
                        <a:lnTo>
                          <a:pt x="3395" y="0"/>
                        </a:lnTo>
                      </a:path>
                    </a:pathLst>
                  </a:custGeom>
                  <a:noFill/>
                  <a:ln w="19050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109739" name="Group 171">
                  <a:extLst>
                    <a:ext uri="{FF2B5EF4-FFF2-40B4-BE49-F238E27FC236}">
                      <a16:creationId xmlns:a16="http://schemas.microsoft.com/office/drawing/2014/main" id="{9ECE014B-D74B-4BF6-AFC0-6D058674E8BF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122" y="2682"/>
                  <a:ext cx="1078" cy="1077"/>
                  <a:chOff x="2122" y="2682"/>
                  <a:chExt cx="1078" cy="1077"/>
                </a:xfrm>
              </p:grpSpPr>
              <p:sp>
                <p:nvSpPr>
                  <p:cNvPr id="109740" name="Freeform 172">
                    <a:extLst>
                      <a:ext uri="{FF2B5EF4-FFF2-40B4-BE49-F238E27FC236}">
                        <a16:creationId xmlns:a16="http://schemas.microsoft.com/office/drawing/2014/main" id="{A3E32DED-347D-4F15-AE3E-B662FC4258CF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176" y="3052"/>
                    <a:ext cx="10" cy="37"/>
                  </a:xfrm>
                  <a:custGeom>
                    <a:avLst/>
                    <a:gdLst>
                      <a:gd name="T0" fmla="*/ 63 w 63"/>
                      <a:gd name="T1" fmla="*/ 219 h 219"/>
                      <a:gd name="T2" fmla="*/ 0 w 63"/>
                      <a:gd name="T3" fmla="*/ 0 h 219"/>
                      <a:gd name="T4" fmla="*/ 1 w 63"/>
                      <a:gd name="T5" fmla="*/ 0 h 21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63" h="219">
                        <a:moveTo>
                          <a:pt x="63" y="219"/>
                        </a:moveTo>
                        <a:lnTo>
                          <a:pt x="0" y="0"/>
                        </a:lnTo>
                        <a:lnTo>
                          <a:pt x="1" y="0"/>
                        </a:lnTo>
                      </a:path>
                    </a:pathLst>
                  </a:custGeom>
                  <a:noFill/>
                  <a:ln w="19050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09741" name="Freeform 173">
                    <a:extLst>
                      <a:ext uri="{FF2B5EF4-FFF2-40B4-BE49-F238E27FC236}">
                        <a16:creationId xmlns:a16="http://schemas.microsoft.com/office/drawing/2014/main" id="{EEA8A828-8E3C-470C-85C3-0FD643C96DB4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604" y="2682"/>
                    <a:ext cx="557" cy="331"/>
                  </a:xfrm>
                  <a:custGeom>
                    <a:avLst/>
                    <a:gdLst>
                      <a:gd name="T0" fmla="*/ 3343 w 3343"/>
                      <a:gd name="T1" fmla="*/ 1989 h 1989"/>
                      <a:gd name="T2" fmla="*/ 2930 w 3343"/>
                      <a:gd name="T3" fmla="*/ 1266 h 1989"/>
                      <a:gd name="T4" fmla="*/ 2346 w 3343"/>
                      <a:gd name="T5" fmla="*/ 672 h 1989"/>
                      <a:gd name="T6" fmla="*/ 1632 w 3343"/>
                      <a:gd name="T7" fmla="*/ 247 h 1989"/>
                      <a:gd name="T8" fmla="*/ 831 w 3343"/>
                      <a:gd name="T9" fmla="*/ 18 h 1989"/>
                      <a:gd name="T10" fmla="*/ 0 w 3343"/>
                      <a:gd name="T11" fmla="*/ 0 h 1989"/>
                      <a:gd name="T12" fmla="*/ 1 w 3343"/>
                      <a:gd name="T13" fmla="*/ 0 h 198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3343" h="1989">
                        <a:moveTo>
                          <a:pt x="3343" y="1989"/>
                        </a:moveTo>
                        <a:lnTo>
                          <a:pt x="2930" y="1266"/>
                        </a:lnTo>
                        <a:lnTo>
                          <a:pt x="2346" y="672"/>
                        </a:lnTo>
                        <a:lnTo>
                          <a:pt x="1632" y="247"/>
                        </a:lnTo>
                        <a:lnTo>
                          <a:pt x="831" y="18"/>
                        </a:lnTo>
                        <a:lnTo>
                          <a:pt x="0" y="0"/>
                        </a:lnTo>
                        <a:lnTo>
                          <a:pt x="1" y="0"/>
                        </a:lnTo>
                      </a:path>
                    </a:pathLst>
                  </a:custGeom>
                  <a:noFill/>
                  <a:ln w="19050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09742" name="Freeform 174">
                    <a:extLst>
                      <a:ext uri="{FF2B5EF4-FFF2-40B4-BE49-F238E27FC236}">
                        <a16:creationId xmlns:a16="http://schemas.microsoft.com/office/drawing/2014/main" id="{E8F63602-B426-448E-B7B4-5F9D67AA26E4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122" y="2714"/>
                    <a:ext cx="346" cy="612"/>
                  </a:xfrm>
                  <a:custGeom>
                    <a:avLst/>
                    <a:gdLst>
                      <a:gd name="T0" fmla="*/ 2073 w 2073"/>
                      <a:gd name="T1" fmla="*/ 0 h 3671"/>
                      <a:gd name="T2" fmla="*/ 1279 w 2073"/>
                      <a:gd name="T3" fmla="*/ 441 h 3671"/>
                      <a:gd name="T4" fmla="*/ 639 w 2073"/>
                      <a:gd name="T5" fmla="*/ 1084 h 3671"/>
                      <a:gd name="T6" fmla="*/ 202 w 2073"/>
                      <a:gd name="T7" fmla="*/ 1879 h 3671"/>
                      <a:gd name="T8" fmla="*/ 0 w 2073"/>
                      <a:gd name="T9" fmla="*/ 2765 h 3671"/>
                      <a:gd name="T10" fmla="*/ 52 w 2073"/>
                      <a:gd name="T11" fmla="*/ 3671 h 3671"/>
                      <a:gd name="T12" fmla="*/ 53 w 2073"/>
                      <a:gd name="T13" fmla="*/ 3671 h 367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2073" h="3671">
                        <a:moveTo>
                          <a:pt x="2073" y="0"/>
                        </a:moveTo>
                        <a:lnTo>
                          <a:pt x="1279" y="441"/>
                        </a:lnTo>
                        <a:lnTo>
                          <a:pt x="639" y="1084"/>
                        </a:lnTo>
                        <a:lnTo>
                          <a:pt x="202" y="1879"/>
                        </a:lnTo>
                        <a:lnTo>
                          <a:pt x="0" y="2765"/>
                        </a:lnTo>
                        <a:lnTo>
                          <a:pt x="52" y="3671"/>
                        </a:lnTo>
                        <a:lnTo>
                          <a:pt x="53" y="3671"/>
                        </a:lnTo>
                      </a:path>
                    </a:pathLst>
                  </a:custGeom>
                  <a:noFill/>
                  <a:ln w="19050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09743" name="Freeform 175">
                    <a:extLst>
                      <a:ext uri="{FF2B5EF4-FFF2-40B4-BE49-F238E27FC236}">
                        <a16:creationId xmlns:a16="http://schemas.microsoft.com/office/drawing/2014/main" id="{475339F3-2D5A-4C03-9748-802F75746032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512" y="2693"/>
                    <a:ext cx="26" cy="7"/>
                  </a:xfrm>
                  <a:custGeom>
                    <a:avLst/>
                    <a:gdLst>
                      <a:gd name="T0" fmla="*/ 157 w 157"/>
                      <a:gd name="T1" fmla="*/ 0 h 42"/>
                      <a:gd name="T2" fmla="*/ 0 w 157"/>
                      <a:gd name="T3" fmla="*/ 42 h 42"/>
                      <a:gd name="T4" fmla="*/ 1 w 157"/>
                      <a:gd name="T5" fmla="*/ 42 h 4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157" h="42">
                        <a:moveTo>
                          <a:pt x="157" y="0"/>
                        </a:moveTo>
                        <a:lnTo>
                          <a:pt x="0" y="42"/>
                        </a:lnTo>
                        <a:lnTo>
                          <a:pt x="1" y="42"/>
                        </a:lnTo>
                      </a:path>
                    </a:pathLst>
                  </a:custGeom>
                  <a:noFill/>
                  <a:ln w="19050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09744" name="Freeform 176">
                    <a:extLst>
                      <a:ext uri="{FF2B5EF4-FFF2-40B4-BE49-F238E27FC236}">
                        <a16:creationId xmlns:a16="http://schemas.microsoft.com/office/drawing/2014/main" id="{4144A011-83F9-494E-A1C2-23BE7437DF41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173" y="3131"/>
                    <a:ext cx="1027" cy="628"/>
                  </a:xfrm>
                  <a:custGeom>
                    <a:avLst/>
                    <a:gdLst>
                      <a:gd name="T0" fmla="*/ 0 w 6162"/>
                      <a:gd name="T1" fmla="*/ 1928 h 3769"/>
                      <a:gd name="T2" fmla="*/ 458 w 6162"/>
                      <a:gd name="T3" fmla="*/ 2636 h 3769"/>
                      <a:gd name="T4" fmla="*/ 1081 w 6162"/>
                      <a:gd name="T5" fmla="*/ 3202 h 3769"/>
                      <a:gd name="T6" fmla="*/ 1830 w 6162"/>
                      <a:gd name="T7" fmla="*/ 3588 h 3769"/>
                      <a:gd name="T8" fmla="*/ 2652 w 6162"/>
                      <a:gd name="T9" fmla="*/ 3769 h 3769"/>
                      <a:gd name="T10" fmla="*/ 3493 w 6162"/>
                      <a:gd name="T11" fmla="*/ 3732 h 3769"/>
                      <a:gd name="T12" fmla="*/ 4297 w 6162"/>
                      <a:gd name="T13" fmla="*/ 3480 h 3769"/>
                      <a:gd name="T14" fmla="*/ 5009 w 6162"/>
                      <a:gd name="T15" fmla="*/ 3028 h 3769"/>
                      <a:gd name="T16" fmla="*/ 5581 w 6162"/>
                      <a:gd name="T17" fmla="*/ 2410 h 3769"/>
                      <a:gd name="T18" fmla="*/ 5974 w 6162"/>
                      <a:gd name="T19" fmla="*/ 1664 h 3769"/>
                      <a:gd name="T20" fmla="*/ 6162 w 6162"/>
                      <a:gd name="T21" fmla="*/ 843 h 3769"/>
                      <a:gd name="T22" fmla="*/ 6133 w 6162"/>
                      <a:gd name="T23" fmla="*/ 0 h 3769"/>
                      <a:gd name="T24" fmla="*/ 6134 w 6162"/>
                      <a:gd name="T25" fmla="*/ 0 h 376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</a:cxnLst>
                    <a:rect l="0" t="0" r="r" b="b"/>
                    <a:pathLst>
                      <a:path w="6162" h="3769">
                        <a:moveTo>
                          <a:pt x="0" y="1928"/>
                        </a:moveTo>
                        <a:lnTo>
                          <a:pt x="458" y="2636"/>
                        </a:lnTo>
                        <a:lnTo>
                          <a:pt x="1081" y="3202"/>
                        </a:lnTo>
                        <a:lnTo>
                          <a:pt x="1830" y="3588"/>
                        </a:lnTo>
                        <a:lnTo>
                          <a:pt x="2652" y="3769"/>
                        </a:lnTo>
                        <a:lnTo>
                          <a:pt x="3493" y="3732"/>
                        </a:lnTo>
                        <a:lnTo>
                          <a:pt x="4297" y="3480"/>
                        </a:lnTo>
                        <a:lnTo>
                          <a:pt x="5009" y="3028"/>
                        </a:lnTo>
                        <a:lnTo>
                          <a:pt x="5581" y="2410"/>
                        </a:lnTo>
                        <a:lnTo>
                          <a:pt x="5974" y="1664"/>
                        </a:lnTo>
                        <a:lnTo>
                          <a:pt x="6162" y="843"/>
                        </a:lnTo>
                        <a:lnTo>
                          <a:pt x="6133" y="0"/>
                        </a:lnTo>
                        <a:lnTo>
                          <a:pt x="6134" y="0"/>
                        </a:lnTo>
                      </a:path>
                    </a:pathLst>
                  </a:custGeom>
                  <a:noFill/>
                  <a:ln w="19050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09745" name="Freeform 177">
                    <a:extLst>
                      <a:ext uri="{FF2B5EF4-FFF2-40B4-BE49-F238E27FC236}">
                        <a16:creationId xmlns:a16="http://schemas.microsoft.com/office/drawing/2014/main" id="{68F0DE22-40D4-4CDA-899F-3224740D82ED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145" y="3381"/>
                    <a:ext cx="12" cy="34"/>
                  </a:xfrm>
                  <a:custGeom>
                    <a:avLst/>
                    <a:gdLst>
                      <a:gd name="T0" fmla="*/ 0 w 72"/>
                      <a:gd name="T1" fmla="*/ 0 h 205"/>
                      <a:gd name="T2" fmla="*/ 71 w 72"/>
                      <a:gd name="T3" fmla="*/ 205 h 205"/>
                      <a:gd name="T4" fmla="*/ 72 w 72"/>
                      <a:gd name="T5" fmla="*/ 205 h 20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72" h="205">
                        <a:moveTo>
                          <a:pt x="0" y="0"/>
                        </a:moveTo>
                        <a:lnTo>
                          <a:pt x="71" y="205"/>
                        </a:lnTo>
                        <a:lnTo>
                          <a:pt x="72" y="205"/>
                        </a:lnTo>
                      </a:path>
                    </a:pathLst>
                  </a:custGeom>
                  <a:noFill/>
                  <a:ln w="19050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109746" name="Group 178">
                  <a:extLst>
                    <a:ext uri="{FF2B5EF4-FFF2-40B4-BE49-F238E27FC236}">
                      <a16:creationId xmlns:a16="http://schemas.microsoft.com/office/drawing/2014/main" id="{96FA0B44-9B04-4BCE-A752-1D618FA69A0F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281" y="2839"/>
                  <a:ext cx="762" cy="762"/>
                  <a:chOff x="2281" y="2839"/>
                  <a:chExt cx="762" cy="762"/>
                </a:xfrm>
              </p:grpSpPr>
              <p:sp>
                <p:nvSpPr>
                  <p:cNvPr id="109747" name="Freeform 179">
                    <a:extLst>
                      <a:ext uri="{FF2B5EF4-FFF2-40B4-BE49-F238E27FC236}">
                        <a16:creationId xmlns:a16="http://schemas.microsoft.com/office/drawing/2014/main" id="{E582EEE6-37FA-4E36-A078-8D3C275A7138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281" y="2839"/>
                    <a:ext cx="346" cy="346"/>
                  </a:xfrm>
                  <a:custGeom>
                    <a:avLst/>
                    <a:gdLst>
                      <a:gd name="T0" fmla="*/ 0 w 2081"/>
                      <a:gd name="T1" fmla="*/ 2081 h 2081"/>
                      <a:gd name="T2" fmla="*/ 2080 w 2081"/>
                      <a:gd name="T3" fmla="*/ 0 h 2081"/>
                      <a:gd name="T4" fmla="*/ 2081 w 2081"/>
                      <a:gd name="T5" fmla="*/ 0 h 208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2081" h="2081">
                        <a:moveTo>
                          <a:pt x="0" y="2081"/>
                        </a:moveTo>
                        <a:lnTo>
                          <a:pt x="2080" y="0"/>
                        </a:lnTo>
                        <a:lnTo>
                          <a:pt x="2081" y="0"/>
                        </a:lnTo>
                      </a:path>
                    </a:pathLst>
                  </a:custGeom>
                  <a:noFill/>
                  <a:ln w="19050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09748" name="Freeform 180">
                    <a:extLst>
                      <a:ext uri="{FF2B5EF4-FFF2-40B4-BE49-F238E27FC236}">
                        <a16:creationId xmlns:a16="http://schemas.microsoft.com/office/drawing/2014/main" id="{40390F43-090C-462C-BEE4-76DA982E5141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294" y="3212"/>
                    <a:ext cx="113" cy="113"/>
                  </a:xfrm>
                  <a:custGeom>
                    <a:avLst/>
                    <a:gdLst>
                      <a:gd name="T0" fmla="*/ 0 w 679"/>
                      <a:gd name="T1" fmla="*/ 678 h 678"/>
                      <a:gd name="T2" fmla="*/ 678 w 679"/>
                      <a:gd name="T3" fmla="*/ 0 h 678"/>
                      <a:gd name="T4" fmla="*/ 679 w 679"/>
                      <a:gd name="T5" fmla="*/ 0 h 67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679" h="678">
                        <a:moveTo>
                          <a:pt x="0" y="678"/>
                        </a:moveTo>
                        <a:lnTo>
                          <a:pt x="678" y="0"/>
                        </a:lnTo>
                        <a:lnTo>
                          <a:pt x="679" y="0"/>
                        </a:lnTo>
                      </a:path>
                    </a:pathLst>
                  </a:custGeom>
                  <a:noFill/>
                  <a:ln w="19050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09749" name="Freeform 181">
                    <a:extLst>
                      <a:ext uri="{FF2B5EF4-FFF2-40B4-BE49-F238E27FC236}">
                        <a16:creationId xmlns:a16="http://schemas.microsoft.com/office/drawing/2014/main" id="{A3A25C29-B28B-447C-BD5A-E6627A7B214D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654" y="2852"/>
                    <a:ext cx="113" cy="113"/>
                  </a:xfrm>
                  <a:custGeom>
                    <a:avLst/>
                    <a:gdLst>
                      <a:gd name="T0" fmla="*/ 0 w 679"/>
                      <a:gd name="T1" fmla="*/ 677 h 677"/>
                      <a:gd name="T2" fmla="*/ 678 w 679"/>
                      <a:gd name="T3" fmla="*/ 0 h 677"/>
                      <a:gd name="T4" fmla="*/ 679 w 679"/>
                      <a:gd name="T5" fmla="*/ 0 h 67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679" h="677">
                        <a:moveTo>
                          <a:pt x="0" y="677"/>
                        </a:moveTo>
                        <a:lnTo>
                          <a:pt x="678" y="0"/>
                        </a:lnTo>
                        <a:lnTo>
                          <a:pt x="679" y="0"/>
                        </a:lnTo>
                      </a:path>
                    </a:pathLst>
                  </a:custGeom>
                  <a:noFill/>
                  <a:ln w="19050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09750" name="Freeform 182">
                    <a:extLst>
                      <a:ext uri="{FF2B5EF4-FFF2-40B4-BE49-F238E27FC236}">
                        <a16:creationId xmlns:a16="http://schemas.microsoft.com/office/drawing/2014/main" id="{6F54492B-8B9A-4C38-8447-C6CCC0A8FA25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342" y="3337"/>
                    <a:ext cx="93" cy="93"/>
                  </a:xfrm>
                  <a:custGeom>
                    <a:avLst/>
                    <a:gdLst>
                      <a:gd name="T0" fmla="*/ 0 w 559"/>
                      <a:gd name="T1" fmla="*/ 560 h 560"/>
                      <a:gd name="T2" fmla="*/ 558 w 559"/>
                      <a:gd name="T3" fmla="*/ 0 h 560"/>
                      <a:gd name="T4" fmla="*/ 559 w 559"/>
                      <a:gd name="T5" fmla="*/ 0 h 56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559" h="560">
                        <a:moveTo>
                          <a:pt x="0" y="560"/>
                        </a:moveTo>
                        <a:lnTo>
                          <a:pt x="558" y="0"/>
                        </a:lnTo>
                        <a:lnTo>
                          <a:pt x="559" y="0"/>
                        </a:lnTo>
                      </a:path>
                    </a:pathLst>
                  </a:custGeom>
                  <a:noFill/>
                  <a:ln w="19050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09751" name="Freeform 183">
                    <a:extLst>
                      <a:ext uri="{FF2B5EF4-FFF2-40B4-BE49-F238E27FC236}">
                        <a16:creationId xmlns:a16="http://schemas.microsoft.com/office/drawing/2014/main" id="{141F62D5-CD34-4E88-9ECA-DA1B4610E9CF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778" y="2900"/>
                    <a:ext cx="94" cy="93"/>
                  </a:xfrm>
                  <a:custGeom>
                    <a:avLst/>
                    <a:gdLst>
                      <a:gd name="T0" fmla="*/ 0 w 560"/>
                      <a:gd name="T1" fmla="*/ 559 h 559"/>
                      <a:gd name="T2" fmla="*/ 559 w 560"/>
                      <a:gd name="T3" fmla="*/ 0 h 559"/>
                      <a:gd name="T4" fmla="*/ 560 w 560"/>
                      <a:gd name="T5" fmla="*/ 0 h 55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560" h="559">
                        <a:moveTo>
                          <a:pt x="0" y="559"/>
                        </a:moveTo>
                        <a:lnTo>
                          <a:pt x="559" y="0"/>
                        </a:lnTo>
                        <a:lnTo>
                          <a:pt x="560" y="0"/>
                        </a:lnTo>
                      </a:path>
                    </a:pathLst>
                  </a:custGeom>
                  <a:noFill/>
                  <a:ln w="19050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09752" name="Freeform 184">
                    <a:extLst>
                      <a:ext uri="{FF2B5EF4-FFF2-40B4-BE49-F238E27FC236}">
                        <a16:creationId xmlns:a16="http://schemas.microsoft.com/office/drawing/2014/main" id="{62525AF8-0CF5-4C81-80BD-017E6AEA78FC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413" y="3420"/>
                    <a:ext cx="91" cy="91"/>
                  </a:xfrm>
                  <a:custGeom>
                    <a:avLst/>
                    <a:gdLst>
                      <a:gd name="T0" fmla="*/ 0 w 544"/>
                      <a:gd name="T1" fmla="*/ 544 h 544"/>
                      <a:gd name="T2" fmla="*/ 543 w 544"/>
                      <a:gd name="T3" fmla="*/ 0 h 544"/>
                      <a:gd name="T4" fmla="*/ 544 w 544"/>
                      <a:gd name="T5" fmla="*/ 0 h 54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544" h="544">
                        <a:moveTo>
                          <a:pt x="0" y="544"/>
                        </a:moveTo>
                        <a:lnTo>
                          <a:pt x="543" y="0"/>
                        </a:lnTo>
                        <a:lnTo>
                          <a:pt x="544" y="0"/>
                        </a:lnTo>
                      </a:path>
                    </a:pathLst>
                  </a:custGeom>
                  <a:noFill/>
                  <a:ln w="19050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09753" name="Freeform 185">
                    <a:extLst>
                      <a:ext uri="{FF2B5EF4-FFF2-40B4-BE49-F238E27FC236}">
                        <a16:creationId xmlns:a16="http://schemas.microsoft.com/office/drawing/2014/main" id="{B84C7B49-5471-4A08-8CC7-F47565E58EF8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862" y="2971"/>
                    <a:ext cx="91" cy="91"/>
                  </a:xfrm>
                  <a:custGeom>
                    <a:avLst/>
                    <a:gdLst>
                      <a:gd name="T0" fmla="*/ 0 w 544"/>
                      <a:gd name="T1" fmla="*/ 544 h 544"/>
                      <a:gd name="T2" fmla="*/ 543 w 544"/>
                      <a:gd name="T3" fmla="*/ 0 h 544"/>
                      <a:gd name="T4" fmla="*/ 544 w 544"/>
                      <a:gd name="T5" fmla="*/ 0 h 54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544" h="544">
                        <a:moveTo>
                          <a:pt x="0" y="544"/>
                        </a:moveTo>
                        <a:lnTo>
                          <a:pt x="543" y="0"/>
                        </a:lnTo>
                        <a:lnTo>
                          <a:pt x="544" y="0"/>
                        </a:lnTo>
                      </a:path>
                    </a:pathLst>
                  </a:custGeom>
                  <a:noFill/>
                  <a:ln w="19050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09754" name="Freeform 186">
                    <a:extLst>
                      <a:ext uri="{FF2B5EF4-FFF2-40B4-BE49-F238E27FC236}">
                        <a16:creationId xmlns:a16="http://schemas.microsoft.com/office/drawing/2014/main" id="{85A8B8E0-4E13-4B64-8FC0-BB5A51391463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507" y="3470"/>
                    <a:ext cx="101" cy="100"/>
                  </a:xfrm>
                  <a:custGeom>
                    <a:avLst/>
                    <a:gdLst>
                      <a:gd name="T0" fmla="*/ 0 w 605"/>
                      <a:gd name="T1" fmla="*/ 604 h 604"/>
                      <a:gd name="T2" fmla="*/ 603 w 605"/>
                      <a:gd name="T3" fmla="*/ 0 h 604"/>
                      <a:gd name="T4" fmla="*/ 605 w 605"/>
                      <a:gd name="T5" fmla="*/ 0 h 60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605" h="604">
                        <a:moveTo>
                          <a:pt x="0" y="604"/>
                        </a:moveTo>
                        <a:lnTo>
                          <a:pt x="603" y="0"/>
                        </a:lnTo>
                        <a:lnTo>
                          <a:pt x="605" y="0"/>
                        </a:lnTo>
                      </a:path>
                    </a:pathLst>
                  </a:custGeom>
                  <a:noFill/>
                  <a:ln w="19050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09755" name="Freeform 187">
                    <a:extLst>
                      <a:ext uri="{FF2B5EF4-FFF2-40B4-BE49-F238E27FC236}">
                        <a16:creationId xmlns:a16="http://schemas.microsoft.com/office/drawing/2014/main" id="{4F26E5AA-CDF4-490B-9DE4-30A0365337A1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911" y="3065"/>
                    <a:ext cx="101" cy="101"/>
                  </a:xfrm>
                  <a:custGeom>
                    <a:avLst/>
                    <a:gdLst>
                      <a:gd name="T0" fmla="*/ 0 w 605"/>
                      <a:gd name="T1" fmla="*/ 605 h 605"/>
                      <a:gd name="T2" fmla="*/ 604 w 605"/>
                      <a:gd name="T3" fmla="*/ 0 h 605"/>
                      <a:gd name="T4" fmla="*/ 605 w 605"/>
                      <a:gd name="T5" fmla="*/ 0 h 60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605" h="605">
                        <a:moveTo>
                          <a:pt x="0" y="605"/>
                        </a:moveTo>
                        <a:lnTo>
                          <a:pt x="604" y="0"/>
                        </a:lnTo>
                        <a:lnTo>
                          <a:pt x="605" y="0"/>
                        </a:lnTo>
                      </a:path>
                    </a:pathLst>
                  </a:custGeom>
                  <a:noFill/>
                  <a:ln w="19050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09756" name="Freeform 188">
                    <a:extLst>
                      <a:ext uri="{FF2B5EF4-FFF2-40B4-BE49-F238E27FC236}">
                        <a16:creationId xmlns:a16="http://schemas.microsoft.com/office/drawing/2014/main" id="{D7A0B014-A75D-4FA0-8165-5C29E8C26F20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628" y="3442"/>
                    <a:ext cx="160" cy="159"/>
                  </a:xfrm>
                  <a:custGeom>
                    <a:avLst/>
                    <a:gdLst>
                      <a:gd name="T0" fmla="*/ 0 w 959"/>
                      <a:gd name="T1" fmla="*/ 959 h 959"/>
                      <a:gd name="T2" fmla="*/ 958 w 959"/>
                      <a:gd name="T3" fmla="*/ 0 h 959"/>
                      <a:gd name="T4" fmla="*/ 959 w 959"/>
                      <a:gd name="T5" fmla="*/ 0 h 95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959" h="959">
                        <a:moveTo>
                          <a:pt x="0" y="959"/>
                        </a:moveTo>
                        <a:lnTo>
                          <a:pt x="958" y="0"/>
                        </a:lnTo>
                        <a:lnTo>
                          <a:pt x="959" y="0"/>
                        </a:lnTo>
                      </a:path>
                    </a:pathLst>
                  </a:custGeom>
                  <a:noFill/>
                  <a:ln w="19050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09757" name="Freeform 189">
                    <a:extLst>
                      <a:ext uri="{FF2B5EF4-FFF2-40B4-BE49-F238E27FC236}">
                        <a16:creationId xmlns:a16="http://schemas.microsoft.com/office/drawing/2014/main" id="{29B7E143-870E-42F2-9EF7-4D88639390ED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883" y="3187"/>
                    <a:ext cx="160" cy="160"/>
                  </a:xfrm>
                  <a:custGeom>
                    <a:avLst/>
                    <a:gdLst>
                      <a:gd name="T0" fmla="*/ 0 w 961"/>
                      <a:gd name="T1" fmla="*/ 959 h 959"/>
                      <a:gd name="T2" fmla="*/ 959 w 961"/>
                      <a:gd name="T3" fmla="*/ 0 h 959"/>
                      <a:gd name="T4" fmla="*/ 961 w 961"/>
                      <a:gd name="T5" fmla="*/ 0 h 95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961" h="959">
                        <a:moveTo>
                          <a:pt x="0" y="959"/>
                        </a:moveTo>
                        <a:lnTo>
                          <a:pt x="959" y="0"/>
                        </a:lnTo>
                        <a:lnTo>
                          <a:pt x="961" y="0"/>
                        </a:lnTo>
                      </a:path>
                    </a:pathLst>
                  </a:custGeom>
                  <a:noFill/>
                  <a:ln w="19050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09758" name="Freeform 190">
                    <a:extLst>
                      <a:ext uri="{FF2B5EF4-FFF2-40B4-BE49-F238E27FC236}">
                        <a16:creationId xmlns:a16="http://schemas.microsoft.com/office/drawing/2014/main" id="{2ECF1340-E7B0-4950-AEAF-1958CAB341B9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809" y="3368"/>
                    <a:ext cx="206" cy="205"/>
                  </a:xfrm>
                  <a:custGeom>
                    <a:avLst/>
                    <a:gdLst>
                      <a:gd name="T0" fmla="*/ 0 w 1230"/>
                      <a:gd name="T1" fmla="*/ 1231 h 1231"/>
                      <a:gd name="T2" fmla="*/ 1229 w 1230"/>
                      <a:gd name="T3" fmla="*/ 0 h 1231"/>
                      <a:gd name="T4" fmla="*/ 1230 w 1230"/>
                      <a:gd name="T5" fmla="*/ 0 h 123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1230" h="1231">
                        <a:moveTo>
                          <a:pt x="0" y="1231"/>
                        </a:moveTo>
                        <a:lnTo>
                          <a:pt x="1229" y="0"/>
                        </a:lnTo>
                        <a:lnTo>
                          <a:pt x="1230" y="0"/>
                        </a:lnTo>
                      </a:path>
                    </a:pathLst>
                  </a:custGeom>
                  <a:noFill/>
                  <a:ln w="19050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109759" name="Oval 191">
                  <a:extLst>
                    <a:ext uri="{FF2B5EF4-FFF2-40B4-BE49-F238E27FC236}">
                      <a16:creationId xmlns:a16="http://schemas.microsoft.com/office/drawing/2014/main" id="{81364E6E-A913-4C77-859F-7206964C64F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49" y="2750"/>
                  <a:ext cx="183" cy="183"/>
                </a:xfrm>
                <a:prstGeom prst="ellips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9760" name="Oval 192">
                  <a:extLst>
                    <a:ext uri="{FF2B5EF4-FFF2-40B4-BE49-F238E27FC236}">
                      <a16:creationId xmlns:a16="http://schemas.microsoft.com/office/drawing/2014/main" id="{FD210CBA-351D-4535-97CD-4B201566D70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92" y="2745"/>
                  <a:ext cx="183" cy="183"/>
                </a:xfrm>
                <a:prstGeom prst="ellips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9761" name="Oval 193">
                  <a:extLst>
                    <a:ext uri="{FF2B5EF4-FFF2-40B4-BE49-F238E27FC236}">
                      <a16:creationId xmlns:a16="http://schemas.microsoft.com/office/drawing/2014/main" id="{7440DD93-351A-4E76-B700-AB35E209D7F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49" y="3504"/>
                  <a:ext cx="183" cy="183"/>
                </a:xfrm>
                <a:prstGeom prst="ellips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109762" name="Line 194">
                <a:extLst>
                  <a:ext uri="{FF2B5EF4-FFF2-40B4-BE49-F238E27FC236}">
                    <a16:creationId xmlns:a16="http://schemas.microsoft.com/office/drawing/2014/main" id="{870D3345-AA6B-4D09-AD26-D09D95FAEA4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44" y="2592"/>
                <a:ext cx="131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9763" name="Line 195">
                <a:extLst>
                  <a:ext uri="{FF2B5EF4-FFF2-40B4-BE49-F238E27FC236}">
                    <a16:creationId xmlns:a16="http://schemas.microsoft.com/office/drawing/2014/main" id="{6752C8E1-593D-49DC-A6EA-AF2962B18FD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68" y="2589"/>
                <a:ext cx="131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9764" name="Text Box 196">
                <a:extLst>
                  <a:ext uri="{FF2B5EF4-FFF2-40B4-BE49-F238E27FC236}">
                    <a16:creationId xmlns:a16="http://schemas.microsoft.com/office/drawing/2014/main" id="{0F6A9015-8B25-4C7B-9656-07383417BA0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071" y="2847"/>
                <a:ext cx="415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0">
                    <a:solidFill>
                      <a:srgbClr val="0000FF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lang="en-US" altLang="zh-CN" sz="1800" i="1">
                    <a:latin typeface="宋体" panose="02010600030101010101" pitchFamily="2" charset="-122"/>
                  </a:rPr>
                  <a:t>A</a:t>
                </a:r>
                <a:r>
                  <a:rPr lang="zh-CN" altLang="en-US" sz="1800"/>
                  <a:t>－</a:t>
                </a:r>
                <a:r>
                  <a:rPr lang="en-US" altLang="zh-CN" sz="2000" i="1">
                    <a:latin typeface="宋体" panose="02010600030101010101" pitchFamily="2" charset="-122"/>
                  </a:rPr>
                  <a:t>A</a:t>
                </a:r>
                <a:endParaRPr lang="en-US" altLang="zh-CN" sz="2000"/>
              </a:p>
            </p:txBody>
          </p:sp>
        </p:grpSp>
        <p:grpSp>
          <p:nvGrpSpPr>
            <p:cNvPr id="109773" name="Group 205">
              <a:extLst>
                <a:ext uri="{FF2B5EF4-FFF2-40B4-BE49-F238E27FC236}">
                  <a16:creationId xmlns:a16="http://schemas.microsoft.com/office/drawing/2014/main" id="{3E2ABBF4-2D02-412D-8918-D1D20AEFB48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16" y="3129"/>
              <a:ext cx="794" cy="373"/>
              <a:chOff x="4516" y="3129"/>
              <a:chExt cx="794" cy="373"/>
            </a:xfrm>
          </p:grpSpPr>
          <p:sp>
            <p:nvSpPr>
              <p:cNvPr id="109768" name="Line 200">
                <a:extLst>
                  <a:ext uri="{FF2B5EF4-FFF2-40B4-BE49-F238E27FC236}">
                    <a16:creationId xmlns:a16="http://schemas.microsoft.com/office/drawing/2014/main" id="{A5352143-E388-4A4A-A9E9-BC29655BCC0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54" y="3496"/>
                <a:ext cx="216" cy="0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9769" name="Line 201">
                <a:extLst>
                  <a:ext uri="{FF2B5EF4-FFF2-40B4-BE49-F238E27FC236}">
                    <a16:creationId xmlns:a16="http://schemas.microsoft.com/office/drawing/2014/main" id="{8297720A-AD89-4413-A8C9-571157AC88A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516" y="3129"/>
                <a:ext cx="337" cy="337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9770" name="Freeform 202">
                <a:extLst>
                  <a:ext uri="{FF2B5EF4-FFF2-40B4-BE49-F238E27FC236}">
                    <a16:creationId xmlns:a16="http://schemas.microsoft.com/office/drawing/2014/main" id="{667FCF7E-713E-43E3-8F8C-980E4E48A25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08" y="3156"/>
                <a:ext cx="112" cy="346"/>
              </a:xfrm>
              <a:custGeom>
                <a:avLst/>
                <a:gdLst>
                  <a:gd name="T0" fmla="*/ 138 w 138"/>
                  <a:gd name="T1" fmla="*/ 498 h 498"/>
                  <a:gd name="T2" fmla="*/ 127 w 138"/>
                  <a:gd name="T3" fmla="*/ 343 h 498"/>
                  <a:gd name="T4" fmla="*/ 103 w 138"/>
                  <a:gd name="T5" fmla="*/ 228 h 498"/>
                  <a:gd name="T6" fmla="*/ 67 w 138"/>
                  <a:gd name="T7" fmla="*/ 116 h 498"/>
                  <a:gd name="T8" fmla="*/ 36 w 138"/>
                  <a:gd name="T9" fmla="*/ 48 h 498"/>
                  <a:gd name="T10" fmla="*/ 0 w 138"/>
                  <a:gd name="T11" fmla="*/ 0 h 4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38" h="498">
                    <a:moveTo>
                      <a:pt x="138" y="498"/>
                    </a:moveTo>
                    <a:lnTo>
                      <a:pt x="127" y="343"/>
                    </a:lnTo>
                    <a:lnTo>
                      <a:pt x="103" y="228"/>
                    </a:lnTo>
                    <a:lnTo>
                      <a:pt x="67" y="116"/>
                    </a:lnTo>
                    <a:lnTo>
                      <a:pt x="36" y="48"/>
                    </a:lnTo>
                    <a:lnTo>
                      <a:pt x="0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 type="triangle" w="sm" len="lg"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9772" name="Text Box 204">
                <a:extLst>
                  <a:ext uri="{FF2B5EF4-FFF2-40B4-BE49-F238E27FC236}">
                    <a16:creationId xmlns:a16="http://schemas.microsoft.com/office/drawing/2014/main" id="{31B9C62C-87C2-45CC-85AB-7721827F126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830" y="3174"/>
                <a:ext cx="480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000" i="1"/>
                  <a:t>45°</a:t>
                </a:r>
              </a:p>
            </p:txBody>
          </p:sp>
        </p:grpSp>
      </p:grpSp>
    </p:spTree>
  </p:cSld>
  <p:clrMapOvr>
    <a:masterClrMapping/>
  </p:clrMapOvr>
  <p:transition spd="slow">
    <p:cover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97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500"/>
                                        <p:tgtEl>
                                          <p:spTgt spid="1097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" dur="500"/>
                                        <p:tgtEl>
                                          <p:spTgt spid="1097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9765" grpId="0" autoUpdateAnimBg="0"/>
      <p:bldP spid="109767" grpId="0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Text Box 2">
            <a:extLst>
              <a:ext uri="{FF2B5EF4-FFF2-40B4-BE49-F238E27FC236}">
                <a16:creationId xmlns:a16="http://schemas.microsoft.com/office/drawing/2014/main" id="{49F90D80-1EC7-43DF-9DA4-5E42CA5A14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79624" y="-55562"/>
            <a:ext cx="5478463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en-US" altLang="zh-CN" sz="3600" dirty="0">
                <a:solidFill>
                  <a:schemeClr val="bg1"/>
                </a:solidFill>
                <a:latin typeface="宋体" panose="02010600030101010101" pitchFamily="2" charset="-122"/>
              </a:rPr>
              <a:t>2.</a:t>
            </a:r>
            <a:r>
              <a:rPr lang="zh-CN" altLang="en-US" sz="3600" dirty="0">
                <a:solidFill>
                  <a:schemeClr val="bg1"/>
                </a:solidFill>
                <a:latin typeface="宋体" panose="02010600030101010101" pitchFamily="2" charset="-122"/>
              </a:rPr>
              <a:t>剖视的种类及适用条件</a:t>
            </a:r>
            <a:endParaRPr lang="zh-CN" altLang="en-US" sz="3600" dirty="0">
              <a:solidFill>
                <a:schemeClr val="bg1"/>
              </a:solidFill>
            </a:endParaRPr>
          </a:p>
        </p:txBody>
      </p:sp>
      <p:sp>
        <p:nvSpPr>
          <p:cNvPr id="110595" name="Text Box 3">
            <a:extLst>
              <a:ext uri="{FF2B5EF4-FFF2-40B4-BE49-F238E27FC236}">
                <a16:creationId xmlns:a16="http://schemas.microsoft.com/office/drawing/2014/main" id="{DD71346B-A3D7-4A3A-A05F-F973CC67FA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585788"/>
            <a:ext cx="2830513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en-US" altLang="zh-CN" sz="3200">
                <a:latin typeface="宋体" panose="02010600030101010101" pitchFamily="2" charset="-122"/>
              </a:rPr>
              <a:t>1)</a:t>
            </a:r>
            <a:r>
              <a:rPr lang="zh-CN" altLang="en-US" sz="3200">
                <a:latin typeface="宋体" panose="02010600030101010101" pitchFamily="2" charset="-122"/>
              </a:rPr>
              <a:t>全剖视图</a:t>
            </a:r>
            <a:endParaRPr lang="zh-CN" altLang="en-US" sz="3200" b="0">
              <a:latin typeface="宋体" panose="02010600030101010101" pitchFamily="2" charset="-122"/>
            </a:endParaRPr>
          </a:p>
        </p:txBody>
      </p:sp>
      <p:sp>
        <p:nvSpPr>
          <p:cNvPr id="110596" name="Text Box 4">
            <a:extLst>
              <a:ext uri="{FF2B5EF4-FFF2-40B4-BE49-F238E27FC236}">
                <a16:creationId xmlns:a16="http://schemas.microsoft.com/office/drawing/2014/main" id="{7D43B38B-A918-4479-8545-7D2E7DB3F3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9325" y="1087438"/>
            <a:ext cx="7685088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zh-CN" altLang="en-US" sz="3200">
                <a:latin typeface="宋体" panose="02010600030101010101" pitchFamily="2" charset="-122"/>
              </a:rPr>
              <a:t>用剖切面完全地剖开物体所得的剖视图。</a:t>
            </a:r>
          </a:p>
        </p:txBody>
      </p:sp>
      <p:sp>
        <p:nvSpPr>
          <p:cNvPr id="110597" name="Text Box 5">
            <a:extLst>
              <a:ext uri="{FF2B5EF4-FFF2-40B4-BE49-F238E27FC236}">
                <a16:creationId xmlns:a16="http://schemas.microsoft.com/office/drawing/2014/main" id="{1DB64CCD-56F2-41EE-8A72-D5709C7313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8175" y="3001963"/>
            <a:ext cx="3008313" cy="2041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zh-CN" altLang="en-US" sz="3200">
                <a:solidFill>
                  <a:srgbClr val="000099"/>
                </a:solidFill>
              </a:rPr>
              <a:t>　　外形较简单，内形较复杂，而图形又不对称时。</a:t>
            </a:r>
          </a:p>
        </p:txBody>
      </p:sp>
      <p:sp>
        <p:nvSpPr>
          <p:cNvPr id="110598" name="Text Box 6">
            <a:extLst>
              <a:ext uri="{FF2B5EF4-FFF2-40B4-BE49-F238E27FC236}">
                <a16:creationId xmlns:a16="http://schemas.microsoft.com/office/drawing/2014/main" id="{B0C1FA98-5B47-4CF6-9CC2-A3E61C550D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3938" y="2308225"/>
            <a:ext cx="2224087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r>
              <a:rPr lang="zh-CN" altLang="en-US" sz="3200">
                <a:solidFill>
                  <a:srgbClr val="CC0000"/>
                </a:solidFill>
              </a:rPr>
              <a:t>适用范围：</a:t>
            </a:r>
          </a:p>
        </p:txBody>
      </p:sp>
      <p:grpSp>
        <p:nvGrpSpPr>
          <p:cNvPr id="110648" name="Group 56">
            <a:extLst>
              <a:ext uri="{FF2B5EF4-FFF2-40B4-BE49-F238E27FC236}">
                <a16:creationId xmlns:a16="http://schemas.microsoft.com/office/drawing/2014/main" id="{7111BC77-D25B-4CA9-AA12-3ADE343C164C}"/>
              </a:ext>
            </a:extLst>
          </p:cNvPr>
          <p:cNvGrpSpPr>
            <a:grpSpLocks/>
          </p:cNvGrpSpPr>
          <p:nvPr/>
        </p:nvGrpSpPr>
        <p:grpSpPr bwMode="auto">
          <a:xfrm>
            <a:off x="3363913" y="1635125"/>
            <a:ext cx="5484812" cy="4591050"/>
            <a:chOff x="2119" y="1030"/>
            <a:chExt cx="3455" cy="2892"/>
          </a:xfrm>
        </p:grpSpPr>
        <p:sp>
          <p:nvSpPr>
            <p:cNvPr id="110600" name="Text Box 8">
              <a:extLst>
                <a:ext uri="{FF2B5EF4-FFF2-40B4-BE49-F238E27FC236}">
                  <a16:creationId xmlns:a16="http://schemas.microsoft.com/office/drawing/2014/main" id="{AC3284EB-4340-489D-8CE3-E7E8BA8DC56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19" y="2966"/>
              <a:ext cx="21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i="1">
                  <a:latin typeface="宋体" panose="02010600030101010101" pitchFamily="2" charset="-122"/>
                </a:rPr>
                <a:t>A</a:t>
              </a:r>
              <a:endParaRPr lang="en-US" altLang="zh-CN"/>
            </a:p>
          </p:txBody>
        </p:sp>
        <p:sp>
          <p:nvSpPr>
            <p:cNvPr id="110601" name="Freeform 9">
              <a:extLst>
                <a:ext uri="{FF2B5EF4-FFF2-40B4-BE49-F238E27FC236}">
                  <a16:creationId xmlns:a16="http://schemas.microsoft.com/office/drawing/2014/main" id="{046F9111-2EA6-487F-BF27-58DB386F06D9}"/>
                </a:ext>
              </a:extLst>
            </p:cNvPr>
            <p:cNvSpPr>
              <a:spLocks/>
            </p:cNvSpPr>
            <p:nvPr/>
          </p:nvSpPr>
          <p:spPr bwMode="auto">
            <a:xfrm>
              <a:off x="2454" y="3164"/>
              <a:ext cx="2784" cy="1"/>
            </a:xfrm>
            <a:custGeom>
              <a:avLst/>
              <a:gdLst>
                <a:gd name="T0" fmla="*/ 0 w 3075"/>
                <a:gd name="T1" fmla="*/ 0 h 1"/>
                <a:gd name="T2" fmla="*/ 3075 w 3075"/>
                <a:gd name="T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075" h="1">
                  <a:moveTo>
                    <a:pt x="0" y="0"/>
                  </a:moveTo>
                  <a:lnTo>
                    <a:pt x="3075" y="0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lgDashDot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0602" name="Freeform 10">
              <a:extLst>
                <a:ext uri="{FF2B5EF4-FFF2-40B4-BE49-F238E27FC236}">
                  <a16:creationId xmlns:a16="http://schemas.microsoft.com/office/drawing/2014/main" id="{58C22293-97EA-47F1-A37B-3BE02CBE5122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9" y="2700"/>
              <a:ext cx="1" cy="942"/>
            </a:xfrm>
            <a:custGeom>
              <a:avLst/>
              <a:gdLst>
                <a:gd name="T0" fmla="*/ 0 w 1"/>
                <a:gd name="T1" fmla="*/ 0 h 1035"/>
                <a:gd name="T2" fmla="*/ 0 w 1"/>
                <a:gd name="T3" fmla="*/ 1035 h 10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1035">
                  <a:moveTo>
                    <a:pt x="0" y="0"/>
                  </a:moveTo>
                  <a:lnTo>
                    <a:pt x="0" y="1035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lgDashDot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0603" name="Oval 11">
              <a:extLst>
                <a:ext uri="{FF2B5EF4-FFF2-40B4-BE49-F238E27FC236}">
                  <a16:creationId xmlns:a16="http://schemas.microsoft.com/office/drawing/2014/main" id="{E3BE95E2-E1F1-44D7-84BC-B88B901F42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20" y="2549"/>
              <a:ext cx="1304" cy="1223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0604" name="Oval 12">
              <a:extLst>
                <a:ext uri="{FF2B5EF4-FFF2-40B4-BE49-F238E27FC236}">
                  <a16:creationId xmlns:a16="http://schemas.microsoft.com/office/drawing/2014/main" id="{9B190C0C-438D-4FF1-AE91-A7626FFD53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9" y="2724"/>
              <a:ext cx="927" cy="873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0605" name="Oval 13">
              <a:extLst>
                <a:ext uri="{FF2B5EF4-FFF2-40B4-BE49-F238E27FC236}">
                  <a16:creationId xmlns:a16="http://schemas.microsoft.com/office/drawing/2014/main" id="{3D7C0D96-2395-45AB-95DF-E139F37377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4" y="2899"/>
              <a:ext cx="557" cy="524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0606" name="Oval 14">
              <a:extLst>
                <a:ext uri="{FF2B5EF4-FFF2-40B4-BE49-F238E27FC236}">
                  <a16:creationId xmlns:a16="http://schemas.microsoft.com/office/drawing/2014/main" id="{D343F280-0B16-48C4-9010-A5CAB1375F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47" y="2899"/>
              <a:ext cx="565" cy="524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0607" name="Freeform 15">
              <a:extLst>
                <a:ext uri="{FF2B5EF4-FFF2-40B4-BE49-F238E27FC236}">
                  <a16:creationId xmlns:a16="http://schemas.microsoft.com/office/drawing/2014/main" id="{781DA2DB-C75D-46EC-9285-743C9600E642}"/>
                </a:ext>
              </a:extLst>
            </p:cNvPr>
            <p:cNvSpPr>
              <a:spLocks/>
            </p:cNvSpPr>
            <p:nvPr/>
          </p:nvSpPr>
          <p:spPr bwMode="auto">
            <a:xfrm>
              <a:off x="2861" y="2564"/>
              <a:ext cx="1467" cy="246"/>
            </a:xfrm>
            <a:custGeom>
              <a:avLst/>
              <a:gdLst>
                <a:gd name="T0" fmla="*/ 0 w 1620"/>
                <a:gd name="T1" fmla="*/ 270 h 270"/>
                <a:gd name="T2" fmla="*/ 1620 w 1620"/>
                <a:gd name="T3" fmla="*/ 0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620" h="270">
                  <a:moveTo>
                    <a:pt x="0" y="270"/>
                  </a:moveTo>
                  <a:lnTo>
                    <a:pt x="1620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0608" name="Freeform 16">
              <a:extLst>
                <a:ext uri="{FF2B5EF4-FFF2-40B4-BE49-F238E27FC236}">
                  <a16:creationId xmlns:a16="http://schemas.microsoft.com/office/drawing/2014/main" id="{FD913308-2B3E-4673-A918-C03C9CE92929}"/>
                </a:ext>
              </a:extLst>
            </p:cNvPr>
            <p:cNvSpPr>
              <a:spLocks/>
            </p:cNvSpPr>
            <p:nvPr/>
          </p:nvSpPr>
          <p:spPr bwMode="auto">
            <a:xfrm>
              <a:off x="2821" y="3505"/>
              <a:ext cx="1466" cy="246"/>
            </a:xfrm>
            <a:custGeom>
              <a:avLst/>
              <a:gdLst>
                <a:gd name="T0" fmla="*/ 0 w 1620"/>
                <a:gd name="T1" fmla="*/ 0 h 270"/>
                <a:gd name="T2" fmla="*/ 1620 w 1620"/>
                <a:gd name="T3" fmla="*/ 270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620" h="270">
                  <a:moveTo>
                    <a:pt x="0" y="0"/>
                  </a:moveTo>
                  <a:lnTo>
                    <a:pt x="1620" y="27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0609" name="Freeform 17">
              <a:extLst>
                <a:ext uri="{FF2B5EF4-FFF2-40B4-BE49-F238E27FC236}">
                  <a16:creationId xmlns:a16="http://schemas.microsoft.com/office/drawing/2014/main" id="{C80453A9-B706-4A36-BCA0-E32040E00BEA}"/>
                </a:ext>
              </a:extLst>
            </p:cNvPr>
            <p:cNvSpPr>
              <a:spLocks/>
            </p:cNvSpPr>
            <p:nvPr/>
          </p:nvSpPr>
          <p:spPr bwMode="auto">
            <a:xfrm>
              <a:off x="2527" y="2810"/>
              <a:ext cx="375" cy="709"/>
            </a:xfrm>
            <a:custGeom>
              <a:avLst/>
              <a:gdLst>
                <a:gd name="T0" fmla="*/ 395 w 395"/>
                <a:gd name="T1" fmla="*/ 0 h 780"/>
                <a:gd name="T2" fmla="*/ 305 w 395"/>
                <a:gd name="T3" fmla="*/ 15 h 780"/>
                <a:gd name="T4" fmla="*/ 185 w 395"/>
                <a:gd name="T5" fmla="*/ 60 h 780"/>
                <a:gd name="T6" fmla="*/ 95 w 395"/>
                <a:gd name="T7" fmla="*/ 135 h 780"/>
                <a:gd name="T8" fmla="*/ 35 w 395"/>
                <a:gd name="T9" fmla="*/ 225 h 780"/>
                <a:gd name="T10" fmla="*/ 5 w 395"/>
                <a:gd name="T11" fmla="*/ 315 h 780"/>
                <a:gd name="T12" fmla="*/ 5 w 395"/>
                <a:gd name="T13" fmla="*/ 435 h 780"/>
                <a:gd name="T14" fmla="*/ 35 w 395"/>
                <a:gd name="T15" fmla="*/ 540 h 780"/>
                <a:gd name="T16" fmla="*/ 95 w 395"/>
                <a:gd name="T17" fmla="*/ 630 h 780"/>
                <a:gd name="T18" fmla="*/ 155 w 395"/>
                <a:gd name="T19" fmla="*/ 690 h 780"/>
                <a:gd name="T20" fmla="*/ 230 w 395"/>
                <a:gd name="T21" fmla="*/ 735 h 780"/>
                <a:gd name="T22" fmla="*/ 350 w 395"/>
                <a:gd name="T23" fmla="*/ 780 h 7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395" h="780">
                  <a:moveTo>
                    <a:pt x="395" y="0"/>
                  </a:moveTo>
                  <a:cubicBezTo>
                    <a:pt x="380" y="2"/>
                    <a:pt x="340" y="5"/>
                    <a:pt x="305" y="15"/>
                  </a:cubicBezTo>
                  <a:cubicBezTo>
                    <a:pt x="270" y="25"/>
                    <a:pt x="220" y="40"/>
                    <a:pt x="185" y="60"/>
                  </a:cubicBezTo>
                  <a:cubicBezTo>
                    <a:pt x="150" y="80"/>
                    <a:pt x="120" y="108"/>
                    <a:pt x="95" y="135"/>
                  </a:cubicBezTo>
                  <a:cubicBezTo>
                    <a:pt x="70" y="162"/>
                    <a:pt x="50" y="195"/>
                    <a:pt x="35" y="225"/>
                  </a:cubicBezTo>
                  <a:cubicBezTo>
                    <a:pt x="20" y="255"/>
                    <a:pt x="10" y="280"/>
                    <a:pt x="5" y="315"/>
                  </a:cubicBezTo>
                  <a:cubicBezTo>
                    <a:pt x="0" y="350"/>
                    <a:pt x="0" y="398"/>
                    <a:pt x="5" y="435"/>
                  </a:cubicBezTo>
                  <a:cubicBezTo>
                    <a:pt x="10" y="472"/>
                    <a:pt x="20" y="508"/>
                    <a:pt x="35" y="540"/>
                  </a:cubicBezTo>
                  <a:cubicBezTo>
                    <a:pt x="50" y="572"/>
                    <a:pt x="75" y="605"/>
                    <a:pt x="95" y="630"/>
                  </a:cubicBezTo>
                  <a:cubicBezTo>
                    <a:pt x="115" y="655"/>
                    <a:pt x="133" y="673"/>
                    <a:pt x="155" y="690"/>
                  </a:cubicBezTo>
                  <a:cubicBezTo>
                    <a:pt x="177" y="707"/>
                    <a:pt x="197" y="720"/>
                    <a:pt x="230" y="735"/>
                  </a:cubicBezTo>
                  <a:cubicBezTo>
                    <a:pt x="263" y="750"/>
                    <a:pt x="325" y="771"/>
                    <a:pt x="350" y="780"/>
                  </a:cubicBez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0610" name="Freeform 18">
              <a:extLst>
                <a:ext uri="{FF2B5EF4-FFF2-40B4-BE49-F238E27FC236}">
                  <a16:creationId xmlns:a16="http://schemas.microsoft.com/office/drawing/2014/main" id="{C5961A4B-ED47-4D11-8B0C-8D16D57E5C5E}"/>
                </a:ext>
              </a:extLst>
            </p:cNvPr>
            <p:cNvSpPr>
              <a:spLocks/>
            </p:cNvSpPr>
            <p:nvPr/>
          </p:nvSpPr>
          <p:spPr bwMode="auto">
            <a:xfrm>
              <a:off x="3816" y="1628"/>
              <a:ext cx="255" cy="260"/>
            </a:xfrm>
            <a:custGeom>
              <a:avLst/>
              <a:gdLst>
                <a:gd name="T0" fmla="*/ 0 w 255"/>
                <a:gd name="T1" fmla="*/ 260 h 260"/>
                <a:gd name="T2" fmla="*/ 255 w 255"/>
                <a:gd name="T3" fmla="*/ 0 h 2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55" h="260">
                  <a:moveTo>
                    <a:pt x="0" y="260"/>
                  </a:moveTo>
                  <a:lnTo>
                    <a:pt x="255" y="0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0611" name="Freeform 19">
              <a:extLst>
                <a:ext uri="{FF2B5EF4-FFF2-40B4-BE49-F238E27FC236}">
                  <a16:creationId xmlns:a16="http://schemas.microsoft.com/office/drawing/2014/main" id="{6A1A0A04-9B10-4B16-9782-63150938FF9D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7" y="2267"/>
              <a:ext cx="140" cy="139"/>
            </a:xfrm>
            <a:custGeom>
              <a:avLst/>
              <a:gdLst>
                <a:gd name="T0" fmla="*/ 0 w 140"/>
                <a:gd name="T1" fmla="*/ 139 h 139"/>
                <a:gd name="T2" fmla="*/ 140 w 140"/>
                <a:gd name="T3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40" h="139">
                  <a:moveTo>
                    <a:pt x="0" y="139"/>
                  </a:moveTo>
                  <a:lnTo>
                    <a:pt x="140" y="0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0612" name="Line 20">
              <a:extLst>
                <a:ext uri="{FF2B5EF4-FFF2-40B4-BE49-F238E27FC236}">
                  <a16:creationId xmlns:a16="http://schemas.microsoft.com/office/drawing/2014/main" id="{D0F4CD01-D983-4244-9641-1FC07F60014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798" y="2005"/>
              <a:ext cx="384" cy="38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0613" name="Freeform 21">
              <a:extLst>
                <a:ext uri="{FF2B5EF4-FFF2-40B4-BE49-F238E27FC236}">
                  <a16:creationId xmlns:a16="http://schemas.microsoft.com/office/drawing/2014/main" id="{A8FCA8BB-60D4-4BDD-BBF7-901A95C65242}"/>
                </a:ext>
              </a:extLst>
            </p:cNvPr>
            <p:cNvSpPr>
              <a:spLocks/>
            </p:cNvSpPr>
            <p:nvPr/>
          </p:nvSpPr>
          <p:spPr bwMode="auto">
            <a:xfrm>
              <a:off x="3547" y="1771"/>
              <a:ext cx="635" cy="635"/>
            </a:xfrm>
            <a:custGeom>
              <a:avLst/>
              <a:gdLst>
                <a:gd name="T0" fmla="*/ 0 w 635"/>
                <a:gd name="T1" fmla="*/ 635 h 635"/>
                <a:gd name="T2" fmla="*/ 635 w 635"/>
                <a:gd name="T3" fmla="*/ 0 h 6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635" h="635">
                  <a:moveTo>
                    <a:pt x="0" y="635"/>
                  </a:moveTo>
                  <a:lnTo>
                    <a:pt x="635" y="0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0614" name="Freeform 22">
              <a:extLst>
                <a:ext uri="{FF2B5EF4-FFF2-40B4-BE49-F238E27FC236}">
                  <a16:creationId xmlns:a16="http://schemas.microsoft.com/office/drawing/2014/main" id="{EBBC0246-7046-4C84-8BD2-144085C91D7A}"/>
                </a:ext>
              </a:extLst>
            </p:cNvPr>
            <p:cNvSpPr>
              <a:spLocks/>
            </p:cNvSpPr>
            <p:nvPr/>
          </p:nvSpPr>
          <p:spPr bwMode="auto">
            <a:xfrm>
              <a:off x="3312" y="2034"/>
              <a:ext cx="360" cy="358"/>
            </a:xfrm>
            <a:custGeom>
              <a:avLst/>
              <a:gdLst>
                <a:gd name="T0" fmla="*/ 0 w 360"/>
                <a:gd name="T1" fmla="*/ 358 h 358"/>
                <a:gd name="T2" fmla="*/ 360 w 360"/>
                <a:gd name="T3" fmla="*/ 0 h 3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60" h="358">
                  <a:moveTo>
                    <a:pt x="0" y="358"/>
                  </a:moveTo>
                  <a:lnTo>
                    <a:pt x="360" y="0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0615" name="Freeform 23">
              <a:extLst>
                <a:ext uri="{FF2B5EF4-FFF2-40B4-BE49-F238E27FC236}">
                  <a16:creationId xmlns:a16="http://schemas.microsoft.com/office/drawing/2014/main" id="{462F5EF8-74F4-4E7E-922E-8F6DAB1B4C87}"/>
                </a:ext>
              </a:extLst>
            </p:cNvPr>
            <p:cNvSpPr>
              <a:spLocks/>
            </p:cNvSpPr>
            <p:nvPr/>
          </p:nvSpPr>
          <p:spPr bwMode="auto">
            <a:xfrm>
              <a:off x="3809" y="1482"/>
              <a:ext cx="182" cy="182"/>
            </a:xfrm>
            <a:custGeom>
              <a:avLst/>
              <a:gdLst>
                <a:gd name="T0" fmla="*/ 0 w 182"/>
                <a:gd name="T1" fmla="*/ 182 h 182"/>
                <a:gd name="T2" fmla="*/ 182 w 182"/>
                <a:gd name="T3" fmla="*/ 0 h 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82" h="182">
                  <a:moveTo>
                    <a:pt x="0" y="182"/>
                  </a:moveTo>
                  <a:lnTo>
                    <a:pt x="182" y="0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0616" name="Freeform 24">
              <a:extLst>
                <a:ext uri="{FF2B5EF4-FFF2-40B4-BE49-F238E27FC236}">
                  <a16:creationId xmlns:a16="http://schemas.microsoft.com/office/drawing/2014/main" id="{09DEE376-C751-4255-9B9C-B60F3D94D2BD}"/>
                </a:ext>
              </a:extLst>
            </p:cNvPr>
            <p:cNvSpPr>
              <a:spLocks/>
            </p:cNvSpPr>
            <p:nvPr/>
          </p:nvSpPr>
          <p:spPr bwMode="auto">
            <a:xfrm>
              <a:off x="3816" y="1288"/>
              <a:ext cx="160" cy="158"/>
            </a:xfrm>
            <a:custGeom>
              <a:avLst/>
              <a:gdLst>
                <a:gd name="T0" fmla="*/ 0 w 160"/>
                <a:gd name="T1" fmla="*/ 158 h 158"/>
                <a:gd name="T2" fmla="*/ 160 w 160"/>
                <a:gd name="T3" fmla="*/ 0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60" h="158">
                  <a:moveTo>
                    <a:pt x="0" y="158"/>
                  </a:moveTo>
                  <a:lnTo>
                    <a:pt x="160" y="0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0617" name="Freeform 25">
              <a:extLst>
                <a:ext uri="{FF2B5EF4-FFF2-40B4-BE49-F238E27FC236}">
                  <a16:creationId xmlns:a16="http://schemas.microsoft.com/office/drawing/2014/main" id="{4778A244-12C1-4B4E-8ABC-2A710D4ECF1A}"/>
                </a:ext>
              </a:extLst>
            </p:cNvPr>
            <p:cNvSpPr>
              <a:spLocks/>
            </p:cNvSpPr>
            <p:nvPr/>
          </p:nvSpPr>
          <p:spPr bwMode="auto">
            <a:xfrm>
              <a:off x="3200" y="2028"/>
              <a:ext cx="253" cy="260"/>
            </a:xfrm>
            <a:custGeom>
              <a:avLst/>
              <a:gdLst>
                <a:gd name="T0" fmla="*/ 0 w 253"/>
                <a:gd name="T1" fmla="*/ 260 h 260"/>
                <a:gd name="T2" fmla="*/ 253 w 253"/>
                <a:gd name="T3" fmla="*/ 0 h 2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53" h="260">
                  <a:moveTo>
                    <a:pt x="0" y="260"/>
                  </a:moveTo>
                  <a:lnTo>
                    <a:pt x="253" y="0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0618" name="Line 26">
              <a:extLst>
                <a:ext uri="{FF2B5EF4-FFF2-40B4-BE49-F238E27FC236}">
                  <a16:creationId xmlns:a16="http://schemas.microsoft.com/office/drawing/2014/main" id="{0D115CDE-3E2B-4A6E-ACBB-3BA8AD3F019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987" y="2256"/>
              <a:ext cx="144" cy="14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0619" name="Freeform 27">
              <a:extLst>
                <a:ext uri="{FF2B5EF4-FFF2-40B4-BE49-F238E27FC236}">
                  <a16:creationId xmlns:a16="http://schemas.microsoft.com/office/drawing/2014/main" id="{B6856943-EE09-4C4F-AB64-912FACD3C7D8}"/>
                </a:ext>
              </a:extLst>
            </p:cNvPr>
            <p:cNvSpPr>
              <a:spLocks/>
            </p:cNvSpPr>
            <p:nvPr/>
          </p:nvSpPr>
          <p:spPr bwMode="auto">
            <a:xfrm>
              <a:off x="4784" y="2028"/>
              <a:ext cx="341" cy="348"/>
            </a:xfrm>
            <a:custGeom>
              <a:avLst/>
              <a:gdLst>
                <a:gd name="T0" fmla="*/ 0 w 341"/>
                <a:gd name="T1" fmla="*/ 348 h 348"/>
                <a:gd name="T2" fmla="*/ 341 w 341"/>
                <a:gd name="T3" fmla="*/ 0 h 3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41" h="348">
                  <a:moveTo>
                    <a:pt x="0" y="348"/>
                  </a:moveTo>
                  <a:lnTo>
                    <a:pt x="341" y="0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0620" name="Freeform 28">
              <a:extLst>
                <a:ext uri="{FF2B5EF4-FFF2-40B4-BE49-F238E27FC236}">
                  <a16:creationId xmlns:a16="http://schemas.microsoft.com/office/drawing/2014/main" id="{13E79374-58B1-4B9B-AB4C-F5A129600C47}"/>
                </a:ext>
              </a:extLst>
            </p:cNvPr>
            <p:cNvSpPr>
              <a:spLocks/>
            </p:cNvSpPr>
            <p:nvPr/>
          </p:nvSpPr>
          <p:spPr bwMode="auto">
            <a:xfrm>
              <a:off x="4776" y="1779"/>
              <a:ext cx="359" cy="358"/>
            </a:xfrm>
            <a:custGeom>
              <a:avLst/>
              <a:gdLst>
                <a:gd name="T0" fmla="*/ 0 w 359"/>
                <a:gd name="T1" fmla="*/ 358 h 358"/>
                <a:gd name="T2" fmla="*/ 359 w 359"/>
                <a:gd name="T3" fmla="*/ 0 h 3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59" h="358">
                  <a:moveTo>
                    <a:pt x="0" y="358"/>
                  </a:moveTo>
                  <a:lnTo>
                    <a:pt x="359" y="0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0621" name="Freeform 29">
              <a:extLst>
                <a:ext uri="{FF2B5EF4-FFF2-40B4-BE49-F238E27FC236}">
                  <a16:creationId xmlns:a16="http://schemas.microsoft.com/office/drawing/2014/main" id="{A58E7071-4F02-4652-B275-4DB8874650DE}"/>
                </a:ext>
              </a:extLst>
            </p:cNvPr>
            <p:cNvSpPr>
              <a:spLocks/>
            </p:cNvSpPr>
            <p:nvPr/>
          </p:nvSpPr>
          <p:spPr bwMode="auto">
            <a:xfrm>
              <a:off x="4784" y="1536"/>
              <a:ext cx="344" cy="347"/>
            </a:xfrm>
            <a:custGeom>
              <a:avLst/>
              <a:gdLst>
                <a:gd name="T0" fmla="*/ 0 w 344"/>
                <a:gd name="T1" fmla="*/ 347 h 347"/>
                <a:gd name="T2" fmla="*/ 344 w 344"/>
                <a:gd name="T3" fmla="*/ 0 h 3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44" h="347">
                  <a:moveTo>
                    <a:pt x="0" y="347"/>
                  </a:moveTo>
                  <a:lnTo>
                    <a:pt x="344" y="0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0622" name="Freeform 30">
              <a:extLst>
                <a:ext uri="{FF2B5EF4-FFF2-40B4-BE49-F238E27FC236}">
                  <a16:creationId xmlns:a16="http://schemas.microsoft.com/office/drawing/2014/main" id="{3E048190-7CDF-47DC-AE1E-92672B2F50C8}"/>
                </a:ext>
              </a:extLst>
            </p:cNvPr>
            <p:cNvSpPr>
              <a:spLocks/>
            </p:cNvSpPr>
            <p:nvPr/>
          </p:nvSpPr>
          <p:spPr bwMode="auto">
            <a:xfrm>
              <a:off x="4951" y="1305"/>
              <a:ext cx="172" cy="177"/>
            </a:xfrm>
            <a:custGeom>
              <a:avLst/>
              <a:gdLst>
                <a:gd name="T0" fmla="*/ 0 w 172"/>
                <a:gd name="T1" fmla="*/ 177 h 177"/>
                <a:gd name="T2" fmla="*/ 172 w 172"/>
                <a:gd name="T3" fmla="*/ 0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72" h="177">
                  <a:moveTo>
                    <a:pt x="0" y="177"/>
                  </a:moveTo>
                  <a:lnTo>
                    <a:pt x="172" y="0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0623" name="Freeform 31">
              <a:extLst>
                <a:ext uri="{FF2B5EF4-FFF2-40B4-BE49-F238E27FC236}">
                  <a16:creationId xmlns:a16="http://schemas.microsoft.com/office/drawing/2014/main" id="{0BDC80A4-6744-434F-AB0C-FCFA7925FAD2}"/>
                </a:ext>
              </a:extLst>
            </p:cNvPr>
            <p:cNvSpPr>
              <a:spLocks/>
            </p:cNvSpPr>
            <p:nvPr/>
          </p:nvSpPr>
          <p:spPr bwMode="auto">
            <a:xfrm>
              <a:off x="2527" y="2122"/>
              <a:ext cx="119" cy="115"/>
            </a:xfrm>
            <a:custGeom>
              <a:avLst/>
              <a:gdLst>
                <a:gd name="T0" fmla="*/ 0 w 119"/>
                <a:gd name="T1" fmla="*/ 115 h 115"/>
                <a:gd name="T2" fmla="*/ 119 w 119"/>
                <a:gd name="T3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19" h="115">
                  <a:moveTo>
                    <a:pt x="0" y="115"/>
                  </a:moveTo>
                  <a:lnTo>
                    <a:pt x="119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0624" name="Line 32">
              <a:extLst>
                <a:ext uri="{FF2B5EF4-FFF2-40B4-BE49-F238E27FC236}">
                  <a16:creationId xmlns:a16="http://schemas.microsoft.com/office/drawing/2014/main" id="{4FD18122-BCCE-4BEF-832E-D53D1701ACE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550" y="2293"/>
              <a:ext cx="96" cy="9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0625" name="Freeform 33">
              <a:extLst>
                <a:ext uri="{FF2B5EF4-FFF2-40B4-BE49-F238E27FC236}">
                  <a16:creationId xmlns:a16="http://schemas.microsoft.com/office/drawing/2014/main" id="{E74117CA-5227-477E-AB49-402389DEB453}"/>
                </a:ext>
              </a:extLst>
            </p:cNvPr>
            <p:cNvSpPr>
              <a:spLocks/>
            </p:cNvSpPr>
            <p:nvPr/>
          </p:nvSpPr>
          <p:spPr bwMode="auto">
            <a:xfrm>
              <a:off x="4482" y="1200"/>
              <a:ext cx="1" cy="1270"/>
            </a:xfrm>
            <a:custGeom>
              <a:avLst/>
              <a:gdLst>
                <a:gd name="T0" fmla="*/ 0 w 1"/>
                <a:gd name="T1" fmla="*/ 1396 h 1396"/>
                <a:gd name="T2" fmla="*/ 0 w 1"/>
                <a:gd name="T3" fmla="*/ 0 h 13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1396">
                  <a:moveTo>
                    <a:pt x="0" y="1396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lgDashDot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0626" name="Freeform 34">
              <a:extLst>
                <a:ext uri="{FF2B5EF4-FFF2-40B4-BE49-F238E27FC236}">
                  <a16:creationId xmlns:a16="http://schemas.microsoft.com/office/drawing/2014/main" id="{166D6644-F765-42E3-BE1B-D83D73B072DA}"/>
                </a:ext>
              </a:extLst>
            </p:cNvPr>
            <p:cNvSpPr>
              <a:spLocks/>
            </p:cNvSpPr>
            <p:nvPr/>
          </p:nvSpPr>
          <p:spPr bwMode="auto">
            <a:xfrm>
              <a:off x="2934" y="1923"/>
              <a:ext cx="1" cy="560"/>
            </a:xfrm>
            <a:custGeom>
              <a:avLst/>
              <a:gdLst>
                <a:gd name="T0" fmla="*/ 0 w 1"/>
                <a:gd name="T1" fmla="*/ 616 h 616"/>
                <a:gd name="T2" fmla="*/ 0 w 1"/>
                <a:gd name="T3" fmla="*/ 0 h 6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616">
                  <a:moveTo>
                    <a:pt x="0" y="616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lgDashDot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0627" name="Freeform 35">
              <a:extLst>
                <a:ext uri="{FF2B5EF4-FFF2-40B4-BE49-F238E27FC236}">
                  <a16:creationId xmlns:a16="http://schemas.microsoft.com/office/drawing/2014/main" id="{88E9FC98-42E4-409C-84B3-B2E2F3A027A4}"/>
                </a:ext>
              </a:extLst>
            </p:cNvPr>
            <p:cNvSpPr>
              <a:spLocks/>
            </p:cNvSpPr>
            <p:nvPr/>
          </p:nvSpPr>
          <p:spPr bwMode="auto">
            <a:xfrm>
              <a:off x="5125" y="1293"/>
              <a:ext cx="2" cy="1104"/>
            </a:xfrm>
            <a:custGeom>
              <a:avLst/>
              <a:gdLst>
                <a:gd name="T0" fmla="*/ 2 w 2"/>
                <a:gd name="T1" fmla="*/ 1104 h 1104"/>
                <a:gd name="T2" fmla="*/ 0 w 2"/>
                <a:gd name="T3" fmla="*/ 0 h 1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" h="1104">
                  <a:moveTo>
                    <a:pt x="2" y="1104"/>
                  </a:moveTo>
                  <a:lnTo>
                    <a:pt x="0" y="0"/>
                  </a:lnTo>
                </a:path>
              </a:pathLst>
            </a:custGeom>
            <a:noFill/>
            <a:ln w="38100" cap="flat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0628" name="Freeform 36">
              <a:extLst>
                <a:ext uri="{FF2B5EF4-FFF2-40B4-BE49-F238E27FC236}">
                  <a16:creationId xmlns:a16="http://schemas.microsoft.com/office/drawing/2014/main" id="{D52E95B9-6C2A-4B0B-B0C4-B72C4445AD42}"/>
                </a:ext>
              </a:extLst>
            </p:cNvPr>
            <p:cNvSpPr>
              <a:spLocks/>
            </p:cNvSpPr>
            <p:nvPr/>
          </p:nvSpPr>
          <p:spPr bwMode="auto">
            <a:xfrm>
              <a:off x="2522" y="2028"/>
              <a:ext cx="1" cy="378"/>
            </a:xfrm>
            <a:custGeom>
              <a:avLst/>
              <a:gdLst>
                <a:gd name="T0" fmla="*/ 0 w 1"/>
                <a:gd name="T1" fmla="*/ 378 h 378"/>
                <a:gd name="T2" fmla="*/ 0 w 1"/>
                <a:gd name="T3" fmla="*/ 0 h 3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378">
                  <a:moveTo>
                    <a:pt x="0" y="378"/>
                  </a:moveTo>
                  <a:lnTo>
                    <a:pt x="0" y="0"/>
                  </a:lnTo>
                </a:path>
              </a:pathLst>
            </a:custGeom>
            <a:noFill/>
            <a:ln w="38100" cap="flat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0629" name="Freeform 37">
              <a:extLst>
                <a:ext uri="{FF2B5EF4-FFF2-40B4-BE49-F238E27FC236}">
                  <a16:creationId xmlns:a16="http://schemas.microsoft.com/office/drawing/2014/main" id="{CDBCCF07-0D83-4E6E-A204-F8D0A2FE25D6}"/>
                </a:ext>
              </a:extLst>
            </p:cNvPr>
            <p:cNvSpPr>
              <a:spLocks/>
            </p:cNvSpPr>
            <p:nvPr/>
          </p:nvSpPr>
          <p:spPr bwMode="auto">
            <a:xfrm>
              <a:off x="3207" y="2037"/>
              <a:ext cx="1" cy="360"/>
            </a:xfrm>
            <a:custGeom>
              <a:avLst/>
              <a:gdLst>
                <a:gd name="T0" fmla="*/ 0 w 1"/>
                <a:gd name="T1" fmla="*/ 360 h 360"/>
                <a:gd name="T2" fmla="*/ 0 w 1"/>
                <a:gd name="T3" fmla="*/ 0 h 3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360">
                  <a:moveTo>
                    <a:pt x="0" y="360"/>
                  </a:moveTo>
                  <a:lnTo>
                    <a:pt x="0" y="0"/>
                  </a:lnTo>
                </a:path>
              </a:pathLst>
            </a:custGeom>
            <a:noFill/>
            <a:ln w="38100" cap="flat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0630" name="Freeform 38">
              <a:extLst>
                <a:ext uri="{FF2B5EF4-FFF2-40B4-BE49-F238E27FC236}">
                  <a16:creationId xmlns:a16="http://schemas.microsoft.com/office/drawing/2014/main" id="{8AF0318F-72C6-49E3-9E9E-75FA4486F284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6" y="2028"/>
              <a:ext cx="1" cy="378"/>
            </a:xfrm>
            <a:custGeom>
              <a:avLst/>
              <a:gdLst>
                <a:gd name="T0" fmla="*/ 0 w 1"/>
                <a:gd name="T1" fmla="*/ 378 h 378"/>
                <a:gd name="T2" fmla="*/ 0 w 1"/>
                <a:gd name="T3" fmla="*/ 0 h 3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378">
                  <a:moveTo>
                    <a:pt x="0" y="378"/>
                  </a:moveTo>
                  <a:lnTo>
                    <a:pt x="0" y="0"/>
                  </a:lnTo>
                </a:path>
              </a:pathLst>
            </a:custGeom>
            <a:noFill/>
            <a:ln w="38100" cap="flat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0631" name="Line 39">
              <a:extLst>
                <a:ext uri="{FF2B5EF4-FFF2-40B4-BE49-F238E27FC236}">
                  <a16:creationId xmlns:a16="http://schemas.microsoft.com/office/drawing/2014/main" id="{7401B19F-44BA-4285-AC09-08CA407BB4F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994" y="1293"/>
              <a:ext cx="0" cy="350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0632" name="Line 40">
              <a:extLst>
                <a:ext uri="{FF2B5EF4-FFF2-40B4-BE49-F238E27FC236}">
                  <a16:creationId xmlns:a16="http://schemas.microsoft.com/office/drawing/2014/main" id="{78EC1A1E-D0AF-4712-9757-659DA8A0F6A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950" y="1293"/>
              <a:ext cx="0" cy="350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0633" name="Freeform 41">
              <a:extLst>
                <a:ext uri="{FF2B5EF4-FFF2-40B4-BE49-F238E27FC236}">
                  <a16:creationId xmlns:a16="http://schemas.microsoft.com/office/drawing/2014/main" id="{B1A8D840-7AC8-40B5-B0B3-6119BD937DE8}"/>
                </a:ext>
              </a:extLst>
            </p:cNvPr>
            <p:cNvSpPr>
              <a:spLocks/>
            </p:cNvSpPr>
            <p:nvPr/>
          </p:nvSpPr>
          <p:spPr bwMode="auto">
            <a:xfrm>
              <a:off x="4776" y="1643"/>
              <a:ext cx="1" cy="756"/>
            </a:xfrm>
            <a:custGeom>
              <a:avLst/>
              <a:gdLst>
                <a:gd name="T0" fmla="*/ 0 w 1"/>
                <a:gd name="T1" fmla="*/ 756 h 756"/>
                <a:gd name="T2" fmla="*/ 1 w 1"/>
                <a:gd name="T3" fmla="*/ 0 h 7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756">
                  <a:moveTo>
                    <a:pt x="0" y="756"/>
                  </a:moveTo>
                  <a:lnTo>
                    <a:pt x="1" y="0"/>
                  </a:lnTo>
                </a:path>
              </a:pathLst>
            </a:custGeom>
            <a:noFill/>
            <a:ln w="38100" cap="flat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0634" name="Freeform 42">
              <a:extLst>
                <a:ext uri="{FF2B5EF4-FFF2-40B4-BE49-F238E27FC236}">
                  <a16:creationId xmlns:a16="http://schemas.microsoft.com/office/drawing/2014/main" id="{98DCB0C5-CB00-46C1-9860-CFC06A5B3C09}"/>
                </a:ext>
              </a:extLst>
            </p:cNvPr>
            <p:cNvSpPr>
              <a:spLocks/>
            </p:cNvSpPr>
            <p:nvPr/>
          </p:nvSpPr>
          <p:spPr bwMode="auto">
            <a:xfrm>
              <a:off x="4176" y="1633"/>
              <a:ext cx="1" cy="765"/>
            </a:xfrm>
            <a:custGeom>
              <a:avLst/>
              <a:gdLst>
                <a:gd name="T0" fmla="*/ 0 w 1"/>
                <a:gd name="T1" fmla="*/ 765 h 765"/>
                <a:gd name="T2" fmla="*/ 0 w 1"/>
                <a:gd name="T3" fmla="*/ 0 h 7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765">
                  <a:moveTo>
                    <a:pt x="0" y="765"/>
                  </a:moveTo>
                  <a:lnTo>
                    <a:pt x="0" y="0"/>
                  </a:lnTo>
                </a:path>
              </a:pathLst>
            </a:custGeom>
            <a:noFill/>
            <a:ln w="38100" cap="flat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0635" name="Freeform 43">
              <a:extLst>
                <a:ext uri="{FF2B5EF4-FFF2-40B4-BE49-F238E27FC236}">
                  <a16:creationId xmlns:a16="http://schemas.microsoft.com/office/drawing/2014/main" id="{A6776199-A85F-4A72-9EE8-11255072D4E3}"/>
                </a:ext>
              </a:extLst>
            </p:cNvPr>
            <p:cNvSpPr>
              <a:spLocks/>
            </p:cNvSpPr>
            <p:nvPr/>
          </p:nvSpPr>
          <p:spPr bwMode="auto">
            <a:xfrm>
              <a:off x="3808" y="1291"/>
              <a:ext cx="1" cy="758"/>
            </a:xfrm>
            <a:custGeom>
              <a:avLst/>
              <a:gdLst>
                <a:gd name="T0" fmla="*/ 0 w 1"/>
                <a:gd name="T1" fmla="*/ 758 h 758"/>
                <a:gd name="T2" fmla="*/ 0 w 1"/>
                <a:gd name="T3" fmla="*/ 0 h 7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758">
                  <a:moveTo>
                    <a:pt x="0" y="758"/>
                  </a:moveTo>
                  <a:lnTo>
                    <a:pt x="0" y="0"/>
                  </a:lnTo>
                </a:path>
              </a:pathLst>
            </a:custGeom>
            <a:noFill/>
            <a:ln w="38100" cap="flat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0636" name="Freeform 44">
              <a:extLst>
                <a:ext uri="{FF2B5EF4-FFF2-40B4-BE49-F238E27FC236}">
                  <a16:creationId xmlns:a16="http://schemas.microsoft.com/office/drawing/2014/main" id="{8B14FFDB-F200-4E35-8418-3BEB64085F5B}"/>
                </a:ext>
              </a:extLst>
            </p:cNvPr>
            <p:cNvSpPr>
              <a:spLocks/>
            </p:cNvSpPr>
            <p:nvPr/>
          </p:nvSpPr>
          <p:spPr bwMode="auto">
            <a:xfrm>
              <a:off x="3808" y="1296"/>
              <a:ext cx="1320" cy="1"/>
            </a:xfrm>
            <a:custGeom>
              <a:avLst/>
              <a:gdLst>
                <a:gd name="T0" fmla="*/ 0 w 1320"/>
                <a:gd name="T1" fmla="*/ 0 h 1"/>
                <a:gd name="T2" fmla="*/ 1320 w 1320"/>
                <a:gd name="T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320" h="1">
                  <a:moveTo>
                    <a:pt x="0" y="0"/>
                  </a:moveTo>
                  <a:lnTo>
                    <a:pt x="1320" y="0"/>
                  </a:ln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0637" name="Freeform 45">
              <a:extLst>
                <a:ext uri="{FF2B5EF4-FFF2-40B4-BE49-F238E27FC236}">
                  <a16:creationId xmlns:a16="http://schemas.microsoft.com/office/drawing/2014/main" id="{E9F771EC-F669-45CD-8D1A-38B1D7D7B7BE}"/>
                </a:ext>
              </a:extLst>
            </p:cNvPr>
            <p:cNvSpPr>
              <a:spLocks/>
            </p:cNvSpPr>
            <p:nvPr/>
          </p:nvSpPr>
          <p:spPr bwMode="auto">
            <a:xfrm>
              <a:off x="2520" y="2400"/>
              <a:ext cx="2608" cy="1"/>
            </a:xfrm>
            <a:custGeom>
              <a:avLst/>
              <a:gdLst>
                <a:gd name="T0" fmla="*/ 0 w 2608"/>
                <a:gd name="T1" fmla="*/ 0 h 1"/>
                <a:gd name="T2" fmla="*/ 2608 w 2608"/>
                <a:gd name="T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608" h="1">
                  <a:moveTo>
                    <a:pt x="0" y="0"/>
                  </a:moveTo>
                  <a:lnTo>
                    <a:pt x="2608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0638" name="Freeform 46">
              <a:extLst>
                <a:ext uri="{FF2B5EF4-FFF2-40B4-BE49-F238E27FC236}">
                  <a16:creationId xmlns:a16="http://schemas.microsoft.com/office/drawing/2014/main" id="{4E9075F0-1E36-40B4-AC23-49B106975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2517" y="2034"/>
              <a:ext cx="1290" cy="1"/>
            </a:xfrm>
            <a:custGeom>
              <a:avLst/>
              <a:gdLst>
                <a:gd name="T0" fmla="*/ 0 w 1290"/>
                <a:gd name="T1" fmla="*/ 0 h 1"/>
                <a:gd name="T2" fmla="*/ 1290 w 1290"/>
                <a:gd name="T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290" h="1">
                  <a:moveTo>
                    <a:pt x="0" y="0"/>
                  </a:moveTo>
                  <a:lnTo>
                    <a:pt x="1290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0639" name="Line 47">
              <a:extLst>
                <a:ext uri="{FF2B5EF4-FFF2-40B4-BE49-F238E27FC236}">
                  <a16:creationId xmlns:a16="http://schemas.microsoft.com/office/drawing/2014/main" id="{0DF54CA0-2619-4C2D-A49C-B4A78A8E91B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90" y="1632"/>
              <a:ext cx="96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0640" name="Line 48">
              <a:extLst>
                <a:ext uri="{FF2B5EF4-FFF2-40B4-BE49-F238E27FC236}">
                  <a16:creationId xmlns:a16="http://schemas.microsoft.com/office/drawing/2014/main" id="{B909FB9F-5D7F-4F08-9A20-C120704310A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49" y="3166"/>
              <a:ext cx="8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0641" name="Freeform 49">
              <a:extLst>
                <a:ext uri="{FF2B5EF4-FFF2-40B4-BE49-F238E27FC236}">
                  <a16:creationId xmlns:a16="http://schemas.microsoft.com/office/drawing/2014/main" id="{C15B92C3-6B55-4B95-A3EC-872631926914}"/>
                </a:ext>
              </a:extLst>
            </p:cNvPr>
            <p:cNvSpPr>
              <a:spLocks/>
            </p:cNvSpPr>
            <p:nvPr/>
          </p:nvSpPr>
          <p:spPr bwMode="auto">
            <a:xfrm>
              <a:off x="2336" y="3166"/>
              <a:ext cx="95" cy="2"/>
            </a:xfrm>
            <a:custGeom>
              <a:avLst/>
              <a:gdLst>
                <a:gd name="T0" fmla="*/ 95 w 95"/>
                <a:gd name="T1" fmla="*/ 0 h 2"/>
                <a:gd name="T2" fmla="*/ 0 w 95"/>
                <a:gd name="T3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95" h="2">
                  <a:moveTo>
                    <a:pt x="95" y="0"/>
                  </a:moveTo>
                  <a:lnTo>
                    <a:pt x="0" y="2"/>
                  </a:ln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0642" name="Line 50">
              <a:extLst>
                <a:ext uri="{FF2B5EF4-FFF2-40B4-BE49-F238E27FC236}">
                  <a16:creationId xmlns:a16="http://schemas.microsoft.com/office/drawing/2014/main" id="{A08EBA5E-3D8C-4E34-9A01-C0E9989846E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336" y="2948"/>
              <a:ext cx="0" cy="21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0643" name="Line 51">
              <a:extLst>
                <a:ext uri="{FF2B5EF4-FFF2-40B4-BE49-F238E27FC236}">
                  <a16:creationId xmlns:a16="http://schemas.microsoft.com/office/drawing/2014/main" id="{659269C2-5542-4F3A-A070-E78515655AC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337" y="2948"/>
              <a:ext cx="0" cy="21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0644" name="Text Box 52">
              <a:extLst>
                <a:ext uri="{FF2B5EF4-FFF2-40B4-BE49-F238E27FC236}">
                  <a16:creationId xmlns:a16="http://schemas.microsoft.com/office/drawing/2014/main" id="{A186D247-412B-4D9D-9B25-0B75ACC9501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19" y="2965"/>
              <a:ext cx="25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eaLnBrk="1" hangingPunct="1"/>
              <a:r>
                <a:rPr lang="en-US" altLang="zh-CN" i="1">
                  <a:latin typeface="宋体" panose="02010600030101010101" pitchFamily="2" charset="-122"/>
                </a:rPr>
                <a:t>A</a:t>
              </a:r>
              <a:endParaRPr lang="en-US" altLang="zh-CN"/>
            </a:p>
          </p:txBody>
        </p:sp>
        <p:sp>
          <p:nvSpPr>
            <p:cNvPr id="110645" name="Text Box 53">
              <a:extLst>
                <a:ext uri="{FF2B5EF4-FFF2-40B4-BE49-F238E27FC236}">
                  <a16:creationId xmlns:a16="http://schemas.microsoft.com/office/drawing/2014/main" id="{0364ED3B-281A-4889-8EC8-4433A1A5825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37" y="1030"/>
              <a:ext cx="407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sz="1800" i="1">
                  <a:latin typeface="宋体" panose="02010600030101010101" pitchFamily="2" charset="-122"/>
                </a:rPr>
                <a:t>A</a:t>
              </a:r>
              <a:r>
                <a:rPr lang="zh-CN" altLang="en-US" sz="1800"/>
                <a:t>－</a:t>
              </a:r>
              <a:r>
                <a:rPr lang="en-US" altLang="zh-CN" sz="1800" i="1">
                  <a:latin typeface="宋体" panose="02010600030101010101" pitchFamily="2" charset="-122"/>
                </a:rPr>
                <a:t>A</a:t>
              </a:r>
              <a:endParaRPr lang="en-US" altLang="zh-CN" sz="1800"/>
            </a:p>
          </p:txBody>
        </p:sp>
        <p:sp>
          <p:nvSpPr>
            <p:cNvPr id="110646" name="Line 54">
              <a:extLst>
                <a:ext uri="{FF2B5EF4-FFF2-40B4-BE49-F238E27FC236}">
                  <a16:creationId xmlns:a16="http://schemas.microsoft.com/office/drawing/2014/main" id="{9EA8FBE2-1B7D-4487-A1E3-0258709B667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82" y="2448"/>
              <a:ext cx="0" cy="147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lgDash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 spd="slow">
    <p:cover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05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05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105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8" dur="500"/>
                                        <p:tgtEl>
                                          <p:spTgt spid="1106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105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105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9" dur="500"/>
                                        <p:tgtEl>
                                          <p:spTgt spid="1105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0595" grpId="0" autoUpdateAnimBg="0"/>
      <p:bldP spid="110596" grpId="0" autoUpdateAnimBg="0"/>
      <p:bldP spid="110597" grpId="0" autoUpdateAnimBg="0"/>
      <p:bldP spid="110598" grpId="0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Text Box 2">
            <a:extLst>
              <a:ext uri="{FF2B5EF4-FFF2-40B4-BE49-F238E27FC236}">
                <a16:creationId xmlns:a16="http://schemas.microsoft.com/office/drawing/2014/main" id="{43825A87-341C-48BE-AF57-01B49CDE1A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31886" y="-58736"/>
            <a:ext cx="32829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l" eaLnBrk="1" hangingPunct="1"/>
            <a:r>
              <a:rPr lang="en-US" altLang="zh-CN" sz="3200" dirty="0">
                <a:solidFill>
                  <a:schemeClr val="bg1"/>
                </a:solidFill>
                <a:latin typeface="宋体" panose="02010600030101010101" pitchFamily="2" charset="-122"/>
              </a:rPr>
              <a:t>2)</a:t>
            </a:r>
            <a:r>
              <a:rPr lang="zh-CN" altLang="en-US" sz="3600" dirty="0">
                <a:solidFill>
                  <a:schemeClr val="bg1"/>
                </a:solidFill>
              </a:rPr>
              <a:t>半剖视图</a:t>
            </a:r>
            <a:endParaRPr lang="zh-CN" altLang="en-US" sz="3200" dirty="0">
              <a:solidFill>
                <a:schemeClr val="bg1"/>
              </a:solidFill>
            </a:endParaRPr>
          </a:p>
        </p:txBody>
      </p:sp>
      <p:sp>
        <p:nvSpPr>
          <p:cNvPr id="111619" name="Text Box 3">
            <a:extLst>
              <a:ext uri="{FF2B5EF4-FFF2-40B4-BE49-F238E27FC236}">
                <a16:creationId xmlns:a16="http://schemas.microsoft.com/office/drawing/2014/main" id="{02112DAD-0236-424E-AC3E-F8C4B3A89D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150" y="1250950"/>
            <a:ext cx="1143000" cy="1373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1" hangingPunct="1"/>
            <a:r>
              <a:rPr lang="zh-CN" altLang="en-US" sz="2800">
                <a:solidFill>
                  <a:srgbClr val="FF0000"/>
                </a:solidFill>
              </a:rPr>
              <a:t>不能表达外形</a:t>
            </a:r>
          </a:p>
        </p:txBody>
      </p:sp>
      <p:grpSp>
        <p:nvGrpSpPr>
          <p:cNvPr id="111620" name="Group 4">
            <a:extLst>
              <a:ext uri="{FF2B5EF4-FFF2-40B4-BE49-F238E27FC236}">
                <a16:creationId xmlns:a16="http://schemas.microsoft.com/office/drawing/2014/main" id="{8FA5F966-0AAC-4E1F-9EE3-83600E01CE2C}"/>
              </a:ext>
            </a:extLst>
          </p:cNvPr>
          <p:cNvGrpSpPr>
            <a:grpSpLocks/>
          </p:cNvGrpSpPr>
          <p:nvPr/>
        </p:nvGrpSpPr>
        <p:grpSpPr bwMode="auto">
          <a:xfrm>
            <a:off x="374650" y="4225925"/>
            <a:ext cx="4721225" cy="465138"/>
            <a:chOff x="276" y="2654"/>
            <a:chExt cx="2974" cy="293"/>
          </a:xfrm>
        </p:grpSpPr>
        <p:sp>
          <p:nvSpPr>
            <p:cNvPr id="111621" name="Text Box 5">
              <a:extLst>
                <a:ext uri="{FF2B5EF4-FFF2-40B4-BE49-F238E27FC236}">
                  <a16:creationId xmlns:a16="http://schemas.microsoft.com/office/drawing/2014/main" id="{C9336A96-1105-4F04-8D4A-258B04B5CA9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36" y="2659"/>
              <a:ext cx="21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i="1">
                  <a:latin typeface="宋体" panose="02010600030101010101" pitchFamily="2" charset="-122"/>
                </a:rPr>
                <a:t>A</a:t>
              </a:r>
              <a:endParaRPr lang="en-US" altLang="zh-CN" sz="1800"/>
            </a:p>
          </p:txBody>
        </p:sp>
        <p:sp>
          <p:nvSpPr>
            <p:cNvPr id="111622" name="Text Box 6">
              <a:extLst>
                <a:ext uri="{FF2B5EF4-FFF2-40B4-BE49-F238E27FC236}">
                  <a16:creationId xmlns:a16="http://schemas.microsoft.com/office/drawing/2014/main" id="{08949561-E5CB-4045-99A1-1B729E41C89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6" y="2654"/>
              <a:ext cx="21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i="1">
                  <a:latin typeface="宋体" panose="02010600030101010101" pitchFamily="2" charset="-122"/>
                </a:rPr>
                <a:t>A</a:t>
              </a:r>
              <a:endParaRPr lang="en-US" altLang="zh-CN" sz="1800"/>
            </a:p>
          </p:txBody>
        </p:sp>
        <p:sp>
          <p:nvSpPr>
            <p:cNvPr id="111623" name="Freeform 7">
              <a:extLst>
                <a:ext uri="{FF2B5EF4-FFF2-40B4-BE49-F238E27FC236}">
                  <a16:creationId xmlns:a16="http://schemas.microsoft.com/office/drawing/2014/main" id="{02024C92-B36D-43C2-AF26-B47BE1040F3E}"/>
                </a:ext>
              </a:extLst>
            </p:cNvPr>
            <p:cNvSpPr>
              <a:spLocks/>
            </p:cNvSpPr>
            <p:nvPr/>
          </p:nvSpPr>
          <p:spPr bwMode="auto">
            <a:xfrm>
              <a:off x="498" y="2826"/>
              <a:ext cx="150" cy="1"/>
            </a:xfrm>
            <a:custGeom>
              <a:avLst/>
              <a:gdLst>
                <a:gd name="T0" fmla="*/ 0 w 150"/>
                <a:gd name="T1" fmla="*/ 0 h 1"/>
                <a:gd name="T2" fmla="*/ 150 w 150"/>
                <a:gd name="T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50" h="1">
                  <a:moveTo>
                    <a:pt x="0" y="0"/>
                  </a:moveTo>
                  <a:lnTo>
                    <a:pt x="150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1624" name="Freeform 8">
              <a:extLst>
                <a:ext uri="{FF2B5EF4-FFF2-40B4-BE49-F238E27FC236}">
                  <a16:creationId xmlns:a16="http://schemas.microsoft.com/office/drawing/2014/main" id="{552D57B5-8E72-40ED-A427-57272B77C5A7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3" y="2826"/>
              <a:ext cx="150" cy="1"/>
            </a:xfrm>
            <a:custGeom>
              <a:avLst/>
              <a:gdLst>
                <a:gd name="T0" fmla="*/ 0 w 150"/>
                <a:gd name="T1" fmla="*/ 0 h 1"/>
                <a:gd name="T2" fmla="*/ 150 w 150"/>
                <a:gd name="T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50" h="1">
                  <a:moveTo>
                    <a:pt x="0" y="0"/>
                  </a:moveTo>
                  <a:lnTo>
                    <a:pt x="150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1625" name="Line 9">
              <a:extLst>
                <a:ext uri="{FF2B5EF4-FFF2-40B4-BE49-F238E27FC236}">
                  <a16:creationId xmlns:a16="http://schemas.microsoft.com/office/drawing/2014/main" id="{BC9C2B39-6355-4AEB-812F-DAB1F1BDE98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98" y="2671"/>
              <a:ext cx="0" cy="15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1626" name="Line 10">
              <a:extLst>
                <a:ext uri="{FF2B5EF4-FFF2-40B4-BE49-F238E27FC236}">
                  <a16:creationId xmlns:a16="http://schemas.microsoft.com/office/drawing/2014/main" id="{3A5F4190-C420-418D-B372-AC4FAE7BDCE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063" y="2671"/>
              <a:ext cx="0" cy="15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12009" name="Group 393">
            <a:extLst>
              <a:ext uri="{FF2B5EF4-FFF2-40B4-BE49-F238E27FC236}">
                <a16:creationId xmlns:a16="http://schemas.microsoft.com/office/drawing/2014/main" id="{1EF6508A-E5FB-48F1-AF82-AC514A31F33D}"/>
              </a:ext>
            </a:extLst>
          </p:cNvPr>
          <p:cNvGrpSpPr>
            <a:grpSpLocks/>
          </p:cNvGrpSpPr>
          <p:nvPr/>
        </p:nvGrpSpPr>
        <p:grpSpPr bwMode="auto">
          <a:xfrm>
            <a:off x="1071563" y="809625"/>
            <a:ext cx="3411537" cy="4764088"/>
            <a:chOff x="675" y="510"/>
            <a:chExt cx="2149" cy="3001"/>
          </a:xfrm>
        </p:grpSpPr>
        <p:grpSp>
          <p:nvGrpSpPr>
            <p:cNvPr id="112010" name="Group 394">
              <a:extLst>
                <a:ext uri="{FF2B5EF4-FFF2-40B4-BE49-F238E27FC236}">
                  <a16:creationId xmlns:a16="http://schemas.microsoft.com/office/drawing/2014/main" id="{8605E6CC-3353-4A22-92F1-E6E7E460751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75" y="2176"/>
              <a:ext cx="2149" cy="1335"/>
              <a:chOff x="675" y="2176"/>
              <a:chExt cx="2149" cy="1335"/>
            </a:xfrm>
          </p:grpSpPr>
          <p:sp>
            <p:nvSpPr>
              <p:cNvPr id="112011" name="AutoShape 395">
                <a:extLst>
                  <a:ext uri="{FF2B5EF4-FFF2-40B4-BE49-F238E27FC236}">
                    <a16:creationId xmlns:a16="http://schemas.microsoft.com/office/drawing/2014/main" id="{FD0AE667-9B07-42FF-9B79-70E68336FE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56" y="2265"/>
                <a:ext cx="1965" cy="1152"/>
              </a:xfrm>
              <a:prstGeom prst="roundRect">
                <a:avLst>
                  <a:gd name="adj" fmla="val 13542"/>
                </a:avLst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12012" name="AutoShape 396">
                <a:extLst>
                  <a:ext uri="{FF2B5EF4-FFF2-40B4-BE49-F238E27FC236}">
                    <a16:creationId xmlns:a16="http://schemas.microsoft.com/office/drawing/2014/main" id="{BCE3143B-B73E-4F5D-B71F-F77709F586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9" y="2405"/>
                <a:ext cx="1296" cy="872"/>
              </a:xfrm>
              <a:prstGeom prst="roundRect">
                <a:avLst>
                  <a:gd name="adj" fmla="val 16667"/>
                </a:avLst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12013" name="Freeform 397">
                <a:extLst>
                  <a:ext uri="{FF2B5EF4-FFF2-40B4-BE49-F238E27FC236}">
                    <a16:creationId xmlns:a16="http://schemas.microsoft.com/office/drawing/2014/main" id="{2D739C4B-8920-429A-9C44-DB3C01CFB63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75" y="2836"/>
                <a:ext cx="2149" cy="4"/>
              </a:xfrm>
              <a:custGeom>
                <a:avLst/>
                <a:gdLst>
                  <a:gd name="T0" fmla="*/ 0 w 2149"/>
                  <a:gd name="T1" fmla="*/ 0 h 4"/>
                  <a:gd name="T2" fmla="*/ 2149 w 2149"/>
                  <a:gd name="T3" fmla="*/ 4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2149" h="4">
                    <a:moveTo>
                      <a:pt x="0" y="0"/>
                    </a:moveTo>
                    <a:lnTo>
                      <a:pt x="2149" y="4"/>
                    </a:lnTo>
                  </a:path>
                </a:pathLst>
              </a:custGeom>
              <a:noFill/>
              <a:ln w="19050" cap="flat" cmpd="sng">
                <a:solidFill>
                  <a:schemeClr val="tx1"/>
                </a:solidFill>
                <a:prstDash val="lgDashDot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2014" name="Freeform 398">
                <a:extLst>
                  <a:ext uri="{FF2B5EF4-FFF2-40B4-BE49-F238E27FC236}">
                    <a16:creationId xmlns:a16="http://schemas.microsoft.com/office/drawing/2014/main" id="{C916306D-75FE-47A4-A63E-DFE8D020728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40" y="2176"/>
                <a:ext cx="1" cy="1335"/>
              </a:xfrm>
              <a:custGeom>
                <a:avLst/>
                <a:gdLst>
                  <a:gd name="T0" fmla="*/ 0 w 1"/>
                  <a:gd name="T1" fmla="*/ 0 h 1335"/>
                  <a:gd name="T2" fmla="*/ 0 w 1"/>
                  <a:gd name="T3" fmla="*/ 1335 h 13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" h="1335">
                    <a:moveTo>
                      <a:pt x="0" y="0"/>
                    </a:moveTo>
                    <a:lnTo>
                      <a:pt x="0" y="1335"/>
                    </a:lnTo>
                  </a:path>
                </a:pathLst>
              </a:custGeom>
              <a:noFill/>
              <a:ln w="19050" cap="flat" cmpd="sng">
                <a:solidFill>
                  <a:schemeClr val="tx1"/>
                </a:solidFill>
                <a:prstDash val="lgDashDot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2015" name="Oval 399">
                <a:extLst>
                  <a:ext uri="{FF2B5EF4-FFF2-40B4-BE49-F238E27FC236}">
                    <a16:creationId xmlns:a16="http://schemas.microsoft.com/office/drawing/2014/main" id="{0DAB98FD-D6D1-48C0-BD09-31CBFD1044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29" y="2457"/>
                <a:ext cx="816" cy="768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lg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2016" name="Oval 400">
                <a:extLst>
                  <a:ext uri="{FF2B5EF4-FFF2-40B4-BE49-F238E27FC236}">
                    <a16:creationId xmlns:a16="http://schemas.microsoft.com/office/drawing/2014/main" id="{892685BF-EBED-4D9D-A85D-02966BCADE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73" y="2601"/>
                <a:ext cx="528" cy="480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2017" name="Oval 401">
                <a:extLst>
                  <a:ext uri="{FF2B5EF4-FFF2-40B4-BE49-F238E27FC236}">
                    <a16:creationId xmlns:a16="http://schemas.microsoft.com/office/drawing/2014/main" id="{64F42EEB-FE6E-41BF-A35D-8B5D876AE7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21" y="2649"/>
                <a:ext cx="432" cy="384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2018" name="Line 402">
                <a:extLst>
                  <a:ext uri="{FF2B5EF4-FFF2-40B4-BE49-F238E27FC236}">
                    <a16:creationId xmlns:a16="http://schemas.microsoft.com/office/drawing/2014/main" id="{9C38E439-CB86-4572-B4BE-1D4B8DE1B5E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53" y="3177"/>
                <a:ext cx="0" cy="9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2019" name="Line 403">
                <a:extLst>
                  <a:ext uri="{FF2B5EF4-FFF2-40B4-BE49-F238E27FC236}">
                    <a16:creationId xmlns:a16="http://schemas.microsoft.com/office/drawing/2014/main" id="{059D858B-5058-47FE-A8CD-1553ED9A744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21" y="3177"/>
                <a:ext cx="0" cy="9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2020" name="Line 404">
                <a:extLst>
                  <a:ext uri="{FF2B5EF4-FFF2-40B4-BE49-F238E27FC236}">
                    <a16:creationId xmlns:a16="http://schemas.microsoft.com/office/drawing/2014/main" id="{21E7FCB6-5230-41C2-A8FB-4971EEB4E0B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17" y="3081"/>
                <a:ext cx="0" cy="19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prstDash val="lg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2021" name="Line 405">
                <a:extLst>
                  <a:ext uri="{FF2B5EF4-FFF2-40B4-BE49-F238E27FC236}">
                    <a16:creationId xmlns:a16="http://schemas.microsoft.com/office/drawing/2014/main" id="{20612131-53DC-47F3-A892-D0821F31EB2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57" y="3081"/>
                <a:ext cx="0" cy="19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prstDash val="lg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2022" name="Line 406">
                <a:extLst>
                  <a:ext uri="{FF2B5EF4-FFF2-40B4-BE49-F238E27FC236}">
                    <a16:creationId xmlns:a16="http://schemas.microsoft.com/office/drawing/2014/main" id="{4AD67C1A-CB92-4163-914F-9EA5365173F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17" y="3154"/>
                <a:ext cx="0" cy="24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2023" name="Freeform 407">
                <a:extLst>
                  <a:ext uri="{FF2B5EF4-FFF2-40B4-BE49-F238E27FC236}">
                    <a16:creationId xmlns:a16="http://schemas.microsoft.com/office/drawing/2014/main" id="{F36112DF-E716-4028-A689-89EAD7F7262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77" y="3276"/>
                <a:ext cx="282" cy="2"/>
              </a:xfrm>
              <a:custGeom>
                <a:avLst/>
                <a:gdLst>
                  <a:gd name="T0" fmla="*/ 0 w 285"/>
                  <a:gd name="T1" fmla="*/ 3 h 3"/>
                  <a:gd name="T2" fmla="*/ 285 w 285"/>
                  <a:gd name="T3" fmla="*/ 0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285" h="3">
                    <a:moveTo>
                      <a:pt x="0" y="3"/>
                    </a:moveTo>
                    <a:lnTo>
                      <a:pt x="285" y="0"/>
                    </a:lnTo>
                  </a:path>
                </a:pathLst>
              </a:custGeom>
              <a:noFill/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2024" name="Oval 408">
                <a:extLst>
                  <a:ext uri="{FF2B5EF4-FFF2-40B4-BE49-F238E27FC236}">
                    <a16:creationId xmlns:a16="http://schemas.microsoft.com/office/drawing/2014/main" id="{8E4ED589-56DA-49F1-9021-7C95A6599D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-5400000">
                <a:off x="837" y="3189"/>
                <a:ext cx="161" cy="173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2025" name="Line 409">
                <a:extLst>
                  <a:ext uri="{FF2B5EF4-FFF2-40B4-BE49-F238E27FC236}">
                    <a16:creationId xmlns:a16="http://schemas.microsoft.com/office/drawing/2014/main" id="{CA358051-7261-4047-8CE3-476619A2587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17" y="2292"/>
                <a:ext cx="0" cy="261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2026" name="Freeform 410">
                <a:extLst>
                  <a:ext uri="{FF2B5EF4-FFF2-40B4-BE49-F238E27FC236}">
                    <a16:creationId xmlns:a16="http://schemas.microsoft.com/office/drawing/2014/main" id="{1D01F3EF-2CE4-48B5-B661-95877ABE9D5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77" y="2423"/>
                <a:ext cx="282" cy="3"/>
              </a:xfrm>
              <a:custGeom>
                <a:avLst/>
                <a:gdLst>
                  <a:gd name="T0" fmla="*/ 0 w 285"/>
                  <a:gd name="T1" fmla="*/ 3 h 3"/>
                  <a:gd name="T2" fmla="*/ 285 w 285"/>
                  <a:gd name="T3" fmla="*/ 0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285" h="3">
                    <a:moveTo>
                      <a:pt x="0" y="3"/>
                    </a:moveTo>
                    <a:lnTo>
                      <a:pt x="285" y="0"/>
                    </a:lnTo>
                  </a:path>
                </a:pathLst>
              </a:custGeom>
              <a:noFill/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2027" name="Oval 411">
                <a:extLst>
                  <a:ext uri="{FF2B5EF4-FFF2-40B4-BE49-F238E27FC236}">
                    <a16:creationId xmlns:a16="http://schemas.microsoft.com/office/drawing/2014/main" id="{7CEBA808-536B-41AC-B133-D65E744E5B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-5400000">
                <a:off x="830" y="2328"/>
                <a:ext cx="174" cy="190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2028" name="Line 412">
                <a:extLst>
                  <a:ext uri="{FF2B5EF4-FFF2-40B4-BE49-F238E27FC236}">
                    <a16:creationId xmlns:a16="http://schemas.microsoft.com/office/drawing/2014/main" id="{EE6AA034-F0E2-4665-A445-8F3BD396346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46" y="3133"/>
                <a:ext cx="0" cy="26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2029" name="Freeform 413">
                <a:extLst>
                  <a:ext uri="{FF2B5EF4-FFF2-40B4-BE49-F238E27FC236}">
                    <a16:creationId xmlns:a16="http://schemas.microsoft.com/office/drawing/2014/main" id="{E3B0FB63-1A61-4972-BCA6-79DAACF1E9B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05" y="3265"/>
                <a:ext cx="285" cy="3"/>
              </a:xfrm>
              <a:custGeom>
                <a:avLst/>
                <a:gdLst>
                  <a:gd name="T0" fmla="*/ 0 w 285"/>
                  <a:gd name="T1" fmla="*/ 3 h 3"/>
                  <a:gd name="T2" fmla="*/ 285 w 285"/>
                  <a:gd name="T3" fmla="*/ 0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285" h="3">
                    <a:moveTo>
                      <a:pt x="0" y="3"/>
                    </a:moveTo>
                    <a:lnTo>
                      <a:pt x="285" y="0"/>
                    </a:lnTo>
                  </a:path>
                </a:pathLst>
              </a:custGeom>
              <a:noFill/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2030" name="Oval 414">
                <a:extLst>
                  <a:ext uri="{FF2B5EF4-FFF2-40B4-BE49-F238E27FC236}">
                    <a16:creationId xmlns:a16="http://schemas.microsoft.com/office/drawing/2014/main" id="{E83DD772-EA5A-4673-8468-A43F464AF5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-5400000">
                <a:off x="2458" y="3169"/>
                <a:ext cx="175" cy="192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2031" name="Line 415">
                <a:extLst>
                  <a:ext uri="{FF2B5EF4-FFF2-40B4-BE49-F238E27FC236}">
                    <a16:creationId xmlns:a16="http://schemas.microsoft.com/office/drawing/2014/main" id="{3402210A-F6EF-4F7B-A1F0-F6697E9ACCE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46" y="2292"/>
                <a:ext cx="0" cy="25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2032" name="Freeform 416">
                <a:extLst>
                  <a:ext uri="{FF2B5EF4-FFF2-40B4-BE49-F238E27FC236}">
                    <a16:creationId xmlns:a16="http://schemas.microsoft.com/office/drawing/2014/main" id="{AC93726D-4093-41E5-BA18-B0D685E3362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05" y="2420"/>
                <a:ext cx="285" cy="3"/>
              </a:xfrm>
              <a:custGeom>
                <a:avLst/>
                <a:gdLst>
                  <a:gd name="T0" fmla="*/ 0 w 285"/>
                  <a:gd name="T1" fmla="*/ 3 h 3"/>
                  <a:gd name="T2" fmla="*/ 285 w 285"/>
                  <a:gd name="T3" fmla="*/ 0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285" h="3">
                    <a:moveTo>
                      <a:pt x="0" y="3"/>
                    </a:moveTo>
                    <a:lnTo>
                      <a:pt x="285" y="0"/>
                    </a:lnTo>
                  </a:path>
                </a:pathLst>
              </a:custGeom>
              <a:noFill/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2033" name="Oval 417">
                <a:extLst>
                  <a:ext uri="{FF2B5EF4-FFF2-40B4-BE49-F238E27FC236}">
                    <a16:creationId xmlns:a16="http://schemas.microsoft.com/office/drawing/2014/main" id="{C67F8F93-6799-404C-A046-70992075F9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-5400000">
                <a:off x="2461" y="2324"/>
                <a:ext cx="170" cy="192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2034" name="Freeform 418">
                <a:extLst>
                  <a:ext uri="{FF2B5EF4-FFF2-40B4-BE49-F238E27FC236}">
                    <a16:creationId xmlns:a16="http://schemas.microsoft.com/office/drawing/2014/main" id="{43546A10-49B8-40BB-902C-0182FB2D8AA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45" y="3019"/>
                <a:ext cx="1" cy="242"/>
              </a:xfrm>
              <a:custGeom>
                <a:avLst/>
                <a:gdLst>
                  <a:gd name="T0" fmla="*/ 0 w 1"/>
                  <a:gd name="T1" fmla="*/ 0 h 255"/>
                  <a:gd name="T2" fmla="*/ 0 w 1"/>
                  <a:gd name="T3" fmla="*/ 255 h 2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" h="255">
                    <a:moveTo>
                      <a:pt x="0" y="0"/>
                    </a:moveTo>
                    <a:lnTo>
                      <a:pt x="0" y="255"/>
                    </a:lnTo>
                  </a:path>
                </a:pathLst>
              </a:custGeom>
              <a:noFill/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2035" name="Freeform 419">
                <a:extLst>
                  <a:ext uri="{FF2B5EF4-FFF2-40B4-BE49-F238E27FC236}">
                    <a16:creationId xmlns:a16="http://schemas.microsoft.com/office/drawing/2014/main" id="{23761D1D-47BF-41F6-8193-BD85FA03874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03" y="3119"/>
                <a:ext cx="269" cy="1"/>
              </a:xfrm>
              <a:custGeom>
                <a:avLst/>
                <a:gdLst>
                  <a:gd name="T0" fmla="*/ 0 w 255"/>
                  <a:gd name="T1" fmla="*/ 0 h 1"/>
                  <a:gd name="T2" fmla="*/ 255 w 255"/>
                  <a:gd name="T3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255" h="1">
                    <a:moveTo>
                      <a:pt x="0" y="0"/>
                    </a:moveTo>
                    <a:lnTo>
                      <a:pt x="255" y="0"/>
                    </a:lnTo>
                  </a:path>
                </a:pathLst>
              </a:custGeom>
              <a:noFill/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2036" name="Oval 420">
                <a:extLst>
                  <a:ext uri="{FF2B5EF4-FFF2-40B4-BE49-F238E27FC236}">
                    <a16:creationId xmlns:a16="http://schemas.microsoft.com/office/drawing/2014/main" id="{75C22BD8-8B3C-4B0F-A163-148A2CD7A0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-5400000">
                <a:off x="1176" y="3048"/>
                <a:ext cx="137" cy="152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2037" name="Freeform 421">
                <a:extLst>
                  <a:ext uri="{FF2B5EF4-FFF2-40B4-BE49-F238E27FC236}">
                    <a16:creationId xmlns:a16="http://schemas.microsoft.com/office/drawing/2014/main" id="{162B87BF-88D5-48D1-9D34-A02E2D11AAF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44" y="2455"/>
                <a:ext cx="1" cy="227"/>
              </a:xfrm>
              <a:custGeom>
                <a:avLst/>
                <a:gdLst>
                  <a:gd name="T0" fmla="*/ 0 w 1"/>
                  <a:gd name="T1" fmla="*/ 0 h 255"/>
                  <a:gd name="T2" fmla="*/ 0 w 1"/>
                  <a:gd name="T3" fmla="*/ 255 h 2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" h="255">
                    <a:moveTo>
                      <a:pt x="0" y="0"/>
                    </a:moveTo>
                    <a:lnTo>
                      <a:pt x="0" y="255"/>
                    </a:lnTo>
                  </a:path>
                </a:pathLst>
              </a:custGeom>
              <a:noFill/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2038" name="Freeform 422">
                <a:extLst>
                  <a:ext uri="{FF2B5EF4-FFF2-40B4-BE49-F238E27FC236}">
                    <a16:creationId xmlns:a16="http://schemas.microsoft.com/office/drawing/2014/main" id="{5750A350-C9F3-4B5B-9E2B-7F3718DACEE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17" y="2548"/>
                <a:ext cx="255" cy="1"/>
              </a:xfrm>
              <a:custGeom>
                <a:avLst/>
                <a:gdLst>
                  <a:gd name="T0" fmla="*/ 0 w 255"/>
                  <a:gd name="T1" fmla="*/ 0 h 1"/>
                  <a:gd name="T2" fmla="*/ 255 w 255"/>
                  <a:gd name="T3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255" h="1">
                    <a:moveTo>
                      <a:pt x="0" y="0"/>
                    </a:moveTo>
                    <a:lnTo>
                      <a:pt x="255" y="0"/>
                    </a:lnTo>
                  </a:path>
                </a:pathLst>
              </a:custGeom>
              <a:noFill/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2039" name="Oval 423">
                <a:extLst>
                  <a:ext uri="{FF2B5EF4-FFF2-40B4-BE49-F238E27FC236}">
                    <a16:creationId xmlns:a16="http://schemas.microsoft.com/office/drawing/2014/main" id="{599C1276-6BBB-4403-B78E-F913EF3621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-5400000">
                <a:off x="1188" y="2481"/>
                <a:ext cx="128" cy="144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2040" name="Freeform 424">
                <a:extLst>
                  <a:ext uri="{FF2B5EF4-FFF2-40B4-BE49-F238E27FC236}">
                    <a16:creationId xmlns:a16="http://schemas.microsoft.com/office/drawing/2014/main" id="{3BFAE644-8493-4D41-B3C1-3B750D82A9A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11" y="3033"/>
                <a:ext cx="1" cy="242"/>
              </a:xfrm>
              <a:custGeom>
                <a:avLst/>
                <a:gdLst>
                  <a:gd name="T0" fmla="*/ 0 w 1"/>
                  <a:gd name="T1" fmla="*/ 0 h 255"/>
                  <a:gd name="T2" fmla="*/ 0 w 1"/>
                  <a:gd name="T3" fmla="*/ 255 h 2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" h="255">
                    <a:moveTo>
                      <a:pt x="0" y="0"/>
                    </a:moveTo>
                    <a:lnTo>
                      <a:pt x="0" y="255"/>
                    </a:lnTo>
                  </a:path>
                </a:pathLst>
              </a:custGeom>
              <a:noFill/>
              <a:ln w="127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2041" name="Freeform 425">
                <a:extLst>
                  <a:ext uri="{FF2B5EF4-FFF2-40B4-BE49-F238E27FC236}">
                    <a16:creationId xmlns:a16="http://schemas.microsoft.com/office/drawing/2014/main" id="{0B48DB37-5589-4948-823B-9EDBC744EB2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76" y="3133"/>
                <a:ext cx="255" cy="1"/>
              </a:xfrm>
              <a:custGeom>
                <a:avLst/>
                <a:gdLst>
                  <a:gd name="T0" fmla="*/ 0 w 255"/>
                  <a:gd name="T1" fmla="*/ 0 h 1"/>
                  <a:gd name="T2" fmla="*/ 255 w 255"/>
                  <a:gd name="T3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255" h="1">
                    <a:moveTo>
                      <a:pt x="0" y="0"/>
                    </a:moveTo>
                    <a:lnTo>
                      <a:pt x="255" y="0"/>
                    </a:lnTo>
                  </a:path>
                </a:pathLst>
              </a:custGeom>
              <a:noFill/>
              <a:ln w="127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2042" name="Oval 426">
                <a:extLst>
                  <a:ext uri="{FF2B5EF4-FFF2-40B4-BE49-F238E27FC236}">
                    <a16:creationId xmlns:a16="http://schemas.microsoft.com/office/drawing/2014/main" id="{54857BE5-376F-4629-894E-3328DD3521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-5400000">
                <a:off x="2142" y="3066"/>
                <a:ext cx="137" cy="144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2043" name="Freeform 427">
                <a:extLst>
                  <a:ext uri="{FF2B5EF4-FFF2-40B4-BE49-F238E27FC236}">
                    <a16:creationId xmlns:a16="http://schemas.microsoft.com/office/drawing/2014/main" id="{C57D4951-9D3B-4C5C-9D49-C0F3EE8655C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18" y="2455"/>
                <a:ext cx="1" cy="227"/>
              </a:xfrm>
              <a:custGeom>
                <a:avLst/>
                <a:gdLst>
                  <a:gd name="T0" fmla="*/ 0 w 1"/>
                  <a:gd name="T1" fmla="*/ 0 h 255"/>
                  <a:gd name="T2" fmla="*/ 0 w 1"/>
                  <a:gd name="T3" fmla="*/ 255 h 2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" h="255">
                    <a:moveTo>
                      <a:pt x="0" y="0"/>
                    </a:moveTo>
                    <a:lnTo>
                      <a:pt x="0" y="255"/>
                    </a:lnTo>
                  </a:path>
                </a:pathLst>
              </a:custGeom>
              <a:noFill/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2044" name="Freeform 428">
                <a:extLst>
                  <a:ext uri="{FF2B5EF4-FFF2-40B4-BE49-F238E27FC236}">
                    <a16:creationId xmlns:a16="http://schemas.microsoft.com/office/drawing/2014/main" id="{423D5238-9D3E-4BA2-9A79-B6E4521999E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83" y="2548"/>
                <a:ext cx="255" cy="1"/>
              </a:xfrm>
              <a:custGeom>
                <a:avLst/>
                <a:gdLst>
                  <a:gd name="T0" fmla="*/ 0 w 255"/>
                  <a:gd name="T1" fmla="*/ 0 h 1"/>
                  <a:gd name="T2" fmla="*/ 255 w 255"/>
                  <a:gd name="T3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255" h="1">
                    <a:moveTo>
                      <a:pt x="0" y="0"/>
                    </a:moveTo>
                    <a:lnTo>
                      <a:pt x="255" y="0"/>
                    </a:lnTo>
                  </a:path>
                </a:pathLst>
              </a:custGeom>
              <a:noFill/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2045" name="Oval 429">
                <a:extLst>
                  <a:ext uri="{FF2B5EF4-FFF2-40B4-BE49-F238E27FC236}">
                    <a16:creationId xmlns:a16="http://schemas.microsoft.com/office/drawing/2014/main" id="{60C70939-78FB-4C66-9DBF-9C2EABFC72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-5400000">
                <a:off x="2154" y="2481"/>
                <a:ext cx="128" cy="144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2046" name="Line 430">
                <a:extLst>
                  <a:ext uri="{FF2B5EF4-FFF2-40B4-BE49-F238E27FC236}">
                    <a16:creationId xmlns:a16="http://schemas.microsoft.com/office/drawing/2014/main" id="{647F8B05-0BC9-4FF2-9ED4-A552DF58954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53" y="2402"/>
                <a:ext cx="0" cy="13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2047" name="Freeform 431">
                <a:extLst>
                  <a:ext uri="{FF2B5EF4-FFF2-40B4-BE49-F238E27FC236}">
                    <a16:creationId xmlns:a16="http://schemas.microsoft.com/office/drawing/2014/main" id="{305B4AEC-99B8-4A5D-8572-B1A5A445DA9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57" y="2402"/>
                <a:ext cx="3" cy="240"/>
              </a:xfrm>
              <a:custGeom>
                <a:avLst/>
                <a:gdLst>
                  <a:gd name="T0" fmla="*/ 0 w 3"/>
                  <a:gd name="T1" fmla="*/ 0 h 240"/>
                  <a:gd name="T2" fmla="*/ 3 w 3"/>
                  <a:gd name="T3" fmla="*/ 240 h 2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3" h="240">
                    <a:moveTo>
                      <a:pt x="0" y="0"/>
                    </a:moveTo>
                    <a:lnTo>
                      <a:pt x="3" y="240"/>
                    </a:lnTo>
                  </a:path>
                </a:pathLst>
              </a:custGeom>
              <a:noFill/>
              <a:ln w="19050" cap="flat" cmpd="sng">
                <a:solidFill>
                  <a:schemeClr val="tx1"/>
                </a:solidFill>
                <a:prstDash val="lgDash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2048" name="Freeform 432">
                <a:extLst>
                  <a:ext uri="{FF2B5EF4-FFF2-40B4-BE49-F238E27FC236}">
                    <a16:creationId xmlns:a16="http://schemas.microsoft.com/office/drawing/2014/main" id="{D40CE000-111F-408B-9751-8E948442D1C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17" y="2402"/>
                <a:ext cx="3" cy="240"/>
              </a:xfrm>
              <a:custGeom>
                <a:avLst/>
                <a:gdLst>
                  <a:gd name="T0" fmla="*/ 0 w 3"/>
                  <a:gd name="T1" fmla="*/ 0 h 240"/>
                  <a:gd name="T2" fmla="*/ 3 w 3"/>
                  <a:gd name="T3" fmla="*/ 240 h 2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3" h="240">
                    <a:moveTo>
                      <a:pt x="0" y="0"/>
                    </a:moveTo>
                    <a:lnTo>
                      <a:pt x="3" y="240"/>
                    </a:lnTo>
                  </a:path>
                </a:pathLst>
              </a:custGeom>
              <a:noFill/>
              <a:ln w="19050" cap="flat" cmpd="sng">
                <a:solidFill>
                  <a:schemeClr val="tx1"/>
                </a:solidFill>
                <a:prstDash val="lgDash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2049" name="Line 433">
                <a:extLst>
                  <a:ext uri="{FF2B5EF4-FFF2-40B4-BE49-F238E27FC236}">
                    <a16:creationId xmlns:a16="http://schemas.microsoft.com/office/drawing/2014/main" id="{75FFBB12-EDC6-4442-AAAC-D288C579FDB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36" y="2402"/>
                <a:ext cx="0" cy="10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12050" name="Group 434">
              <a:extLst>
                <a:ext uri="{FF2B5EF4-FFF2-40B4-BE49-F238E27FC236}">
                  <a16:creationId xmlns:a16="http://schemas.microsoft.com/office/drawing/2014/main" id="{84CD4EAF-BF3C-462C-B789-F1A95E73122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50" y="510"/>
              <a:ext cx="1983" cy="1636"/>
              <a:chOff x="750" y="510"/>
              <a:chExt cx="1983" cy="1636"/>
            </a:xfrm>
          </p:grpSpPr>
          <p:grpSp>
            <p:nvGrpSpPr>
              <p:cNvPr id="112051" name="Group 435">
                <a:extLst>
                  <a:ext uri="{FF2B5EF4-FFF2-40B4-BE49-F238E27FC236}">
                    <a16:creationId xmlns:a16="http://schemas.microsoft.com/office/drawing/2014/main" id="{FB839A54-4CF4-469D-9A73-E89DF30C724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73" y="512"/>
                <a:ext cx="582" cy="1624"/>
                <a:chOff x="1473" y="512"/>
                <a:chExt cx="582" cy="1624"/>
              </a:xfrm>
            </p:grpSpPr>
            <p:sp>
              <p:nvSpPr>
                <p:cNvPr id="112052" name="Freeform 436">
                  <a:extLst>
                    <a:ext uri="{FF2B5EF4-FFF2-40B4-BE49-F238E27FC236}">
                      <a16:creationId xmlns:a16="http://schemas.microsoft.com/office/drawing/2014/main" id="{DFF6F369-281B-4D18-8718-578921CE642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44" y="512"/>
                  <a:ext cx="1" cy="1624"/>
                </a:xfrm>
                <a:custGeom>
                  <a:avLst/>
                  <a:gdLst>
                    <a:gd name="T0" fmla="*/ 0 w 1"/>
                    <a:gd name="T1" fmla="*/ 0 h 1624"/>
                    <a:gd name="T2" fmla="*/ 0 w 1"/>
                    <a:gd name="T3" fmla="*/ 1624 h 162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1" h="1624">
                      <a:moveTo>
                        <a:pt x="0" y="0"/>
                      </a:moveTo>
                      <a:lnTo>
                        <a:pt x="0" y="1624"/>
                      </a:lnTo>
                    </a:path>
                  </a:pathLst>
                </a:custGeom>
                <a:noFill/>
                <a:ln w="19050" cap="flat" cmpd="sng">
                  <a:solidFill>
                    <a:schemeClr val="tx1"/>
                  </a:solidFill>
                  <a:prstDash val="lgDashDot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grpSp>
              <p:nvGrpSpPr>
                <p:cNvPr id="112053" name="Group 437">
                  <a:extLst>
                    <a:ext uri="{FF2B5EF4-FFF2-40B4-BE49-F238E27FC236}">
                      <a16:creationId xmlns:a16="http://schemas.microsoft.com/office/drawing/2014/main" id="{4C8343AE-3148-40BE-898E-B4A2AF3288D6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473" y="849"/>
                  <a:ext cx="582" cy="216"/>
                  <a:chOff x="1473" y="849"/>
                  <a:chExt cx="582" cy="216"/>
                </a:xfrm>
              </p:grpSpPr>
              <p:sp>
                <p:nvSpPr>
                  <p:cNvPr id="112054" name="Freeform 438">
                    <a:extLst>
                      <a:ext uri="{FF2B5EF4-FFF2-40B4-BE49-F238E27FC236}">
                        <a16:creationId xmlns:a16="http://schemas.microsoft.com/office/drawing/2014/main" id="{9CEB3E34-113A-4A41-86EB-1B93E844448B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473" y="957"/>
                    <a:ext cx="582" cy="1"/>
                  </a:xfrm>
                  <a:custGeom>
                    <a:avLst/>
                    <a:gdLst>
                      <a:gd name="T0" fmla="*/ 0 w 582"/>
                      <a:gd name="T1" fmla="*/ 0 h 1"/>
                      <a:gd name="T2" fmla="*/ 582 w 582"/>
                      <a:gd name="T3" fmla="*/ 0 h 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582" h="1">
                        <a:moveTo>
                          <a:pt x="0" y="0"/>
                        </a:moveTo>
                        <a:lnTo>
                          <a:pt x="582" y="0"/>
                        </a:lnTo>
                      </a:path>
                    </a:pathLst>
                  </a:custGeom>
                  <a:noFill/>
                  <a:ln w="19050" cap="flat" cmpd="sng">
                    <a:solidFill>
                      <a:schemeClr val="tx1"/>
                    </a:solidFill>
                    <a:prstDash val="lgDashDot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12055" name="Oval 439">
                    <a:extLst>
                      <a:ext uri="{FF2B5EF4-FFF2-40B4-BE49-F238E27FC236}">
                        <a16:creationId xmlns:a16="http://schemas.microsoft.com/office/drawing/2014/main" id="{374E6187-3113-4871-A32C-095D2C9758A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617" y="849"/>
                    <a:ext cx="240" cy="216"/>
                  </a:xfrm>
                  <a:prstGeom prst="ellips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</p:grpSp>
          <p:grpSp>
            <p:nvGrpSpPr>
              <p:cNvPr id="112056" name="Group 440">
                <a:extLst>
                  <a:ext uri="{FF2B5EF4-FFF2-40B4-BE49-F238E27FC236}">
                    <a16:creationId xmlns:a16="http://schemas.microsoft.com/office/drawing/2014/main" id="{20226514-1456-4AAD-8AE3-C3E88E2C8F7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50" y="510"/>
                <a:ext cx="1983" cy="1636"/>
                <a:chOff x="750" y="510"/>
                <a:chExt cx="1983" cy="1636"/>
              </a:xfrm>
            </p:grpSpPr>
            <p:sp>
              <p:nvSpPr>
                <p:cNvPr id="112057" name="Line 441">
                  <a:extLst>
                    <a:ext uri="{FF2B5EF4-FFF2-40B4-BE49-F238E27FC236}">
                      <a16:creationId xmlns:a16="http://schemas.microsoft.com/office/drawing/2014/main" id="{71BFECAF-D73A-4178-9714-ACEB1863F37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440" y="583"/>
                  <a:ext cx="0" cy="672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prstDash val="lgDash"/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12058" name="Line 442">
                  <a:extLst>
                    <a:ext uri="{FF2B5EF4-FFF2-40B4-BE49-F238E27FC236}">
                      <a16:creationId xmlns:a16="http://schemas.microsoft.com/office/drawing/2014/main" id="{F14518E8-CFF0-443D-A84D-7FE5542CEFC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016" y="583"/>
                  <a:ext cx="0" cy="672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prstDash val="lgDash"/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12059" name="Line 443">
                  <a:extLst>
                    <a:ext uri="{FF2B5EF4-FFF2-40B4-BE49-F238E27FC236}">
                      <a16:creationId xmlns:a16="http://schemas.microsoft.com/office/drawing/2014/main" id="{7777C638-953E-4BE1-93BB-84E9A4149EC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440" y="1244"/>
                  <a:ext cx="576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prstDash val="lgDash"/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12060" name="Freeform 444">
                  <a:extLst>
                    <a:ext uri="{FF2B5EF4-FFF2-40B4-BE49-F238E27FC236}">
                      <a16:creationId xmlns:a16="http://schemas.microsoft.com/office/drawing/2014/main" id="{58529601-3402-4822-807D-64CB4255BF5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536" y="1303"/>
                  <a:ext cx="399" cy="3"/>
                </a:xfrm>
                <a:custGeom>
                  <a:avLst/>
                  <a:gdLst>
                    <a:gd name="T0" fmla="*/ 0 w 399"/>
                    <a:gd name="T1" fmla="*/ 0 h 3"/>
                    <a:gd name="T2" fmla="*/ 399 w 399"/>
                    <a:gd name="T3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399" h="3">
                      <a:moveTo>
                        <a:pt x="0" y="0"/>
                      </a:moveTo>
                      <a:lnTo>
                        <a:pt x="399" y="3"/>
                      </a:lnTo>
                    </a:path>
                  </a:pathLst>
                </a:custGeom>
                <a:noFill/>
                <a:ln w="19050" cap="flat" cmpd="sng">
                  <a:solidFill>
                    <a:schemeClr val="tx1"/>
                  </a:solidFill>
                  <a:prstDash val="lgDash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12061" name="Line 445">
                  <a:extLst>
                    <a:ext uri="{FF2B5EF4-FFF2-40B4-BE49-F238E27FC236}">
                      <a16:creationId xmlns:a16="http://schemas.microsoft.com/office/drawing/2014/main" id="{9F12BD74-8F84-481E-8E26-A71497F62E2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536" y="1303"/>
                  <a:ext cx="0" cy="768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prstDash val="lgDash"/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12062" name="Freeform 446">
                  <a:extLst>
                    <a:ext uri="{FF2B5EF4-FFF2-40B4-BE49-F238E27FC236}">
                      <a16:creationId xmlns:a16="http://schemas.microsoft.com/office/drawing/2014/main" id="{213F0A27-839C-4021-B4EF-DDFDA48C320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935" y="1321"/>
                  <a:ext cx="1" cy="751"/>
                </a:xfrm>
                <a:custGeom>
                  <a:avLst/>
                  <a:gdLst>
                    <a:gd name="T0" fmla="*/ 0 w 1"/>
                    <a:gd name="T1" fmla="*/ 0 h 751"/>
                    <a:gd name="T2" fmla="*/ 0 w 1"/>
                    <a:gd name="T3" fmla="*/ 751 h 75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1" h="751">
                      <a:moveTo>
                        <a:pt x="0" y="0"/>
                      </a:moveTo>
                      <a:lnTo>
                        <a:pt x="0" y="751"/>
                      </a:lnTo>
                    </a:path>
                  </a:pathLst>
                </a:custGeom>
                <a:noFill/>
                <a:ln w="19050" cap="flat" cmpd="sng">
                  <a:solidFill>
                    <a:schemeClr val="tx1"/>
                  </a:solidFill>
                  <a:prstDash val="lgDash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12063" name="Line 447">
                  <a:extLst>
                    <a:ext uri="{FF2B5EF4-FFF2-40B4-BE49-F238E27FC236}">
                      <a16:creationId xmlns:a16="http://schemas.microsoft.com/office/drawing/2014/main" id="{4158E6A6-E139-4E48-981F-6CD8CC00EFF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440" y="1255"/>
                  <a:ext cx="96" cy="55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prstDash val="lgDash"/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12064" name="Line 448">
                  <a:extLst>
                    <a:ext uri="{FF2B5EF4-FFF2-40B4-BE49-F238E27FC236}">
                      <a16:creationId xmlns:a16="http://schemas.microsoft.com/office/drawing/2014/main" id="{386F9D58-D03F-4EE6-99E3-189B7D20F6D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920" y="1255"/>
                  <a:ext cx="96" cy="55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prstDash val="lgDash"/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grpSp>
              <p:nvGrpSpPr>
                <p:cNvPr id="112065" name="Group 449">
                  <a:extLst>
                    <a:ext uri="{FF2B5EF4-FFF2-40B4-BE49-F238E27FC236}">
                      <a16:creationId xmlns:a16="http://schemas.microsoft.com/office/drawing/2014/main" id="{6BF4DFF5-F238-4939-85F3-6BA115FD8067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823" y="583"/>
                  <a:ext cx="1810" cy="1488"/>
                  <a:chOff x="823" y="583"/>
                  <a:chExt cx="1810" cy="1488"/>
                </a:xfrm>
              </p:grpSpPr>
              <p:sp>
                <p:nvSpPr>
                  <p:cNvPr id="112066" name="Line 450">
                    <a:extLst>
                      <a:ext uri="{FF2B5EF4-FFF2-40B4-BE49-F238E27FC236}">
                        <a16:creationId xmlns:a16="http://schemas.microsoft.com/office/drawing/2014/main" id="{D86A474F-2304-4A8E-B3AF-B606773199D8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823" y="1879"/>
                    <a:ext cx="0" cy="192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prstDash val="dash"/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12067" name="Line 451">
                    <a:extLst>
                      <a:ext uri="{FF2B5EF4-FFF2-40B4-BE49-F238E27FC236}">
                        <a16:creationId xmlns:a16="http://schemas.microsoft.com/office/drawing/2014/main" id="{92E4E5E9-F4D3-4127-A3A5-AB42DFB5D1FE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988" y="1879"/>
                    <a:ext cx="0" cy="192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prstDash val="dash"/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12068" name="Line 452">
                    <a:extLst>
                      <a:ext uri="{FF2B5EF4-FFF2-40B4-BE49-F238E27FC236}">
                        <a16:creationId xmlns:a16="http://schemas.microsoft.com/office/drawing/2014/main" id="{0FEB6318-58D0-4FC3-A599-31328F459229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468" y="1879"/>
                    <a:ext cx="0" cy="192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prstDash val="dash"/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12069" name="Line 453">
                    <a:extLst>
                      <a:ext uri="{FF2B5EF4-FFF2-40B4-BE49-F238E27FC236}">
                        <a16:creationId xmlns:a16="http://schemas.microsoft.com/office/drawing/2014/main" id="{A933E9B5-3EF2-4982-B282-A8C0FDE50F4C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633" y="1879"/>
                    <a:ext cx="0" cy="192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prstDash val="dash"/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12070" name="Line 454">
                    <a:extLst>
                      <a:ext uri="{FF2B5EF4-FFF2-40B4-BE49-F238E27FC236}">
                        <a16:creationId xmlns:a16="http://schemas.microsoft.com/office/drawing/2014/main" id="{1D60C8BE-31A0-4ACB-84E6-92A836E84B1C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166" y="583"/>
                    <a:ext cx="0" cy="192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prstDash val="dash"/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12071" name="Line 455">
                    <a:extLst>
                      <a:ext uri="{FF2B5EF4-FFF2-40B4-BE49-F238E27FC236}">
                        <a16:creationId xmlns:a16="http://schemas.microsoft.com/office/drawing/2014/main" id="{A8070FE8-8887-4A5C-B984-0FEDEEFCB8D5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296" y="583"/>
                    <a:ext cx="0" cy="192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prstDash val="dash"/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12072" name="Line 456">
                    <a:extLst>
                      <a:ext uri="{FF2B5EF4-FFF2-40B4-BE49-F238E27FC236}">
                        <a16:creationId xmlns:a16="http://schemas.microsoft.com/office/drawing/2014/main" id="{3D21252B-A69E-48C3-8AF6-C57B38589856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304" y="583"/>
                    <a:ext cx="0" cy="192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prstDash val="dash"/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12073" name="Line 457">
                    <a:extLst>
                      <a:ext uri="{FF2B5EF4-FFF2-40B4-BE49-F238E27FC236}">
                        <a16:creationId xmlns:a16="http://schemas.microsoft.com/office/drawing/2014/main" id="{EDC2D933-2FEE-4BA5-950E-33F472C18285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160" y="583"/>
                    <a:ext cx="0" cy="192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prstDash val="dash"/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112074" name="Group 458">
                  <a:extLst>
                    <a:ext uri="{FF2B5EF4-FFF2-40B4-BE49-F238E27FC236}">
                      <a16:creationId xmlns:a16="http://schemas.microsoft.com/office/drawing/2014/main" id="{9E987C09-64EE-4304-96EF-8BA477323F77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713" y="525"/>
                  <a:ext cx="1020" cy="1598"/>
                  <a:chOff x="1713" y="525"/>
                  <a:chExt cx="1020" cy="1598"/>
                </a:xfrm>
              </p:grpSpPr>
              <p:sp>
                <p:nvSpPr>
                  <p:cNvPr id="112075" name="Freeform 459">
                    <a:extLst>
                      <a:ext uri="{FF2B5EF4-FFF2-40B4-BE49-F238E27FC236}">
                        <a16:creationId xmlns:a16="http://schemas.microsoft.com/office/drawing/2014/main" id="{00EA7C78-0595-48EE-AE38-709216ABB2F2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734" y="2064"/>
                    <a:ext cx="999" cy="3"/>
                  </a:xfrm>
                  <a:custGeom>
                    <a:avLst/>
                    <a:gdLst>
                      <a:gd name="T0" fmla="*/ 999 w 999"/>
                      <a:gd name="T1" fmla="*/ 3 h 3"/>
                      <a:gd name="T2" fmla="*/ 0 w 999"/>
                      <a:gd name="T3" fmla="*/ 0 h 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999" h="3">
                        <a:moveTo>
                          <a:pt x="999" y="3"/>
                        </a:moveTo>
                        <a:lnTo>
                          <a:pt x="0" y="0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12076" name="Freeform 460">
                    <a:extLst>
                      <a:ext uri="{FF2B5EF4-FFF2-40B4-BE49-F238E27FC236}">
                        <a16:creationId xmlns:a16="http://schemas.microsoft.com/office/drawing/2014/main" id="{BA87E37A-BB98-412F-BC92-FBCCB06F3F6A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734" y="1869"/>
                    <a:ext cx="999" cy="3"/>
                  </a:xfrm>
                  <a:custGeom>
                    <a:avLst/>
                    <a:gdLst>
                      <a:gd name="T0" fmla="*/ 999 w 999"/>
                      <a:gd name="T1" fmla="*/ 3 h 3"/>
                      <a:gd name="T2" fmla="*/ 0 w 999"/>
                      <a:gd name="T3" fmla="*/ 0 h 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999" h="3">
                        <a:moveTo>
                          <a:pt x="999" y="3"/>
                        </a:moveTo>
                        <a:lnTo>
                          <a:pt x="0" y="0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12077" name="Freeform 461">
                    <a:extLst>
                      <a:ext uri="{FF2B5EF4-FFF2-40B4-BE49-F238E27FC236}">
                        <a16:creationId xmlns:a16="http://schemas.microsoft.com/office/drawing/2014/main" id="{2F0E63BB-6973-4BCF-AA65-7A0A285D0185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950" y="776"/>
                    <a:ext cx="438" cy="4"/>
                  </a:xfrm>
                  <a:custGeom>
                    <a:avLst/>
                    <a:gdLst>
                      <a:gd name="T0" fmla="*/ 438 w 438"/>
                      <a:gd name="T1" fmla="*/ 0 h 4"/>
                      <a:gd name="T2" fmla="*/ 0 w 438"/>
                      <a:gd name="T3" fmla="*/ 4 h 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438" h="4">
                        <a:moveTo>
                          <a:pt x="438" y="0"/>
                        </a:moveTo>
                        <a:lnTo>
                          <a:pt x="0" y="4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12078" name="Freeform 462">
                    <a:extLst>
                      <a:ext uri="{FF2B5EF4-FFF2-40B4-BE49-F238E27FC236}">
                        <a16:creationId xmlns:a16="http://schemas.microsoft.com/office/drawing/2014/main" id="{25A3FADA-CE9A-4B5D-AC72-B0D2D51C77F2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386" y="578"/>
                    <a:ext cx="2" cy="213"/>
                  </a:xfrm>
                  <a:custGeom>
                    <a:avLst/>
                    <a:gdLst>
                      <a:gd name="T0" fmla="*/ 2 w 2"/>
                      <a:gd name="T1" fmla="*/ 213 h 213"/>
                      <a:gd name="T2" fmla="*/ 0 w 2"/>
                      <a:gd name="T3" fmla="*/ 0 h 21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2" h="213">
                        <a:moveTo>
                          <a:pt x="2" y="213"/>
                        </a:moveTo>
                        <a:lnTo>
                          <a:pt x="0" y="0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12079" name="Freeform 463">
                    <a:extLst>
                      <a:ext uri="{FF2B5EF4-FFF2-40B4-BE49-F238E27FC236}">
                        <a16:creationId xmlns:a16="http://schemas.microsoft.com/office/drawing/2014/main" id="{47BF33F5-E5D8-4C64-991F-6666BE43962A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740" y="585"/>
                    <a:ext cx="645" cy="1"/>
                  </a:xfrm>
                  <a:custGeom>
                    <a:avLst/>
                    <a:gdLst>
                      <a:gd name="T0" fmla="*/ 645 w 645"/>
                      <a:gd name="T1" fmla="*/ 0 h 1"/>
                      <a:gd name="T2" fmla="*/ 0 w 645"/>
                      <a:gd name="T3" fmla="*/ 0 h 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645" h="1">
                        <a:moveTo>
                          <a:pt x="645" y="0"/>
                        </a:moveTo>
                        <a:lnTo>
                          <a:pt x="0" y="0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12080" name="Freeform 464">
                    <a:extLst>
                      <a:ext uri="{FF2B5EF4-FFF2-40B4-BE49-F238E27FC236}">
                        <a16:creationId xmlns:a16="http://schemas.microsoft.com/office/drawing/2014/main" id="{68024CF3-30AB-4F0B-BF4E-D20747AF4F2D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133" y="776"/>
                    <a:ext cx="1" cy="1111"/>
                  </a:xfrm>
                  <a:custGeom>
                    <a:avLst/>
                    <a:gdLst>
                      <a:gd name="T0" fmla="*/ 0 w 1"/>
                      <a:gd name="T1" fmla="*/ 1111 h 1111"/>
                      <a:gd name="T2" fmla="*/ 0 w 1"/>
                      <a:gd name="T3" fmla="*/ 0 h 111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1" h="1111">
                        <a:moveTo>
                          <a:pt x="0" y="1111"/>
                        </a:moveTo>
                        <a:lnTo>
                          <a:pt x="0" y="0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12081" name="Arc 465">
                    <a:extLst>
                      <a:ext uri="{FF2B5EF4-FFF2-40B4-BE49-F238E27FC236}">
                        <a16:creationId xmlns:a16="http://schemas.microsoft.com/office/drawing/2014/main" id="{53AD4B6A-0DE6-43D3-9078-64C75E15E77D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flipV="1">
                    <a:off x="1713" y="969"/>
                    <a:ext cx="240" cy="192"/>
                  </a:xfrm>
                  <a:custGeom>
                    <a:avLst/>
                    <a:gdLst>
                      <a:gd name="G0" fmla="+- 0 0 0"/>
                      <a:gd name="G1" fmla="+- 21558 0 0"/>
                      <a:gd name="G2" fmla="+- 21600 0 0"/>
                      <a:gd name="T0" fmla="*/ 1347 w 21600"/>
                      <a:gd name="T1" fmla="*/ 0 h 21558"/>
                      <a:gd name="T2" fmla="*/ 21600 w 21600"/>
                      <a:gd name="T3" fmla="*/ 21558 h 21558"/>
                      <a:gd name="T4" fmla="*/ 0 w 21600"/>
                      <a:gd name="T5" fmla="*/ 21558 h 2155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21600" h="21558" fill="none" extrusionOk="0">
                        <a:moveTo>
                          <a:pt x="1346" y="0"/>
                        </a:moveTo>
                        <a:cubicBezTo>
                          <a:pt x="12731" y="711"/>
                          <a:pt x="21600" y="10151"/>
                          <a:pt x="21600" y="21558"/>
                        </a:cubicBezTo>
                      </a:path>
                      <a:path w="21600" h="21558" stroke="0" extrusionOk="0">
                        <a:moveTo>
                          <a:pt x="1346" y="0"/>
                        </a:moveTo>
                        <a:cubicBezTo>
                          <a:pt x="12731" y="711"/>
                          <a:pt x="21600" y="10151"/>
                          <a:pt x="21600" y="21558"/>
                        </a:cubicBezTo>
                        <a:lnTo>
                          <a:pt x="0" y="21558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12082" name="Freeform 466">
                    <a:extLst>
                      <a:ext uri="{FF2B5EF4-FFF2-40B4-BE49-F238E27FC236}">
                        <a16:creationId xmlns:a16="http://schemas.microsoft.com/office/drawing/2014/main" id="{BDD73DBF-F397-4493-A70C-C515E96FF808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950" y="780"/>
                    <a:ext cx="1" cy="210"/>
                  </a:xfrm>
                  <a:custGeom>
                    <a:avLst/>
                    <a:gdLst>
                      <a:gd name="T0" fmla="*/ 0 w 1"/>
                      <a:gd name="T1" fmla="*/ 210 h 210"/>
                      <a:gd name="T2" fmla="*/ 0 w 1"/>
                      <a:gd name="T3" fmla="*/ 0 h 21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1" h="210">
                        <a:moveTo>
                          <a:pt x="0" y="210"/>
                        </a:moveTo>
                        <a:lnTo>
                          <a:pt x="0" y="0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12083" name="Freeform 467">
                    <a:extLst>
                      <a:ext uri="{FF2B5EF4-FFF2-40B4-BE49-F238E27FC236}">
                        <a16:creationId xmlns:a16="http://schemas.microsoft.com/office/drawing/2014/main" id="{69F4A8C9-22E0-4DBC-AF0A-7941901C3F4B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726" y="1887"/>
                    <a:ext cx="1" cy="180"/>
                  </a:xfrm>
                  <a:custGeom>
                    <a:avLst/>
                    <a:gdLst>
                      <a:gd name="T0" fmla="*/ 0 w 1"/>
                      <a:gd name="T1" fmla="*/ 0 h 180"/>
                      <a:gd name="T2" fmla="*/ 0 w 1"/>
                      <a:gd name="T3" fmla="*/ 180 h 18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1" h="180">
                        <a:moveTo>
                          <a:pt x="0" y="0"/>
                        </a:moveTo>
                        <a:lnTo>
                          <a:pt x="0" y="180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12084" name="Freeform 468">
                    <a:extLst>
                      <a:ext uri="{FF2B5EF4-FFF2-40B4-BE49-F238E27FC236}">
                        <a16:creationId xmlns:a16="http://schemas.microsoft.com/office/drawing/2014/main" id="{2CE0271E-628A-4928-847E-D4929BD9A5FF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544" y="1808"/>
                    <a:ext cx="1" cy="315"/>
                  </a:xfrm>
                  <a:custGeom>
                    <a:avLst/>
                    <a:gdLst>
                      <a:gd name="T0" fmla="*/ 0 w 1"/>
                      <a:gd name="T1" fmla="*/ 0 h 315"/>
                      <a:gd name="T2" fmla="*/ 0 w 1"/>
                      <a:gd name="T3" fmla="*/ 315 h 31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1" h="315">
                        <a:moveTo>
                          <a:pt x="0" y="0"/>
                        </a:moveTo>
                        <a:lnTo>
                          <a:pt x="0" y="315"/>
                        </a:lnTo>
                      </a:path>
                    </a:pathLst>
                  </a:custGeom>
                  <a:noFill/>
                  <a:ln w="19050" cap="flat" cmpd="sng">
                    <a:solidFill>
                      <a:schemeClr val="tx1"/>
                    </a:solidFill>
                    <a:prstDash val="lgDashDot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12085" name="Freeform 469">
                    <a:extLst>
                      <a:ext uri="{FF2B5EF4-FFF2-40B4-BE49-F238E27FC236}">
                        <a16:creationId xmlns:a16="http://schemas.microsoft.com/office/drawing/2014/main" id="{FE0262CA-82C4-4C80-8355-55F0BA8C6DFA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235" y="525"/>
                    <a:ext cx="1" cy="300"/>
                  </a:xfrm>
                  <a:custGeom>
                    <a:avLst/>
                    <a:gdLst>
                      <a:gd name="T0" fmla="*/ 0 w 1"/>
                      <a:gd name="T1" fmla="*/ 300 h 300"/>
                      <a:gd name="T2" fmla="*/ 0 w 1"/>
                      <a:gd name="T3" fmla="*/ 0 h 3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1" h="300">
                        <a:moveTo>
                          <a:pt x="0" y="300"/>
                        </a:moveTo>
                        <a:lnTo>
                          <a:pt x="0" y="0"/>
                        </a:lnTo>
                      </a:path>
                    </a:pathLst>
                  </a:custGeom>
                  <a:noFill/>
                  <a:ln w="19050" cap="flat" cmpd="sng">
                    <a:solidFill>
                      <a:schemeClr val="tx1"/>
                    </a:solidFill>
                    <a:prstDash val="lgDashDot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112086" name="Group 470">
                  <a:extLst>
                    <a:ext uri="{FF2B5EF4-FFF2-40B4-BE49-F238E27FC236}">
                      <a16:creationId xmlns:a16="http://schemas.microsoft.com/office/drawing/2014/main" id="{0507BDD3-42AE-4952-A854-9F5B56ED112F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750" y="510"/>
                  <a:ext cx="1011" cy="1636"/>
                  <a:chOff x="750" y="510"/>
                  <a:chExt cx="1011" cy="1636"/>
                </a:xfrm>
              </p:grpSpPr>
              <p:sp>
                <p:nvSpPr>
                  <p:cNvPr id="112087" name="Freeform 471">
                    <a:extLst>
                      <a:ext uri="{FF2B5EF4-FFF2-40B4-BE49-F238E27FC236}">
                        <a16:creationId xmlns:a16="http://schemas.microsoft.com/office/drawing/2014/main" id="{EDC3BC06-EFE1-4FF7-9588-E4D9CC119EC4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900" y="1801"/>
                    <a:ext cx="1" cy="345"/>
                  </a:xfrm>
                  <a:custGeom>
                    <a:avLst/>
                    <a:gdLst>
                      <a:gd name="T0" fmla="*/ 0 w 1"/>
                      <a:gd name="T1" fmla="*/ 0 h 345"/>
                      <a:gd name="T2" fmla="*/ 0 w 1"/>
                      <a:gd name="T3" fmla="*/ 345 h 34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1" h="345">
                        <a:moveTo>
                          <a:pt x="0" y="0"/>
                        </a:moveTo>
                        <a:lnTo>
                          <a:pt x="0" y="345"/>
                        </a:lnTo>
                      </a:path>
                    </a:pathLst>
                  </a:custGeom>
                  <a:noFill/>
                  <a:ln w="19050" cap="flat" cmpd="sng">
                    <a:solidFill>
                      <a:schemeClr val="tx1"/>
                    </a:solidFill>
                    <a:prstDash val="lgDashDot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12088" name="Freeform 472">
                    <a:extLst>
                      <a:ext uri="{FF2B5EF4-FFF2-40B4-BE49-F238E27FC236}">
                        <a16:creationId xmlns:a16="http://schemas.microsoft.com/office/drawing/2014/main" id="{E96060A8-A189-4574-AA51-E12606A1146B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750" y="2064"/>
                    <a:ext cx="990" cy="3"/>
                  </a:xfrm>
                  <a:custGeom>
                    <a:avLst/>
                    <a:gdLst>
                      <a:gd name="T0" fmla="*/ 0 w 990"/>
                      <a:gd name="T1" fmla="*/ 3 h 3"/>
                      <a:gd name="T2" fmla="*/ 990 w 990"/>
                      <a:gd name="T3" fmla="*/ 0 h 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990" h="3">
                        <a:moveTo>
                          <a:pt x="0" y="3"/>
                        </a:moveTo>
                        <a:lnTo>
                          <a:pt x="990" y="0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12089" name="Freeform 473">
                    <a:extLst>
                      <a:ext uri="{FF2B5EF4-FFF2-40B4-BE49-F238E27FC236}">
                        <a16:creationId xmlns:a16="http://schemas.microsoft.com/office/drawing/2014/main" id="{BD13907B-42FB-478E-BE5A-8068A5890A92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750" y="1869"/>
                    <a:ext cx="990" cy="3"/>
                  </a:xfrm>
                  <a:custGeom>
                    <a:avLst/>
                    <a:gdLst>
                      <a:gd name="T0" fmla="*/ 0 w 990"/>
                      <a:gd name="T1" fmla="*/ 3 h 3"/>
                      <a:gd name="T2" fmla="*/ 990 w 990"/>
                      <a:gd name="T3" fmla="*/ 0 h 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990" h="3">
                        <a:moveTo>
                          <a:pt x="0" y="3"/>
                        </a:moveTo>
                        <a:lnTo>
                          <a:pt x="990" y="0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12090" name="Freeform 474">
                    <a:extLst>
                      <a:ext uri="{FF2B5EF4-FFF2-40B4-BE49-F238E27FC236}">
                        <a16:creationId xmlns:a16="http://schemas.microsoft.com/office/drawing/2014/main" id="{DD9E1BCD-01E0-4131-B272-07F6C45F766E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095" y="780"/>
                    <a:ext cx="420" cy="1"/>
                  </a:xfrm>
                  <a:custGeom>
                    <a:avLst/>
                    <a:gdLst>
                      <a:gd name="T0" fmla="*/ 0 w 420"/>
                      <a:gd name="T1" fmla="*/ 0 h 1"/>
                      <a:gd name="T2" fmla="*/ 225 w 420"/>
                      <a:gd name="T3" fmla="*/ 0 h 1"/>
                      <a:gd name="T4" fmla="*/ 420 w 420"/>
                      <a:gd name="T5" fmla="*/ 0 h 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420" h="1">
                        <a:moveTo>
                          <a:pt x="0" y="0"/>
                        </a:moveTo>
                        <a:lnTo>
                          <a:pt x="225" y="0"/>
                        </a:lnTo>
                        <a:lnTo>
                          <a:pt x="420" y="0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12091" name="Freeform 475">
                    <a:extLst>
                      <a:ext uri="{FF2B5EF4-FFF2-40B4-BE49-F238E27FC236}">
                        <a16:creationId xmlns:a16="http://schemas.microsoft.com/office/drawing/2014/main" id="{5C1C1B40-80C8-4D35-981A-C73B7C2212A0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095" y="585"/>
                    <a:ext cx="1" cy="195"/>
                  </a:xfrm>
                  <a:custGeom>
                    <a:avLst/>
                    <a:gdLst>
                      <a:gd name="T0" fmla="*/ 0 w 1"/>
                      <a:gd name="T1" fmla="*/ 195 h 195"/>
                      <a:gd name="T2" fmla="*/ 0 w 1"/>
                      <a:gd name="T3" fmla="*/ 0 h 19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1" h="195">
                        <a:moveTo>
                          <a:pt x="0" y="195"/>
                        </a:moveTo>
                        <a:lnTo>
                          <a:pt x="0" y="0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12092" name="Freeform 476">
                    <a:extLst>
                      <a:ext uri="{FF2B5EF4-FFF2-40B4-BE49-F238E27FC236}">
                        <a16:creationId xmlns:a16="http://schemas.microsoft.com/office/drawing/2014/main" id="{D634C95A-5F5D-4891-A883-DF28847C1498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095" y="581"/>
                    <a:ext cx="645" cy="4"/>
                  </a:xfrm>
                  <a:custGeom>
                    <a:avLst/>
                    <a:gdLst>
                      <a:gd name="T0" fmla="*/ 0 w 645"/>
                      <a:gd name="T1" fmla="*/ 4 h 4"/>
                      <a:gd name="T2" fmla="*/ 645 w 645"/>
                      <a:gd name="T3" fmla="*/ 0 h 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645" h="4">
                        <a:moveTo>
                          <a:pt x="0" y="4"/>
                        </a:moveTo>
                        <a:lnTo>
                          <a:pt x="645" y="0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12093" name="Freeform 477">
                    <a:extLst>
                      <a:ext uri="{FF2B5EF4-FFF2-40B4-BE49-F238E27FC236}">
                        <a16:creationId xmlns:a16="http://schemas.microsoft.com/office/drawing/2014/main" id="{1C05238F-FC2E-40EE-9F86-6B361298D6A6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335" y="780"/>
                    <a:ext cx="1" cy="1096"/>
                  </a:xfrm>
                  <a:custGeom>
                    <a:avLst/>
                    <a:gdLst>
                      <a:gd name="T0" fmla="*/ 0 w 1"/>
                      <a:gd name="T1" fmla="*/ 1096 h 1096"/>
                      <a:gd name="T2" fmla="*/ 0 w 1"/>
                      <a:gd name="T3" fmla="*/ 0 h 109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1" h="1096">
                        <a:moveTo>
                          <a:pt x="0" y="1096"/>
                        </a:moveTo>
                        <a:lnTo>
                          <a:pt x="0" y="0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12094" name="Arc 478">
                    <a:extLst>
                      <a:ext uri="{FF2B5EF4-FFF2-40B4-BE49-F238E27FC236}">
                        <a16:creationId xmlns:a16="http://schemas.microsoft.com/office/drawing/2014/main" id="{F61D1D35-3B51-4964-ABB4-9532C1B998C1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flipH="1" flipV="1">
                    <a:off x="1521" y="969"/>
                    <a:ext cx="240" cy="192"/>
                  </a:xfrm>
                  <a:custGeom>
                    <a:avLst/>
                    <a:gdLst>
                      <a:gd name="G0" fmla="+- 0 0 0"/>
                      <a:gd name="G1" fmla="+- 21558 0 0"/>
                      <a:gd name="G2" fmla="+- 21600 0 0"/>
                      <a:gd name="T0" fmla="*/ 1347 w 21600"/>
                      <a:gd name="T1" fmla="*/ 0 h 21558"/>
                      <a:gd name="T2" fmla="*/ 21600 w 21600"/>
                      <a:gd name="T3" fmla="*/ 21558 h 21558"/>
                      <a:gd name="T4" fmla="*/ 0 w 21600"/>
                      <a:gd name="T5" fmla="*/ 21558 h 2155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21600" h="21558" fill="none" extrusionOk="0">
                        <a:moveTo>
                          <a:pt x="1346" y="0"/>
                        </a:moveTo>
                        <a:cubicBezTo>
                          <a:pt x="12731" y="711"/>
                          <a:pt x="21600" y="10151"/>
                          <a:pt x="21600" y="21558"/>
                        </a:cubicBezTo>
                      </a:path>
                      <a:path w="21600" h="21558" stroke="0" extrusionOk="0">
                        <a:moveTo>
                          <a:pt x="1346" y="0"/>
                        </a:moveTo>
                        <a:cubicBezTo>
                          <a:pt x="12731" y="711"/>
                          <a:pt x="21600" y="10151"/>
                          <a:pt x="21600" y="21558"/>
                        </a:cubicBezTo>
                        <a:lnTo>
                          <a:pt x="0" y="21558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12095" name="Freeform 479">
                    <a:extLst>
                      <a:ext uri="{FF2B5EF4-FFF2-40B4-BE49-F238E27FC236}">
                        <a16:creationId xmlns:a16="http://schemas.microsoft.com/office/drawing/2014/main" id="{81D46A82-823D-4DB1-9D96-CB12BC4CD16B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515" y="780"/>
                    <a:ext cx="1" cy="210"/>
                  </a:xfrm>
                  <a:custGeom>
                    <a:avLst/>
                    <a:gdLst>
                      <a:gd name="T0" fmla="*/ 0 w 1"/>
                      <a:gd name="T1" fmla="*/ 210 h 210"/>
                      <a:gd name="T2" fmla="*/ 0 w 1"/>
                      <a:gd name="T3" fmla="*/ 0 h 21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1" h="210">
                        <a:moveTo>
                          <a:pt x="0" y="210"/>
                        </a:moveTo>
                        <a:lnTo>
                          <a:pt x="0" y="0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12096" name="Line 480">
                    <a:extLst>
                      <a:ext uri="{FF2B5EF4-FFF2-40B4-BE49-F238E27FC236}">
                        <a16:creationId xmlns:a16="http://schemas.microsoft.com/office/drawing/2014/main" id="{CE2D848E-D19D-4E16-B10E-CA1B034A9C92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753" y="1874"/>
                    <a:ext cx="0" cy="192"/>
                  </a:xfrm>
                  <a:prstGeom prst="lin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12097" name="Freeform 481">
                    <a:extLst>
                      <a:ext uri="{FF2B5EF4-FFF2-40B4-BE49-F238E27FC236}">
                        <a16:creationId xmlns:a16="http://schemas.microsoft.com/office/drawing/2014/main" id="{A0DECB4A-DCA6-49A8-B2C2-3A056C2FC3C6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230" y="510"/>
                    <a:ext cx="1" cy="345"/>
                  </a:xfrm>
                  <a:custGeom>
                    <a:avLst/>
                    <a:gdLst>
                      <a:gd name="T0" fmla="*/ 0 w 1"/>
                      <a:gd name="T1" fmla="*/ 345 h 345"/>
                      <a:gd name="T2" fmla="*/ 0 w 1"/>
                      <a:gd name="T3" fmla="*/ 0 h 34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1" h="345">
                        <a:moveTo>
                          <a:pt x="0" y="345"/>
                        </a:moveTo>
                        <a:lnTo>
                          <a:pt x="0" y="0"/>
                        </a:lnTo>
                      </a:path>
                    </a:pathLst>
                  </a:custGeom>
                  <a:noFill/>
                  <a:ln w="19050" cap="flat" cmpd="sng">
                    <a:solidFill>
                      <a:schemeClr val="tx1"/>
                    </a:solidFill>
                    <a:prstDash val="lgDashDot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</p:grpSp>
        </p:grpSp>
      </p:grpSp>
      <p:grpSp>
        <p:nvGrpSpPr>
          <p:cNvPr id="112180" name="Group 564">
            <a:extLst>
              <a:ext uri="{FF2B5EF4-FFF2-40B4-BE49-F238E27FC236}">
                <a16:creationId xmlns:a16="http://schemas.microsoft.com/office/drawing/2014/main" id="{195517F5-0830-4587-BE69-F5558C5F4BF7}"/>
              </a:ext>
            </a:extLst>
          </p:cNvPr>
          <p:cNvGrpSpPr>
            <a:grpSpLocks/>
          </p:cNvGrpSpPr>
          <p:nvPr/>
        </p:nvGrpSpPr>
        <p:grpSpPr bwMode="auto">
          <a:xfrm>
            <a:off x="4876800" y="422275"/>
            <a:ext cx="3154363" cy="2994025"/>
            <a:chOff x="3072" y="266"/>
            <a:chExt cx="1987" cy="1886"/>
          </a:xfrm>
        </p:grpSpPr>
        <p:sp>
          <p:nvSpPr>
            <p:cNvPr id="112100" name="Text Box 484">
              <a:extLst>
                <a:ext uri="{FF2B5EF4-FFF2-40B4-BE49-F238E27FC236}">
                  <a16:creationId xmlns:a16="http://schemas.microsoft.com/office/drawing/2014/main" id="{18021F21-7756-413E-8842-70AF6A80030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7" y="266"/>
              <a:ext cx="40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sz="1800" i="1">
                  <a:latin typeface="宋体" panose="02010600030101010101" pitchFamily="2" charset="-122"/>
                </a:rPr>
                <a:t>A</a:t>
              </a:r>
              <a:r>
                <a:rPr lang="en-US" altLang="zh-CN" sz="1800"/>
                <a:t>—</a:t>
              </a:r>
              <a:r>
                <a:rPr lang="en-US" altLang="zh-CN" sz="1800" i="1">
                  <a:latin typeface="宋体" panose="02010600030101010101" pitchFamily="2" charset="-122"/>
                </a:rPr>
                <a:t>A</a:t>
              </a:r>
              <a:endParaRPr lang="en-US" altLang="zh-CN" sz="1800">
                <a:latin typeface="宋体" panose="02010600030101010101" pitchFamily="2" charset="-122"/>
              </a:endParaRPr>
            </a:p>
          </p:txBody>
        </p:sp>
        <p:sp>
          <p:nvSpPr>
            <p:cNvPr id="112101" name="Line 485">
              <a:extLst>
                <a:ext uri="{FF2B5EF4-FFF2-40B4-BE49-F238E27FC236}">
                  <a16:creationId xmlns:a16="http://schemas.microsoft.com/office/drawing/2014/main" id="{03342DF0-028B-4A09-A07B-3B56AA92ACA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37" y="1833"/>
              <a:ext cx="0" cy="2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lgDash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2102" name="Line 486">
              <a:extLst>
                <a:ext uri="{FF2B5EF4-FFF2-40B4-BE49-F238E27FC236}">
                  <a16:creationId xmlns:a16="http://schemas.microsoft.com/office/drawing/2014/main" id="{01F53068-19B3-4B05-8398-8BB9EFFE7CC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39" y="544"/>
              <a:ext cx="0" cy="2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lgDash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2103" name="Freeform 487">
              <a:extLst>
                <a:ext uri="{FF2B5EF4-FFF2-40B4-BE49-F238E27FC236}">
                  <a16:creationId xmlns:a16="http://schemas.microsoft.com/office/drawing/2014/main" id="{9DB3430E-3791-437C-AD3E-EAC91DFA1B8B}"/>
                </a:ext>
              </a:extLst>
            </p:cNvPr>
            <p:cNvSpPr>
              <a:spLocks/>
            </p:cNvSpPr>
            <p:nvPr/>
          </p:nvSpPr>
          <p:spPr bwMode="auto">
            <a:xfrm>
              <a:off x="4056" y="512"/>
              <a:ext cx="1" cy="1640"/>
            </a:xfrm>
            <a:custGeom>
              <a:avLst/>
              <a:gdLst>
                <a:gd name="T0" fmla="*/ 0 w 1"/>
                <a:gd name="T1" fmla="*/ 0 h 1640"/>
                <a:gd name="T2" fmla="*/ 0 w 1"/>
                <a:gd name="T3" fmla="*/ 1640 h 16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1640">
                  <a:moveTo>
                    <a:pt x="0" y="0"/>
                  </a:moveTo>
                  <a:lnTo>
                    <a:pt x="0" y="1640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lgDashDot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112179" name="Group 563">
              <a:extLst>
                <a:ext uri="{FF2B5EF4-FFF2-40B4-BE49-F238E27FC236}">
                  <a16:creationId xmlns:a16="http://schemas.microsoft.com/office/drawing/2014/main" id="{4C4FA5A9-A56E-4477-840F-9A59EEEF55B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72" y="585"/>
              <a:ext cx="1014" cy="1492"/>
              <a:chOff x="3072" y="585"/>
              <a:chExt cx="1014" cy="1492"/>
            </a:xfrm>
          </p:grpSpPr>
          <p:sp>
            <p:nvSpPr>
              <p:cNvPr id="112105" name="Freeform 489">
                <a:extLst>
                  <a:ext uri="{FF2B5EF4-FFF2-40B4-BE49-F238E27FC236}">
                    <a16:creationId xmlns:a16="http://schemas.microsoft.com/office/drawing/2014/main" id="{66349C18-2492-4E63-A05A-BFB269BE4BC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72" y="2074"/>
                <a:ext cx="990" cy="3"/>
              </a:xfrm>
              <a:custGeom>
                <a:avLst/>
                <a:gdLst>
                  <a:gd name="T0" fmla="*/ 0 w 990"/>
                  <a:gd name="T1" fmla="*/ 3 h 3"/>
                  <a:gd name="T2" fmla="*/ 990 w 990"/>
                  <a:gd name="T3" fmla="*/ 0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990" h="3">
                    <a:moveTo>
                      <a:pt x="0" y="3"/>
                    </a:moveTo>
                    <a:lnTo>
                      <a:pt x="990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2106" name="Freeform 490">
                <a:extLst>
                  <a:ext uri="{FF2B5EF4-FFF2-40B4-BE49-F238E27FC236}">
                    <a16:creationId xmlns:a16="http://schemas.microsoft.com/office/drawing/2014/main" id="{F1388EC5-D780-4DA8-B5CC-1775BA96C55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72" y="1874"/>
                <a:ext cx="594" cy="2"/>
              </a:xfrm>
              <a:custGeom>
                <a:avLst/>
                <a:gdLst>
                  <a:gd name="T0" fmla="*/ 0 w 594"/>
                  <a:gd name="T1" fmla="*/ 0 h 2"/>
                  <a:gd name="T2" fmla="*/ 594 w 594"/>
                  <a:gd name="T3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594" h="2">
                    <a:moveTo>
                      <a:pt x="0" y="0"/>
                    </a:moveTo>
                    <a:lnTo>
                      <a:pt x="594" y="2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2107" name="Freeform 491">
                <a:extLst>
                  <a:ext uri="{FF2B5EF4-FFF2-40B4-BE49-F238E27FC236}">
                    <a16:creationId xmlns:a16="http://schemas.microsoft.com/office/drawing/2014/main" id="{821CFE77-CF67-42A9-9AB8-90EA604B85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02" y="780"/>
                <a:ext cx="249" cy="6"/>
              </a:xfrm>
              <a:custGeom>
                <a:avLst/>
                <a:gdLst>
                  <a:gd name="T0" fmla="*/ 0 w 249"/>
                  <a:gd name="T1" fmla="*/ 6 h 6"/>
                  <a:gd name="T2" fmla="*/ 249 w 249"/>
                  <a:gd name="T3" fmla="*/ 0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249" h="6">
                    <a:moveTo>
                      <a:pt x="0" y="6"/>
                    </a:moveTo>
                    <a:lnTo>
                      <a:pt x="249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2108" name="Line 492">
                <a:extLst>
                  <a:ext uri="{FF2B5EF4-FFF2-40B4-BE49-F238E27FC236}">
                    <a16:creationId xmlns:a16="http://schemas.microsoft.com/office/drawing/2014/main" id="{A62ACF90-86B0-418C-A793-72A8889BAAC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411" y="588"/>
                <a:ext cx="0" cy="19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2109" name="Freeform 493">
                <a:extLst>
                  <a:ext uri="{FF2B5EF4-FFF2-40B4-BE49-F238E27FC236}">
                    <a16:creationId xmlns:a16="http://schemas.microsoft.com/office/drawing/2014/main" id="{EF55FC1F-A96A-435F-BC2C-04C7485DB73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02" y="591"/>
                <a:ext cx="660" cy="1"/>
              </a:xfrm>
              <a:custGeom>
                <a:avLst/>
                <a:gdLst>
                  <a:gd name="T0" fmla="*/ 0 w 660"/>
                  <a:gd name="T1" fmla="*/ 0 h 1"/>
                  <a:gd name="T2" fmla="*/ 660 w 660"/>
                  <a:gd name="T3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660" h="1">
                    <a:moveTo>
                      <a:pt x="0" y="0"/>
                    </a:moveTo>
                    <a:lnTo>
                      <a:pt x="660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2110" name="Freeform 494">
                <a:extLst>
                  <a:ext uri="{FF2B5EF4-FFF2-40B4-BE49-F238E27FC236}">
                    <a16:creationId xmlns:a16="http://schemas.microsoft.com/office/drawing/2014/main" id="{5EA11FBF-2201-450D-ACD6-5F201A037E8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57" y="775"/>
                <a:ext cx="1" cy="1111"/>
              </a:xfrm>
              <a:custGeom>
                <a:avLst/>
                <a:gdLst>
                  <a:gd name="T0" fmla="*/ 0 w 1"/>
                  <a:gd name="T1" fmla="*/ 1111 h 1111"/>
                  <a:gd name="T2" fmla="*/ 0 w 1"/>
                  <a:gd name="T3" fmla="*/ 0 h 11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" h="1111">
                    <a:moveTo>
                      <a:pt x="0" y="1111"/>
                    </a:moveTo>
                    <a:lnTo>
                      <a:pt x="0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2111" name="Line 495">
                <a:extLst>
                  <a:ext uri="{FF2B5EF4-FFF2-40B4-BE49-F238E27FC236}">
                    <a16:creationId xmlns:a16="http://schemas.microsoft.com/office/drawing/2014/main" id="{2F905EFF-B372-4652-9782-C4B969A383A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75" y="1884"/>
                <a:ext cx="0" cy="19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2112" name="Freeform 496">
                <a:extLst>
                  <a:ext uri="{FF2B5EF4-FFF2-40B4-BE49-F238E27FC236}">
                    <a16:creationId xmlns:a16="http://schemas.microsoft.com/office/drawing/2014/main" id="{D5FDFFE9-16E1-4A87-A701-D419732504A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71" y="585"/>
                <a:ext cx="1" cy="676"/>
              </a:xfrm>
              <a:custGeom>
                <a:avLst/>
                <a:gdLst>
                  <a:gd name="T0" fmla="*/ 0 w 1"/>
                  <a:gd name="T1" fmla="*/ 676 h 676"/>
                  <a:gd name="T2" fmla="*/ 0 w 1"/>
                  <a:gd name="T3" fmla="*/ 0 h 6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" h="676">
                    <a:moveTo>
                      <a:pt x="0" y="676"/>
                    </a:moveTo>
                    <a:lnTo>
                      <a:pt x="0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2113" name="Freeform 497">
                <a:extLst>
                  <a:ext uri="{FF2B5EF4-FFF2-40B4-BE49-F238E27FC236}">
                    <a16:creationId xmlns:a16="http://schemas.microsoft.com/office/drawing/2014/main" id="{6441D32C-F361-4D0B-B044-3409C1E42A4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46" y="1321"/>
                <a:ext cx="1" cy="750"/>
              </a:xfrm>
              <a:custGeom>
                <a:avLst/>
                <a:gdLst>
                  <a:gd name="T0" fmla="*/ 0 w 1"/>
                  <a:gd name="T1" fmla="*/ 750 h 750"/>
                  <a:gd name="T2" fmla="*/ 0 w 1"/>
                  <a:gd name="T3" fmla="*/ 0 h 7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" h="750">
                    <a:moveTo>
                      <a:pt x="0" y="750"/>
                    </a:moveTo>
                    <a:lnTo>
                      <a:pt x="0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2114" name="Freeform 498">
                <a:extLst>
                  <a:ext uri="{FF2B5EF4-FFF2-40B4-BE49-F238E27FC236}">
                    <a16:creationId xmlns:a16="http://schemas.microsoft.com/office/drawing/2014/main" id="{3E3A227D-F6F6-4A10-843D-711E44F51E9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40" y="1320"/>
                <a:ext cx="222" cy="1"/>
              </a:xfrm>
              <a:custGeom>
                <a:avLst/>
                <a:gdLst>
                  <a:gd name="T0" fmla="*/ 222 w 222"/>
                  <a:gd name="T1" fmla="*/ 0 h 1"/>
                  <a:gd name="T2" fmla="*/ 0 w 222"/>
                  <a:gd name="T3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222" h="1">
                    <a:moveTo>
                      <a:pt x="222" y="0"/>
                    </a:moveTo>
                    <a:lnTo>
                      <a:pt x="0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2115" name="Freeform 499">
                <a:extLst>
                  <a:ext uri="{FF2B5EF4-FFF2-40B4-BE49-F238E27FC236}">
                    <a16:creationId xmlns:a16="http://schemas.microsoft.com/office/drawing/2014/main" id="{B6B56847-BEEF-4F82-A980-62F56906F68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71" y="1255"/>
                <a:ext cx="75" cy="71"/>
              </a:xfrm>
              <a:custGeom>
                <a:avLst/>
                <a:gdLst>
                  <a:gd name="T0" fmla="*/ 0 w 75"/>
                  <a:gd name="T1" fmla="*/ 0 h 71"/>
                  <a:gd name="T2" fmla="*/ 75 w 75"/>
                  <a:gd name="T3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75" h="71">
                    <a:moveTo>
                      <a:pt x="0" y="0"/>
                    </a:moveTo>
                    <a:lnTo>
                      <a:pt x="75" y="71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2116" name="Freeform 500">
                <a:extLst>
                  <a:ext uri="{FF2B5EF4-FFF2-40B4-BE49-F238E27FC236}">
                    <a16:creationId xmlns:a16="http://schemas.microsoft.com/office/drawing/2014/main" id="{ADC5C16E-E71A-46F1-9960-B256318143E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71" y="1261"/>
                <a:ext cx="315" cy="1"/>
              </a:xfrm>
              <a:custGeom>
                <a:avLst/>
                <a:gdLst>
                  <a:gd name="T0" fmla="*/ 0 w 315"/>
                  <a:gd name="T1" fmla="*/ 0 h 1"/>
                  <a:gd name="T2" fmla="*/ 315 w 315"/>
                  <a:gd name="T3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315" h="1">
                    <a:moveTo>
                      <a:pt x="0" y="0"/>
                    </a:moveTo>
                    <a:lnTo>
                      <a:pt x="315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12178" name="Group 562">
              <a:extLst>
                <a:ext uri="{FF2B5EF4-FFF2-40B4-BE49-F238E27FC236}">
                  <a16:creationId xmlns:a16="http://schemas.microsoft.com/office/drawing/2014/main" id="{2347D95A-53D3-4CDD-B9D5-E866C030FFC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72" y="585"/>
              <a:ext cx="780" cy="1496"/>
              <a:chOff x="3072" y="585"/>
              <a:chExt cx="780" cy="1496"/>
            </a:xfrm>
          </p:grpSpPr>
          <p:sp>
            <p:nvSpPr>
              <p:cNvPr id="112118" name="Line 502">
                <a:extLst>
                  <a:ext uri="{FF2B5EF4-FFF2-40B4-BE49-F238E27FC236}">
                    <a16:creationId xmlns:a16="http://schemas.microsoft.com/office/drawing/2014/main" id="{BDC40EAB-08F7-4616-95E8-88BCF147C84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651" y="1280"/>
                <a:ext cx="121" cy="121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2119" name="Line 503">
                <a:extLst>
                  <a:ext uri="{FF2B5EF4-FFF2-40B4-BE49-F238E27FC236}">
                    <a16:creationId xmlns:a16="http://schemas.microsoft.com/office/drawing/2014/main" id="{637E5103-31BC-4E90-816B-1B1DFA94052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558" y="585"/>
                <a:ext cx="192" cy="19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2120" name="Line 504">
                <a:extLst>
                  <a:ext uri="{FF2B5EF4-FFF2-40B4-BE49-F238E27FC236}">
                    <a16:creationId xmlns:a16="http://schemas.microsoft.com/office/drawing/2014/main" id="{D7AA8AA0-EA6E-4FBF-ADC8-2E5221CCF8C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414" y="585"/>
                <a:ext cx="192" cy="19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2121" name="Freeform 505">
                <a:extLst>
                  <a:ext uri="{FF2B5EF4-FFF2-40B4-BE49-F238E27FC236}">
                    <a16:creationId xmlns:a16="http://schemas.microsoft.com/office/drawing/2014/main" id="{3FFB8816-9147-4B02-AD87-49086887235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14" y="593"/>
                <a:ext cx="32" cy="40"/>
              </a:xfrm>
              <a:custGeom>
                <a:avLst/>
                <a:gdLst>
                  <a:gd name="T0" fmla="*/ 0 w 32"/>
                  <a:gd name="T1" fmla="*/ 40 h 40"/>
                  <a:gd name="T2" fmla="*/ 32 w 32"/>
                  <a:gd name="T3" fmla="*/ 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32" h="40">
                    <a:moveTo>
                      <a:pt x="0" y="40"/>
                    </a:moveTo>
                    <a:lnTo>
                      <a:pt x="32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2122" name="Freeform 506">
                <a:extLst>
                  <a:ext uri="{FF2B5EF4-FFF2-40B4-BE49-F238E27FC236}">
                    <a16:creationId xmlns:a16="http://schemas.microsoft.com/office/drawing/2014/main" id="{882FF750-5161-474F-8925-1C8965B2A19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56" y="849"/>
                <a:ext cx="115" cy="119"/>
              </a:xfrm>
              <a:custGeom>
                <a:avLst/>
                <a:gdLst>
                  <a:gd name="T0" fmla="*/ 0 w 115"/>
                  <a:gd name="T1" fmla="*/ 119 h 119"/>
                  <a:gd name="T2" fmla="*/ 115 w 115"/>
                  <a:gd name="T3" fmla="*/ 0 h 1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15" h="119">
                    <a:moveTo>
                      <a:pt x="0" y="119"/>
                    </a:moveTo>
                    <a:lnTo>
                      <a:pt x="115" y="0"/>
                    </a:lnTo>
                  </a:path>
                </a:pathLst>
              </a:cu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2123" name="Freeform 507">
                <a:extLst>
                  <a:ext uri="{FF2B5EF4-FFF2-40B4-BE49-F238E27FC236}">
                    <a16:creationId xmlns:a16="http://schemas.microsoft.com/office/drawing/2014/main" id="{9044590C-A783-413B-9E70-9CED4007E42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51" y="975"/>
                <a:ext cx="128" cy="130"/>
              </a:xfrm>
              <a:custGeom>
                <a:avLst/>
                <a:gdLst>
                  <a:gd name="T0" fmla="*/ 0 w 128"/>
                  <a:gd name="T1" fmla="*/ 130 h 130"/>
                  <a:gd name="T2" fmla="*/ 128 w 128"/>
                  <a:gd name="T3" fmla="*/ 0 h 1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28" h="130">
                    <a:moveTo>
                      <a:pt x="0" y="130"/>
                    </a:moveTo>
                    <a:lnTo>
                      <a:pt x="128" y="0"/>
                    </a:lnTo>
                  </a:path>
                </a:pathLst>
              </a:cu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2124" name="Freeform 508">
                <a:extLst>
                  <a:ext uri="{FF2B5EF4-FFF2-40B4-BE49-F238E27FC236}">
                    <a16:creationId xmlns:a16="http://schemas.microsoft.com/office/drawing/2014/main" id="{73F7D187-67F5-49C4-987C-C368C077BDE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58" y="708"/>
                <a:ext cx="115" cy="115"/>
              </a:xfrm>
              <a:custGeom>
                <a:avLst/>
                <a:gdLst>
                  <a:gd name="T0" fmla="*/ 0 w 115"/>
                  <a:gd name="T1" fmla="*/ 115 h 115"/>
                  <a:gd name="T2" fmla="*/ 115 w 115"/>
                  <a:gd name="T3" fmla="*/ 0 h 1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15" h="115">
                    <a:moveTo>
                      <a:pt x="0" y="115"/>
                    </a:moveTo>
                    <a:lnTo>
                      <a:pt x="115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2125" name="Line 509">
                <a:extLst>
                  <a:ext uri="{FF2B5EF4-FFF2-40B4-BE49-F238E27FC236}">
                    <a16:creationId xmlns:a16="http://schemas.microsoft.com/office/drawing/2014/main" id="{65623C82-B3FD-4E8F-BA05-2AF6DB77D9C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651" y="1137"/>
                <a:ext cx="120" cy="12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2126" name="Line 510">
                <a:extLst>
                  <a:ext uri="{FF2B5EF4-FFF2-40B4-BE49-F238E27FC236}">
                    <a16:creationId xmlns:a16="http://schemas.microsoft.com/office/drawing/2014/main" id="{38BB63F9-5A81-4944-9645-9D119FB13D0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654" y="1353"/>
                <a:ext cx="192" cy="19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2127" name="Line 511">
                <a:extLst>
                  <a:ext uri="{FF2B5EF4-FFF2-40B4-BE49-F238E27FC236}">
                    <a16:creationId xmlns:a16="http://schemas.microsoft.com/office/drawing/2014/main" id="{400C3E96-F6CC-486F-BB21-1AEAF1B8981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654" y="1497"/>
                <a:ext cx="192" cy="19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2128" name="Line 512">
                <a:extLst>
                  <a:ext uri="{FF2B5EF4-FFF2-40B4-BE49-F238E27FC236}">
                    <a16:creationId xmlns:a16="http://schemas.microsoft.com/office/drawing/2014/main" id="{EF7541C2-46A6-4153-83EB-C87AED4AE48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126" y="1884"/>
                <a:ext cx="180" cy="18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2129" name="Line 513">
                <a:extLst>
                  <a:ext uri="{FF2B5EF4-FFF2-40B4-BE49-F238E27FC236}">
                    <a16:creationId xmlns:a16="http://schemas.microsoft.com/office/drawing/2014/main" id="{B53B7BC2-45B3-4C35-B8D0-066115C5F19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657" y="1641"/>
                <a:ext cx="194" cy="194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2130" name="Line 514">
                <a:extLst>
                  <a:ext uri="{FF2B5EF4-FFF2-40B4-BE49-F238E27FC236}">
                    <a16:creationId xmlns:a16="http://schemas.microsoft.com/office/drawing/2014/main" id="{DA4EA029-3AAF-4166-821C-0BF97666A48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414" y="1876"/>
                <a:ext cx="192" cy="19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2131" name="Freeform 515">
                <a:extLst>
                  <a:ext uri="{FF2B5EF4-FFF2-40B4-BE49-F238E27FC236}">
                    <a16:creationId xmlns:a16="http://schemas.microsoft.com/office/drawing/2014/main" id="{2E13AC6A-D0D4-4EA3-904D-EDC573295B9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67" y="1876"/>
                <a:ext cx="195" cy="195"/>
              </a:xfrm>
              <a:custGeom>
                <a:avLst/>
                <a:gdLst>
                  <a:gd name="T0" fmla="*/ 195 w 195"/>
                  <a:gd name="T1" fmla="*/ 0 h 195"/>
                  <a:gd name="T2" fmla="*/ 0 w 195"/>
                  <a:gd name="T3" fmla="*/ 195 h 1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95" h="195">
                    <a:moveTo>
                      <a:pt x="195" y="0"/>
                    </a:moveTo>
                    <a:lnTo>
                      <a:pt x="0" y="195"/>
                    </a:lnTo>
                  </a:path>
                </a:pathLst>
              </a:custGeom>
              <a:noFill/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2132" name="Freeform 516">
                <a:extLst>
                  <a:ext uri="{FF2B5EF4-FFF2-40B4-BE49-F238E27FC236}">
                    <a16:creationId xmlns:a16="http://schemas.microsoft.com/office/drawing/2014/main" id="{E6A87063-77F4-4EE7-A6D6-20FF9943C3B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72" y="1874"/>
                <a:ext cx="92" cy="92"/>
              </a:xfrm>
              <a:custGeom>
                <a:avLst/>
                <a:gdLst>
                  <a:gd name="T0" fmla="*/ 0 w 92"/>
                  <a:gd name="T1" fmla="*/ 92 h 92"/>
                  <a:gd name="T2" fmla="*/ 92 w 92"/>
                  <a:gd name="T3" fmla="*/ 0 h 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92" h="92">
                    <a:moveTo>
                      <a:pt x="0" y="92"/>
                    </a:moveTo>
                    <a:lnTo>
                      <a:pt x="92" y="0"/>
                    </a:lnTo>
                  </a:path>
                </a:pathLst>
              </a:custGeom>
              <a:noFill/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2133" name="Freeform 517">
                <a:extLst>
                  <a:ext uri="{FF2B5EF4-FFF2-40B4-BE49-F238E27FC236}">
                    <a16:creationId xmlns:a16="http://schemas.microsoft.com/office/drawing/2014/main" id="{25E658FD-33CF-4C7A-80F1-F80DB0A2DA9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62" y="1794"/>
                <a:ext cx="284" cy="287"/>
              </a:xfrm>
              <a:custGeom>
                <a:avLst/>
                <a:gdLst>
                  <a:gd name="T0" fmla="*/ 0 w 284"/>
                  <a:gd name="T1" fmla="*/ 287 h 287"/>
                  <a:gd name="T2" fmla="*/ 284 w 284"/>
                  <a:gd name="T3" fmla="*/ 0 h 2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284" h="287">
                    <a:moveTo>
                      <a:pt x="0" y="287"/>
                    </a:moveTo>
                    <a:lnTo>
                      <a:pt x="284" y="0"/>
                    </a:lnTo>
                  </a:path>
                </a:pathLst>
              </a:custGeom>
              <a:noFill/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2134" name="Freeform 518">
                <a:extLst>
                  <a:ext uri="{FF2B5EF4-FFF2-40B4-BE49-F238E27FC236}">
                    <a16:creationId xmlns:a16="http://schemas.microsoft.com/office/drawing/2014/main" id="{54747C4B-DFD5-433B-9A73-6623EBFDFA2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17" y="1936"/>
                <a:ext cx="135" cy="135"/>
              </a:xfrm>
              <a:custGeom>
                <a:avLst/>
                <a:gdLst>
                  <a:gd name="T0" fmla="*/ 0 w 135"/>
                  <a:gd name="T1" fmla="*/ 135 h 135"/>
                  <a:gd name="T2" fmla="*/ 135 w 135"/>
                  <a:gd name="T3" fmla="*/ 0 h 1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35" h="135">
                    <a:moveTo>
                      <a:pt x="0" y="135"/>
                    </a:moveTo>
                    <a:lnTo>
                      <a:pt x="135" y="0"/>
                    </a:lnTo>
                  </a:path>
                </a:pathLst>
              </a:custGeom>
              <a:noFill/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112135" name="Freeform 519">
              <a:extLst>
                <a:ext uri="{FF2B5EF4-FFF2-40B4-BE49-F238E27FC236}">
                  <a16:creationId xmlns:a16="http://schemas.microsoft.com/office/drawing/2014/main" id="{64516765-2FBB-4C6D-A879-3FEFE9F26DF3}"/>
                </a:ext>
              </a:extLst>
            </p:cNvPr>
            <p:cNvSpPr>
              <a:spLocks/>
            </p:cNvSpPr>
            <p:nvPr/>
          </p:nvSpPr>
          <p:spPr bwMode="auto">
            <a:xfrm>
              <a:off x="3880" y="960"/>
              <a:ext cx="360" cy="1"/>
            </a:xfrm>
            <a:custGeom>
              <a:avLst/>
              <a:gdLst>
                <a:gd name="T0" fmla="*/ 0 w 360"/>
                <a:gd name="T1" fmla="*/ 0 h 1"/>
                <a:gd name="T2" fmla="*/ 360 w 360"/>
                <a:gd name="T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60" h="1">
                  <a:moveTo>
                    <a:pt x="0" y="0"/>
                  </a:moveTo>
                  <a:lnTo>
                    <a:pt x="360" y="0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lgDashDot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2136" name="Oval 520">
              <a:extLst>
                <a:ext uri="{FF2B5EF4-FFF2-40B4-BE49-F238E27FC236}">
                  <a16:creationId xmlns:a16="http://schemas.microsoft.com/office/drawing/2014/main" id="{5C383FA8-6B29-4985-8918-D40439338F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46" y="849"/>
              <a:ext cx="224" cy="219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2137" name="Freeform 521">
              <a:extLst>
                <a:ext uri="{FF2B5EF4-FFF2-40B4-BE49-F238E27FC236}">
                  <a16:creationId xmlns:a16="http://schemas.microsoft.com/office/drawing/2014/main" id="{35C7EBB9-035F-4446-98DB-C97A6BE6F7A0}"/>
                </a:ext>
              </a:extLst>
            </p:cNvPr>
            <p:cNvSpPr>
              <a:spLocks/>
            </p:cNvSpPr>
            <p:nvPr/>
          </p:nvSpPr>
          <p:spPr bwMode="auto">
            <a:xfrm>
              <a:off x="4558" y="546"/>
              <a:ext cx="1" cy="300"/>
            </a:xfrm>
            <a:custGeom>
              <a:avLst/>
              <a:gdLst>
                <a:gd name="T0" fmla="*/ 0 w 1"/>
                <a:gd name="T1" fmla="*/ 0 h 300"/>
                <a:gd name="T2" fmla="*/ 0 w 1"/>
                <a:gd name="T3" fmla="*/ 300 h 3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300">
                  <a:moveTo>
                    <a:pt x="0" y="0"/>
                  </a:moveTo>
                  <a:lnTo>
                    <a:pt x="0" y="300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lgDashDot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2138" name="Freeform 522">
              <a:extLst>
                <a:ext uri="{FF2B5EF4-FFF2-40B4-BE49-F238E27FC236}">
                  <a16:creationId xmlns:a16="http://schemas.microsoft.com/office/drawing/2014/main" id="{B024985C-5D55-48F6-9E11-C0604BA9A055}"/>
                </a:ext>
              </a:extLst>
            </p:cNvPr>
            <p:cNvSpPr>
              <a:spLocks/>
            </p:cNvSpPr>
            <p:nvPr/>
          </p:nvSpPr>
          <p:spPr bwMode="auto">
            <a:xfrm>
              <a:off x="4903" y="1801"/>
              <a:ext cx="1" cy="315"/>
            </a:xfrm>
            <a:custGeom>
              <a:avLst/>
              <a:gdLst>
                <a:gd name="T0" fmla="*/ 0 w 1"/>
                <a:gd name="T1" fmla="*/ 0 h 315"/>
                <a:gd name="T2" fmla="*/ 0 w 1"/>
                <a:gd name="T3" fmla="*/ 315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315">
                  <a:moveTo>
                    <a:pt x="0" y="0"/>
                  </a:moveTo>
                  <a:lnTo>
                    <a:pt x="0" y="315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lgDashDot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112139" name="Group 523">
              <a:extLst>
                <a:ext uri="{FF2B5EF4-FFF2-40B4-BE49-F238E27FC236}">
                  <a16:creationId xmlns:a16="http://schemas.microsoft.com/office/drawing/2014/main" id="{BE553510-45A8-41BF-A967-1FEEAB83820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054" y="585"/>
              <a:ext cx="1005" cy="1501"/>
              <a:chOff x="4054" y="585"/>
              <a:chExt cx="1005" cy="1501"/>
            </a:xfrm>
          </p:grpSpPr>
          <p:sp>
            <p:nvSpPr>
              <p:cNvPr id="112140" name="Freeform 524">
                <a:extLst>
                  <a:ext uri="{FF2B5EF4-FFF2-40B4-BE49-F238E27FC236}">
                    <a16:creationId xmlns:a16="http://schemas.microsoft.com/office/drawing/2014/main" id="{367A2899-3B32-428B-8F96-529BA890682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61" y="2073"/>
                <a:ext cx="998" cy="1"/>
              </a:xfrm>
              <a:custGeom>
                <a:avLst/>
                <a:gdLst>
                  <a:gd name="T0" fmla="*/ 998 w 998"/>
                  <a:gd name="T1" fmla="*/ 0 h 1"/>
                  <a:gd name="T2" fmla="*/ 0 w 998"/>
                  <a:gd name="T3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998" h="1">
                    <a:moveTo>
                      <a:pt x="998" y="0"/>
                    </a:moveTo>
                    <a:lnTo>
                      <a:pt x="0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2141" name="Freeform 525">
                <a:extLst>
                  <a:ext uri="{FF2B5EF4-FFF2-40B4-BE49-F238E27FC236}">
                    <a16:creationId xmlns:a16="http://schemas.microsoft.com/office/drawing/2014/main" id="{8B4AEE38-30E0-4E91-BEA4-8277E88CDC6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60" y="1876"/>
                <a:ext cx="585" cy="1"/>
              </a:xfrm>
              <a:custGeom>
                <a:avLst/>
                <a:gdLst>
                  <a:gd name="T0" fmla="*/ 585 w 585"/>
                  <a:gd name="T1" fmla="*/ 0 h 1"/>
                  <a:gd name="T2" fmla="*/ 0 w 585"/>
                  <a:gd name="T3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585" h="1">
                    <a:moveTo>
                      <a:pt x="585" y="0"/>
                    </a:moveTo>
                    <a:lnTo>
                      <a:pt x="0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2142" name="Freeform 526">
                <a:extLst>
                  <a:ext uri="{FF2B5EF4-FFF2-40B4-BE49-F238E27FC236}">
                    <a16:creationId xmlns:a16="http://schemas.microsoft.com/office/drawing/2014/main" id="{7C7D5716-A5C0-4C6F-9B4E-AACAA6FBCD7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60" y="780"/>
                <a:ext cx="248" cy="6"/>
              </a:xfrm>
              <a:custGeom>
                <a:avLst/>
                <a:gdLst>
                  <a:gd name="T0" fmla="*/ 248 w 248"/>
                  <a:gd name="T1" fmla="*/ 6 h 6"/>
                  <a:gd name="T2" fmla="*/ 0 w 248"/>
                  <a:gd name="T3" fmla="*/ 0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248" h="6">
                    <a:moveTo>
                      <a:pt x="248" y="6"/>
                    </a:moveTo>
                    <a:lnTo>
                      <a:pt x="0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2143" name="Freeform 527">
                <a:extLst>
                  <a:ext uri="{FF2B5EF4-FFF2-40B4-BE49-F238E27FC236}">
                    <a16:creationId xmlns:a16="http://schemas.microsoft.com/office/drawing/2014/main" id="{D9C1C6E2-FBB8-4D6D-A6C8-68356FA8BC6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00" y="585"/>
                <a:ext cx="1" cy="195"/>
              </a:xfrm>
              <a:custGeom>
                <a:avLst/>
                <a:gdLst>
                  <a:gd name="T0" fmla="*/ 0 w 1"/>
                  <a:gd name="T1" fmla="*/ 195 h 195"/>
                  <a:gd name="T2" fmla="*/ 0 w 1"/>
                  <a:gd name="T3" fmla="*/ 0 h 1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" h="195">
                    <a:moveTo>
                      <a:pt x="0" y="195"/>
                    </a:moveTo>
                    <a:lnTo>
                      <a:pt x="0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2144" name="Freeform 528">
                <a:extLst>
                  <a:ext uri="{FF2B5EF4-FFF2-40B4-BE49-F238E27FC236}">
                    <a16:creationId xmlns:a16="http://schemas.microsoft.com/office/drawing/2014/main" id="{E48F62D9-E939-42B8-AFB6-4ED7A98AA8C0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4054" y="591"/>
                <a:ext cx="660" cy="1"/>
              </a:xfrm>
              <a:custGeom>
                <a:avLst/>
                <a:gdLst>
                  <a:gd name="T0" fmla="*/ 0 w 660"/>
                  <a:gd name="T1" fmla="*/ 0 h 1"/>
                  <a:gd name="T2" fmla="*/ 660 w 660"/>
                  <a:gd name="T3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660" h="1">
                    <a:moveTo>
                      <a:pt x="0" y="0"/>
                    </a:moveTo>
                    <a:lnTo>
                      <a:pt x="660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2145" name="Freeform 529">
                <a:extLst>
                  <a:ext uri="{FF2B5EF4-FFF2-40B4-BE49-F238E27FC236}">
                    <a16:creationId xmlns:a16="http://schemas.microsoft.com/office/drawing/2014/main" id="{8D2D12D9-5ACF-4B08-8970-57C9BC2FEF9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60" y="780"/>
                <a:ext cx="1" cy="1096"/>
              </a:xfrm>
              <a:custGeom>
                <a:avLst/>
                <a:gdLst>
                  <a:gd name="T0" fmla="*/ 0 w 1"/>
                  <a:gd name="T1" fmla="*/ 1096 h 1096"/>
                  <a:gd name="T2" fmla="*/ 0 w 1"/>
                  <a:gd name="T3" fmla="*/ 0 h 10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" h="1096">
                    <a:moveTo>
                      <a:pt x="0" y="1096"/>
                    </a:moveTo>
                    <a:lnTo>
                      <a:pt x="0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2146" name="Freeform 530">
                <a:extLst>
                  <a:ext uri="{FF2B5EF4-FFF2-40B4-BE49-F238E27FC236}">
                    <a16:creationId xmlns:a16="http://schemas.microsoft.com/office/drawing/2014/main" id="{EFC79EBE-5DE4-4C38-92C0-54CA507FD3B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45" y="1876"/>
                <a:ext cx="1" cy="210"/>
              </a:xfrm>
              <a:custGeom>
                <a:avLst/>
                <a:gdLst>
                  <a:gd name="T0" fmla="*/ 0 w 1"/>
                  <a:gd name="T1" fmla="*/ 0 h 210"/>
                  <a:gd name="T2" fmla="*/ 0 w 1"/>
                  <a:gd name="T3" fmla="*/ 21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" h="210">
                    <a:moveTo>
                      <a:pt x="0" y="0"/>
                    </a:moveTo>
                    <a:lnTo>
                      <a:pt x="0" y="21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2147" name="Line 531">
                <a:extLst>
                  <a:ext uri="{FF2B5EF4-FFF2-40B4-BE49-F238E27FC236}">
                    <a16:creationId xmlns:a16="http://schemas.microsoft.com/office/drawing/2014/main" id="{9A86660A-E0DD-474B-BABA-8888D77AFE5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333" y="585"/>
                <a:ext cx="0" cy="67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2148" name="Freeform 532">
                <a:extLst>
                  <a:ext uri="{FF2B5EF4-FFF2-40B4-BE49-F238E27FC236}">
                    <a16:creationId xmlns:a16="http://schemas.microsoft.com/office/drawing/2014/main" id="{1463A8E5-1202-4B5E-B9D6-AD18CA8FBFA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54" y="1261"/>
                <a:ext cx="286" cy="1"/>
              </a:xfrm>
              <a:custGeom>
                <a:avLst/>
                <a:gdLst>
                  <a:gd name="T0" fmla="*/ 0 w 286"/>
                  <a:gd name="T1" fmla="*/ 0 h 1"/>
                  <a:gd name="T2" fmla="*/ 286 w 286"/>
                  <a:gd name="T3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286" h="1">
                    <a:moveTo>
                      <a:pt x="0" y="0"/>
                    </a:moveTo>
                    <a:lnTo>
                      <a:pt x="286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2149" name="Freeform 533">
                <a:extLst>
                  <a:ext uri="{FF2B5EF4-FFF2-40B4-BE49-F238E27FC236}">
                    <a16:creationId xmlns:a16="http://schemas.microsoft.com/office/drawing/2014/main" id="{368225A3-C3A2-40F7-9E51-7E78E552119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65" y="1321"/>
                <a:ext cx="1" cy="750"/>
              </a:xfrm>
              <a:custGeom>
                <a:avLst/>
                <a:gdLst>
                  <a:gd name="T0" fmla="*/ 0 w 1"/>
                  <a:gd name="T1" fmla="*/ 750 h 750"/>
                  <a:gd name="T2" fmla="*/ 0 w 1"/>
                  <a:gd name="T3" fmla="*/ 0 h 7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" h="750">
                    <a:moveTo>
                      <a:pt x="0" y="750"/>
                    </a:moveTo>
                    <a:lnTo>
                      <a:pt x="0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2150" name="Freeform 534">
                <a:extLst>
                  <a:ext uri="{FF2B5EF4-FFF2-40B4-BE49-F238E27FC236}">
                    <a16:creationId xmlns:a16="http://schemas.microsoft.com/office/drawing/2014/main" id="{9016F657-BE42-4303-B8B7-77001A5D573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65" y="1261"/>
                <a:ext cx="60" cy="60"/>
              </a:xfrm>
              <a:custGeom>
                <a:avLst/>
                <a:gdLst>
                  <a:gd name="T0" fmla="*/ 60 w 60"/>
                  <a:gd name="T1" fmla="*/ 0 h 60"/>
                  <a:gd name="T2" fmla="*/ 0 w 60"/>
                  <a:gd name="T3" fmla="*/ 60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60" h="60">
                    <a:moveTo>
                      <a:pt x="60" y="0"/>
                    </a:moveTo>
                    <a:lnTo>
                      <a:pt x="0" y="6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2151" name="Freeform 535">
                <a:extLst>
                  <a:ext uri="{FF2B5EF4-FFF2-40B4-BE49-F238E27FC236}">
                    <a16:creationId xmlns:a16="http://schemas.microsoft.com/office/drawing/2014/main" id="{EB155057-AF84-4ED9-8E70-C5EE0BEFB76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54" y="1321"/>
                <a:ext cx="211" cy="1"/>
              </a:xfrm>
              <a:custGeom>
                <a:avLst/>
                <a:gdLst>
                  <a:gd name="T0" fmla="*/ 211 w 211"/>
                  <a:gd name="T1" fmla="*/ 0 h 1"/>
                  <a:gd name="T2" fmla="*/ 0 w 211"/>
                  <a:gd name="T3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211" h="1">
                    <a:moveTo>
                      <a:pt x="211" y="0"/>
                    </a:moveTo>
                    <a:lnTo>
                      <a:pt x="0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12177" name="Group 561">
              <a:extLst>
                <a:ext uri="{FF2B5EF4-FFF2-40B4-BE49-F238E27FC236}">
                  <a16:creationId xmlns:a16="http://schemas.microsoft.com/office/drawing/2014/main" id="{EBF8494F-1D54-4DE1-A544-0E5ADC03CD2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256" y="581"/>
              <a:ext cx="782" cy="1500"/>
              <a:chOff x="4256" y="581"/>
              <a:chExt cx="782" cy="1500"/>
            </a:xfrm>
          </p:grpSpPr>
          <p:sp>
            <p:nvSpPr>
              <p:cNvPr id="112153" name="Line 537">
                <a:extLst>
                  <a:ext uri="{FF2B5EF4-FFF2-40B4-BE49-F238E27FC236}">
                    <a16:creationId xmlns:a16="http://schemas.microsoft.com/office/drawing/2014/main" id="{5AF60981-174C-40CA-9366-484874E0B03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265" y="1227"/>
                <a:ext cx="195" cy="19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2154" name="Line 538">
                <a:extLst>
                  <a:ext uri="{FF2B5EF4-FFF2-40B4-BE49-F238E27FC236}">
                    <a16:creationId xmlns:a16="http://schemas.microsoft.com/office/drawing/2014/main" id="{F9A813A9-7F1B-449D-AB73-14F05064C63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265" y="1365"/>
                <a:ext cx="195" cy="19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2155" name="Freeform 539">
                <a:extLst>
                  <a:ext uri="{FF2B5EF4-FFF2-40B4-BE49-F238E27FC236}">
                    <a16:creationId xmlns:a16="http://schemas.microsoft.com/office/drawing/2014/main" id="{A563BE97-D009-4A16-9852-DE0184EEE65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58" y="1501"/>
                <a:ext cx="195" cy="195"/>
              </a:xfrm>
              <a:custGeom>
                <a:avLst/>
                <a:gdLst>
                  <a:gd name="T0" fmla="*/ 0 w 195"/>
                  <a:gd name="T1" fmla="*/ 195 h 195"/>
                  <a:gd name="T2" fmla="*/ 195 w 195"/>
                  <a:gd name="T3" fmla="*/ 0 h 1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95" h="195">
                    <a:moveTo>
                      <a:pt x="0" y="195"/>
                    </a:moveTo>
                    <a:lnTo>
                      <a:pt x="195" y="0"/>
                    </a:lnTo>
                  </a:path>
                </a:pathLst>
              </a:custGeom>
              <a:noFill/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2156" name="Line 540">
                <a:extLst>
                  <a:ext uri="{FF2B5EF4-FFF2-40B4-BE49-F238E27FC236}">
                    <a16:creationId xmlns:a16="http://schemas.microsoft.com/office/drawing/2014/main" id="{2A6A421D-2021-446D-95D5-7ECB3DB7B77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256" y="1641"/>
                <a:ext cx="195" cy="19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2157" name="Line 541">
                <a:extLst>
                  <a:ext uri="{FF2B5EF4-FFF2-40B4-BE49-F238E27FC236}">
                    <a16:creationId xmlns:a16="http://schemas.microsoft.com/office/drawing/2014/main" id="{81E4A783-4150-48D8-80A1-1CBFDD4B3F3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256" y="1788"/>
                <a:ext cx="195" cy="19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2158" name="Freeform 542">
                <a:extLst>
                  <a:ext uri="{FF2B5EF4-FFF2-40B4-BE49-F238E27FC236}">
                    <a16:creationId xmlns:a16="http://schemas.microsoft.com/office/drawing/2014/main" id="{304C9DBF-DDFE-44A7-898F-A81527B3E41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01" y="1879"/>
                <a:ext cx="201" cy="198"/>
              </a:xfrm>
              <a:custGeom>
                <a:avLst/>
                <a:gdLst>
                  <a:gd name="T0" fmla="*/ 0 w 201"/>
                  <a:gd name="T1" fmla="*/ 198 h 198"/>
                  <a:gd name="T2" fmla="*/ 201 w 201"/>
                  <a:gd name="T3" fmla="*/ 0 h 1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201" h="198">
                    <a:moveTo>
                      <a:pt x="0" y="198"/>
                    </a:moveTo>
                    <a:lnTo>
                      <a:pt x="201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2159" name="Freeform 543">
                <a:extLst>
                  <a:ext uri="{FF2B5EF4-FFF2-40B4-BE49-F238E27FC236}">
                    <a16:creationId xmlns:a16="http://schemas.microsoft.com/office/drawing/2014/main" id="{142BB540-4B69-4FC0-A568-A939B09C652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26" y="1879"/>
                <a:ext cx="201" cy="202"/>
              </a:xfrm>
              <a:custGeom>
                <a:avLst/>
                <a:gdLst>
                  <a:gd name="T0" fmla="*/ 0 w 201"/>
                  <a:gd name="T1" fmla="*/ 202 h 202"/>
                  <a:gd name="T2" fmla="*/ 201 w 201"/>
                  <a:gd name="T3" fmla="*/ 0 h 2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201" h="202">
                    <a:moveTo>
                      <a:pt x="0" y="202"/>
                    </a:moveTo>
                    <a:lnTo>
                      <a:pt x="201" y="0"/>
                    </a:lnTo>
                  </a:path>
                </a:pathLst>
              </a:custGeom>
              <a:noFill/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2160" name="Freeform 544">
                <a:extLst>
                  <a:ext uri="{FF2B5EF4-FFF2-40B4-BE49-F238E27FC236}">
                    <a16:creationId xmlns:a16="http://schemas.microsoft.com/office/drawing/2014/main" id="{A8D2ED27-D7B3-471E-A8D5-A76252CA1C9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60" y="1869"/>
                <a:ext cx="202" cy="202"/>
              </a:xfrm>
              <a:custGeom>
                <a:avLst/>
                <a:gdLst>
                  <a:gd name="T0" fmla="*/ 0 w 202"/>
                  <a:gd name="T1" fmla="*/ 202 h 202"/>
                  <a:gd name="T2" fmla="*/ 202 w 202"/>
                  <a:gd name="T3" fmla="*/ 0 h 2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202" h="202">
                    <a:moveTo>
                      <a:pt x="0" y="202"/>
                    </a:moveTo>
                    <a:lnTo>
                      <a:pt x="202" y="0"/>
                    </a:lnTo>
                  </a:path>
                </a:pathLst>
              </a:custGeom>
              <a:noFill/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2161" name="Freeform 545">
                <a:extLst>
                  <a:ext uri="{FF2B5EF4-FFF2-40B4-BE49-F238E27FC236}">
                    <a16:creationId xmlns:a16="http://schemas.microsoft.com/office/drawing/2014/main" id="{1E08E780-D394-4BD9-BC63-037FD84F4B6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90" y="1873"/>
                <a:ext cx="195" cy="195"/>
              </a:xfrm>
              <a:custGeom>
                <a:avLst/>
                <a:gdLst>
                  <a:gd name="T0" fmla="*/ 0 w 195"/>
                  <a:gd name="T1" fmla="*/ 195 h 195"/>
                  <a:gd name="T2" fmla="*/ 195 w 195"/>
                  <a:gd name="T3" fmla="*/ 0 h 1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95" h="195">
                    <a:moveTo>
                      <a:pt x="0" y="195"/>
                    </a:moveTo>
                    <a:lnTo>
                      <a:pt x="195" y="0"/>
                    </a:lnTo>
                  </a:path>
                </a:pathLst>
              </a:custGeom>
              <a:noFill/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2162" name="Freeform 546">
                <a:extLst>
                  <a:ext uri="{FF2B5EF4-FFF2-40B4-BE49-F238E27FC236}">
                    <a16:creationId xmlns:a16="http://schemas.microsoft.com/office/drawing/2014/main" id="{1B7E93E7-8A51-4D9A-83D3-3C70656EDFA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19" y="1869"/>
                <a:ext cx="202" cy="202"/>
              </a:xfrm>
              <a:custGeom>
                <a:avLst/>
                <a:gdLst>
                  <a:gd name="T0" fmla="*/ 0 w 202"/>
                  <a:gd name="T1" fmla="*/ 202 h 202"/>
                  <a:gd name="T2" fmla="*/ 202 w 202"/>
                  <a:gd name="T3" fmla="*/ 0 h 2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202" h="202">
                    <a:moveTo>
                      <a:pt x="0" y="202"/>
                    </a:moveTo>
                    <a:lnTo>
                      <a:pt x="202" y="0"/>
                    </a:lnTo>
                  </a:path>
                </a:pathLst>
              </a:custGeom>
              <a:noFill/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2163" name="Freeform 547">
                <a:extLst>
                  <a:ext uri="{FF2B5EF4-FFF2-40B4-BE49-F238E27FC236}">
                    <a16:creationId xmlns:a16="http://schemas.microsoft.com/office/drawing/2014/main" id="{3ADD0C5D-7BBB-457E-87E3-5FAEFB95180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49" y="1981"/>
                <a:ext cx="89" cy="91"/>
              </a:xfrm>
              <a:custGeom>
                <a:avLst/>
                <a:gdLst>
                  <a:gd name="T0" fmla="*/ 0 w 89"/>
                  <a:gd name="T1" fmla="*/ 91 h 91"/>
                  <a:gd name="T2" fmla="*/ 89 w 89"/>
                  <a:gd name="T3" fmla="*/ 0 h 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89" h="91">
                    <a:moveTo>
                      <a:pt x="0" y="91"/>
                    </a:moveTo>
                    <a:lnTo>
                      <a:pt x="89" y="0"/>
                    </a:lnTo>
                  </a:path>
                </a:pathLst>
              </a:custGeom>
              <a:noFill/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2164" name="Freeform 548">
                <a:extLst>
                  <a:ext uri="{FF2B5EF4-FFF2-40B4-BE49-F238E27FC236}">
                    <a16:creationId xmlns:a16="http://schemas.microsoft.com/office/drawing/2014/main" id="{427ADB51-3F68-41DC-9134-069A3478BBA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39" y="1098"/>
                <a:ext cx="115" cy="115"/>
              </a:xfrm>
              <a:custGeom>
                <a:avLst/>
                <a:gdLst>
                  <a:gd name="T0" fmla="*/ 0 w 115"/>
                  <a:gd name="T1" fmla="*/ 115 h 115"/>
                  <a:gd name="T2" fmla="*/ 115 w 115"/>
                  <a:gd name="T3" fmla="*/ 0 h 1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15" h="115">
                    <a:moveTo>
                      <a:pt x="0" y="115"/>
                    </a:moveTo>
                    <a:lnTo>
                      <a:pt x="115" y="0"/>
                    </a:lnTo>
                  </a:path>
                </a:pathLst>
              </a:custGeom>
              <a:noFill/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2165" name="Freeform 549">
                <a:extLst>
                  <a:ext uri="{FF2B5EF4-FFF2-40B4-BE49-F238E27FC236}">
                    <a16:creationId xmlns:a16="http://schemas.microsoft.com/office/drawing/2014/main" id="{4FA80AD8-47DC-4E86-B317-48694B80E0F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39" y="945"/>
                <a:ext cx="123" cy="123"/>
              </a:xfrm>
              <a:custGeom>
                <a:avLst/>
                <a:gdLst>
                  <a:gd name="T0" fmla="*/ 0 w 123"/>
                  <a:gd name="T1" fmla="*/ 123 h 123"/>
                  <a:gd name="T2" fmla="*/ 123 w 123"/>
                  <a:gd name="T3" fmla="*/ 0 h 1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23" h="123">
                    <a:moveTo>
                      <a:pt x="0" y="123"/>
                    </a:moveTo>
                    <a:lnTo>
                      <a:pt x="123" y="0"/>
                    </a:lnTo>
                  </a:path>
                </a:pathLst>
              </a:custGeom>
              <a:noFill/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2166" name="Freeform 550">
                <a:extLst>
                  <a:ext uri="{FF2B5EF4-FFF2-40B4-BE49-F238E27FC236}">
                    <a16:creationId xmlns:a16="http://schemas.microsoft.com/office/drawing/2014/main" id="{DB811EE3-FB86-4345-88B1-C738CE94B03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39" y="807"/>
                <a:ext cx="126" cy="122"/>
              </a:xfrm>
              <a:custGeom>
                <a:avLst/>
                <a:gdLst>
                  <a:gd name="T0" fmla="*/ 0 w 126"/>
                  <a:gd name="T1" fmla="*/ 122 h 122"/>
                  <a:gd name="T2" fmla="*/ 126 w 126"/>
                  <a:gd name="T3" fmla="*/ 0 h 1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26" h="122">
                    <a:moveTo>
                      <a:pt x="0" y="122"/>
                    </a:moveTo>
                    <a:lnTo>
                      <a:pt x="126" y="0"/>
                    </a:lnTo>
                  </a:path>
                </a:pathLst>
              </a:custGeom>
              <a:noFill/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2167" name="Line 551">
                <a:extLst>
                  <a:ext uri="{FF2B5EF4-FFF2-40B4-BE49-F238E27FC236}">
                    <a16:creationId xmlns:a16="http://schemas.microsoft.com/office/drawing/2014/main" id="{B6B191CB-C6B2-4E70-A244-F26EB98D83F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325" y="591"/>
                <a:ext cx="234" cy="234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2168" name="Freeform 552">
                <a:extLst>
                  <a:ext uri="{FF2B5EF4-FFF2-40B4-BE49-F238E27FC236}">
                    <a16:creationId xmlns:a16="http://schemas.microsoft.com/office/drawing/2014/main" id="{0738CEF5-7052-4B6F-B72D-52F59014D8C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25" y="591"/>
                <a:ext cx="114" cy="114"/>
              </a:xfrm>
              <a:custGeom>
                <a:avLst/>
                <a:gdLst>
                  <a:gd name="T0" fmla="*/ 0 w 114"/>
                  <a:gd name="T1" fmla="*/ 114 h 114"/>
                  <a:gd name="T2" fmla="*/ 114 w 114"/>
                  <a:gd name="T3" fmla="*/ 0 h 1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14" h="114">
                    <a:moveTo>
                      <a:pt x="0" y="114"/>
                    </a:moveTo>
                    <a:lnTo>
                      <a:pt x="114" y="0"/>
                    </a:lnTo>
                  </a:path>
                </a:pathLst>
              </a:cu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2169" name="Line 553">
                <a:extLst>
                  <a:ext uri="{FF2B5EF4-FFF2-40B4-BE49-F238E27FC236}">
                    <a16:creationId xmlns:a16="http://schemas.microsoft.com/office/drawing/2014/main" id="{F3437393-319F-4340-B1D7-22E838556EB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496" y="581"/>
                <a:ext cx="194" cy="194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2170" name="Freeform 554">
                <a:extLst>
                  <a:ext uri="{FF2B5EF4-FFF2-40B4-BE49-F238E27FC236}">
                    <a16:creationId xmlns:a16="http://schemas.microsoft.com/office/drawing/2014/main" id="{FC1A403A-ABCF-4EEE-88A0-D8BDAE7A3E1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18" y="708"/>
                <a:ext cx="76" cy="72"/>
              </a:xfrm>
              <a:custGeom>
                <a:avLst/>
                <a:gdLst>
                  <a:gd name="T0" fmla="*/ 0 w 76"/>
                  <a:gd name="T1" fmla="*/ 72 h 72"/>
                  <a:gd name="T2" fmla="*/ 76 w 76"/>
                  <a:gd name="T3" fmla="*/ 0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76" h="72">
                    <a:moveTo>
                      <a:pt x="0" y="72"/>
                    </a:moveTo>
                    <a:lnTo>
                      <a:pt x="76" y="0"/>
                    </a:lnTo>
                  </a:path>
                </a:pathLst>
              </a:custGeom>
              <a:noFill/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pic>
        <p:nvPicPr>
          <p:cNvPr id="112171" name="Picture 555">
            <a:extLst>
              <a:ext uri="{FF2B5EF4-FFF2-40B4-BE49-F238E27FC236}">
                <a16:creationId xmlns:a16="http://schemas.microsoft.com/office/drawing/2014/main" id="{401785F6-CAFB-4BDB-8DE5-4D2575DC93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00FFFF"/>
              </a:clrFrom>
              <a:clrTo>
                <a:srgbClr val="00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3663" y="3595688"/>
            <a:ext cx="3394075" cy="2679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slow">
    <p:cover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116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112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" dur="500"/>
                                        <p:tgtEl>
                                          <p:spTgt spid="112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Text Box 2">
            <a:extLst>
              <a:ext uri="{FF2B5EF4-FFF2-40B4-BE49-F238E27FC236}">
                <a16:creationId xmlns:a16="http://schemas.microsoft.com/office/drawing/2014/main" id="{6DC76B98-0DF0-4583-BD8B-EA6751F227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55963" y="-63499"/>
            <a:ext cx="2173288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l" eaLnBrk="1" hangingPunct="1"/>
            <a:r>
              <a:rPr lang="zh-CN" altLang="en-US" sz="3200" dirty="0">
                <a:solidFill>
                  <a:schemeClr val="bg1"/>
                </a:solidFill>
              </a:rPr>
              <a:t>解决办法</a:t>
            </a:r>
            <a:r>
              <a:rPr lang="zh-CN" altLang="en-US" sz="2800" dirty="0">
                <a:solidFill>
                  <a:schemeClr val="bg1"/>
                </a:solidFill>
              </a:rPr>
              <a:t>：</a:t>
            </a:r>
          </a:p>
        </p:txBody>
      </p:sp>
      <p:sp>
        <p:nvSpPr>
          <p:cNvPr id="112643" name="Rectangle 3">
            <a:extLst>
              <a:ext uri="{FF2B5EF4-FFF2-40B4-BE49-F238E27FC236}">
                <a16:creationId xmlns:a16="http://schemas.microsoft.com/office/drawing/2014/main" id="{47D451DE-1DCA-4841-B71E-778AEF4F46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8475" y="3871913"/>
            <a:ext cx="2630488" cy="1628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l" eaLnBrk="1" hangingPunct="1">
              <a:lnSpc>
                <a:spcPct val="90000"/>
              </a:lnSpc>
            </a:pPr>
            <a:r>
              <a:rPr lang="zh-CN" altLang="en-US" sz="2800">
                <a:solidFill>
                  <a:srgbClr val="0000CC"/>
                </a:solidFill>
              </a:rPr>
              <a:t>　　</a:t>
            </a:r>
            <a:r>
              <a:rPr lang="zh-CN" altLang="en-US" sz="2800">
                <a:solidFill>
                  <a:srgbClr val="FF0000"/>
                </a:solidFill>
              </a:rPr>
              <a:t>以对称线为界</a:t>
            </a:r>
            <a:r>
              <a:rPr lang="zh-CN" altLang="en-US" sz="2800">
                <a:solidFill>
                  <a:srgbClr val="0000CC"/>
                </a:solidFill>
              </a:rPr>
              <a:t>，一半画视图，一半画剖视。</a:t>
            </a:r>
          </a:p>
        </p:txBody>
      </p:sp>
      <p:sp>
        <p:nvSpPr>
          <p:cNvPr id="112644" name="Text Box 4">
            <a:extLst>
              <a:ext uri="{FF2B5EF4-FFF2-40B4-BE49-F238E27FC236}">
                <a16:creationId xmlns:a16="http://schemas.microsoft.com/office/drawing/2014/main" id="{7FD01567-0018-4ECD-A88C-3466E34B3D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4675" y="3395663"/>
            <a:ext cx="17970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CC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l" eaLnBrk="1" hangingPunct="1"/>
            <a:r>
              <a:rPr lang="zh-CN" altLang="en-US" sz="2800">
                <a:solidFill>
                  <a:srgbClr val="010000"/>
                </a:solidFill>
              </a:rPr>
              <a:t>半剖视：</a:t>
            </a:r>
          </a:p>
        </p:txBody>
      </p:sp>
      <p:sp>
        <p:nvSpPr>
          <p:cNvPr id="112645" name="Line 5">
            <a:extLst>
              <a:ext uri="{FF2B5EF4-FFF2-40B4-BE49-F238E27FC236}">
                <a16:creationId xmlns:a16="http://schemas.microsoft.com/office/drawing/2014/main" id="{93407128-29F8-4C04-BCB7-14A39DF93A00}"/>
              </a:ext>
            </a:extLst>
          </p:cNvPr>
          <p:cNvSpPr>
            <a:spLocks noChangeShapeType="1"/>
          </p:cNvSpPr>
          <p:nvPr/>
        </p:nvSpPr>
        <p:spPr bwMode="auto">
          <a:xfrm>
            <a:off x="4330700" y="3494088"/>
            <a:ext cx="0" cy="2597150"/>
          </a:xfrm>
          <a:prstGeom prst="line">
            <a:avLst/>
          </a:prstGeom>
          <a:noFill/>
          <a:ln w="19050">
            <a:solidFill>
              <a:schemeClr val="tx1"/>
            </a:solidFill>
            <a:prstDash val="lgDash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2646" name="AutoShape 6">
            <a:extLst>
              <a:ext uri="{FF2B5EF4-FFF2-40B4-BE49-F238E27FC236}">
                <a16:creationId xmlns:a16="http://schemas.microsoft.com/office/drawing/2014/main" id="{B8E93DEC-FDDA-41BB-AF6A-4839128B0B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675" y="5662613"/>
            <a:ext cx="2381250" cy="809625"/>
          </a:xfrm>
          <a:prstGeom prst="wedgeRoundRectCallout">
            <a:avLst>
              <a:gd name="adj1" fmla="val 95269"/>
              <a:gd name="adj2" fmla="val -158037"/>
              <a:gd name="adj3" fmla="val 16667"/>
            </a:avLst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/>
            <a:r>
              <a:rPr lang="zh-CN" altLang="en-US">
                <a:solidFill>
                  <a:srgbClr val="010000"/>
                </a:solidFill>
              </a:rPr>
              <a:t>已表达清楚的</a:t>
            </a:r>
          </a:p>
          <a:p>
            <a:pPr eaLnBrk="1" hangingPunct="1"/>
            <a:r>
              <a:rPr lang="zh-CN" altLang="en-US">
                <a:solidFill>
                  <a:srgbClr val="010000"/>
                </a:solidFill>
              </a:rPr>
              <a:t>内形不画虚线</a:t>
            </a:r>
          </a:p>
        </p:txBody>
      </p:sp>
      <p:grpSp>
        <p:nvGrpSpPr>
          <p:cNvPr id="112886" name="Group 246">
            <a:extLst>
              <a:ext uri="{FF2B5EF4-FFF2-40B4-BE49-F238E27FC236}">
                <a16:creationId xmlns:a16="http://schemas.microsoft.com/office/drawing/2014/main" id="{25F6A08A-9757-4BD0-B6AC-73856D37CEF6}"/>
              </a:ext>
            </a:extLst>
          </p:cNvPr>
          <p:cNvGrpSpPr>
            <a:grpSpLocks/>
          </p:cNvGrpSpPr>
          <p:nvPr/>
        </p:nvGrpSpPr>
        <p:grpSpPr bwMode="auto">
          <a:xfrm>
            <a:off x="809625" y="701675"/>
            <a:ext cx="3148013" cy="2597150"/>
            <a:chOff x="510" y="442"/>
            <a:chExt cx="1983" cy="1636"/>
          </a:xfrm>
        </p:grpSpPr>
        <p:sp>
          <p:nvSpPr>
            <p:cNvPr id="112648" name="Freeform 8">
              <a:extLst>
                <a:ext uri="{FF2B5EF4-FFF2-40B4-BE49-F238E27FC236}">
                  <a16:creationId xmlns:a16="http://schemas.microsoft.com/office/drawing/2014/main" id="{8748014B-09B2-42DD-9A2A-86E10774175E}"/>
                </a:ext>
              </a:extLst>
            </p:cNvPr>
            <p:cNvSpPr>
              <a:spLocks/>
            </p:cNvSpPr>
            <p:nvPr/>
          </p:nvSpPr>
          <p:spPr bwMode="auto">
            <a:xfrm>
              <a:off x="1498" y="447"/>
              <a:ext cx="2" cy="1614"/>
            </a:xfrm>
            <a:custGeom>
              <a:avLst/>
              <a:gdLst>
                <a:gd name="T0" fmla="*/ 2 w 2"/>
                <a:gd name="T1" fmla="*/ 0 h 1614"/>
                <a:gd name="T2" fmla="*/ 0 w 2"/>
                <a:gd name="T3" fmla="*/ 1614 h 16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" h="1614">
                  <a:moveTo>
                    <a:pt x="2" y="0"/>
                  </a:moveTo>
                  <a:lnTo>
                    <a:pt x="0" y="1614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lgDashDot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2650" name="Freeform 10">
              <a:extLst>
                <a:ext uri="{FF2B5EF4-FFF2-40B4-BE49-F238E27FC236}">
                  <a16:creationId xmlns:a16="http://schemas.microsoft.com/office/drawing/2014/main" id="{E64CBD95-C357-4959-B8F8-56A400950B2B}"/>
                </a:ext>
              </a:extLst>
            </p:cNvPr>
            <p:cNvSpPr>
              <a:spLocks/>
            </p:cNvSpPr>
            <p:nvPr/>
          </p:nvSpPr>
          <p:spPr bwMode="auto">
            <a:xfrm>
              <a:off x="1240" y="896"/>
              <a:ext cx="520" cy="2"/>
            </a:xfrm>
            <a:custGeom>
              <a:avLst/>
              <a:gdLst>
                <a:gd name="T0" fmla="*/ 0 w 520"/>
                <a:gd name="T1" fmla="*/ 0 h 2"/>
                <a:gd name="T2" fmla="*/ 520 w 520"/>
                <a:gd name="T3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520" h="2">
                  <a:moveTo>
                    <a:pt x="0" y="0"/>
                  </a:moveTo>
                  <a:lnTo>
                    <a:pt x="520" y="2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lgDashDot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2651" name="Oval 11">
              <a:extLst>
                <a:ext uri="{FF2B5EF4-FFF2-40B4-BE49-F238E27FC236}">
                  <a16:creationId xmlns:a16="http://schemas.microsoft.com/office/drawing/2014/main" id="{642BAE12-07FA-4A79-858B-1BBA6BFBA5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77" y="775"/>
              <a:ext cx="240" cy="231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2652" name="Freeform 12">
              <a:extLst>
                <a:ext uri="{FF2B5EF4-FFF2-40B4-BE49-F238E27FC236}">
                  <a16:creationId xmlns:a16="http://schemas.microsoft.com/office/drawing/2014/main" id="{B6C58E90-2943-4031-A07E-82D310076495}"/>
                </a:ext>
              </a:extLst>
            </p:cNvPr>
            <p:cNvSpPr>
              <a:spLocks/>
            </p:cNvSpPr>
            <p:nvPr/>
          </p:nvSpPr>
          <p:spPr bwMode="auto">
            <a:xfrm>
              <a:off x="660" y="1733"/>
              <a:ext cx="1" cy="345"/>
            </a:xfrm>
            <a:custGeom>
              <a:avLst/>
              <a:gdLst>
                <a:gd name="T0" fmla="*/ 0 w 1"/>
                <a:gd name="T1" fmla="*/ 0 h 345"/>
                <a:gd name="T2" fmla="*/ 0 w 1"/>
                <a:gd name="T3" fmla="*/ 345 h 3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345">
                  <a:moveTo>
                    <a:pt x="0" y="0"/>
                  </a:moveTo>
                  <a:lnTo>
                    <a:pt x="0" y="345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lgDashDot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2653" name="Freeform 13">
              <a:extLst>
                <a:ext uri="{FF2B5EF4-FFF2-40B4-BE49-F238E27FC236}">
                  <a16:creationId xmlns:a16="http://schemas.microsoft.com/office/drawing/2014/main" id="{B3461EFC-F796-4A2E-883F-0C547FE63E54}"/>
                </a:ext>
              </a:extLst>
            </p:cNvPr>
            <p:cNvSpPr>
              <a:spLocks/>
            </p:cNvSpPr>
            <p:nvPr/>
          </p:nvSpPr>
          <p:spPr bwMode="auto">
            <a:xfrm>
              <a:off x="510" y="1996"/>
              <a:ext cx="990" cy="3"/>
            </a:xfrm>
            <a:custGeom>
              <a:avLst/>
              <a:gdLst>
                <a:gd name="T0" fmla="*/ 0 w 990"/>
                <a:gd name="T1" fmla="*/ 3 h 3"/>
                <a:gd name="T2" fmla="*/ 990 w 990"/>
                <a:gd name="T3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990" h="3">
                  <a:moveTo>
                    <a:pt x="0" y="3"/>
                  </a:moveTo>
                  <a:lnTo>
                    <a:pt x="990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2654" name="Freeform 14">
              <a:extLst>
                <a:ext uri="{FF2B5EF4-FFF2-40B4-BE49-F238E27FC236}">
                  <a16:creationId xmlns:a16="http://schemas.microsoft.com/office/drawing/2014/main" id="{89F8DB41-BFE1-4D0D-B8AE-559190C7B0FD}"/>
                </a:ext>
              </a:extLst>
            </p:cNvPr>
            <p:cNvSpPr>
              <a:spLocks/>
            </p:cNvSpPr>
            <p:nvPr/>
          </p:nvSpPr>
          <p:spPr bwMode="auto">
            <a:xfrm>
              <a:off x="510" y="1801"/>
              <a:ext cx="990" cy="3"/>
            </a:xfrm>
            <a:custGeom>
              <a:avLst/>
              <a:gdLst>
                <a:gd name="T0" fmla="*/ 0 w 990"/>
                <a:gd name="T1" fmla="*/ 3 h 3"/>
                <a:gd name="T2" fmla="*/ 990 w 990"/>
                <a:gd name="T3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990" h="3">
                  <a:moveTo>
                    <a:pt x="0" y="3"/>
                  </a:moveTo>
                  <a:lnTo>
                    <a:pt x="990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2655" name="Freeform 15">
              <a:extLst>
                <a:ext uri="{FF2B5EF4-FFF2-40B4-BE49-F238E27FC236}">
                  <a16:creationId xmlns:a16="http://schemas.microsoft.com/office/drawing/2014/main" id="{FCFB1E7A-8FA4-4D26-BEC9-5F6E4E8C19E2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" y="712"/>
              <a:ext cx="425" cy="1"/>
            </a:xfrm>
            <a:custGeom>
              <a:avLst/>
              <a:gdLst>
                <a:gd name="T0" fmla="*/ 0 w 425"/>
                <a:gd name="T1" fmla="*/ 0 h 1"/>
                <a:gd name="T2" fmla="*/ 225 w 425"/>
                <a:gd name="T3" fmla="*/ 0 h 1"/>
                <a:gd name="T4" fmla="*/ 425 w 425"/>
                <a:gd name="T5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25" h="1">
                  <a:moveTo>
                    <a:pt x="0" y="0"/>
                  </a:moveTo>
                  <a:lnTo>
                    <a:pt x="225" y="0"/>
                  </a:lnTo>
                  <a:lnTo>
                    <a:pt x="425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2656" name="Freeform 16">
              <a:extLst>
                <a:ext uri="{FF2B5EF4-FFF2-40B4-BE49-F238E27FC236}">
                  <a16:creationId xmlns:a16="http://schemas.microsoft.com/office/drawing/2014/main" id="{8371B833-0850-45D2-AF9E-73FEF8CECEF1}"/>
                </a:ext>
              </a:extLst>
            </p:cNvPr>
            <p:cNvSpPr>
              <a:spLocks/>
            </p:cNvSpPr>
            <p:nvPr/>
          </p:nvSpPr>
          <p:spPr bwMode="auto">
            <a:xfrm>
              <a:off x="854" y="504"/>
              <a:ext cx="2" cy="214"/>
            </a:xfrm>
            <a:custGeom>
              <a:avLst/>
              <a:gdLst>
                <a:gd name="T0" fmla="*/ 0 w 2"/>
                <a:gd name="T1" fmla="*/ 214 h 214"/>
                <a:gd name="T2" fmla="*/ 2 w 2"/>
                <a:gd name="T3" fmla="*/ 0 h 2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" h="214">
                  <a:moveTo>
                    <a:pt x="0" y="214"/>
                  </a:moveTo>
                  <a:lnTo>
                    <a:pt x="2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2657" name="Freeform 17">
              <a:extLst>
                <a:ext uri="{FF2B5EF4-FFF2-40B4-BE49-F238E27FC236}">
                  <a16:creationId xmlns:a16="http://schemas.microsoft.com/office/drawing/2014/main" id="{90A625A6-7D76-42CD-BA05-FA38D710ECED}"/>
                </a:ext>
              </a:extLst>
            </p:cNvPr>
            <p:cNvSpPr>
              <a:spLocks/>
            </p:cNvSpPr>
            <p:nvPr/>
          </p:nvSpPr>
          <p:spPr bwMode="auto">
            <a:xfrm>
              <a:off x="856" y="512"/>
              <a:ext cx="644" cy="1"/>
            </a:xfrm>
            <a:custGeom>
              <a:avLst/>
              <a:gdLst>
                <a:gd name="T0" fmla="*/ 0 w 644"/>
                <a:gd name="T1" fmla="*/ 0 h 1"/>
                <a:gd name="T2" fmla="*/ 644 w 644"/>
                <a:gd name="T3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644" h="1">
                  <a:moveTo>
                    <a:pt x="0" y="0"/>
                  </a:moveTo>
                  <a:lnTo>
                    <a:pt x="644" y="1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2658" name="Freeform 18">
              <a:extLst>
                <a:ext uri="{FF2B5EF4-FFF2-40B4-BE49-F238E27FC236}">
                  <a16:creationId xmlns:a16="http://schemas.microsoft.com/office/drawing/2014/main" id="{B4253B0C-2024-436C-BF3A-4FC6C1BB6366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5" y="712"/>
              <a:ext cx="1" cy="1096"/>
            </a:xfrm>
            <a:custGeom>
              <a:avLst/>
              <a:gdLst>
                <a:gd name="T0" fmla="*/ 0 w 1"/>
                <a:gd name="T1" fmla="*/ 1096 h 1096"/>
                <a:gd name="T2" fmla="*/ 0 w 1"/>
                <a:gd name="T3" fmla="*/ 0 h 10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1096">
                  <a:moveTo>
                    <a:pt x="0" y="1096"/>
                  </a:moveTo>
                  <a:lnTo>
                    <a:pt x="0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2660" name="Freeform 20">
              <a:extLst>
                <a:ext uri="{FF2B5EF4-FFF2-40B4-BE49-F238E27FC236}">
                  <a16:creationId xmlns:a16="http://schemas.microsoft.com/office/drawing/2014/main" id="{741EB08B-FD49-41A5-984D-66C7A42F539E}"/>
                </a:ext>
              </a:extLst>
            </p:cNvPr>
            <p:cNvSpPr>
              <a:spLocks/>
            </p:cNvSpPr>
            <p:nvPr/>
          </p:nvSpPr>
          <p:spPr bwMode="auto">
            <a:xfrm>
              <a:off x="1280" y="705"/>
              <a:ext cx="1" cy="210"/>
            </a:xfrm>
            <a:custGeom>
              <a:avLst/>
              <a:gdLst>
                <a:gd name="T0" fmla="*/ 0 w 1"/>
                <a:gd name="T1" fmla="*/ 210 h 210"/>
                <a:gd name="T2" fmla="*/ 0 w 1"/>
                <a:gd name="T3" fmla="*/ 0 h 2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210">
                  <a:moveTo>
                    <a:pt x="0" y="210"/>
                  </a:moveTo>
                  <a:lnTo>
                    <a:pt x="0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2661" name="Freeform 21">
              <a:extLst>
                <a:ext uri="{FF2B5EF4-FFF2-40B4-BE49-F238E27FC236}">
                  <a16:creationId xmlns:a16="http://schemas.microsoft.com/office/drawing/2014/main" id="{9B93C78B-F0FA-4F26-B6FC-3E4815451E57}"/>
                </a:ext>
              </a:extLst>
            </p:cNvPr>
            <p:cNvSpPr>
              <a:spLocks/>
            </p:cNvSpPr>
            <p:nvPr/>
          </p:nvSpPr>
          <p:spPr bwMode="auto">
            <a:xfrm>
              <a:off x="511" y="1794"/>
              <a:ext cx="1" cy="206"/>
            </a:xfrm>
            <a:custGeom>
              <a:avLst/>
              <a:gdLst>
                <a:gd name="T0" fmla="*/ 0 w 1"/>
                <a:gd name="T1" fmla="*/ 0 h 206"/>
                <a:gd name="T2" fmla="*/ 1 w 1"/>
                <a:gd name="T3" fmla="*/ 206 h 2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206">
                  <a:moveTo>
                    <a:pt x="0" y="0"/>
                  </a:moveTo>
                  <a:lnTo>
                    <a:pt x="1" y="206"/>
                  </a:ln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2662" name="Freeform 22">
              <a:extLst>
                <a:ext uri="{FF2B5EF4-FFF2-40B4-BE49-F238E27FC236}">
                  <a16:creationId xmlns:a16="http://schemas.microsoft.com/office/drawing/2014/main" id="{8BB5C2CB-334D-4F66-8E15-3C41920E218E}"/>
                </a:ext>
              </a:extLst>
            </p:cNvPr>
            <p:cNvSpPr>
              <a:spLocks/>
            </p:cNvSpPr>
            <p:nvPr/>
          </p:nvSpPr>
          <p:spPr bwMode="auto">
            <a:xfrm>
              <a:off x="990" y="442"/>
              <a:ext cx="1" cy="345"/>
            </a:xfrm>
            <a:custGeom>
              <a:avLst/>
              <a:gdLst>
                <a:gd name="T0" fmla="*/ 0 w 1"/>
                <a:gd name="T1" fmla="*/ 345 h 345"/>
                <a:gd name="T2" fmla="*/ 0 w 1"/>
                <a:gd name="T3" fmla="*/ 0 h 3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345">
                  <a:moveTo>
                    <a:pt x="0" y="345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lgDashDot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2663" name="Line 23">
              <a:extLst>
                <a:ext uri="{FF2B5EF4-FFF2-40B4-BE49-F238E27FC236}">
                  <a16:creationId xmlns:a16="http://schemas.microsoft.com/office/drawing/2014/main" id="{455A1E55-E574-4744-AF48-205DAD1D947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51" y="505"/>
              <a:ext cx="0" cy="203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lg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12664" name="Line 24">
              <a:extLst>
                <a:ext uri="{FF2B5EF4-FFF2-40B4-BE49-F238E27FC236}">
                  <a16:creationId xmlns:a16="http://schemas.microsoft.com/office/drawing/2014/main" id="{DE39673E-CCDE-4925-B02B-3E19B185DBB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35" y="512"/>
              <a:ext cx="0" cy="196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lg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12665" name="Line 25">
              <a:extLst>
                <a:ext uri="{FF2B5EF4-FFF2-40B4-BE49-F238E27FC236}">
                  <a16:creationId xmlns:a16="http://schemas.microsoft.com/office/drawing/2014/main" id="{208EE649-4A1E-4D72-91C8-2DAEDF98AEE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31" y="512"/>
              <a:ext cx="0" cy="196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lg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12666" name="Line 26">
              <a:extLst>
                <a:ext uri="{FF2B5EF4-FFF2-40B4-BE49-F238E27FC236}">
                  <a16:creationId xmlns:a16="http://schemas.microsoft.com/office/drawing/2014/main" id="{974B7EEE-956E-4E4B-9E77-09E793C40E6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47" y="519"/>
              <a:ext cx="0" cy="197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lg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12667" name="Line 27">
              <a:extLst>
                <a:ext uri="{FF2B5EF4-FFF2-40B4-BE49-F238E27FC236}">
                  <a16:creationId xmlns:a16="http://schemas.microsoft.com/office/drawing/2014/main" id="{C0F3D69C-89D9-4D82-9704-DC40528B95E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07" y="1807"/>
              <a:ext cx="0" cy="203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lg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12668" name="Line 28">
              <a:extLst>
                <a:ext uri="{FF2B5EF4-FFF2-40B4-BE49-F238E27FC236}">
                  <a16:creationId xmlns:a16="http://schemas.microsoft.com/office/drawing/2014/main" id="{3BE2D45E-DE98-4463-9E3D-18F722C770D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47" y="1807"/>
              <a:ext cx="0" cy="196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lg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12669" name="Line 29">
              <a:extLst>
                <a:ext uri="{FF2B5EF4-FFF2-40B4-BE49-F238E27FC236}">
                  <a16:creationId xmlns:a16="http://schemas.microsoft.com/office/drawing/2014/main" id="{3864AF53-4C00-4451-8FE3-D43FB7F8FA3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2" y="1799"/>
              <a:ext cx="0" cy="197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lg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12670" name="Line 30">
              <a:extLst>
                <a:ext uri="{FF2B5EF4-FFF2-40B4-BE49-F238E27FC236}">
                  <a16:creationId xmlns:a16="http://schemas.microsoft.com/office/drawing/2014/main" id="{514239B0-E49F-429E-BC07-4A132D51CC9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89" y="1807"/>
              <a:ext cx="0" cy="189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lg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12671" name="Freeform 31">
              <a:extLst>
                <a:ext uri="{FF2B5EF4-FFF2-40B4-BE49-F238E27FC236}">
                  <a16:creationId xmlns:a16="http://schemas.microsoft.com/office/drawing/2014/main" id="{23C46953-F397-430B-A555-7EAF3B325564}"/>
                </a:ext>
              </a:extLst>
            </p:cNvPr>
            <p:cNvSpPr>
              <a:spLocks/>
            </p:cNvSpPr>
            <p:nvPr/>
          </p:nvSpPr>
          <p:spPr bwMode="auto">
            <a:xfrm>
              <a:off x="1494" y="1996"/>
              <a:ext cx="999" cy="3"/>
            </a:xfrm>
            <a:custGeom>
              <a:avLst/>
              <a:gdLst>
                <a:gd name="T0" fmla="*/ 999 w 999"/>
                <a:gd name="T1" fmla="*/ 3 h 3"/>
                <a:gd name="T2" fmla="*/ 0 w 999"/>
                <a:gd name="T3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999" h="3">
                  <a:moveTo>
                    <a:pt x="999" y="3"/>
                  </a:moveTo>
                  <a:lnTo>
                    <a:pt x="0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2672" name="Freeform 32">
              <a:extLst>
                <a:ext uri="{FF2B5EF4-FFF2-40B4-BE49-F238E27FC236}">
                  <a16:creationId xmlns:a16="http://schemas.microsoft.com/office/drawing/2014/main" id="{B42318DE-3DC5-4164-83C7-14F8A8BDAB1A}"/>
                </a:ext>
              </a:extLst>
            </p:cNvPr>
            <p:cNvSpPr>
              <a:spLocks/>
            </p:cNvSpPr>
            <p:nvPr/>
          </p:nvSpPr>
          <p:spPr bwMode="auto">
            <a:xfrm>
              <a:off x="1494" y="1801"/>
              <a:ext cx="999" cy="3"/>
            </a:xfrm>
            <a:custGeom>
              <a:avLst/>
              <a:gdLst>
                <a:gd name="T0" fmla="*/ 999 w 999"/>
                <a:gd name="T1" fmla="*/ 3 h 3"/>
                <a:gd name="T2" fmla="*/ 0 w 999"/>
                <a:gd name="T3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999" h="3">
                  <a:moveTo>
                    <a:pt x="999" y="3"/>
                  </a:moveTo>
                  <a:lnTo>
                    <a:pt x="0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2673" name="Freeform 33">
              <a:extLst>
                <a:ext uri="{FF2B5EF4-FFF2-40B4-BE49-F238E27FC236}">
                  <a16:creationId xmlns:a16="http://schemas.microsoft.com/office/drawing/2014/main" id="{D62AE218-52B4-4192-BB1B-D295F365BEA9}"/>
                </a:ext>
              </a:extLst>
            </p:cNvPr>
            <p:cNvSpPr>
              <a:spLocks/>
            </p:cNvSpPr>
            <p:nvPr/>
          </p:nvSpPr>
          <p:spPr bwMode="auto">
            <a:xfrm>
              <a:off x="1702" y="708"/>
              <a:ext cx="453" cy="1"/>
            </a:xfrm>
            <a:custGeom>
              <a:avLst/>
              <a:gdLst>
                <a:gd name="T0" fmla="*/ 453 w 453"/>
                <a:gd name="T1" fmla="*/ 0 h 1"/>
                <a:gd name="T2" fmla="*/ 0 w 453"/>
                <a:gd name="T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453" h="1">
                  <a:moveTo>
                    <a:pt x="453" y="0"/>
                  </a:moveTo>
                  <a:lnTo>
                    <a:pt x="0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2674" name="Freeform 34">
              <a:extLst>
                <a:ext uri="{FF2B5EF4-FFF2-40B4-BE49-F238E27FC236}">
                  <a16:creationId xmlns:a16="http://schemas.microsoft.com/office/drawing/2014/main" id="{E793609A-545B-4F8F-AF15-C2BE6B3CA4ED}"/>
                </a:ext>
              </a:extLst>
            </p:cNvPr>
            <p:cNvSpPr>
              <a:spLocks/>
            </p:cNvSpPr>
            <p:nvPr/>
          </p:nvSpPr>
          <p:spPr bwMode="auto">
            <a:xfrm>
              <a:off x="2145" y="510"/>
              <a:ext cx="1" cy="213"/>
            </a:xfrm>
            <a:custGeom>
              <a:avLst/>
              <a:gdLst>
                <a:gd name="T0" fmla="*/ 0 w 1"/>
                <a:gd name="T1" fmla="*/ 213 h 213"/>
                <a:gd name="T2" fmla="*/ 1 w 1"/>
                <a:gd name="T3" fmla="*/ 0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213">
                  <a:moveTo>
                    <a:pt x="0" y="213"/>
                  </a:moveTo>
                  <a:lnTo>
                    <a:pt x="1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2675" name="Freeform 35">
              <a:extLst>
                <a:ext uri="{FF2B5EF4-FFF2-40B4-BE49-F238E27FC236}">
                  <a16:creationId xmlns:a16="http://schemas.microsoft.com/office/drawing/2014/main" id="{C9BB8CE8-0F61-4AB0-9D15-E0E641B4E823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1494" y="513"/>
              <a:ext cx="660" cy="1"/>
            </a:xfrm>
            <a:custGeom>
              <a:avLst/>
              <a:gdLst>
                <a:gd name="T0" fmla="*/ 0 w 660"/>
                <a:gd name="T1" fmla="*/ 0 h 1"/>
                <a:gd name="T2" fmla="*/ 660 w 660"/>
                <a:gd name="T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660" h="1">
                  <a:moveTo>
                    <a:pt x="0" y="0"/>
                  </a:moveTo>
                  <a:lnTo>
                    <a:pt x="660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2676" name="Freeform 36">
              <a:extLst>
                <a:ext uri="{FF2B5EF4-FFF2-40B4-BE49-F238E27FC236}">
                  <a16:creationId xmlns:a16="http://schemas.microsoft.com/office/drawing/2014/main" id="{F2934495-621B-4A09-BD35-4D019553A5DE}"/>
                </a:ext>
              </a:extLst>
            </p:cNvPr>
            <p:cNvSpPr>
              <a:spLocks/>
            </p:cNvSpPr>
            <p:nvPr/>
          </p:nvSpPr>
          <p:spPr bwMode="auto">
            <a:xfrm>
              <a:off x="1893" y="703"/>
              <a:ext cx="1" cy="1111"/>
            </a:xfrm>
            <a:custGeom>
              <a:avLst/>
              <a:gdLst>
                <a:gd name="T0" fmla="*/ 0 w 1"/>
                <a:gd name="T1" fmla="*/ 1111 h 1111"/>
                <a:gd name="T2" fmla="*/ 0 w 1"/>
                <a:gd name="T3" fmla="*/ 0 h 1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1111">
                  <a:moveTo>
                    <a:pt x="0" y="1111"/>
                  </a:moveTo>
                  <a:lnTo>
                    <a:pt x="0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2677" name="Arc 37">
              <a:extLst>
                <a:ext uri="{FF2B5EF4-FFF2-40B4-BE49-F238E27FC236}">
                  <a16:creationId xmlns:a16="http://schemas.microsoft.com/office/drawing/2014/main" id="{424B2DE9-FCF7-445B-BA97-554D43E7995E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1278" y="900"/>
              <a:ext cx="434" cy="193"/>
            </a:xfrm>
            <a:custGeom>
              <a:avLst/>
              <a:gdLst>
                <a:gd name="G0" fmla="+- 21600 0 0"/>
                <a:gd name="G1" fmla="+- 21600 0 0"/>
                <a:gd name="G2" fmla="+- 21600 0 0"/>
                <a:gd name="T0" fmla="*/ 0 w 43200"/>
                <a:gd name="T1" fmla="*/ 21601 h 21601"/>
                <a:gd name="T2" fmla="*/ 43200 w 43200"/>
                <a:gd name="T3" fmla="*/ 21600 h 21601"/>
                <a:gd name="T4" fmla="*/ 21600 w 43200"/>
                <a:gd name="T5" fmla="*/ 21600 h 216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3200" h="21601" fill="none" extrusionOk="0">
                  <a:moveTo>
                    <a:pt x="0" y="21600"/>
                  </a:moveTo>
                  <a:cubicBezTo>
                    <a:pt x="0" y="21600"/>
                    <a:pt x="0" y="21600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0"/>
                    <a:pt x="43199" y="9670"/>
                    <a:pt x="43199" y="21599"/>
                  </a:cubicBezTo>
                </a:path>
                <a:path w="43200" h="21601" stroke="0" extrusionOk="0">
                  <a:moveTo>
                    <a:pt x="0" y="21600"/>
                  </a:moveTo>
                  <a:cubicBezTo>
                    <a:pt x="0" y="21600"/>
                    <a:pt x="0" y="21600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0"/>
                    <a:pt x="43199" y="9670"/>
                    <a:pt x="43199" y="21599"/>
                  </a:cubicBezTo>
                  <a:lnTo>
                    <a:pt x="21600" y="21600"/>
                  </a:lnTo>
                  <a:close/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2678" name="Freeform 38">
              <a:extLst>
                <a:ext uri="{FF2B5EF4-FFF2-40B4-BE49-F238E27FC236}">
                  <a16:creationId xmlns:a16="http://schemas.microsoft.com/office/drawing/2014/main" id="{8AAC37E7-E246-40BF-B888-2BF2119194BD}"/>
                </a:ext>
              </a:extLst>
            </p:cNvPr>
            <p:cNvSpPr>
              <a:spLocks/>
            </p:cNvSpPr>
            <p:nvPr/>
          </p:nvSpPr>
          <p:spPr bwMode="auto">
            <a:xfrm>
              <a:off x="1710" y="712"/>
              <a:ext cx="1" cy="210"/>
            </a:xfrm>
            <a:custGeom>
              <a:avLst/>
              <a:gdLst>
                <a:gd name="T0" fmla="*/ 0 w 1"/>
                <a:gd name="T1" fmla="*/ 210 h 210"/>
                <a:gd name="T2" fmla="*/ 0 w 1"/>
                <a:gd name="T3" fmla="*/ 0 h 2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210">
                  <a:moveTo>
                    <a:pt x="0" y="210"/>
                  </a:moveTo>
                  <a:lnTo>
                    <a:pt x="0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2679" name="Freeform 39">
              <a:extLst>
                <a:ext uri="{FF2B5EF4-FFF2-40B4-BE49-F238E27FC236}">
                  <a16:creationId xmlns:a16="http://schemas.microsoft.com/office/drawing/2014/main" id="{0601CD10-8239-4347-9B63-93F9FA52CEB8}"/>
                </a:ext>
              </a:extLst>
            </p:cNvPr>
            <p:cNvSpPr>
              <a:spLocks/>
            </p:cNvSpPr>
            <p:nvPr/>
          </p:nvSpPr>
          <p:spPr bwMode="auto">
            <a:xfrm>
              <a:off x="2477" y="1802"/>
              <a:ext cx="1" cy="197"/>
            </a:xfrm>
            <a:custGeom>
              <a:avLst/>
              <a:gdLst>
                <a:gd name="T0" fmla="*/ 0 w 1"/>
                <a:gd name="T1" fmla="*/ 0 h 197"/>
                <a:gd name="T2" fmla="*/ 1 w 1"/>
                <a:gd name="T3" fmla="*/ 197 h 1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197">
                  <a:moveTo>
                    <a:pt x="0" y="0"/>
                  </a:moveTo>
                  <a:lnTo>
                    <a:pt x="1" y="197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2680" name="Freeform 40">
              <a:extLst>
                <a:ext uri="{FF2B5EF4-FFF2-40B4-BE49-F238E27FC236}">
                  <a16:creationId xmlns:a16="http://schemas.microsoft.com/office/drawing/2014/main" id="{68FC89DB-E9A7-4D56-B2D2-56300E79738C}"/>
                </a:ext>
              </a:extLst>
            </p:cNvPr>
            <p:cNvSpPr>
              <a:spLocks/>
            </p:cNvSpPr>
            <p:nvPr/>
          </p:nvSpPr>
          <p:spPr bwMode="auto">
            <a:xfrm>
              <a:off x="2325" y="1733"/>
              <a:ext cx="1" cy="315"/>
            </a:xfrm>
            <a:custGeom>
              <a:avLst/>
              <a:gdLst>
                <a:gd name="T0" fmla="*/ 0 w 1"/>
                <a:gd name="T1" fmla="*/ 0 h 315"/>
                <a:gd name="T2" fmla="*/ 0 w 1"/>
                <a:gd name="T3" fmla="*/ 315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315">
                  <a:moveTo>
                    <a:pt x="0" y="0"/>
                  </a:moveTo>
                  <a:lnTo>
                    <a:pt x="0" y="315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lgDashDot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2681" name="Freeform 41">
              <a:extLst>
                <a:ext uri="{FF2B5EF4-FFF2-40B4-BE49-F238E27FC236}">
                  <a16:creationId xmlns:a16="http://schemas.microsoft.com/office/drawing/2014/main" id="{E762BBBB-491F-413C-899C-CFC97F9F7A5F}"/>
                </a:ext>
              </a:extLst>
            </p:cNvPr>
            <p:cNvSpPr>
              <a:spLocks/>
            </p:cNvSpPr>
            <p:nvPr/>
          </p:nvSpPr>
          <p:spPr bwMode="auto">
            <a:xfrm>
              <a:off x="1995" y="457"/>
              <a:ext cx="1" cy="300"/>
            </a:xfrm>
            <a:custGeom>
              <a:avLst/>
              <a:gdLst>
                <a:gd name="T0" fmla="*/ 0 w 1"/>
                <a:gd name="T1" fmla="*/ 300 h 300"/>
                <a:gd name="T2" fmla="*/ 0 w 1"/>
                <a:gd name="T3" fmla="*/ 0 h 3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300">
                  <a:moveTo>
                    <a:pt x="0" y="300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lgDashDot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12888" name="Group 248">
            <a:extLst>
              <a:ext uri="{FF2B5EF4-FFF2-40B4-BE49-F238E27FC236}">
                <a16:creationId xmlns:a16="http://schemas.microsoft.com/office/drawing/2014/main" id="{9BE3FDB8-6AFF-4BF6-94E1-6A63ECA8E2E0}"/>
              </a:ext>
            </a:extLst>
          </p:cNvPr>
          <p:cNvGrpSpPr>
            <a:grpSpLocks/>
          </p:cNvGrpSpPr>
          <p:nvPr/>
        </p:nvGrpSpPr>
        <p:grpSpPr bwMode="auto">
          <a:xfrm>
            <a:off x="4318000" y="3529013"/>
            <a:ext cx="1576388" cy="2562225"/>
            <a:chOff x="2808" y="2199"/>
            <a:chExt cx="993" cy="1614"/>
          </a:xfrm>
        </p:grpSpPr>
        <p:sp>
          <p:nvSpPr>
            <p:cNvPr id="112756" name="Freeform 116">
              <a:extLst>
                <a:ext uri="{FF2B5EF4-FFF2-40B4-BE49-F238E27FC236}">
                  <a16:creationId xmlns:a16="http://schemas.microsoft.com/office/drawing/2014/main" id="{2DB41411-086F-4AA0-9819-8CCAA9521473}"/>
                </a:ext>
              </a:extLst>
            </p:cNvPr>
            <p:cNvSpPr>
              <a:spLocks/>
            </p:cNvSpPr>
            <p:nvPr/>
          </p:nvSpPr>
          <p:spPr bwMode="auto">
            <a:xfrm>
              <a:off x="2820" y="3738"/>
              <a:ext cx="981" cy="1"/>
            </a:xfrm>
            <a:custGeom>
              <a:avLst/>
              <a:gdLst>
                <a:gd name="T0" fmla="*/ 981 w 981"/>
                <a:gd name="T1" fmla="*/ 0 h 1"/>
                <a:gd name="T2" fmla="*/ 0 w 981"/>
                <a:gd name="T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981" h="1">
                  <a:moveTo>
                    <a:pt x="981" y="0"/>
                  </a:moveTo>
                  <a:lnTo>
                    <a:pt x="0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2757" name="Freeform 117">
              <a:extLst>
                <a:ext uri="{FF2B5EF4-FFF2-40B4-BE49-F238E27FC236}">
                  <a16:creationId xmlns:a16="http://schemas.microsoft.com/office/drawing/2014/main" id="{9F7A2DBF-540F-44C4-8B33-9A6040E3A9FC}"/>
                </a:ext>
              </a:extLst>
            </p:cNvPr>
            <p:cNvSpPr>
              <a:spLocks/>
            </p:cNvSpPr>
            <p:nvPr/>
          </p:nvSpPr>
          <p:spPr bwMode="auto">
            <a:xfrm>
              <a:off x="3207" y="3534"/>
              <a:ext cx="594" cy="2"/>
            </a:xfrm>
            <a:custGeom>
              <a:avLst/>
              <a:gdLst>
                <a:gd name="T0" fmla="*/ 594 w 594"/>
                <a:gd name="T1" fmla="*/ 0 h 2"/>
                <a:gd name="T2" fmla="*/ 0 w 594"/>
                <a:gd name="T3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594" h="2">
                  <a:moveTo>
                    <a:pt x="594" y="0"/>
                  </a:moveTo>
                  <a:lnTo>
                    <a:pt x="0" y="2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2758" name="Freeform 118">
              <a:extLst>
                <a:ext uri="{FF2B5EF4-FFF2-40B4-BE49-F238E27FC236}">
                  <a16:creationId xmlns:a16="http://schemas.microsoft.com/office/drawing/2014/main" id="{01F02F16-38D1-4635-A60E-25241129EC49}"/>
                </a:ext>
              </a:extLst>
            </p:cNvPr>
            <p:cNvSpPr>
              <a:spLocks/>
            </p:cNvSpPr>
            <p:nvPr/>
          </p:nvSpPr>
          <p:spPr bwMode="auto">
            <a:xfrm>
              <a:off x="3207" y="2436"/>
              <a:ext cx="255" cy="4"/>
            </a:xfrm>
            <a:custGeom>
              <a:avLst/>
              <a:gdLst>
                <a:gd name="T0" fmla="*/ 255 w 255"/>
                <a:gd name="T1" fmla="*/ 0 h 4"/>
                <a:gd name="T2" fmla="*/ 0 w 255"/>
                <a:gd name="T3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55" h="4">
                  <a:moveTo>
                    <a:pt x="255" y="0"/>
                  </a:moveTo>
                  <a:lnTo>
                    <a:pt x="0" y="4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2759" name="Freeform 119">
              <a:extLst>
                <a:ext uri="{FF2B5EF4-FFF2-40B4-BE49-F238E27FC236}">
                  <a16:creationId xmlns:a16="http://schemas.microsoft.com/office/drawing/2014/main" id="{8B2193D9-D0F6-48C3-9143-BDDC2A2DF8FA}"/>
                </a:ext>
              </a:extLst>
            </p:cNvPr>
            <p:cNvSpPr>
              <a:spLocks/>
            </p:cNvSpPr>
            <p:nvPr/>
          </p:nvSpPr>
          <p:spPr bwMode="auto">
            <a:xfrm>
              <a:off x="3460" y="2245"/>
              <a:ext cx="2" cy="197"/>
            </a:xfrm>
            <a:custGeom>
              <a:avLst/>
              <a:gdLst>
                <a:gd name="T0" fmla="*/ 2 w 2"/>
                <a:gd name="T1" fmla="*/ 197 h 197"/>
                <a:gd name="T2" fmla="*/ 0 w 2"/>
                <a:gd name="T3" fmla="*/ 0 h 1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" h="197">
                  <a:moveTo>
                    <a:pt x="2" y="197"/>
                  </a:moveTo>
                  <a:lnTo>
                    <a:pt x="0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2760" name="Freeform 120">
              <a:extLst>
                <a:ext uri="{FF2B5EF4-FFF2-40B4-BE49-F238E27FC236}">
                  <a16:creationId xmlns:a16="http://schemas.microsoft.com/office/drawing/2014/main" id="{6684BAD8-62D8-4D26-BF4C-EA05BDB3618F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2808" y="2251"/>
              <a:ext cx="660" cy="1"/>
            </a:xfrm>
            <a:custGeom>
              <a:avLst/>
              <a:gdLst>
                <a:gd name="T0" fmla="*/ 0 w 660"/>
                <a:gd name="T1" fmla="*/ 0 h 1"/>
                <a:gd name="T2" fmla="*/ 660 w 660"/>
                <a:gd name="T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660" h="1">
                  <a:moveTo>
                    <a:pt x="0" y="0"/>
                  </a:moveTo>
                  <a:lnTo>
                    <a:pt x="660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2761" name="Freeform 121">
              <a:extLst>
                <a:ext uri="{FF2B5EF4-FFF2-40B4-BE49-F238E27FC236}">
                  <a16:creationId xmlns:a16="http://schemas.microsoft.com/office/drawing/2014/main" id="{FDD9CF54-F76C-4639-9E10-D29A0847FD5B}"/>
                </a:ext>
              </a:extLst>
            </p:cNvPr>
            <p:cNvSpPr>
              <a:spLocks/>
            </p:cNvSpPr>
            <p:nvPr/>
          </p:nvSpPr>
          <p:spPr bwMode="auto">
            <a:xfrm>
              <a:off x="3214" y="2440"/>
              <a:ext cx="1" cy="1096"/>
            </a:xfrm>
            <a:custGeom>
              <a:avLst/>
              <a:gdLst>
                <a:gd name="T0" fmla="*/ 0 w 1"/>
                <a:gd name="T1" fmla="*/ 1096 h 1096"/>
                <a:gd name="T2" fmla="*/ 0 w 1"/>
                <a:gd name="T3" fmla="*/ 0 h 10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1096">
                  <a:moveTo>
                    <a:pt x="0" y="1096"/>
                  </a:moveTo>
                  <a:lnTo>
                    <a:pt x="0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2762" name="Freeform 122">
              <a:extLst>
                <a:ext uri="{FF2B5EF4-FFF2-40B4-BE49-F238E27FC236}">
                  <a16:creationId xmlns:a16="http://schemas.microsoft.com/office/drawing/2014/main" id="{F1EB7240-8D74-4068-9FB2-094430587533}"/>
                </a:ext>
              </a:extLst>
            </p:cNvPr>
            <p:cNvSpPr>
              <a:spLocks/>
            </p:cNvSpPr>
            <p:nvPr/>
          </p:nvSpPr>
          <p:spPr bwMode="auto">
            <a:xfrm>
              <a:off x="3794" y="3525"/>
              <a:ext cx="2" cy="220"/>
            </a:xfrm>
            <a:custGeom>
              <a:avLst/>
              <a:gdLst>
                <a:gd name="T0" fmla="*/ 2 w 2"/>
                <a:gd name="T1" fmla="*/ 0 h 220"/>
                <a:gd name="T2" fmla="*/ 0 w 2"/>
                <a:gd name="T3" fmla="*/ 220 h 2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" h="220">
                  <a:moveTo>
                    <a:pt x="2" y="0"/>
                  </a:moveTo>
                  <a:lnTo>
                    <a:pt x="0" y="22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2763" name="Freeform 123">
              <a:extLst>
                <a:ext uri="{FF2B5EF4-FFF2-40B4-BE49-F238E27FC236}">
                  <a16:creationId xmlns:a16="http://schemas.microsoft.com/office/drawing/2014/main" id="{5A925D17-AE2B-4E4E-8B06-1DA738926F21}"/>
                </a:ext>
              </a:extLst>
            </p:cNvPr>
            <p:cNvSpPr>
              <a:spLocks/>
            </p:cNvSpPr>
            <p:nvPr/>
          </p:nvSpPr>
          <p:spPr bwMode="auto">
            <a:xfrm>
              <a:off x="3082" y="2254"/>
              <a:ext cx="3" cy="672"/>
            </a:xfrm>
            <a:custGeom>
              <a:avLst/>
              <a:gdLst>
                <a:gd name="T0" fmla="*/ 3 w 3"/>
                <a:gd name="T1" fmla="*/ 672 h 672"/>
                <a:gd name="T2" fmla="*/ 0 w 3"/>
                <a:gd name="T3" fmla="*/ 0 h 6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" h="672">
                  <a:moveTo>
                    <a:pt x="3" y="672"/>
                  </a:moveTo>
                  <a:lnTo>
                    <a:pt x="0" y="0"/>
                  </a:ln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2764" name="Freeform 124">
              <a:extLst>
                <a:ext uri="{FF2B5EF4-FFF2-40B4-BE49-F238E27FC236}">
                  <a16:creationId xmlns:a16="http://schemas.microsoft.com/office/drawing/2014/main" id="{DF468CA3-9C74-407A-A9EB-7BD00777139B}"/>
                </a:ext>
              </a:extLst>
            </p:cNvPr>
            <p:cNvSpPr>
              <a:spLocks/>
            </p:cNvSpPr>
            <p:nvPr/>
          </p:nvSpPr>
          <p:spPr bwMode="auto">
            <a:xfrm>
              <a:off x="2808" y="2921"/>
              <a:ext cx="286" cy="1"/>
            </a:xfrm>
            <a:custGeom>
              <a:avLst/>
              <a:gdLst>
                <a:gd name="T0" fmla="*/ 0 w 286"/>
                <a:gd name="T1" fmla="*/ 0 h 1"/>
                <a:gd name="T2" fmla="*/ 286 w 286"/>
                <a:gd name="T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86" h="1">
                  <a:moveTo>
                    <a:pt x="0" y="0"/>
                  </a:moveTo>
                  <a:lnTo>
                    <a:pt x="286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2765" name="Freeform 125">
              <a:extLst>
                <a:ext uri="{FF2B5EF4-FFF2-40B4-BE49-F238E27FC236}">
                  <a16:creationId xmlns:a16="http://schemas.microsoft.com/office/drawing/2014/main" id="{9C9D0958-9BBA-42A7-8738-6365648F2253}"/>
                </a:ext>
              </a:extLst>
            </p:cNvPr>
            <p:cNvSpPr>
              <a:spLocks/>
            </p:cNvSpPr>
            <p:nvPr/>
          </p:nvSpPr>
          <p:spPr bwMode="auto">
            <a:xfrm>
              <a:off x="3019" y="2981"/>
              <a:ext cx="1" cy="750"/>
            </a:xfrm>
            <a:custGeom>
              <a:avLst/>
              <a:gdLst>
                <a:gd name="T0" fmla="*/ 0 w 1"/>
                <a:gd name="T1" fmla="*/ 750 h 750"/>
                <a:gd name="T2" fmla="*/ 0 w 1"/>
                <a:gd name="T3" fmla="*/ 0 h 7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750">
                  <a:moveTo>
                    <a:pt x="0" y="750"/>
                  </a:moveTo>
                  <a:lnTo>
                    <a:pt x="0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2766" name="Freeform 126">
              <a:extLst>
                <a:ext uri="{FF2B5EF4-FFF2-40B4-BE49-F238E27FC236}">
                  <a16:creationId xmlns:a16="http://schemas.microsoft.com/office/drawing/2014/main" id="{F5D347CB-2247-45F0-B5D4-65991534C415}"/>
                </a:ext>
              </a:extLst>
            </p:cNvPr>
            <p:cNvSpPr>
              <a:spLocks/>
            </p:cNvSpPr>
            <p:nvPr/>
          </p:nvSpPr>
          <p:spPr bwMode="auto">
            <a:xfrm>
              <a:off x="3019" y="2921"/>
              <a:ext cx="60" cy="60"/>
            </a:xfrm>
            <a:custGeom>
              <a:avLst/>
              <a:gdLst>
                <a:gd name="T0" fmla="*/ 60 w 60"/>
                <a:gd name="T1" fmla="*/ 0 h 60"/>
                <a:gd name="T2" fmla="*/ 0 w 60"/>
                <a:gd name="T3" fmla="*/ 6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60" h="60">
                  <a:moveTo>
                    <a:pt x="60" y="0"/>
                  </a:moveTo>
                  <a:lnTo>
                    <a:pt x="0" y="6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2767" name="Freeform 127">
              <a:extLst>
                <a:ext uri="{FF2B5EF4-FFF2-40B4-BE49-F238E27FC236}">
                  <a16:creationId xmlns:a16="http://schemas.microsoft.com/office/drawing/2014/main" id="{1A224B13-4B93-4128-9685-37DC6C9FD2FC}"/>
                </a:ext>
              </a:extLst>
            </p:cNvPr>
            <p:cNvSpPr>
              <a:spLocks/>
            </p:cNvSpPr>
            <p:nvPr/>
          </p:nvSpPr>
          <p:spPr bwMode="auto">
            <a:xfrm>
              <a:off x="2808" y="2981"/>
              <a:ext cx="211" cy="1"/>
            </a:xfrm>
            <a:custGeom>
              <a:avLst/>
              <a:gdLst>
                <a:gd name="T0" fmla="*/ 211 w 211"/>
                <a:gd name="T1" fmla="*/ 0 h 1"/>
                <a:gd name="T2" fmla="*/ 0 w 211"/>
                <a:gd name="T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11" h="1">
                  <a:moveTo>
                    <a:pt x="211" y="0"/>
                  </a:moveTo>
                  <a:lnTo>
                    <a:pt x="0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2768" name="Line 128">
              <a:extLst>
                <a:ext uri="{FF2B5EF4-FFF2-40B4-BE49-F238E27FC236}">
                  <a16:creationId xmlns:a16="http://schemas.microsoft.com/office/drawing/2014/main" id="{FCAEE856-2C51-4249-8E56-C2A3CF208FC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019" y="2887"/>
              <a:ext cx="195" cy="19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2769" name="Freeform 129">
              <a:extLst>
                <a:ext uri="{FF2B5EF4-FFF2-40B4-BE49-F238E27FC236}">
                  <a16:creationId xmlns:a16="http://schemas.microsoft.com/office/drawing/2014/main" id="{2F78C59C-4E3B-4A0C-A67D-1FA5716CAE0B}"/>
                </a:ext>
              </a:extLst>
            </p:cNvPr>
            <p:cNvSpPr>
              <a:spLocks/>
            </p:cNvSpPr>
            <p:nvPr/>
          </p:nvSpPr>
          <p:spPr bwMode="auto">
            <a:xfrm>
              <a:off x="3009" y="3032"/>
              <a:ext cx="201" cy="202"/>
            </a:xfrm>
            <a:custGeom>
              <a:avLst/>
              <a:gdLst>
                <a:gd name="T0" fmla="*/ 0 w 201"/>
                <a:gd name="T1" fmla="*/ 202 h 202"/>
                <a:gd name="T2" fmla="*/ 201 w 201"/>
                <a:gd name="T3" fmla="*/ 0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01" h="202">
                  <a:moveTo>
                    <a:pt x="0" y="202"/>
                  </a:moveTo>
                  <a:lnTo>
                    <a:pt x="201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2770" name="Freeform 130">
              <a:extLst>
                <a:ext uri="{FF2B5EF4-FFF2-40B4-BE49-F238E27FC236}">
                  <a16:creationId xmlns:a16="http://schemas.microsoft.com/office/drawing/2014/main" id="{857DDE47-4DDA-4C02-895C-F8007E831318}"/>
                </a:ext>
              </a:extLst>
            </p:cNvPr>
            <p:cNvSpPr>
              <a:spLocks/>
            </p:cNvSpPr>
            <p:nvPr/>
          </p:nvSpPr>
          <p:spPr bwMode="auto">
            <a:xfrm>
              <a:off x="3009" y="3176"/>
              <a:ext cx="192" cy="192"/>
            </a:xfrm>
            <a:custGeom>
              <a:avLst/>
              <a:gdLst>
                <a:gd name="T0" fmla="*/ 0 w 192"/>
                <a:gd name="T1" fmla="*/ 192 h 192"/>
                <a:gd name="T2" fmla="*/ 192 w 192"/>
                <a:gd name="T3" fmla="*/ 0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92" h="192">
                  <a:moveTo>
                    <a:pt x="0" y="192"/>
                  </a:moveTo>
                  <a:lnTo>
                    <a:pt x="192" y="0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2771" name="Freeform 131">
              <a:extLst>
                <a:ext uri="{FF2B5EF4-FFF2-40B4-BE49-F238E27FC236}">
                  <a16:creationId xmlns:a16="http://schemas.microsoft.com/office/drawing/2014/main" id="{02224146-0D0A-4B87-9A3F-D1927949C43E}"/>
                </a:ext>
              </a:extLst>
            </p:cNvPr>
            <p:cNvSpPr>
              <a:spLocks/>
            </p:cNvSpPr>
            <p:nvPr/>
          </p:nvSpPr>
          <p:spPr bwMode="auto">
            <a:xfrm>
              <a:off x="3018" y="3310"/>
              <a:ext cx="192" cy="192"/>
            </a:xfrm>
            <a:custGeom>
              <a:avLst/>
              <a:gdLst>
                <a:gd name="T0" fmla="*/ 0 w 192"/>
                <a:gd name="T1" fmla="*/ 192 h 192"/>
                <a:gd name="T2" fmla="*/ 192 w 192"/>
                <a:gd name="T3" fmla="*/ 0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92" h="192">
                  <a:moveTo>
                    <a:pt x="0" y="192"/>
                  </a:moveTo>
                  <a:lnTo>
                    <a:pt x="192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2772" name="Freeform 132">
              <a:extLst>
                <a:ext uri="{FF2B5EF4-FFF2-40B4-BE49-F238E27FC236}">
                  <a16:creationId xmlns:a16="http://schemas.microsoft.com/office/drawing/2014/main" id="{1E5F5B1A-69A4-4F53-8B72-3FF4EEE9A859}"/>
                </a:ext>
              </a:extLst>
            </p:cNvPr>
            <p:cNvSpPr>
              <a:spLocks/>
            </p:cNvSpPr>
            <p:nvPr/>
          </p:nvSpPr>
          <p:spPr bwMode="auto">
            <a:xfrm>
              <a:off x="3010" y="3445"/>
              <a:ext cx="200" cy="199"/>
            </a:xfrm>
            <a:custGeom>
              <a:avLst/>
              <a:gdLst>
                <a:gd name="T0" fmla="*/ 0 w 200"/>
                <a:gd name="T1" fmla="*/ 199 h 199"/>
                <a:gd name="T2" fmla="*/ 200 w 200"/>
                <a:gd name="T3" fmla="*/ 0 h 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00" h="199">
                  <a:moveTo>
                    <a:pt x="0" y="199"/>
                  </a:moveTo>
                  <a:lnTo>
                    <a:pt x="200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2773" name="Freeform 133">
              <a:extLst>
                <a:ext uri="{FF2B5EF4-FFF2-40B4-BE49-F238E27FC236}">
                  <a16:creationId xmlns:a16="http://schemas.microsoft.com/office/drawing/2014/main" id="{F43B80EB-62C1-463C-8063-1E07504013B7}"/>
                </a:ext>
              </a:extLst>
            </p:cNvPr>
            <p:cNvSpPr>
              <a:spLocks/>
            </p:cNvSpPr>
            <p:nvPr/>
          </p:nvSpPr>
          <p:spPr bwMode="auto">
            <a:xfrm>
              <a:off x="3055" y="3522"/>
              <a:ext cx="213" cy="215"/>
            </a:xfrm>
            <a:custGeom>
              <a:avLst/>
              <a:gdLst>
                <a:gd name="T0" fmla="*/ 0 w 213"/>
                <a:gd name="T1" fmla="*/ 215 h 215"/>
                <a:gd name="T2" fmla="*/ 213 w 213"/>
                <a:gd name="T3" fmla="*/ 0 h 2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13" h="215">
                  <a:moveTo>
                    <a:pt x="0" y="215"/>
                  </a:moveTo>
                  <a:lnTo>
                    <a:pt x="213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2774" name="Freeform 134">
              <a:extLst>
                <a:ext uri="{FF2B5EF4-FFF2-40B4-BE49-F238E27FC236}">
                  <a16:creationId xmlns:a16="http://schemas.microsoft.com/office/drawing/2014/main" id="{F79381B5-E0FD-4114-B67A-ECD52ED62BED}"/>
                </a:ext>
              </a:extLst>
            </p:cNvPr>
            <p:cNvSpPr>
              <a:spLocks/>
            </p:cNvSpPr>
            <p:nvPr/>
          </p:nvSpPr>
          <p:spPr bwMode="auto">
            <a:xfrm>
              <a:off x="3191" y="3531"/>
              <a:ext cx="202" cy="202"/>
            </a:xfrm>
            <a:custGeom>
              <a:avLst/>
              <a:gdLst>
                <a:gd name="T0" fmla="*/ 0 w 202"/>
                <a:gd name="T1" fmla="*/ 202 h 202"/>
                <a:gd name="T2" fmla="*/ 202 w 202"/>
                <a:gd name="T3" fmla="*/ 0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02" h="202">
                  <a:moveTo>
                    <a:pt x="0" y="202"/>
                  </a:moveTo>
                  <a:lnTo>
                    <a:pt x="202" y="0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2775" name="Freeform 135">
              <a:extLst>
                <a:ext uri="{FF2B5EF4-FFF2-40B4-BE49-F238E27FC236}">
                  <a16:creationId xmlns:a16="http://schemas.microsoft.com/office/drawing/2014/main" id="{09E5BC8F-BB45-40F5-BD76-558C7449A9E1}"/>
                </a:ext>
              </a:extLst>
            </p:cNvPr>
            <p:cNvSpPr>
              <a:spLocks/>
            </p:cNvSpPr>
            <p:nvPr/>
          </p:nvSpPr>
          <p:spPr bwMode="auto">
            <a:xfrm>
              <a:off x="3313" y="3522"/>
              <a:ext cx="214" cy="215"/>
            </a:xfrm>
            <a:custGeom>
              <a:avLst/>
              <a:gdLst>
                <a:gd name="T0" fmla="*/ 0 w 214"/>
                <a:gd name="T1" fmla="*/ 215 h 215"/>
                <a:gd name="T2" fmla="*/ 214 w 214"/>
                <a:gd name="T3" fmla="*/ 0 h 2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14" h="215">
                  <a:moveTo>
                    <a:pt x="0" y="215"/>
                  </a:moveTo>
                  <a:lnTo>
                    <a:pt x="214" y="0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2776" name="Freeform 136">
              <a:extLst>
                <a:ext uri="{FF2B5EF4-FFF2-40B4-BE49-F238E27FC236}">
                  <a16:creationId xmlns:a16="http://schemas.microsoft.com/office/drawing/2014/main" id="{95C55BFE-C553-40A9-875B-C4F54E761C23}"/>
                </a:ext>
              </a:extLst>
            </p:cNvPr>
            <p:cNvSpPr>
              <a:spLocks/>
            </p:cNvSpPr>
            <p:nvPr/>
          </p:nvSpPr>
          <p:spPr bwMode="auto">
            <a:xfrm>
              <a:off x="3444" y="3533"/>
              <a:ext cx="195" cy="195"/>
            </a:xfrm>
            <a:custGeom>
              <a:avLst/>
              <a:gdLst>
                <a:gd name="T0" fmla="*/ 0 w 195"/>
                <a:gd name="T1" fmla="*/ 195 h 195"/>
                <a:gd name="T2" fmla="*/ 195 w 195"/>
                <a:gd name="T3" fmla="*/ 0 h 1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95" h="195">
                  <a:moveTo>
                    <a:pt x="0" y="195"/>
                  </a:moveTo>
                  <a:lnTo>
                    <a:pt x="195" y="0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2777" name="Freeform 137">
              <a:extLst>
                <a:ext uri="{FF2B5EF4-FFF2-40B4-BE49-F238E27FC236}">
                  <a16:creationId xmlns:a16="http://schemas.microsoft.com/office/drawing/2014/main" id="{E30B35C9-0FA9-4F3C-B223-9D3F169819C8}"/>
                </a:ext>
              </a:extLst>
            </p:cNvPr>
            <p:cNvSpPr>
              <a:spLocks/>
            </p:cNvSpPr>
            <p:nvPr/>
          </p:nvSpPr>
          <p:spPr bwMode="auto">
            <a:xfrm>
              <a:off x="3565" y="3531"/>
              <a:ext cx="202" cy="202"/>
            </a:xfrm>
            <a:custGeom>
              <a:avLst/>
              <a:gdLst>
                <a:gd name="T0" fmla="*/ 0 w 202"/>
                <a:gd name="T1" fmla="*/ 202 h 202"/>
                <a:gd name="T2" fmla="*/ 202 w 202"/>
                <a:gd name="T3" fmla="*/ 0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02" h="202">
                  <a:moveTo>
                    <a:pt x="0" y="202"/>
                  </a:moveTo>
                  <a:lnTo>
                    <a:pt x="202" y="0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2778" name="Freeform 138">
              <a:extLst>
                <a:ext uri="{FF2B5EF4-FFF2-40B4-BE49-F238E27FC236}">
                  <a16:creationId xmlns:a16="http://schemas.microsoft.com/office/drawing/2014/main" id="{6A92847A-99F6-4AC8-ABC1-1802705ED0DA}"/>
                </a:ext>
              </a:extLst>
            </p:cNvPr>
            <p:cNvSpPr>
              <a:spLocks/>
            </p:cNvSpPr>
            <p:nvPr/>
          </p:nvSpPr>
          <p:spPr bwMode="auto">
            <a:xfrm>
              <a:off x="3700" y="3641"/>
              <a:ext cx="92" cy="92"/>
            </a:xfrm>
            <a:custGeom>
              <a:avLst/>
              <a:gdLst>
                <a:gd name="T0" fmla="*/ 0 w 92"/>
                <a:gd name="T1" fmla="*/ 92 h 92"/>
                <a:gd name="T2" fmla="*/ 92 w 92"/>
                <a:gd name="T3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92" h="92">
                  <a:moveTo>
                    <a:pt x="0" y="92"/>
                  </a:moveTo>
                  <a:lnTo>
                    <a:pt x="92" y="0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2779" name="Freeform 139">
              <a:extLst>
                <a:ext uri="{FF2B5EF4-FFF2-40B4-BE49-F238E27FC236}">
                  <a16:creationId xmlns:a16="http://schemas.microsoft.com/office/drawing/2014/main" id="{06878AF2-F071-4ED6-82E9-916A268D35B7}"/>
                </a:ext>
              </a:extLst>
            </p:cNvPr>
            <p:cNvSpPr>
              <a:spLocks/>
            </p:cNvSpPr>
            <p:nvPr/>
          </p:nvSpPr>
          <p:spPr bwMode="auto">
            <a:xfrm>
              <a:off x="3087" y="2744"/>
              <a:ext cx="123" cy="128"/>
            </a:xfrm>
            <a:custGeom>
              <a:avLst/>
              <a:gdLst>
                <a:gd name="T0" fmla="*/ 0 w 123"/>
                <a:gd name="T1" fmla="*/ 128 h 128"/>
                <a:gd name="T2" fmla="*/ 123 w 123"/>
                <a:gd name="T3" fmla="*/ 0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23" h="128">
                  <a:moveTo>
                    <a:pt x="0" y="128"/>
                  </a:moveTo>
                  <a:lnTo>
                    <a:pt x="123" y="0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2780" name="Freeform 140">
              <a:extLst>
                <a:ext uri="{FF2B5EF4-FFF2-40B4-BE49-F238E27FC236}">
                  <a16:creationId xmlns:a16="http://schemas.microsoft.com/office/drawing/2014/main" id="{39D4BCB0-A8F3-4933-96B3-D658D419AD60}"/>
                </a:ext>
              </a:extLst>
            </p:cNvPr>
            <p:cNvSpPr>
              <a:spLocks/>
            </p:cNvSpPr>
            <p:nvPr/>
          </p:nvSpPr>
          <p:spPr bwMode="auto">
            <a:xfrm>
              <a:off x="3093" y="2611"/>
              <a:ext cx="120" cy="117"/>
            </a:xfrm>
            <a:custGeom>
              <a:avLst/>
              <a:gdLst>
                <a:gd name="T0" fmla="*/ 0 w 120"/>
                <a:gd name="T1" fmla="*/ 117 h 117"/>
                <a:gd name="T2" fmla="*/ 120 w 120"/>
                <a:gd name="T3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20" h="117">
                  <a:moveTo>
                    <a:pt x="0" y="117"/>
                  </a:moveTo>
                  <a:lnTo>
                    <a:pt x="120" y="0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2781" name="Freeform 141">
              <a:extLst>
                <a:ext uri="{FF2B5EF4-FFF2-40B4-BE49-F238E27FC236}">
                  <a16:creationId xmlns:a16="http://schemas.microsoft.com/office/drawing/2014/main" id="{CECF6433-FD2A-40A5-9201-8BF7E336AA0E}"/>
                </a:ext>
              </a:extLst>
            </p:cNvPr>
            <p:cNvSpPr>
              <a:spLocks/>
            </p:cNvSpPr>
            <p:nvPr/>
          </p:nvSpPr>
          <p:spPr bwMode="auto">
            <a:xfrm>
              <a:off x="3099" y="2467"/>
              <a:ext cx="120" cy="117"/>
            </a:xfrm>
            <a:custGeom>
              <a:avLst/>
              <a:gdLst>
                <a:gd name="T0" fmla="*/ 0 w 120"/>
                <a:gd name="T1" fmla="*/ 117 h 117"/>
                <a:gd name="T2" fmla="*/ 120 w 120"/>
                <a:gd name="T3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20" h="117">
                  <a:moveTo>
                    <a:pt x="0" y="117"/>
                  </a:moveTo>
                  <a:lnTo>
                    <a:pt x="120" y="0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2782" name="Line 142">
              <a:extLst>
                <a:ext uri="{FF2B5EF4-FFF2-40B4-BE49-F238E27FC236}">
                  <a16:creationId xmlns:a16="http://schemas.microsoft.com/office/drawing/2014/main" id="{FC21B662-96EF-4F9B-9CDC-20991CE73FA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079" y="2251"/>
              <a:ext cx="234" cy="23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2783" name="Line 143">
              <a:extLst>
                <a:ext uri="{FF2B5EF4-FFF2-40B4-BE49-F238E27FC236}">
                  <a16:creationId xmlns:a16="http://schemas.microsoft.com/office/drawing/2014/main" id="{49CFE5B8-402E-41AF-BAD3-C8A310A3299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079" y="2237"/>
              <a:ext cx="128" cy="12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2784" name="Freeform 144">
              <a:extLst>
                <a:ext uri="{FF2B5EF4-FFF2-40B4-BE49-F238E27FC236}">
                  <a16:creationId xmlns:a16="http://schemas.microsoft.com/office/drawing/2014/main" id="{ED6F1159-8FFA-4F1D-80BE-4B1DA1268FF6}"/>
                </a:ext>
              </a:extLst>
            </p:cNvPr>
            <p:cNvSpPr>
              <a:spLocks/>
            </p:cNvSpPr>
            <p:nvPr/>
          </p:nvSpPr>
          <p:spPr bwMode="auto">
            <a:xfrm>
              <a:off x="3250" y="2245"/>
              <a:ext cx="191" cy="190"/>
            </a:xfrm>
            <a:custGeom>
              <a:avLst/>
              <a:gdLst>
                <a:gd name="T0" fmla="*/ 0 w 191"/>
                <a:gd name="T1" fmla="*/ 190 h 190"/>
                <a:gd name="T2" fmla="*/ 191 w 191"/>
                <a:gd name="T3" fmla="*/ 0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91" h="190">
                  <a:moveTo>
                    <a:pt x="0" y="190"/>
                  </a:moveTo>
                  <a:lnTo>
                    <a:pt x="191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2785" name="Freeform 145">
              <a:extLst>
                <a:ext uri="{FF2B5EF4-FFF2-40B4-BE49-F238E27FC236}">
                  <a16:creationId xmlns:a16="http://schemas.microsoft.com/office/drawing/2014/main" id="{9FAB54AE-3455-4519-82A4-1909457B580A}"/>
                </a:ext>
              </a:extLst>
            </p:cNvPr>
            <p:cNvSpPr>
              <a:spLocks/>
            </p:cNvSpPr>
            <p:nvPr/>
          </p:nvSpPr>
          <p:spPr bwMode="auto">
            <a:xfrm>
              <a:off x="3372" y="2370"/>
              <a:ext cx="78" cy="70"/>
            </a:xfrm>
            <a:custGeom>
              <a:avLst/>
              <a:gdLst>
                <a:gd name="T0" fmla="*/ 0 w 78"/>
                <a:gd name="T1" fmla="*/ 70 h 70"/>
                <a:gd name="T2" fmla="*/ 78 w 78"/>
                <a:gd name="T3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8" h="70">
                  <a:moveTo>
                    <a:pt x="0" y="70"/>
                  </a:moveTo>
                  <a:lnTo>
                    <a:pt x="78" y="0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2786" name="Freeform 146">
              <a:extLst>
                <a:ext uri="{FF2B5EF4-FFF2-40B4-BE49-F238E27FC236}">
                  <a16:creationId xmlns:a16="http://schemas.microsoft.com/office/drawing/2014/main" id="{FA65540F-B241-4EBF-889B-4F26495AA5C3}"/>
                </a:ext>
              </a:extLst>
            </p:cNvPr>
            <p:cNvSpPr>
              <a:spLocks/>
            </p:cNvSpPr>
            <p:nvPr/>
          </p:nvSpPr>
          <p:spPr bwMode="auto">
            <a:xfrm>
              <a:off x="3326" y="2199"/>
              <a:ext cx="1" cy="300"/>
            </a:xfrm>
            <a:custGeom>
              <a:avLst/>
              <a:gdLst>
                <a:gd name="T0" fmla="*/ 0 w 1"/>
                <a:gd name="T1" fmla="*/ 0 h 300"/>
                <a:gd name="T2" fmla="*/ 0 w 1"/>
                <a:gd name="T3" fmla="*/ 300 h 3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300">
                  <a:moveTo>
                    <a:pt x="0" y="0"/>
                  </a:moveTo>
                  <a:lnTo>
                    <a:pt x="0" y="300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lgDashDot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2787" name="Freeform 147">
              <a:extLst>
                <a:ext uri="{FF2B5EF4-FFF2-40B4-BE49-F238E27FC236}">
                  <a16:creationId xmlns:a16="http://schemas.microsoft.com/office/drawing/2014/main" id="{7CBA1A1F-6B9B-427C-AF53-C23E2C421CD6}"/>
                </a:ext>
              </a:extLst>
            </p:cNvPr>
            <p:cNvSpPr>
              <a:spLocks/>
            </p:cNvSpPr>
            <p:nvPr/>
          </p:nvSpPr>
          <p:spPr bwMode="auto">
            <a:xfrm>
              <a:off x="3656" y="3498"/>
              <a:ext cx="1" cy="315"/>
            </a:xfrm>
            <a:custGeom>
              <a:avLst/>
              <a:gdLst>
                <a:gd name="T0" fmla="*/ 0 w 1"/>
                <a:gd name="T1" fmla="*/ 0 h 315"/>
                <a:gd name="T2" fmla="*/ 0 w 1"/>
                <a:gd name="T3" fmla="*/ 315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315">
                  <a:moveTo>
                    <a:pt x="0" y="0"/>
                  </a:moveTo>
                  <a:lnTo>
                    <a:pt x="0" y="315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lgDashDot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2788" name="Arc 148">
              <a:extLst>
                <a:ext uri="{FF2B5EF4-FFF2-40B4-BE49-F238E27FC236}">
                  <a16:creationId xmlns:a16="http://schemas.microsoft.com/office/drawing/2014/main" id="{7027E62A-17FC-4E19-97D9-05F37D916AE8}"/>
                </a:ext>
              </a:extLst>
            </p:cNvPr>
            <p:cNvSpPr>
              <a:spLocks/>
            </p:cNvSpPr>
            <p:nvPr/>
          </p:nvSpPr>
          <p:spPr bwMode="auto">
            <a:xfrm>
              <a:off x="2814" y="2503"/>
              <a:ext cx="115" cy="216"/>
            </a:xfrm>
            <a:custGeom>
              <a:avLst/>
              <a:gdLst>
                <a:gd name="G0" fmla="+- 175 0 0"/>
                <a:gd name="G1" fmla="+- 21600 0 0"/>
                <a:gd name="G2" fmla="+- 21600 0 0"/>
                <a:gd name="T0" fmla="*/ 175 w 21775"/>
                <a:gd name="T1" fmla="*/ 0 h 43200"/>
                <a:gd name="T2" fmla="*/ 0 w 21775"/>
                <a:gd name="T3" fmla="*/ 43199 h 43200"/>
                <a:gd name="T4" fmla="*/ 175 w 21775"/>
                <a:gd name="T5" fmla="*/ 21600 h 43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775" h="43200" fill="none" extrusionOk="0">
                  <a:moveTo>
                    <a:pt x="175" y="0"/>
                  </a:moveTo>
                  <a:cubicBezTo>
                    <a:pt x="12104" y="0"/>
                    <a:pt x="21775" y="9670"/>
                    <a:pt x="21775" y="21600"/>
                  </a:cubicBezTo>
                  <a:cubicBezTo>
                    <a:pt x="21775" y="33529"/>
                    <a:pt x="12104" y="43200"/>
                    <a:pt x="175" y="43200"/>
                  </a:cubicBezTo>
                  <a:cubicBezTo>
                    <a:pt x="116" y="43199"/>
                    <a:pt x="58" y="43199"/>
                    <a:pt x="-1" y="43199"/>
                  </a:cubicBezTo>
                </a:path>
                <a:path w="21775" h="43200" stroke="0" extrusionOk="0">
                  <a:moveTo>
                    <a:pt x="175" y="0"/>
                  </a:moveTo>
                  <a:cubicBezTo>
                    <a:pt x="12104" y="0"/>
                    <a:pt x="21775" y="9670"/>
                    <a:pt x="21775" y="21600"/>
                  </a:cubicBezTo>
                  <a:cubicBezTo>
                    <a:pt x="21775" y="33529"/>
                    <a:pt x="12104" y="43200"/>
                    <a:pt x="175" y="43200"/>
                  </a:cubicBezTo>
                  <a:cubicBezTo>
                    <a:pt x="116" y="43199"/>
                    <a:pt x="58" y="43199"/>
                    <a:pt x="-1" y="43199"/>
                  </a:cubicBezTo>
                  <a:lnTo>
                    <a:pt x="175" y="21600"/>
                  </a:lnTo>
                  <a:close/>
                </a:path>
              </a:pathLst>
            </a:cu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12887" name="Group 247">
            <a:extLst>
              <a:ext uri="{FF2B5EF4-FFF2-40B4-BE49-F238E27FC236}">
                <a16:creationId xmlns:a16="http://schemas.microsoft.com/office/drawing/2014/main" id="{243CCF08-9C77-4CEE-A812-192D0A3F9553}"/>
              </a:ext>
            </a:extLst>
          </p:cNvPr>
          <p:cNvGrpSpPr>
            <a:grpSpLocks/>
          </p:cNvGrpSpPr>
          <p:nvPr/>
        </p:nvGrpSpPr>
        <p:grpSpPr bwMode="auto">
          <a:xfrm>
            <a:off x="2749550" y="3494088"/>
            <a:ext cx="1914525" cy="2597150"/>
            <a:chOff x="1820" y="2177"/>
            <a:chExt cx="1206" cy="1636"/>
          </a:xfrm>
        </p:grpSpPr>
        <p:sp>
          <p:nvSpPr>
            <p:cNvPr id="112790" name="Arc 150">
              <a:extLst>
                <a:ext uri="{FF2B5EF4-FFF2-40B4-BE49-F238E27FC236}">
                  <a16:creationId xmlns:a16="http://schemas.microsoft.com/office/drawing/2014/main" id="{7ACAAB7F-267F-4FCC-AFF4-7EF6DF2760BB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2700" y="2503"/>
              <a:ext cx="115" cy="216"/>
            </a:xfrm>
            <a:custGeom>
              <a:avLst/>
              <a:gdLst>
                <a:gd name="G0" fmla="+- 175 0 0"/>
                <a:gd name="G1" fmla="+- 21600 0 0"/>
                <a:gd name="G2" fmla="+- 21600 0 0"/>
                <a:gd name="T0" fmla="*/ 175 w 21775"/>
                <a:gd name="T1" fmla="*/ 0 h 43200"/>
                <a:gd name="T2" fmla="*/ 0 w 21775"/>
                <a:gd name="T3" fmla="*/ 43199 h 43200"/>
                <a:gd name="T4" fmla="*/ 175 w 21775"/>
                <a:gd name="T5" fmla="*/ 21600 h 43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775" h="43200" fill="none" extrusionOk="0">
                  <a:moveTo>
                    <a:pt x="175" y="0"/>
                  </a:moveTo>
                  <a:cubicBezTo>
                    <a:pt x="12104" y="0"/>
                    <a:pt x="21775" y="9670"/>
                    <a:pt x="21775" y="21600"/>
                  </a:cubicBezTo>
                  <a:cubicBezTo>
                    <a:pt x="21775" y="33529"/>
                    <a:pt x="12104" y="43200"/>
                    <a:pt x="175" y="43200"/>
                  </a:cubicBezTo>
                  <a:cubicBezTo>
                    <a:pt x="116" y="43199"/>
                    <a:pt x="58" y="43199"/>
                    <a:pt x="-1" y="43199"/>
                  </a:cubicBezTo>
                </a:path>
                <a:path w="21775" h="43200" stroke="0" extrusionOk="0">
                  <a:moveTo>
                    <a:pt x="175" y="0"/>
                  </a:moveTo>
                  <a:cubicBezTo>
                    <a:pt x="12104" y="0"/>
                    <a:pt x="21775" y="9670"/>
                    <a:pt x="21775" y="21600"/>
                  </a:cubicBezTo>
                  <a:cubicBezTo>
                    <a:pt x="21775" y="33529"/>
                    <a:pt x="12104" y="43200"/>
                    <a:pt x="175" y="43200"/>
                  </a:cubicBezTo>
                  <a:cubicBezTo>
                    <a:pt x="116" y="43199"/>
                    <a:pt x="58" y="43199"/>
                    <a:pt x="-1" y="43199"/>
                  </a:cubicBezTo>
                  <a:lnTo>
                    <a:pt x="175" y="21600"/>
                  </a:lnTo>
                  <a:close/>
                </a:path>
              </a:pathLst>
            </a:cu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2791" name="Freeform 151">
              <a:extLst>
                <a:ext uri="{FF2B5EF4-FFF2-40B4-BE49-F238E27FC236}">
                  <a16:creationId xmlns:a16="http://schemas.microsoft.com/office/drawing/2014/main" id="{4172800C-386B-40E8-A55C-50A717E7AB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970" y="3468"/>
              <a:ext cx="1" cy="345"/>
            </a:xfrm>
            <a:custGeom>
              <a:avLst/>
              <a:gdLst>
                <a:gd name="T0" fmla="*/ 0 w 1"/>
                <a:gd name="T1" fmla="*/ 0 h 345"/>
                <a:gd name="T2" fmla="*/ 0 w 1"/>
                <a:gd name="T3" fmla="*/ 345 h 3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345">
                  <a:moveTo>
                    <a:pt x="0" y="0"/>
                  </a:moveTo>
                  <a:lnTo>
                    <a:pt x="0" y="345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lgDashDot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2792" name="Freeform 152">
              <a:extLst>
                <a:ext uri="{FF2B5EF4-FFF2-40B4-BE49-F238E27FC236}">
                  <a16:creationId xmlns:a16="http://schemas.microsoft.com/office/drawing/2014/main" id="{8E4BD8F1-7A97-4E45-AC67-1B83398A468C}"/>
                </a:ext>
              </a:extLst>
            </p:cNvPr>
            <p:cNvSpPr>
              <a:spLocks/>
            </p:cNvSpPr>
            <p:nvPr/>
          </p:nvSpPr>
          <p:spPr bwMode="auto">
            <a:xfrm>
              <a:off x="1824" y="3738"/>
              <a:ext cx="996" cy="1"/>
            </a:xfrm>
            <a:custGeom>
              <a:avLst/>
              <a:gdLst>
                <a:gd name="T0" fmla="*/ 0 w 996"/>
                <a:gd name="T1" fmla="*/ 0 h 1"/>
                <a:gd name="T2" fmla="*/ 996 w 996"/>
                <a:gd name="T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996" h="1">
                  <a:moveTo>
                    <a:pt x="0" y="0"/>
                  </a:moveTo>
                  <a:lnTo>
                    <a:pt x="996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2793" name="Freeform 153">
              <a:extLst>
                <a:ext uri="{FF2B5EF4-FFF2-40B4-BE49-F238E27FC236}">
                  <a16:creationId xmlns:a16="http://schemas.microsoft.com/office/drawing/2014/main" id="{9E6F3164-0482-4B24-8E6B-4FCE64177240}"/>
                </a:ext>
              </a:extLst>
            </p:cNvPr>
            <p:cNvSpPr>
              <a:spLocks/>
            </p:cNvSpPr>
            <p:nvPr/>
          </p:nvSpPr>
          <p:spPr bwMode="auto">
            <a:xfrm>
              <a:off x="1820" y="3536"/>
              <a:ext cx="990" cy="3"/>
            </a:xfrm>
            <a:custGeom>
              <a:avLst/>
              <a:gdLst>
                <a:gd name="T0" fmla="*/ 0 w 990"/>
                <a:gd name="T1" fmla="*/ 3 h 3"/>
                <a:gd name="T2" fmla="*/ 990 w 990"/>
                <a:gd name="T3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990" h="3">
                  <a:moveTo>
                    <a:pt x="0" y="3"/>
                  </a:moveTo>
                  <a:lnTo>
                    <a:pt x="990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2794" name="Freeform 154">
              <a:extLst>
                <a:ext uri="{FF2B5EF4-FFF2-40B4-BE49-F238E27FC236}">
                  <a16:creationId xmlns:a16="http://schemas.microsoft.com/office/drawing/2014/main" id="{747C645B-D122-44E2-A57C-6F37F721DCBD}"/>
                </a:ext>
              </a:extLst>
            </p:cNvPr>
            <p:cNvSpPr>
              <a:spLocks/>
            </p:cNvSpPr>
            <p:nvPr/>
          </p:nvSpPr>
          <p:spPr bwMode="auto">
            <a:xfrm>
              <a:off x="2154" y="2448"/>
              <a:ext cx="440" cy="2"/>
            </a:xfrm>
            <a:custGeom>
              <a:avLst/>
              <a:gdLst>
                <a:gd name="T0" fmla="*/ 0 w 440"/>
                <a:gd name="T1" fmla="*/ 0 h 2"/>
                <a:gd name="T2" fmla="*/ 440 w 440"/>
                <a:gd name="T3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440" h="2">
                  <a:moveTo>
                    <a:pt x="0" y="0"/>
                  </a:moveTo>
                  <a:lnTo>
                    <a:pt x="440" y="2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2795" name="Freeform 155">
              <a:extLst>
                <a:ext uri="{FF2B5EF4-FFF2-40B4-BE49-F238E27FC236}">
                  <a16:creationId xmlns:a16="http://schemas.microsoft.com/office/drawing/2014/main" id="{2B1F7AF9-D3DA-49D4-BE6F-C37EFD2C0860}"/>
                </a:ext>
              </a:extLst>
            </p:cNvPr>
            <p:cNvSpPr>
              <a:spLocks/>
            </p:cNvSpPr>
            <p:nvPr/>
          </p:nvSpPr>
          <p:spPr bwMode="auto">
            <a:xfrm>
              <a:off x="2165" y="2245"/>
              <a:ext cx="1" cy="213"/>
            </a:xfrm>
            <a:custGeom>
              <a:avLst/>
              <a:gdLst>
                <a:gd name="T0" fmla="*/ 0 w 1"/>
                <a:gd name="T1" fmla="*/ 213 h 213"/>
                <a:gd name="T2" fmla="*/ 0 w 1"/>
                <a:gd name="T3" fmla="*/ 0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213">
                  <a:moveTo>
                    <a:pt x="0" y="213"/>
                  </a:moveTo>
                  <a:lnTo>
                    <a:pt x="0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2796" name="Freeform 156">
              <a:extLst>
                <a:ext uri="{FF2B5EF4-FFF2-40B4-BE49-F238E27FC236}">
                  <a16:creationId xmlns:a16="http://schemas.microsoft.com/office/drawing/2014/main" id="{D90AF251-9F7A-47B2-AE81-E206FBF39D18}"/>
                </a:ext>
              </a:extLst>
            </p:cNvPr>
            <p:cNvSpPr>
              <a:spLocks/>
            </p:cNvSpPr>
            <p:nvPr/>
          </p:nvSpPr>
          <p:spPr bwMode="auto">
            <a:xfrm>
              <a:off x="2165" y="2248"/>
              <a:ext cx="645" cy="4"/>
            </a:xfrm>
            <a:custGeom>
              <a:avLst/>
              <a:gdLst>
                <a:gd name="T0" fmla="*/ 0 w 645"/>
                <a:gd name="T1" fmla="*/ 4 h 4"/>
                <a:gd name="T2" fmla="*/ 645 w 645"/>
                <a:gd name="T3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645" h="4">
                  <a:moveTo>
                    <a:pt x="0" y="4"/>
                  </a:moveTo>
                  <a:lnTo>
                    <a:pt x="645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2797" name="Freeform 157">
              <a:extLst>
                <a:ext uri="{FF2B5EF4-FFF2-40B4-BE49-F238E27FC236}">
                  <a16:creationId xmlns:a16="http://schemas.microsoft.com/office/drawing/2014/main" id="{5A743D64-A517-4D01-8169-0144E8EDDA80}"/>
                </a:ext>
              </a:extLst>
            </p:cNvPr>
            <p:cNvSpPr>
              <a:spLocks/>
            </p:cNvSpPr>
            <p:nvPr/>
          </p:nvSpPr>
          <p:spPr bwMode="auto">
            <a:xfrm>
              <a:off x="2405" y="2447"/>
              <a:ext cx="1" cy="1096"/>
            </a:xfrm>
            <a:custGeom>
              <a:avLst/>
              <a:gdLst>
                <a:gd name="T0" fmla="*/ 0 w 1"/>
                <a:gd name="T1" fmla="*/ 1096 h 1096"/>
                <a:gd name="T2" fmla="*/ 0 w 1"/>
                <a:gd name="T3" fmla="*/ 0 h 10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1096">
                  <a:moveTo>
                    <a:pt x="0" y="1096"/>
                  </a:moveTo>
                  <a:lnTo>
                    <a:pt x="0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2798" name="Arc 158">
              <a:extLst>
                <a:ext uri="{FF2B5EF4-FFF2-40B4-BE49-F238E27FC236}">
                  <a16:creationId xmlns:a16="http://schemas.microsoft.com/office/drawing/2014/main" id="{A6066880-60E2-4F02-ADC0-0CF090D4EB19}"/>
                </a:ext>
              </a:extLst>
            </p:cNvPr>
            <p:cNvSpPr>
              <a:spLocks/>
            </p:cNvSpPr>
            <p:nvPr/>
          </p:nvSpPr>
          <p:spPr bwMode="auto">
            <a:xfrm flipH="1" flipV="1">
              <a:off x="2585" y="2636"/>
              <a:ext cx="235" cy="192"/>
            </a:xfrm>
            <a:custGeom>
              <a:avLst/>
              <a:gdLst>
                <a:gd name="G0" fmla="+- 0 0 0"/>
                <a:gd name="G1" fmla="+- 21591 0 0"/>
                <a:gd name="G2" fmla="+- 21600 0 0"/>
                <a:gd name="T0" fmla="*/ 623 w 21600"/>
                <a:gd name="T1" fmla="*/ 0 h 21591"/>
                <a:gd name="T2" fmla="*/ 21600 w 21600"/>
                <a:gd name="T3" fmla="*/ 21591 h 21591"/>
                <a:gd name="T4" fmla="*/ 0 w 21600"/>
                <a:gd name="T5" fmla="*/ 21591 h 215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591" fill="none" extrusionOk="0">
                  <a:moveTo>
                    <a:pt x="623" y="-1"/>
                  </a:moveTo>
                  <a:cubicBezTo>
                    <a:pt x="12304" y="337"/>
                    <a:pt x="21600" y="9904"/>
                    <a:pt x="21600" y="21591"/>
                  </a:cubicBezTo>
                </a:path>
                <a:path w="21600" h="21591" stroke="0" extrusionOk="0">
                  <a:moveTo>
                    <a:pt x="623" y="-1"/>
                  </a:moveTo>
                  <a:cubicBezTo>
                    <a:pt x="12304" y="337"/>
                    <a:pt x="21600" y="9904"/>
                    <a:pt x="21600" y="21591"/>
                  </a:cubicBezTo>
                  <a:lnTo>
                    <a:pt x="0" y="21591"/>
                  </a:lnTo>
                  <a:close/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2799" name="Freeform 159">
              <a:extLst>
                <a:ext uri="{FF2B5EF4-FFF2-40B4-BE49-F238E27FC236}">
                  <a16:creationId xmlns:a16="http://schemas.microsoft.com/office/drawing/2014/main" id="{5FA267CF-C15F-43E2-B6CD-21FD273E0963}"/>
                </a:ext>
              </a:extLst>
            </p:cNvPr>
            <p:cNvSpPr>
              <a:spLocks/>
            </p:cNvSpPr>
            <p:nvPr/>
          </p:nvSpPr>
          <p:spPr bwMode="auto">
            <a:xfrm>
              <a:off x="2585" y="2447"/>
              <a:ext cx="1" cy="210"/>
            </a:xfrm>
            <a:custGeom>
              <a:avLst/>
              <a:gdLst>
                <a:gd name="T0" fmla="*/ 0 w 1"/>
                <a:gd name="T1" fmla="*/ 210 h 210"/>
                <a:gd name="T2" fmla="*/ 0 w 1"/>
                <a:gd name="T3" fmla="*/ 0 h 2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210">
                  <a:moveTo>
                    <a:pt x="0" y="210"/>
                  </a:moveTo>
                  <a:lnTo>
                    <a:pt x="0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2800" name="Freeform 160">
              <a:extLst>
                <a:ext uri="{FF2B5EF4-FFF2-40B4-BE49-F238E27FC236}">
                  <a16:creationId xmlns:a16="http://schemas.microsoft.com/office/drawing/2014/main" id="{B812D26E-E9BA-40BA-8B00-31047E5A2077}"/>
                </a:ext>
              </a:extLst>
            </p:cNvPr>
            <p:cNvSpPr>
              <a:spLocks/>
            </p:cNvSpPr>
            <p:nvPr/>
          </p:nvSpPr>
          <p:spPr bwMode="auto">
            <a:xfrm>
              <a:off x="1824" y="3534"/>
              <a:ext cx="1" cy="210"/>
            </a:xfrm>
            <a:custGeom>
              <a:avLst/>
              <a:gdLst>
                <a:gd name="T0" fmla="*/ 0 w 1"/>
                <a:gd name="T1" fmla="*/ 0 h 210"/>
                <a:gd name="T2" fmla="*/ 0 w 1"/>
                <a:gd name="T3" fmla="*/ 210 h 2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210">
                  <a:moveTo>
                    <a:pt x="0" y="0"/>
                  </a:moveTo>
                  <a:lnTo>
                    <a:pt x="0" y="210"/>
                  </a:ln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2801" name="Freeform 161">
              <a:extLst>
                <a:ext uri="{FF2B5EF4-FFF2-40B4-BE49-F238E27FC236}">
                  <a16:creationId xmlns:a16="http://schemas.microsoft.com/office/drawing/2014/main" id="{FCB64B3D-6B6E-4921-A306-9F2D7C9307BA}"/>
                </a:ext>
              </a:extLst>
            </p:cNvPr>
            <p:cNvSpPr>
              <a:spLocks/>
            </p:cNvSpPr>
            <p:nvPr/>
          </p:nvSpPr>
          <p:spPr bwMode="auto">
            <a:xfrm>
              <a:off x="2300" y="2177"/>
              <a:ext cx="1" cy="345"/>
            </a:xfrm>
            <a:custGeom>
              <a:avLst/>
              <a:gdLst>
                <a:gd name="T0" fmla="*/ 0 w 1"/>
                <a:gd name="T1" fmla="*/ 345 h 345"/>
                <a:gd name="T2" fmla="*/ 0 w 1"/>
                <a:gd name="T3" fmla="*/ 0 h 3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345">
                  <a:moveTo>
                    <a:pt x="0" y="345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lgDashDot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2802" name="Freeform 162">
              <a:extLst>
                <a:ext uri="{FF2B5EF4-FFF2-40B4-BE49-F238E27FC236}">
                  <a16:creationId xmlns:a16="http://schemas.microsoft.com/office/drawing/2014/main" id="{88C2CF79-6672-4251-8FA2-A47401D4DCBB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6" y="2613"/>
              <a:ext cx="480" cy="1"/>
            </a:xfrm>
            <a:custGeom>
              <a:avLst/>
              <a:gdLst>
                <a:gd name="T0" fmla="*/ 0 w 480"/>
                <a:gd name="T1" fmla="*/ 0 h 1"/>
                <a:gd name="T2" fmla="*/ 480 w 480"/>
                <a:gd name="T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480" h="1">
                  <a:moveTo>
                    <a:pt x="0" y="0"/>
                  </a:moveTo>
                  <a:lnTo>
                    <a:pt x="480" y="0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lgDashDot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2803" name="Line 163">
              <a:extLst>
                <a:ext uri="{FF2B5EF4-FFF2-40B4-BE49-F238E27FC236}">
                  <a16:creationId xmlns:a16="http://schemas.microsoft.com/office/drawing/2014/main" id="{9445FBDA-379C-41C2-BE5E-2B7CBF2D92E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89" y="3541"/>
              <a:ext cx="0" cy="197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lg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12804" name="Line 164">
              <a:extLst>
                <a:ext uri="{FF2B5EF4-FFF2-40B4-BE49-F238E27FC236}">
                  <a16:creationId xmlns:a16="http://schemas.microsoft.com/office/drawing/2014/main" id="{E2B9BA3C-1407-431A-A576-380ADB6CC8F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42" y="3534"/>
              <a:ext cx="0" cy="196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lg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12805" name="Line 165">
              <a:extLst>
                <a:ext uri="{FF2B5EF4-FFF2-40B4-BE49-F238E27FC236}">
                  <a16:creationId xmlns:a16="http://schemas.microsoft.com/office/drawing/2014/main" id="{21757CBB-851B-481C-B842-2A4E05F8C9B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38" y="2254"/>
              <a:ext cx="0" cy="196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lg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12806" name="Line 166">
              <a:extLst>
                <a:ext uri="{FF2B5EF4-FFF2-40B4-BE49-F238E27FC236}">
                  <a16:creationId xmlns:a16="http://schemas.microsoft.com/office/drawing/2014/main" id="{018C730F-3CB4-4E87-A60B-154387A8FCD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69" y="2254"/>
              <a:ext cx="0" cy="204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lg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112885" name="Group 245">
            <a:extLst>
              <a:ext uri="{FF2B5EF4-FFF2-40B4-BE49-F238E27FC236}">
                <a16:creationId xmlns:a16="http://schemas.microsoft.com/office/drawing/2014/main" id="{D33D1DB9-4585-4740-BEB4-C32E7678CEBF}"/>
              </a:ext>
            </a:extLst>
          </p:cNvPr>
          <p:cNvGrpSpPr>
            <a:grpSpLocks/>
          </p:cNvGrpSpPr>
          <p:nvPr/>
        </p:nvGrpSpPr>
        <p:grpSpPr bwMode="auto">
          <a:xfrm>
            <a:off x="4864100" y="307975"/>
            <a:ext cx="3167063" cy="2994025"/>
            <a:chOff x="3064" y="194"/>
            <a:chExt cx="1995" cy="1886"/>
          </a:xfrm>
        </p:grpSpPr>
        <p:sp>
          <p:nvSpPr>
            <p:cNvPr id="112808" name="Text Box 168">
              <a:extLst>
                <a:ext uri="{FF2B5EF4-FFF2-40B4-BE49-F238E27FC236}">
                  <a16:creationId xmlns:a16="http://schemas.microsoft.com/office/drawing/2014/main" id="{3BD443C2-9EC7-4A00-8AF6-22F34B14D4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6" y="194"/>
              <a:ext cx="407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sz="1800" i="1">
                  <a:latin typeface="宋体" panose="02010600030101010101" pitchFamily="2" charset="-122"/>
                </a:rPr>
                <a:t>A</a:t>
              </a:r>
              <a:r>
                <a:rPr lang="en-US" altLang="zh-CN" sz="1800">
                  <a:latin typeface="宋体" panose="02010600030101010101" pitchFamily="2" charset="-122"/>
                </a:rPr>
                <a:t>—</a:t>
              </a:r>
              <a:r>
                <a:rPr lang="en-US" altLang="zh-CN" sz="1800" i="1">
                  <a:latin typeface="宋体" panose="02010600030101010101" pitchFamily="2" charset="-122"/>
                </a:rPr>
                <a:t>A</a:t>
              </a:r>
              <a:endParaRPr lang="en-US" altLang="zh-CN" sz="1800">
                <a:latin typeface="宋体" panose="02010600030101010101" pitchFamily="2" charset="-122"/>
              </a:endParaRPr>
            </a:p>
          </p:txBody>
        </p:sp>
        <p:sp>
          <p:nvSpPr>
            <p:cNvPr id="112809" name="Line 169">
              <a:extLst>
                <a:ext uri="{FF2B5EF4-FFF2-40B4-BE49-F238E27FC236}">
                  <a16:creationId xmlns:a16="http://schemas.microsoft.com/office/drawing/2014/main" id="{EFD25BAE-8557-4DFC-A622-CD575C6241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37" y="1761"/>
              <a:ext cx="0" cy="2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lgDash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2810" name="Line 170">
              <a:extLst>
                <a:ext uri="{FF2B5EF4-FFF2-40B4-BE49-F238E27FC236}">
                  <a16:creationId xmlns:a16="http://schemas.microsoft.com/office/drawing/2014/main" id="{09561FAB-BD50-4A7E-878A-540DC2A0EB2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39" y="472"/>
              <a:ext cx="0" cy="2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lgDash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2811" name="Freeform 171">
              <a:extLst>
                <a:ext uri="{FF2B5EF4-FFF2-40B4-BE49-F238E27FC236}">
                  <a16:creationId xmlns:a16="http://schemas.microsoft.com/office/drawing/2014/main" id="{E8910439-91B8-471A-B74E-610C6541FC1D}"/>
                </a:ext>
              </a:extLst>
            </p:cNvPr>
            <p:cNvSpPr>
              <a:spLocks/>
            </p:cNvSpPr>
            <p:nvPr/>
          </p:nvSpPr>
          <p:spPr bwMode="auto">
            <a:xfrm>
              <a:off x="4056" y="440"/>
              <a:ext cx="1" cy="1640"/>
            </a:xfrm>
            <a:custGeom>
              <a:avLst/>
              <a:gdLst>
                <a:gd name="T0" fmla="*/ 0 w 1"/>
                <a:gd name="T1" fmla="*/ 0 h 1640"/>
                <a:gd name="T2" fmla="*/ 0 w 1"/>
                <a:gd name="T3" fmla="*/ 1640 h 16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1640">
                  <a:moveTo>
                    <a:pt x="0" y="0"/>
                  </a:moveTo>
                  <a:lnTo>
                    <a:pt x="0" y="1640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lgDashDot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112882" name="Group 242">
              <a:extLst>
                <a:ext uri="{FF2B5EF4-FFF2-40B4-BE49-F238E27FC236}">
                  <a16:creationId xmlns:a16="http://schemas.microsoft.com/office/drawing/2014/main" id="{863E4A74-A08B-4101-BDE5-130F60B893D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64" y="513"/>
              <a:ext cx="1022" cy="1492"/>
              <a:chOff x="3064" y="513"/>
              <a:chExt cx="1022" cy="1492"/>
            </a:xfrm>
          </p:grpSpPr>
          <p:sp>
            <p:nvSpPr>
              <p:cNvPr id="112813" name="Freeform 173">
                <a:extLst>
                  <a:ext uri="{FF2B5EF4-FFF2-40B4-BE49-F238E27FC236}">
                    <a16:creationId xmlns:a16="http://schemas.microsoft.com/office/drawing/2014/main" id="{351FC07B-2BB4-4C43-8124-510C1E33ADA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72" y="2002"/>
                <a:ext cx="990" cy="3"/>
              </a:xfrm>
              <a:custGeom>
                <a:avLst/>
                <a:gdLst>
                  <a:gd name="T0" fmla="*/ 0 w 990"/>
                  <a:gd name="T1" fmla="*/ 3 h 3"/>
                  <a:gd name="T2" fmla="*/ 990 w 990"/>
                  <a:gd name="T3" fmla="*/ 0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990" h="3">
                    <a:moveTo>
                      <a:pt x="0" y="3"/>
                    </a:moveTo>
                    <a:lnTo>
                      <a:pt x="990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2814" name="Freeform 174">
                <a:extLst>
                  <a:ext uri="{FF2B5EF4-FFF2-40B4-BE49-F238E27FC236}">
                    <a16:creationId xmlns:a16="http://schemas.microsoft.com/office/drawing/2014/main" id="{08B95C0E-BD40-429D-BC1D-7A9306B78AC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64" y="1804"/>
                <a:ext cx="602" cy="1"/>
              </a:xfrm>
              <a:custGeom>
                <a:avLst/>
                <a:gdLst>
                  <a:gd name="T0" fmla="*/ 0 w 602"/>
                  <a:gd name="T1" fmla="*/ 1 h 1"/>
                  <a:gd name="T2" fmla="*/ 602 w 602"/>
                  <a:gd name="T3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602" h="1">
                    <a:moveTo>
                      <a:pt x="0" y="1"/>
                    </a:moveTo>
                    <a:lnTo>
                      <a:pt x="602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2815" name="Freeform 175">
                <a:extLst>
                  <a:ext uri="{FF2B5EF4-FFF2-40B4-BE49-F238E27FC236}">
                    <a16:creationId xmlns:a16="http://schemas.microsoft.com/office/drawing/2014/main" id="{9CEB1A25-BFAB-4263-A58F-C3136F15DC0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02" y="708"/>
                <a:ext cx="249" cy="6"/>
              </a:xfrm>
              <a:custGeom>
                <a:avLst/>
                <a:gdLst>
                  <a:gd name="T0" fmla="*/ 0 w 249"/>
                  <a:gd name="T1" fmla="*/ 6 h 6"/>
                  <a:gd name="T2" fmla="*/ 249 w 249"/>
                  <a:gd name="T3" fmla="*/ 0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249" h="6">
                    <a:moveTo>
                      <a:pt x="0" y="6"/>
                    </a:moveTo>
                    <a:lnTo>
                      <a:pt x="249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2816" name="Line 176">
                <a:extLst>
                  <a:ext uri="{FF2B5EF4-FFF2-40B4-BE49-F238E27FC236}">
                    <a16:creationId xmlns:a16="http://schemas.microsoft.com/office/drawing/2014/main" id="{E2251E4E-67CC-4EE4-8539-7A19A01A434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411" y="516"/>
                <a:ext cx="0" cy="19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2817" name="Freeform 177">
                <a:extLst>
                  <a:ext uri="{FF2B5EF4-FFF2-40B4-BE49-F238E27FC236}">
                    <a16:creationId xmlns:a16="http://schemas.microsoft.com/office/drawing/2014/main" id="{BE7BEF20-00ED-4AAA-9947-3D26FAD1208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02" y="519"/>
                <a:ext cx="660" cy="1"/>
              </a:xfrm>
              <a:custGeom>
                <a:avLst/>
                <a:gdLst>
                  <a:gd name="T0" fmla="*/ 0 w 660"/>
                  <a:gd name="T1" fmla="*/ 0 h 1"/>
                  <a:gd name="T2" fmla="*/ 660 w 660"/>
                  <a:gd name="T3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660" h="1">
                    <a:moveTo>
                      <a:pt x="0" y="0"/>
                    </a:moveTo>
                    <a:lnTo>
                      <a:pt x="660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2818" name="Freeform 178">
                <a:extLst>
                  <a:ext uri="{FF2B5EF4-FFF2-40B4-BE49-F238E27FC236}">
                    <a16:creationId xmlns:a16="http://schemas.microsoft.com/office/drawing/2014/main" id="{BE690FB6-561A-42B7-923C-7BE96B41452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57" y="703"/>
                <a:ext cx="1" cy="1111"/>
              </a:xfrm>
              <a:custGeom>
                <a:avLst/>
                <a:gdLst>
                  <a:gd name="T0" fmla="*/ 0 w 1"/>
                  <a:gd name="T1" fmla="*/ 1111 h 1111"/>
                  <a:gd name="T2" fmla="*/ 0 w 1"/>
                  <a:gd name="T3" fmla="*/ 0 h 11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" h="1111">
                    <a:moveTo>
                      <a:pt x="0" y="1111"/>
                    </a:moveTo>
                    <a:lnTo>
                      <a:pt x="0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2819" name="Line 179">
                <a:extLst>
                  <a:ext uri="{FF2B5EF4-FFF2-40B4-BE49-F238E27FC236}">
                    <a16:creationId xmlns:a16="http://schemas.microsoft.com/office/drawing/2014/main" id="{C0ECCBCF-CC49-4CE7-AF2A-A7F67108CAB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75" y="1812"/>
                <a:ext cx="0" cy="19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2820" name="Freeform 180">
                <a:extLst>
                  <a:ext uri="{FF2B5EF4-FFF2-40B4-BE49-F238E27FC236}">
                    <a16:creationId xmlns:a16="http://schemas.microsoft.com/office/drawing/2014/main" id="{868BBC5D-AFDE-4AAA-A45D-6F996BFDB8E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71" y="513"/>
                <a:ext cx="1" cy="676"/>
              </a:xfrm>
              <a:custGeom>
                <a:avLst/>
                <a:gdLst>
                  <a:gd name="T0" fmla="*/ 0 w 1"/>
                  <a:gd name="T1" fmla="*/ 676 h 676"/>
                  <a:gd name="T2" fmla="*/ 0 w 1"/>
                  <a:gd name="T3" fmla="*/ 0 h 6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" h="676">
                    <a:moveTo>
                      <a:pt x="0" y="676"/>
                    </a:moveTo>
                    <a:lnTo>
                      <a:pt x="0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2821" name="Freeform 181">
                <a:extLst>
                  <a:ext uri="{FF2B5EF4-FFF2-40B4-BE49-F238E27FC236}">
                    <a16:creationId xmlns:a16="http://schemas.microsoft.com/office/drawing/2014/main" id="{BAAC7759-49EE-4595-B817-60C1FEA7507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46" y="1249"/>
                <a:ext cx="1" cy="750"/>
              </a:xfrm>
              <a:custGeom>
                <a:avLst/>
                <a:gdLst>
                  <a:gd name="T0" fmla="*/ 0 w 1"/>
                  <a:gd name="T1" fmla="*/ 750 h 750"/>
                  <a:gd name="T2" fmla="*/ 0 w 1"/>
                  <a:gd name="T3" fmla="*/ 0 h 7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" h="750">
                    <a:moveTo>
                      <a:pt x="0" y="750"/>
                    </a:moveTo>
                    <a:lnTo>
                      <a:pt x="0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2822" name="Freeform 182">
                <a:extLst>
                  <a:ext uri="{FF2B5EF4-FFF2-40B4-BE49-F238E27FC236}">
                    <a16:creationId xmlns:a16="http://schemas.microsoft.com/office/drawing/2014/main" id="{FB510BA4-7854-4703-9441-2536291560B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51" y="1249"/>
                <a:ext cx="204" cy="3"/>
              </a:xfrm>
              <a:custGeom>
                <a:avLst/>
                <a:gdLst>
                  <a:gd name="T0" fmla="*/ 204 w 204"/>
                  <a:gd name="T1" fmla="*/ 3 h 3"/>
                  <a:gd name="T2" fmla="*/ 0 w 204"/>
                  <a:gd name="T3" fmla="*/ 0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204" h="3">
                    <a:moveTo>
                      <a:pt x="204" y="3"/>
                    </a:moveTo>
                    <a:lnTo>
                      <a:pt x="0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2823" name="Freeform 183">
                <a:extLst>
                  <a:ext uri="{FF2B5EF4-FFF2-40B4-BE49-F238E27FC236}">
                    <a16:creationId xmlns:a16="http://schemas.microsoft.com/office/drawing/2014/main" id="{2EE7CC3B-BAB6-4618-8E35-804A44524A2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71" y="1183"/>
                <a:ext cx="69" cy="71"/>
              </a:xfrm>
              <a:custGeom>
                <a:avLst/>
                <a:gdLst>
                  <a:gd name="T0" fmla="*/ 0 w 69"/>
                  <a:gd name="T1" fmla="*/ 0 h 71"/>
                  <a:gd name="T2" fmla="*/ 69 w 69"/>
                  <a:gd name="T3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69" h="71">
                    <a:moveTo>
                      <a:pt x="0" y="0"/>
                    </a:moveTo>
                    <a:lnTo>
                      <a:pt x="69" y="71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2824" name="Freeform 184">
                <a:extLst>
                  <a:ext uri="{FF2B5EF4-FFF2-40B4-BE49-F238E27FC236}">
                    <a16:creationId xmlns:a16="http://schemas.microsoft.com/office/drawing/2014/main" id="{B9C3F583-1560-421D-A497-9373E20B342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71" y="1189"/>
                <a:ext cx="315" cy="1"/>
              </a:xfrm>
              <a:custGeom>
                <a:avLst/>
                <a:gdLst>
                  <a:gd name="T0" fmla="*/ 0 w 315"/>
                  <a:gd name="T1" fmla="*/ 0 h 1"/>
                  <a:gd name="T2" fmla="*/ 315 w 315"/>
                  <a:gd name="T3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315" h="1">
                    <a:moveTo>
                      <a:pt x="0" y="0"/>
                    </a:moveTo>
                    <a:lnTo>
                      <a:pt x="315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12883" name="Group 243">
              <a:extLst>
                <a:ext uri="{FF2B5EF4-FFF2-40B4-BE49-F238E27FC236}">
                  <a16:creationId xmlns:a16="http://schemas.microsoft.com/office/drawing/2014/main" id="{B0DA3648-95FC-44AC-A531-994E546BC80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72" y="513"/>
              <a:ext cx="780" cy="1496"/>
              <a:chOff x="3072" y="513"/>
              <a:chExt cx="780" cy="1496"/>
            </a:xfrm>
          </p:grpSpPr>
          <p:sp>
            <p:nvSpPr>
              <p:cNvPr id="112826" name="Line 186">
                <a:extLst>
                  <a:ext uri="{FF2B5EF4-FFF2-40B4-BE49-F238E27FC236}">
                    <a16:creationId xmlns:a16="http://schemas.microsoft.com/office/drawing/2014/main" id="{363C2584-D07E-4AE2-B0F5-E38B3844DFF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651" y="1208"/>
                <a:ext cx="121" cy="121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2827" name="Line 187">
                <a:extLst>
                  <a:ext uri="{FF2B5EF4-FFF2-40B4-BE49-F238E27FC236}">
                    <a16:creationId xmlns:a16="http://schemas.microsoft.com/office/drawing/2014/main" id="{3551817D-3FBD-42CF-95E7-B759E8303D7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558" y="513"/>
                <a:ext cx="192" cy="19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2828" name="Line 188">
                <a:extLst>
                  <a:ext uri="{FF2B5EF4-FFF2-40B4-BE49-F238E27FC236}">
                    <a16:creationId xmlns:a16="http://schemas.microsoft.com/office/drawing/2014/main" id="{4ADD3AD4-D015-4388-ADD4-688F0C17E71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414" y="513"/>
                <a:ext cx="192" cy="19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2829" name="Freeform 189">
                <a:extLst>
                  <a:ext uri="{FF2B5EF4-FFF2-40B4-BE49-F238E27FC236}">
                    <a16:creationId xmlns:a16="http://schemas.microsoft.com/office/drawing/2014/main" id="{DE94958D-393C-4D36-8C13-22F51FAC17B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14" y="521"/>
                <a:ext cx="32" cy="40"/>
              </a:xfrm>
              <a:custGeom>
                <a:avLst/>
                <a:gdLst>
                  <a:gd name="T0" fmla="*/ 0 w 32"/>
                  <a:gd name="T1" fmla="*/ 40 h 40"/>
                  <a:gd name="T2" fmla="*/ 32 w 32"/>
                  <a:gd name="T3" fmla="*/ 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32" h="40">
                    <a:moveTo>
                      <a:pt x="0" y="40"/>
                    </a:moveTo>
                    <a:lnTo>
                      <a:pt x="32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2830" name="Line 190">
                <a:extLst>
                  <a:ext uri="{FF2B5EF4-FFF2-40B4-BE49-F238E27FC236}">
                    <a16:creationId xmlns:a16="http://schemas.microsoft.com/office/drawing/2014/main" id="{38A039CA-CF74-4C52-B594-ADEDC8394B2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651" y="777"/>
                <a:ext cx="120" cy="12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2831" name="Freeform 191">
                <a:extLst>
                  <a:ext uri="{FF2B5EF4-FFF2-40B4-BE49-F238E27FC236}">
                    <a16:creationId xmlns:a16="http://schemas.microsoft.com/office/drawing/2014/main" id="{31D4F9CB-A1DE-4715-AD2C-D9236773F29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51" y="914"/>
                <a:ext cx="120" cy="119"/>
              </a:xfrm>
              <a:custGeom>
                <a:avLst/>
                <a:gdLst>
                  <a:gd name="T0" fmla="*/ 0 w 120"/>
                  <a:gd name="T1" fmla="*/ 119 h 119"/>
                  <a:gd name="T2" fmla="*/ 120 w 120"/>
                  <a:gd name="T3" fmla="*/ 0 h 1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20" h="119">
                    <a:moveTo>
                      <a:pt x="0" y="119"/>
                    </a:moveTo>
                    <a:lnTo>
                      <a:pt x="120" y="0"/>
                    </a:lnTo>
                  </a:path>
                </a:pathLst>
              </a:cu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2832" name="Freeform 192">
                <a:extLst>
                  <a:ext uri="{FF2B5EF4-FFF2-40B4-BE49-F238E27FC236}">
                    <a16:creationId xmlns:a16="http://schemas.microsoft.com/office/drawing/2014/main" id="{F0603861-7973-4607-9F63-AF663053BE7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58" y="636"/>
                <a:ext cx="115" cy="115"/>
              </a:xfrm>
              <a:custGeom>
                <a:avLst/>
                <a:gdLst>
                  <a:gd name="T0" fmla="*/ 0 w 115"/>
                  <a:gd name="T1" fmla="*/ 115 h 115"/>
                  <a:gd name="T2" fmla="*/ 115 w 115"/>
                  <a:gd name="T3" fmla="*/ 0 h 1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15" h="115">
                    <a:moveTo>
                      <a:pt x="0" y="115"/>
                    </a:moveTo>
                    <a:lnTo>
                      <a:pt x="115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2833" name="Line 193">
                <a:extLst>
                  <a:ext uri="{FF2B5EF4-FFF2-40B4-BE49-F238E27FC236}">
                    <a16:creationId xmlns:a16="http://schemas.microsoft.com/office/drawing/2014/main" id="{768A9316-7B8E-4B93-9DED-160E4858601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651" y="1065"/>
                <a:ext cx="120" cy="12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2834" name="Line 194">
                <a:extLst>
                  <a:ext uri="{FF2B5EF4-FFF2-40B4-BE49-F238E27FC236}">
                    <a16:creationId xmlns:a16="http://schemas.microsoft.com/office/drawing/2014/main" id="{1370624C-E111-4A84-A230-8C12E948A4E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654" y="1281"/>
                <a:ext cx="192" cy="19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2835" name="Line 195">
                <a:extLst>
                  <a:ext uri="{FF2B5EF4-FFF2-40B4-BE49-F238E27FC236}">
                    <a16:creationId xmlns:a16="http://schemas.microsoft.com/office/drawing/2014/main" id="{8BE5428E-EFB7-4600-9C87-753C84B3343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654" y="1425"/>
                <a:ext cx="192" cy="19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2836" name="Line 196">
                <a:extLst>
                  <a:ext uri="{FF2B5EF4-FFF2-40B4-BE49-F238E27FC236}">
                    <a16:creationId xmlns:a16="http://schemas.microsoft.com/office/drawing/2014/main" id="{7C5F3DFB-DAF2-466F-9748-F27675BEF82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126" y="1812"/>
                <a:ext cx="180" cy="18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2837" name="Line 197">
                <a:extLst>
                  <a:ext uri="{FF2B5EF4-FFF2-40B4-BE49-F238E27FC236}">
                    <a16:creationId xmlns:a16="http://schemas.microsoft.com/office/drawing/2014/main" id="{D43B29ED-525F-4D99-A9F3-4D03D865F5A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657" y="1569"/>
                <a:ext cx="194" cy="194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2838" name="Line 198">
                <a:extLst>
                  <a:ext uri="{FF2B5EF4-FFF2-40B4-BE49-F238E27FC236}">
                    <a16:creationId xmlns:a16="http://schemas.microsoft.com/office/drawing/2014/main" id="{2A50D6A6-BC8E-4337-9F1D-85B4069C757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414" y="1804"/>
                <a:ext cx="192" cy="19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2839" name="Freeform 199">
                <a:extLst>
                  <a:ext uri="{FF2B5EF4-FFF2-40B4-BE49-F238E27FC236}">
                    <a16:creationId xmlns:a16="http://schemas.microsoft.com/office/drawing/2014/main" id="{1BDA488A-F659-4BC5-BC46-9564FFF13D6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67" y="1804"/>
                <a:ext cx="195" cy="195"/>
              </a:xfrm>
              <a:custGeom>
                <a:avLst/>
                <a:gdLst>
                  <a:gd name="T0" fmla="*/ 195 w 195"/>
                  <a:gd name="T1" fmla="*/ 0 h 195"/>
                  <a:gd name="T2" fmla="*/ 0 w 195"/>
                  <a:gd name="T3" fmla="*/ 195 h 1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95" h="195">
                    <a:moveTo>
                      <a:pt x="195" y="0"/>
                    </a:moveTo>
                    <a:lnTo>
                      <a:pt x="0" y="195"/>
                    </a:lnTo>
                  </a:path>
                </a:pathLst>
              </a:custGeom>
              <a:noFill/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2840" name="Freeform 200">
                <a:extLst>
                  <a:ext uri="{FF2B5EF4-FFF2-40B4-BE49-F238E27FC236}">
                    <a16:creationId xmlns:a16="http://schemas.microsoft.com/office/drawing/2014/main" id="{916CF8D3-A08E-494C-B7B5-41D2BEE4FDA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72" y="1798"/>
                <a:ext cx="105" cy="96"/>
              </a:xfrm>
              <a:custGeom>
                <a:avLst/>
                <a:gdLst>
                  <a:gd name="T0" fmla="*/ 0 w 105"/>
                  <a:gd name="T1" fmla="*/ 96 h 96"/>
                  <a:gd name="T2" fmla="*/ 105 w 105"/>
                  <a:gd name="T3" fmla="*/ 0 h 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05" h="96">
                    <a:moveTo>
                      <a:pt x="0" y="96"/>
                    </a:moveTo>
                    <a:lnTo>
                      <a:pt x="105" y="0"/>
                    </a:lnTo>
                  </a:path>
                </a:pathLst>
              </a:custGeom>
              <a:noFill/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2841" name="Freeform 201">
                <a:extLst>
                  <a:ext uri="{FF2B5EF4-FFF2-40B4-BE49-F238E27FC236}">
                    <a16:creationId xmlns:a16="http://schemas.microsoft.com/office/drawing/2014/main" id="{1C4F9FB5-B982-4310-9774-8AE7CAC2926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62" y="1722"/>
                <a:ext cx="284" cy="287"/>
              </a:xfrm>
              <a:custGeom>
                <a:avLst/>
                <a:gdLst>
                  <a:gd name="T0" fmla="*/ 0 w 284"/>
                  <a:gd name="T1" fmla="*/ 287 h 287"/>
                  <a:gd name="T2" fmla="*/ 284 w 284"/>
                  <a:gd name="T3" fmla="*/ 0 h 2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284" h="287">
                    <a:moveTo>
                      <a:pt x="0" y="287"/>
                    </a:moveTo>
                    <a:lnTo>
                      <a:pt x="284" y="0"/>
                    </a:lnTo>
                  </a:path>
                </a:pathLst>
              </a:custGeom>
              <a:noFill/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2842" name="Freeform 202">
                <a:extLst>
                  <a:ext uri="{FF2B5EF4-FFF2-40B4-BE49-F238E27FC236}">
                    <a16:creationId xmlns:a16="http://schemas.microsoft.com/office/drawing/2014/main" id="{F6BA55EE-582B-4281-98D9-97526FA1477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17" y="1864"/>
                <a:ext cx="135" cy="135"/>
              </a:xfrm>
              <a:custGeom>
                <a:avLst/>
                <a:gdLst>
                  <a:gd name="T0" fmla="*/ 0 w 135"/>
                  <a:gd name="T1" fmla="*/ 135 h 135"/>
                  <a:gd name="T2" fmla="*/ 135 w 135"/>
                  <a:gd name="T3" fmla="*/ 0 h 1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35" h="135">
                    <a:moveTo>
                      <a:pt x="0" y="135"/>
                    </a:moveTo>
                    <a:lnTo>
                      <a:pt x="135" y="0"/>
                    </a:lnTo>
                  </a:path>
                </a:pathLst>
              </a:custGeom>
              <a:noFill/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112843" name="Freeform 203">
              <a:extLst>
                <a:ext uri="{FF2B5EF4-FFF2-40B4-BE49-F238E27FC236}">
                  <a16:creationId xmlns:a16="http://schemas.microsoft.com/office/drawing/2014/main" id="{53805198-DB4C-421E-BF3D-028B69AF74D3}"/>
                </a:ext>
              </a:extLst>
            </p:cNvPr>
            <p:cNvSpPr>
              <a:spLocks/>
            </p:cNvSpPr>
            <p:nvPr/>
          </p:nvSpPr>
          <p:spPr bwMode="auto">
            <a:xfrm>
              <a:off x="3886" y="876"/>
              <a:ext cx="376" cy="1"/>
            </a:xfrm>
            <a:custGeom>
              <a:avLst/>
              <a:gdLst>
                <a:gd name="T0" fmla="*/ 0 w 376"/>
                <a:gd name="T1" fmla="*/ 0 h 1"/>
                <a:gd name="T2" fmla="*/ 376 w 376"/>
                <a:gd name="T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76" h="1">
                  <a:moveTo>
                    <a:pt x="0" y="0"/>
                  </a:moveTo>
                  <a:lnTo>
                    <a:pt x="376" y="0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lgDashDot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2844" name="Oval 204">
              <a:extLst>
                <a:ext uri="{FF2B5EF4-FFF2-40B4-BE49-F238E27FC236}">
                  <a16:creationId xmlns:a16="http://schemas.microsoft.com/office/drawing/2014/main" id="{76427E04-E300-44BC-BAB7-B312AACAB7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46" y="777"/>
              <a:ext cx="224" cy="219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2845" name="Freeform 205">
              <a:extLst>
                <a:ext uri="{FF2B5EF4-FFF2-40B4-BE49-F238E27FC236}">
                  <a16:creationId xmlns:a16="http://schemas.microsoft.com/office/drawing/2014/main" id="{A7232F8A-4099-48C8-A5E0-1A1702E1C8B6}"/>
                </a:ext>
              </a:extLst>
            </p:cNvPr>
            <p:cNvSpPr>
              <a:spLocks/>
            </p:cNvSpPr>
            <p:nvPr/>
          </p:nvSpPr>
          <p:spPr bwMode="auto">
            <a:xfrm>
              <a:off x="4558" y="474"/>
              <a:ext cx="1" cy="300"/>
            </a:xfrm>
            <a:custGeom>
              <a:avLst/>
              <a:gdLst>
                <a:gd name="T0" fmla="*/ 0 w 1"/>
                <a:gd name="T1" fmla="*/ 0 h 300"/>
                <a:gd name="T2" fmla="*/ 0 w 1"/>
                <a:gd name="T3" fmla="*/ 300 h 3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300">
                  <a:moveTo>
                    <a:pt x="0" y="0"/>
                  </a:moveTo>
                  <a:lnTo>
                    <a:pt x="0" y="300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lgDashDot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2846" name="Freeform 206">
              <a:extLst>
                <a:ext uri="{FF2B5EF4-FFF2-40B4-BE49-F238E27FC236}">
                  <a16:creationId xmlns:a16="http://schemas.microsoft.com/office/drawing/2014/main" id="{F68B5EF1-AEE8-4F44-896D-70802D4460DE}"/>
                </a:ext>
              </a:extLst>
            </p:cNvPr>
            <p:cNvSpPr>
              <a:spLocks/>
            </p:cNvSpPr>
            <p:nvPr/>
          </p:nvSpPr>
          <p:spPr bwMode="auto">
            <a:xfrm>
              <a:off x="4903" y="1729"/>
              <a:ext cx="1" cy="315"/>
            </a:xfrm>
            <a:custGeom>
              <a:avLst/>
              <a:gdLst>
                <a:gd name="T0" fmla="*/ 0 w 1"/>
                <a:gd name="T1" fmla="*/ 0 h 315"/>
                <a:gd name="T2" fmla="*/ 0 w 1"/>
                <a:gd name="T3" fmla="*/ 315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315">
                  <a:moveTo>
                    <a:pt x="0" y="0"/>
                  </a:moveTo>
                  <a:lnTo>
                    <a:pt x="0" y="315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lgDashDot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112884" name="Group 244">
              <a:extLst>
                <a:ext uri="{FF2B5EF4-FFF2-40B4-BE49-F238E27FC236}">
                  <a16:creationId xmlns:a16="http://schemas.microsoft.com/office/drawing/2014/main" id="{0BA04417-A114-45E8-AEAE-5DC97524C7D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047" y="513"/>
              <a:ext cx="1012" cy="1501"/>
              <a:chOff x="4047" y="513"/>
              <a:chExt cx="1012" cy="1501"/>
            </a:xfrm>
          </p:grpSpPr>
          <p:sp>
            <p:nvSpPr>
              <p:cNvPr id="112848" name="Freeform 208">
                <a:extLst>
                  <a:ext uri="{FF2B5EF4-FFF2-40B4-BE49-F238E27FC236}">
                    <a16:creationId xmlns:a16="http://schemas.microsoft.com/office/drawing/2014/main" id="{EE224BE7-9411-43D8-AEAE-234F8C336C3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61" y="2001"/>
                <a:ext cx="998" cy="1"/>
              </a:xfrm>
              <a:custGeom>
                <a:avLst/>
                <a:gdLst>
                  <a:gd name="T0" fmla="*/ 998 w 998"/>
                  <a:gd name="T1" fmla="*/ 0 h 1"/>
                  <a:gd name="T2" fmla="*/ 0 w 998"/>
                  <a:gd name="T3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998" h="1">
                    <a:moveTo>
                      <a:pt x="998" y="0"/>
                    </a:moveTo>
                    <a:lnTo>
                      <a:pt x="0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2849" name="Freeform 209">
                <a:extLst>
                  <a:ext uri="{FF2B5EF4-FFF2-40B4-BE49-F238E27FC236}">
                    <a16:creationId xmlns:a16="http://schemas.microsoft.com/office/drawing/2014/main" id="{56BA711E-1C55-47CA-85E2-BED423B7B7F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60" y="1804"/>
                <a:ext cx="585" cy="1"/>
              </a:xfrm>
              <a:custGeom>
                <a:avLst/>
                <a:gdLst>
                  <a:gd name="T0" fmla="*/ 585 w 585"/>
                  <a:gd name="T1" fmla="*/ 0 h 1"/>
                  <a:gd name="T2" fmla="*/ 0 w 585"/>
                  <a:gd name="T3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585" h="1">
                    <a:moveTo>
                      <a:pt x="585" y="0"/>
                    </a:moveTo>
                    <a:lnTo>
                      <a:pt x="0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2850" name="Freeform 210">
                <a:extLst>
                  <a:ext uri="{FF2B5EF4-FFF2-40B4-BE49-F238E27FC236}">
                    <a16:creationId xmlns:a16="http://schemas.microsoft.com/office/drawing/2014/main" id="{DF17E272-4CC8-493A-8235-658FF1AD771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60" y="708"/>
                <a:ext cx="248" cy="6"/>
              </a:xfrm>
              <a:custGeom>
                <a:avLst/>
                <a:gdLst>
                  <a:gd name="T0" fmla="*/ 248 w 248"/>
                  <a:gd name="T1" fmla="*/ 6 h 6"/>
                  <a:gd name="T2" fmla="*/ 0 w 248"/>
                  <a:gd name="T3" fmla="*/ 0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248" h="6">
                    <a:moveTo>
                      <a:pt x="248" y="6"/>
                    </a:moveTo>
                    <a:lnTo>
                      <a:pt x="0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2851" name="Freeform 211">
                <a:extLst>
                  <a:ext uri="{FF2B5EF4-FFF2-40B4-BE49-F238E27FC236}">
                    <a16:creationId xmlns:a16="http://schemas.microsoft.com/office/drawing/2014/main" id="{0C477D1D-25C6-4226-AEB8-4210C723D88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00" y="513"/>
                <a:ext cx="1" cy="195"/>
              </a:xfrm>
              <a:custGeom>
                <a:avLst/>
                <a:gdLst>
                  <a:gd name="T0" fmla="*/ 0 w 1"/>
                  <a:gd name="T1" fmla="*/ 195 h 195"/>
                  <a:gd name="T2" fmla="*/ 0 w 1"/>
                  <a:gd name="T3" fmla="*/ 0 h 1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" h="195">
                    <a:moveTo>
                      <a:pt x="0" y="195"/>
                    </a:moveTo>
                    <a:lnTo>
                      <a:pt x="0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2852" name="Freeform 212">
                <a:extLst>
                  <a:ext uri="{FF2B5EF4-FFF2-40B4-BE49-F238E27FC236}">
                    <a16:creationId xmlns:a16="http://schemas.microsoft.com/office/drawing/2014/main" id="{5CD259B2-0891-44E2-B6D1-CC43C5ED7220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4054" y="519"/>
                <a:ext cx="660" cy="1"/>
              </a:xfrm>
              <a:custGeom>
                <a:avLst/>
                <a:gdLst>
                  <a:gd name="T0" fmla="*/ 0 w 660"/>
                  <a:gd name="T1" fmla="*/ 0 h 1"/>
                  <a:gd name="T2" fmla="*/ 660 w 660"/>
                  <a:gd name="T3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660" h="1">
                    <a:moveTo>
                      <a:pt x="0" y="0"/>
                    </a:moveTo>
                    <a:lnTo>
                      <a:pt x="660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2853" name="Freeform 213">
                <a:extLst>
                  <a:ext uri="{FF2B5EF4-FFF2-40B4-BE49-F238E27FC236}">
                    <a16:creationId xmlns:a16="http://schemas.microsoft.com/office/drawing/2014/main" id="{81038F15-0763-43A4-81C6-FD858E13850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60" y="708"/>
                <a:ext cx="1" cy="1096"/>
              </a:xfrm>
              <a:custGeom>
                <a:avLst/>
                <a:gdLst>
                  <a:gd name="T0" fmla="*/ 0 w 1"/>
                  <a:gd name="T1" fmla="*/ 1096 h 1096"/>
                  <a:gd name="T2" fmla="*/ 0 w 1"/>
                  <a:gd name="T3" fmla="*/ 0 h 10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" h="1096">
                    <a:moveTo>
                      <a:pt x="0" y="1096"/>
                    </a:moveTo>
                    <a:lnTo>
                      <a:pt x="0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2854" name="Freeform 214">
                <a:extLst>
                  <a:ext uri="{FF2B5EF4-FFF2-40B4-BE49-F238E27FC236}">
                    <a16:creationId xmlns:a16="http://schemas.microsoft.com/office/drawing/2014/main" id="{80C2736A-CF8C-48F4-8D0A-FE8B4D59A94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45" y="1804"/>
                <a:ext cx="1" cy="210"/>
              </a:xfrm>
              <a:custGeom>
                <a:avLst/>
                <a:gdLst>
                  <a:gd name="T0" fmla="*/ 0 w 1"/>
                  <a:gd name="T1" fmla="*/ 0 h 210"/>
                  <a:gd name="T2" fmla="*/ 0 w 1"/>
                  <a:gd name="T3" fmla="*/ 21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" h="210">
                    <a:moveTo>
                      <a:pt x="0" y="0"/>
                    </a:moveTo>
                    <a:lnTo>
                      <a:pt x="0" y="21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2855" name="Line 215">
                <a:extLst>
                  <a:ext uri="{FF2B5EF4-FFF2-40B4-BE49-F238E27FC236}">
                    <a16:creationId xmlns:a16="http://schemas.microsoft.com/office/drawing/2014/main" id="{AF109A30-C343-4403-B0C5-57B5DEE5F89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333" y="513"/>
                <a:ext cx="0" cy="67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2856" name="Freeform 216">
                <a:extLst>
                  <a:ext uri="{FF2B5EF4-FFF2-40B4-BE49-F238E27FC236}">
                    <a16:creationId xmlns:a16="http://schemas.microsoft.com/office/drawing/2014/main" id="{E2E62CB4-A82D-4562-AA34-555D984F731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54" y="1189"/>
                <a:ext cx="286" cy="1"/>
              </a:xfrm>
              <a:custGeom>
                <a:avLst/>
                <a:gdLst>
                  <a:gd name="T0" fmla="*/ 0 w 286"/>
                  <a:gd name="T1" fmla="*/ 0 h 1"/>
                  <a:gd name="T2" fmla="*/ 286 w 286"/>
                  <a:gd name="T3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286" h="1">
                    <a:moveTo>
                      <a:pt x="0" y="0"/>
                    </a:moveTo>
                    <a:lnTo>
                      <a:pt x="286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2857" name="Freeform 217">
                <a:extLst>
                  <a:ext uri="{FF2B5EF4-FFF2-40B4-BE49-F238E27FC236}">
                    <a16:creationId xmlns:a16="http://schemas.microsoft.com/office/drawing/2014/main" id="{A3EA61DF-15F2-4CAF-9D09-F0BED9DA50B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65" y="1249"/>
                <a:ext cx="1" cy="750"/>
              </a:xfrm>
              <a:custGeom>
                <a:avLst/>
                <a:gdLst>
                  <a:gd name="T0" fmla="*/ 0 w 1"/>
                  <a:gd name="T1" fmla="*/ 750 h 750"/>
                  <a:gd name="T2" fmla="*/ 0 w 1"/>
                  <a:gd name="T3" fmla="*/ 0 h 7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" h="750">
                    <a:moveTo>
                      <a:pt x="0" y="750"/>
                    </a:moveTo>
                    <a:lnTo>
                      <a:pt x="0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2858" name="Freeform 218">
                <a:extLst>
                  <a:ext uri="{FF2B5EF4-FFF2-40B4-BE49-F238E27FC236}">
                    <a16:creationId xmlns:a16="http://schemas.microsoft.com/office/drawing/2014/main" id="{C0DDC13C-A517-45F4-A20F-5A46A598315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65" y="1189"/>
                <a:ext cx="60" cy="60"/>
              </a:xfrm>
              <a:custGeom>
                <a:avLst/>
                <a:gdLst>
                  <a:gd name="T0" fmla="*/ 60 w 60"/>
                  <a:gd name="T1" fmla="*/ 0 h 60"/>
                  <a:gd name="T2" fmla="*/ 0 w 60"/>
                  <a:gd name="T3" fmla="*/ 60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60" h="60">
                    <a:moveTo>
                      <a:pt x="60" y="0"/>
                    </a:moveTo>
                    <a:lnTo>
                      <a:pt x="0" y="6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2859" name="Freeform 219">
                <a:extLst>
                  <a:ext uri="{FF2B5EF4-FFF2-40B4-BE49-F238E27FC236}">
                    <a16:creationId xmlns:a16="http://schemas.microsoft.com/office/drawing/2014/main" id="{1892DA9A-B2F6-400B-AC4A-FDDAAE62128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47" y="1252"/>
                <a:ext cx="215" cy="1"/>
              </a:xfrm>
              <a:custGeom>
                <a:avLst/>
                <a:gdLst>
                  <a:gd name="T0" fmla="*/ 215 w 215"/>
                  <a:gd name="T1" fmla="*/ 0 h 1"/>
                  <a:gd name="T2" fmla="*/ 0 w 215"/>
                  <a:gd name="T3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215" h="1">
                    <a:moveTo>
                      <a:pt x="215" y="0"/>
                    </a:moveTo>
                    <a:lnTo>
                      <a:pt x="0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12860" name="Group 220">
              <a:extLst>
                <a:ext uri="{FF2B5EF4-FFF2-40B4-BE49-F238E27FC236}">
                  <a16:creationId xmlns:a16="http://schemas.microsoft.com/office/drawing/2014/main" id="{FAD0E01F-B4C3-4554-8E58-965915BD894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256" y="505"/>
              <a:ext cx="782" cy="1504"/>
              <a:chOff x="4256" y="666"/>
              <a:chExt cx="782" cy="1504"/>
            </a:xfrm>
          </p:grpSpPr>
          <p:sp>
            <p:nvSpPr>
              <p:cNvPr id="112861" name="Line 221">
                <a:extLst>
                  <a:ext uri="{FF2B5EF4-FFF2-40B4-BE49-F238E27FC236}">
                    <a16:creationId xmlns:a16="http://schemas.microsoft.com/office/drawing/2014/main" id="{DC25C5FC-3FD3-4185-9315-FAEAD6AD175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265" y="1316"/>
                <a:ext cx="195" cy="19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2862" name="Line 222">
                <a:extLst>
                  <a:ext uri="{FF2B5EF4-FFF2-40B4-BE49-F238E27FC236}">
                    <a16:creationId xmlns:a16="http://schemas.microsoft.com/office/drawing/2014/main" id="{BFA284BE-8535-454C-8CCC-01DBD21F1D7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265" y="1454"/>
                <a:ext cx="195" cy="19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2863" name="Freeform 223">
                <a:extLst>
                  <a:ext uri="{FF2B5EF4-FFF2-40B4-BE49-F238E27FC236}">
                    <a16:creationId xmlns:a16="http://schemas.microsoft.com/office/drawing/2014/main" id="{45969284-601A-4064-B6A2-2D561252682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58" y="1590"/>
                <a:ext cx="195" cy="195"/>
              </a:xfrm>
              <a:custGeom>
                <a:avLst/>
                <a:gdLst>
                  <a:gd name="T0" fmla="*/ 0 w 195"/>
                  <a:gd name="T1" fmla="*/ 195 h 195"/>
                  <a:gd name="T2" fmla="*/ 195 w 195"/>
                  <a:gd name="T3" fmla="*/ 0 h 1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95" h="195">
                    <a:moveTo>
                      <a:pt x="0" y="195"/>
                    </a:moveTo>
                    <a:lnTo>
                      <a:pt x="195" y="0"/>
                    </a:lnTo>
                  </a:path>
                </a:pathLst>
              </a:custGeom>
              <a:noFill/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2864" name="Line 224">
                <a:extLst>
                  <a:ext uri="{FF2B5EF4-FFF2-40B4-BE49-F238E27FC236}">
                    <a16:creationId xmlns:a16="http://schemas.microsoft.com/office/drawing/2014/main" id="{82623750-A946-4C95-9047-FA8647A9FA7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256" y="1730"/>
                <a:ext cx="195" cy="19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2865" name="Line 225">
                <a:extLst>
                  <a:ext uri="{FF2B5EF4-FFF2-40B4-BE49-F238E27FC236}">
                    <a16:creationId xmlns:a16="http://schemas.microsoft.com/office/drawing/2014/main" id="{714C7BAA-78D6-4614-8AE6-4DFF8F1DEF3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256" y="1877"/>
                <a:ext cx="195" cy="19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2866" name="Freeform 226">
                <a:extLst>
                  <a:ext uri="{FF2B5EF4-FFF2-40B4-BE49-F238E27FC236}">
                    <a16:creationId xmlns:a16="http://schemas.microsoft.com/office/drawing/2014/main" id="{5261DCB2-E0BC-4606-A90B-EBAA4ABD933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01" y="1968"/>
                <a:ext cx="201" cy="198"/>
              </a:xfrm>
              <a:custGeom>
                <a:avLst/>
                <a:gdLst>
                  <a:gd name="T0" fmla="*/ 0 w 201"/>
                  <a:gd name="T1" fmla="*/ 198 h 198"/>
                  <a:gd name="T2" fmla="*/ 201 w 201"/>
                  <a:gd name="T3" fmla="*/ 0 h 1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201" h="198">
                    <a:moveTo>
                      <a:pt x="0" y="198"/>
                    </a:moveTo>
                    <a:lnTo>
                      <a:pt x="201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2867" name="Freeform 227">
                <a:extLst>
                  <a:ext uri="{FF2B5EF4-FFF2-40B4-BE49-F238E27FC236}">
                    <a16:creationId xmlns:a16="http://schemas.microsoft.com/office/drawing/2014/main" id="{8BFE5B50-E9AD-4560-9C42-9EF0ED8107E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26" y="1968"/>
                <a:ext cx="201" cy="202"/>
              </a:xfrm>
              <a:custGeom>
                <a:avLst/>
                <a:gdLst>
                  <a:gd name="T0" fmla="*/ 0 w 201"/>
                  <a:gd name="T1" fmla="*/ 202 h 202"/>
                  <a:gd name="T2" fmla="*/ 201 w 201"/>
                  <a:gd name="T3" fmla="*/ 0 h 2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201" h="202">
                    <a:moveTo>
                      <a:pt x="0" y="202"/>
                    </a:moveTo>
                    <a:lnTo>
                      <a:pt x="201" y="0"/>
                    </a:lnTo>
                  </a:path>
                </a:pathLst>
              </a:custGeom>
              <a:noFill/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2868" name="Freeform 228">
                <a:extLst>
                  <a:ext uri="{FF2B5EF4-FFF2-40B4-BE49-F238E27FC236}">
                    <a16:creationId xmlns:a16="http://schemas.microsoft.com/office/drawing/2014/main" id="{B7CF752A-4E12-4C06-B2AE-D8F0BB133CE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60" y="1958"/>
                <a:ext cx="202" cy="202"/>
              </a:xfrm>
              <a:custGeom>
                <a:avLst/>
                <a:gdLst>
                  <a:gd name="T0" fmla="*/ 0 w 202"/>
                  <a:gd name="T1" fmla="*/ 202 h 202"/>
                  <a:gd name="T2" fmla="*/ 202 w 202"/>
                  <a:gd name="T3" fmla="*/ 0 h 2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202" h="202">
                    <a:moveTo>
                      <a:pt x="0" y="202"/>
                    </a:moveTo>
                    <a:lnTo>
                      <a:pt x="202" y="0"/>
                    </a:lnTo>
                  </a:path>
                </a:pathLst>
              </a:custGeom>
              <a:noFill/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2869" name="Freeform 229">
                <a:extLst>
                  <a:ext uri="{FF2B5EF4-FFF2-40B4-BE49-F238E27FC236}">
                    <a16:creationId xmlns:a16="http://schemas.microsoft.com/office/drawing/2014/main" id="{E017C894-595E-4184-A4B4-823406CBA1A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90" y="1962"/>
                <a:ext cx="195" cy="195"/>
              </a:xfrm>
              <a:custGeom>
                <a:avLst/>
                <a:gdLst>
                  <a:gd name="T0" fmla="*/ 0 w 195"/>
                  <a:gd name="T1" fmla="*/ 195 h 195"/>
                  <a:gd name="T2" fmla="*/ 195 w 195"/>
                  <a:gd name="T3" fmla="*/ 0 h 1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95" h="195">
                    <a:moveTo>
                      <a:pt x="0" y="195"/>
                    </a:moveTo>
                    <a:lnTo>
                      <a:pt x="195" y="0"/>
                    </a:lnTo>
                  </a:path>
                </a:pathLst>
              </a:custGeom>
              <a:noFill/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2870" name="Freeform 230">
                <a:extLst>
                  <a:ext uri="{FF2B5EF4-FFF2-40B4-BE49-F238E27FC236}">
                    <a16:creationId xmlns:a16="http://schemas.microsoft.com/office/drawing/2014/main" id="{5CE0156D-3EF8-480E-B3E2-089AED9196A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19" y="1958"/>
                <a:ext cx="202" cy="202"/>
              </a:xfrm>
              <a:custGeom>
                <a:avLst/>
                <a:gdLst>
                  <a:gd name="T0" fmla="*/ 0 w 202"/>
                  <a:gd name="T1" fmla="*/ 202 h 202"/>
                  <a:gd name="T2" fmla="*/ 202 w 202"/>
                  <a:gd name="T3" fmla="*/ 0 h 2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202" h="202">
                    <a:moveTo>
                      <a:pt x="0" y="202"/>
                    </a:moveTo>
                    <a:lnTo>
                      <a:pt x="202" y="0"/>
                    </a:lnTo>
                  </a:path>
                </a:pathLst>
              </a:custGeom>
              <a:noFill/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2871" name="Freeform 231">
                <a:extLst>
                  <a:ext uri="{FF2B5EF4-FFF2-40B4-BE49-F238E27FC236}">
                    <a16:creationId xmlns:a16="http://schemas.microsoft.com/office/drawing/2014/main" id="{AD70E664-92F3-415C-A19C-75CBEC993BE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49" y="2070"/>
                <a:ext cx="89" cy="91"/>
              </a:xfrm>
              <a:custGeom>
                <a:avLst/>
                <a:gdLst>
                  <a:gd name="T0" fmla="*/ 0 w 89"/>
                  <a:gd name="T1" fmla="*/ 91 h 91"/>
                  <a:gd name="T2" fmla="*/ 89 w 89"/>
                  <a:gd name="T3" fmla="*/ 0 h 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89" h="91">
                    <a:moveTo>
                      <a:pt x="0" y="91"/>
                    </a:moveTo>
                    <a:lnTo>
                      <a:pt x="89" y="0"/>
                    </a:lnTo>
                  </a:path>
                </a:pathLst>
              </a:custGeom>
              <a:noFill/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2872" name="Freeform 232">
                <a:extLst>
                  <a:ext uri="{FF2B5EF4-FFF2-40B4-BE49-F238E27FC236}">
                    <a16:creationId xmlns:a16="http://schemas.microsoft.com/office/drawing/2014/main" id="{BC9EE61B-03FA-4649-86D7-12A231E5CB8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33" y="1184"/>
                <a:ext cx="120" cy="117"/>
              </a:xfrm>
              <a:custGeom>
                <a:avLst/>
                <a:gdLst>
                  <a:gd name="T0" fmla="*/ 0 w 120"/>
                  <a:gd name="T1" fmla="*/ 117 h 117"/>
                  <a:gd name="T2" fmla="*/ 120 w 120"/>
                  <a:gd name="T3" fmla="*/ 0 h 1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20" h="117">
                    <a:moveTo>
                      <a:pt x="0" y="117"/>
                    </a:moveTo>
                    <a:lnTo>
                      <a:pt x="120" y="0"/>
                    </a:lnTo>
                  </a:path>
                </a:pathLst>
              </a:custGeom>
              <a:noFill/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2873" name="Freeform 233">
                <a:extLst>
                  <a:ext uri="{FF2B5EF4-FFF2-40B4-BE49-F238E27FC236}">
                    <a16:creationId xmlns:a16="http://schemas.microsoft.com/office/drawing/2014/main" id="{5452887D-D541-4116-80C8-9636FB2F4F4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30" y="1037"/>
                <a:ext cx="134" cy="134"/>
              </a:xfrm>
              <a:custGeom>
                <a:avLst/>
                <a:gdLst>
                  <a:gd name="T0" fmla="*/ 0 w 134"/>
                  <a:gd name="T1" fmla="*/ 134 h 134"/>
                  <a:gd name="T2" fmla="*/ 134 w 134"/>
                  <a:gd name="T3" fmla="*/ 0 h 1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34" h="134">
                    <a:moveTo>
                      <a:pt x="0" y="134"/>
                    </a:moveTo>
                    <a:lnTo>
                      <a:pt x="134" y="0"/>
                    </a:lnTo>
                  </a:path>
                </a:pathLst>
              </a:custGeom>
              <a:noFill/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2874" name="Freeform 234">
                <a:extLst>
                  <a:ext uri="{FF2B5EF4-FFF2-40B4-BE49-F238E27FC236}">
                    <a16:creationId xmlns:a16="http://schemas.microsoft.com/office/drawing/2014/main" id="{01D3A433-6C24-4C06-972B-23BBAF083C7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45" y="896"/>
                <a:ext cx="120" cy="117"/>
              </a:xfrm>
              <a:custGeom>
                <a:avLst/>
                <a:gdLst>
                  <a:gd name="T0" fmla="*/ 0 w 120"/>
                  <a:gd name="T1" fmla="*/ 117 h 117"/>
                  <a:gd name="T2" fmla="*/ 120 w 120"/>
                  <a:gd name="T3" fmla="*/ 0 h 1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20" h="117">
                    <a:moveTo>
                      <a:pt x="0" y="117"/>
                    </a:moveTo>
                    <a:lnTo>
                      <a:pt x="120" y="0"/>
                    </a:lnTo>
                  </a:path>
                </a:pathLst>
              </a:custGeom>
              <a:noFill/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2875" name="Line 235">
                <a:extLst>
                  <a:ext uri="{FF2B5EF4-FFF2-40B4-BE49-F238E27FC236}">
                    <a16:creationId xmlns:a16="http://schemas.microsoft.com/office/drawing/2014/main" id="{58889C04-9B26-40AD-8C00-D4C92010925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325" y="680"/>
                <a:ext cx="234" cy="234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2876" name="Line 236">
                <a:extLst>
                  <a:ext uri="{FF2B5EF4-FFF2-40B4-BE49-F238E27FC236}">
                    <a16:creationId xmlns:a16="http://schemas.microsoft.com/office/drawing/2014/main" id="{9E419C08-DD21-41A0-A612-956E9800B45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325" y="666"/>
                <a:ext cx="128" cy="128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2877" name="Line 237">
                <a:extLst>
                  <a:ext uri="{FF2B5EF4-FFF2-40B4-BE49-F238E27FC236}">
                    <a16:creationId xmlns:a16="http://schemas.microsoft.com/office/drawing/2014/main" id="{485D8105-F6CE-49C8-ABC6-4E7C3FD7BF8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496" y="670"/>
                <a:ext cx="194" cy="194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2878" name="Freeform 238">
                <a:extLst>
                  <a:ext uri="{FF2B5EF4-FFF2-40B4-BE49-F238E27FC236}">
                    <a16:creationId xmlns:a16="http://schemas.microsoft.com/office/drawing/2014/main" id="{E7730E61-45F2-4EBA-859D-B47E192B493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18" y="797"/>
                <a:ext cx="76" cy="72"/>
              </a:xfrm>
              <a:custGeom>
                <a:avLst/>
                <a:gdLst>
                  <a:gd name="T0" fmla="*/ 0 w 76"/>
                  <a:gd name="T1" fmla="*/ 72 h 72"/>
                  <a:gd name="T2" fmla="*/ 76 w 76"/>
                  <a:gd name="T3" fmla="*/ 0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76" h="72">
                    <a:moveTo>
                      <a:pt x="0" y="72"/>
                    </a:moveTo>
                    <a:lnTo>
                      <a:pt x="76" y="0"/>
                    </a:lnTo>
                  </a:path>
                </a:pathLst>
              </a:custGeom>
              <a:noFill/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pic>
        <p:nvPicPr>
          <p:cNvPr id="112889" name="Picture 249">
            <a:extLst>
              <a:ext uri="{FF2B5EF4-FFF2-40B4-BE49-F238E27FC236}">
                <a16:creationId xmlns:a16="http://schemas.microsoft.com/office/drawing/2014/main" id="{CA30EDE9-9C31-4C4C-952D-066E3E0B29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00FFFF"/>
              </a:clrFrom>
              <a:clrTo>
                <a:srgbClr val="00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3463" y="3598863"/>
            <a:ext cx="2840037" cy="2333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slow">
    <p:cover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28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28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1126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128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28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128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28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0" dur="500"/>
                                        <p:tgtEl>
                                          <p:spTgt spid="1126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126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126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43" grpId="0" autoUpdateAnimBg="0"/>
      <p:bldP spid="112646" grpId="0" animBg="1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Text Box 2">
            <a:extLst>
              <a:ext uri="{FF2B5EF4-FFF2-40B4-BE49-F238E27FC236}">
                <a16:creationId xmlns:a16="http://schemas.microsoft.com/office/drawing/2014/main" id="{448D8294-F08A-4F48-BC9B-D423D954A0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62575" y="385763"/>
            <a:ext cx="2478088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r>
              <a:rPr lang="zh-CN" altLang="en-US" sz="3600"/>
              <a:t>适用范围：</a:t>
            </a:r>
          </a:p>
        </p:txBody>
      </p:sp>
      <p:sp>
        <p:nvSpPr>
          <p:cNvPr id="113667" name="Text Box 3">
            <a:extLst>
              <a:ext uri="{FF2B5EF4-FFF2-40B4-BE49-F238E27FC236}">
                <a16:creationId xmlns:a16="http://schemas.microsoft.com/office/drawing/2014/main" id="{F31E90CB-825C-4A90-9A1C-6812B57EA4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72075" y="965200"/>
            <a:ext cx="3521075" cy="2289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l" eaLnBrk="1" hangingPunct="1"/>
            <a:r>
              <a:rPr lang="zh-CN" altLang="en-US" sz="3600">
                <a:solidFill>
                  <a:srgbClr val="000099"/>
                </a:solidFill>
              </a:rPr>
              <a:t>　　内、外形都需要表达，而形状又对称或基本对称时。</a:t>
            </a:r>
          </a:p>
        </p:txBody>
      </p:sp>
      <p:grpSp>
        <p:nvGrpSpPr>
          <p:cNvPr id="113668" name="Group 4">
            <a:extLst>
              <a:ext uri="{FF2B5EF4-FFF2-40B4-BE49-F238E27FC236}">
                <a16:creationId xmlns:a16="http://schemas.microsoft.com/office/drawing/2014/main" id="{6BDED04D-FE7B-4796-8921-83100D88BD98}"/>
              </a:ext>
            </a:extLst>
          </p:cNvPr>
          <p:cNvGrpSpPr>
            <a:grpSpLocks/>
          </p:cNvGrpSpPr>
          <p:nvPr/>
        </p:nvGrpSpPr>
        <p:grpSpPr bwMode="auto">
          <a:xfrm>
            <a:off x="1495425" y="1435100"/>
            <a:ext cx="1828800" cy="3175"/>
            <a:chOff x="942" y="1152"/>
            <a:chExt cx="1152" cy="2"/>
          </a:xfrm>
        </p:grpSpPr>
        <p:sp>
          <p:nvSpPr>
            <p:cNvPr id="113669" name="Line 5">
              <a:extLst>
                <a:ext uri="{FF2B5EF4-FFF2-40B4-BE49-F238E27FC236}">
                  <a16:creationId xmlns:a16="http://schemas.microsoft.com/office/drawing/2014/main" id="{009836F2-3F75-4892-BD93-104392657AE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42" y="1152"/>
              <a:ext cx="14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3670" name="Line 6">
              <a:extLst>
                <a:ext uri="{FF2B5EF4-FFF2-40B4-BE49-F238E27FC236}">
                  <a16:creationId xmlns:a16="http://schemas.microsoft.com/office/drawing/2014/main" id="{D10FE6B6-6848-412E-A8BD-0432034CFCE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64" y="1154"/>
              <a:ext cx="13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13671" name="Group 7">
            <a:extLst>
              <a:ext uri="{FF2B5EF4-FFF2-40B4-BE49-F238E27FC236}">
                <a16:creationId xmlns:a16="http://schemas.microsoft.com/office/drawing/2014/main" id="{F297FE0A-2424-4869-8A90-0672C2E70400}"/>
              </a:ext>
            </a:extLst>
          </p:cNvPr>
          <p:cNvGrpSpPr>
            <a:grpSpLocks/>
          </p:cNvGrpSpPr>
          <p:nvPr/>
        </p:nvGrpSpPr>
        <p:grpSpPr bwMode="auto">
          <a:xfrm>
            <a:off x="1166813" y="1206500"/>
            <a:ext cx="2473325" cy="457200"/>
            <a:chOff x="746" y="1008"/>
            <a:chExt cx="1558" cy="288"/>
          </a:xfrm>
        </p:grpSpPr>
        <p:sp>
          <p:nvSpPr>
            <p:cNvPr id="113672" name="Text Box 8">
              <a:extLst>
                <a:ext uri="{FF2B5EF4-FFF2-40B4-BE49-F238E27FC236}">
                  <a16:creationId xmlns:a16="http://schemas.microsoft.com/office/drawing/2014/main" id="{D48E97F5-F119-4EE5-BA7E-3E27392BD65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46" y="1008"/>
              <a:ext cx="21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i="1">
                  <a:latin typeface="宋体" panose="02010600030101010101" pitchFamily="2" charset="-122"/>
                </a:rPr>
                <a:t>B</a:t>
              </a:r>
              <a:endParaRPr lang="en-US" altLang="zh-CN"/>
            </a:p>
          </p:txBody>
        </p:sp>
        <p:sp>
          <p:nvSpPr>
            <p:cNvPr id="113673" name="Text Box 9">
              <a:extLst>
                <a:ext uri="{FF2B5EF4-FFF2-40B4-BE49-F238E27FC236}">
                  <a16:creationId xmlns:a16="http://schemas.microsoft.com/office/drawing/2014/main" id="{C510B0F1-81E3-4E42-8C11-8DE762E4C46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90" y="1008"/>
              <a:ext cx="21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i="1">
                  <a:latin typeface="宋体" panose="02010600030101010101" pitchFamily="2" charset="-122"/>
                </a:rPr>
                <a:t>B</a:t>
              </a:r>
              <a:endParaRPr lang="en-US" altLang="zh-CN"/>
            </a:p>
          </p:txBody>
        </p:sp>
      </p:grpSp>
      <p:grpSp>
        <p:nvGrpSpPr>
          <p:cNvPr id="113674" name="Group 10">
            <a:extLst>
              <a:ext uri="{FF2B5EF4-FFF2-40B4-BE49-F238E27FC236}">
                <a16:creationId xmlns:a16="http://schemas.microsoft.com/office/drawing/2014/main" id="{1E32D14F-5030-4720-B037-1FFFEC50BA1A}"/>
              </a:ext>
            </a:extLst>
          </p:cNvPr>
          <p:cNvGrpSpPr>
            <a:grpSpLocks/>
          </p:cNvGrpSpPr>
          <p:nvPr/>
        </p:nvGrpSpPr>
        <p:grpSpPr bwMode="auto">
          <a:xfrm>
            <a:off x="1495425" y="1430338"/>
            <a:ext cx="1817688" cy="231775"/>
            <a:chOff x="942" y="1149"/>
            <a:chExt cx="1145" cy="146"/>
          </a:xfrm>
        </p:grpSpPr>
        <p:sp>
          <p:nvSpPr>
            <p:cNvPr id="113675" name="Line 11">
              <a:extLst>
                <a:ext uri="{FF2B5EF4-FFF2-40B4-BE49-F238E27FC236}">
                  <a16:creationId xmlns:a16="http://schemas.microsoft.com/office/drawing/2014/main" id="{7637EB31-286C-41E5-BB57-707BB7E1B71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42" y="1149"/>
              <a:ext cx="0" cy="13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13676" name="Line 12">
              <a:extLst>
                <a:ext uri="{FF2B5EF4-FFF2-40B4-BE49-F238E27FC236}">
                  <a16:creationId xmlns:a16="http://schemas.microsoft.com/office/drawing/2014/main" id="{ED79D7C5-E836-4690-8ED6-C9FD37931D3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87" y="1156"/>
              <a:ext cx="0" cy="1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113831" name="Group 167">
            <a:extLst>
              <a:ext uri="{FF2B5EF4-FFF2-40B4-BE49-F238E27FC236}">
                <a16:creationId xmlns:a16="http://schemas.microsoft.com/office/drawing/2014/main" id="{10840D9E-D77D-4152-B948-8603E100E874}"/>
              </a:ext>
            </a:extLst>
          </p:cNvPr>
          <p:cNvGrpSpPr>
            <a:grpSpLocks/>
          </p:cNvGrpSpPr>
          <p:nvPr/>
        </p:nvGrpSpPr>
        <p:grpSpPr bwMode="auto">
          <a:xfrm>
            <a:off x="209550" y="366713"/>
            <a:ext cx="4422775" cy="5480050"/>
            <a:chOff x="132" y="231"/>
            <a:chExt cx="2786" cy="3452"/>
          </a:xfrm>
        </p:grpSpPr>
        <p:sp>
          <p:nvSpPr>
            <p:cNvPr id="113678" name="AutoShape 14">
              <a:extLst>
                <a:ext uri="{FF2B5EF4-FFF2-40B4-BE49-F238E27FC236}">
                  <a16:creationId xmlns:a16="http://schemas.microsoft.com/office/drawing/2014/main" id="{824D9CF1-4EFA-41FC-9EDF-0021D7BE1E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2" y="2437"/>
              <a:ext cx="1965" cy="1152"/>
            </a:xfrm>
            <a:prstGeom prst="roundRect">
              <a:avLst>
                <a:gd name="adj" fmla="val 13542"/>
              </a:avLst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13679" name="AutoShape 15">
              <a:extLst>
                <a:ext uri="{FF2B5EF4-FFF2-40B4-BE49-F238E27FC236}">
                  <a16:creationId xmlns:a16="http://schemas.microsoft.com/office/drawing/2014/main" id="{3DDD641B-EFA6-4A55-8F62-08EA168F1D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5" y="2577"/>
              <a:ext cx="1296" cy="872"/>
            </a:xfrm>
            <a:prstGeom prst="roundRect">
              <a:avLst>
                <a:gd name="adj" fmla="val 16667"/>
              </a:avLst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13680" name="Freeform 16">
              <a:extLst>
                <a:ext uri="{FF2B5EF4-FFF2-40B4-BE49-F238E27FC236}">
                  <a16:creationId xmlns:a16="http://schemas.microsoft.com/office/drawing/2014/main" id="{F9DA8998-F6D4-424F-9C79-BF6A9ABC35B3}"/>
                </a:ext>
              </a:extLst>
            </p:cNvPr>
            <p:cNvSpPr>
              <a:spLocks/>
            </p:cNvSpPr>
            <p:nvPr/>
          </p:nvSpPr>
          <p:spPr bwMode="auto">
            <a:xfrm>
              <a:off x="471" y="3008"/>
              <a:ext cx="2205" cy="1"/>
            </a:xfrm>
            <a:custGeom>
              <a:avLst/>
              <a:gdLst>
                <a:gd name="T0" fmla="*/ 0 w 2205"/>
                <a:gd name="T1" fmla="*/ 0 h 1"/>
                <a:gd name="T2" fmla="*/ 2205 w 2205"/>
                <a:gd name="T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205" h="1">
                  <a:moveTo>
                    <a:pt x="0" y="0"/>
                  </a:moveTo>
                  <a:lnTo>
                    <a:pt x="2205" y="0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lgDashDot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3681" name="Freeform 17">
              <a:extLst>
                <a:ext uri="{FF2B5EF4-FFF2-40B4-BE49-F238E27FC236}">
                  <a16:creationId xmlns:a16="http://schemas.microsoft.com/office/drawing/2014/main" id="{46CE7362-D968-4A18-A8CF-0F0BA69A3C6D}"/>
                </a:ext>
              </a:extLst>
            </p:cNvPr>
            <p:cNvSpPr>
              <a:spLocks/>
            </p:cNvSpPr>
            <p:nvPr/>
          </p:nvSpPr>
          <p:spPr bwMode="auto">
            <a:xfrm>
              <a:off x="1536" y="2348"/>
              <a:ext cx="1" cy="1335"/>
            </a:xfrm>
            <a:custGeom>
              <a:avLst/>
              <a:gdLst>
                <a:gd name="T0" fmla="*/ 0 w 1"/>
                <a:gd name="T1" fmla="*/ 0 h 1335"/>
                <a:gd name="T2" fmla="*/ 0 w 1"/>
                <a:gd name="T3" fmla="*/ 1335 h 13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1335">
                  <a:moveTo>
                    <a:pt x="0" y="0"/>
                  </a:moveTo>
                  <a:lnTo>
                    <a:pt x="0" y="1335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lgDashDot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3682" name="Oval 18">
              <a:extLst>
                <a:ext uri="{FF2B5EF4-FFF2-40B4-BE49-F238E27FC236}">
                  <a16:creationId xmlns:a16="http://schemas.microsoft.com/office/drawing/2014/main" id="{7A51600A-2E50-4F7F-B291-F711014AB8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5" y="2629"/>
              <a:ext cx="816" cy="76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prstDash val="lg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3683" name="Oval 19">
              <a:extLst>
                <a:ext uri="{FF2B5EF4-FFF2-40B4-BE49-F238E27FC236}">
                  <a16:creationId xmlns:a16="http://schemas.microsoft.com/office/drawing/2014/main" id="{1C269B4F-57EA-4D80-9943-4A0476A484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9" y="2773"/>
              <a:ext cx="528" cy="480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3684" name="Oval 20">
              <a:extLst>
                <a:ext uri="{FF2B5EF4-FFF2-40B4-BE49-F238E27FC236}">
                  <a16:creationId xmlns:a16="http://schemas.microsoft.com/office/drawing/2014/main" id="{33AACD6A-2F85-4591-91F9-7D6C5A9DF3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17" y="2821"/>
              <a:ext cx="432" cy="384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3685" name="Line 21">
              <a:extLst>
                <a:ext uri="{FF2B5EF4-FFF2-40B4-BE49-F238E27FC236}">
                  <a16:creationId xmlns:a16="http://schemas.microsoft.com/office/drawing/2014/main" id="{33764260-49AB-45B1-BFD1-0AF64B1D8D0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49" y="3349"/>
              <a:ext cx="0" cy="9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3686" name="Line 22">
              <a:extLst>
                <a:ext uri="{FF2B5EF4-FFF2-40B4-BE49-F238E27FC236}">
                  <a16:creationId xmlns:a16="http://schemas.microsoft.com/office/drawing/2014/main" id="{97FEE6CB-FC4E-43F5-BFB6-74787238CDD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17" y="3349"/>
              <a:ext cx="0" cy="9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3687" name="Line 23">
              <a:extLst>
                <a:ext uri="{FF2B5EF4-FFF2-40B4-BE49-F238E27FC236}">
                  <a16:creationId xmlns:a16="http://schemas.microsoft.com/office/drawing/2014/main" id="{9B82B150-097B-49B2-BC4F-0EFD843A6FB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13" y="3253"/>
              <a:ext cx="0" cy="19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lg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3688" name="Line 24">
              <a:extLst>
                <a:ext uri="{FF2B5EF4-FFF2-40B4-BE49-F238E27FC236}">
                  <a16:creationId xmlns:a16="http://schemas.microsoft.com/office/drawing/2014/main" id="{12939DCE-E334-478E-8758-7E568AAB789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53" y="3253"/>
              <a:ext cx="0" cy="19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lg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3689" name="Line 25">
              <a:extLst>
                <a:ext uri="{FF2B5EF4-FFF2-40B4-BE49-F238E27FC236}">
                  <a16:creationId xmlns:a16="http://schemas.microsoft.com/office/drawing/2014/main" id="{50340397-C571-4464-BA55-5AB8A75D374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13" y="3326"/>
              <a:ext cx="0" cy="24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3690" name="Freeform 26">
              <a:extLst>
                <a:ext uri="{FF2B5EF4-FFF2-40B4-BE49-F238E27FC236}">
                  <a16:creationId xmlns:a16="http://schemas.microsoft.com/office/drawing/2014/main" id="{861BA103-A861-4C08-A518-ED920037E9F2}"/>
                </a:ext>
              </a:extLst>
            </p:cNvPr>
            <p:cNvSpPr>
              <a:spLocks/>
            </p:cNvSpPr>
            <p:nvPr/>
          </p:nvSpPr>
          <p:spPr bwMode="auto">
            <a:xfrm>
              <a:off x="573" y="3448"/>
              <a:ext cx="282" cy="2"/>
            </a:xfrm>
            <a:custGeom>
              <a:avLst/>
              <a:gdLst>
                <a:gd name="T0" fmla="*/ 0 w 285"/>
                <a:gd name="T1" fmla="*/ 3 h 3"/>
                <a:gd name="T2" fmla="*/ 285 w 285"/>
                <a:gd name="T3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85" h="3">
                  <a:moveTo>
                    <a:pt x="0" y="3"/>
                  </a:moveTo>
                  <a:lnTo>
                    <a:pt x="285" y="0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3691" name="Oval 27">
              <a:extLst>
                <a:ext uri="{FF2B5EF4-FFF2-40B4-BE49-F238E27FC236}">
                  <a16:creationId xmlns:a16="http://schemas.microsoft.com/office/drawing/2014/main" id="{E9EF6F38-D6B1-40EA-AE59-CEF4BF045CB5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632" y="3352"/>
              <a:ext cx="162" cy="190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3692" name="Line 28">
              <a:extLst>
                <a:ext uri="{FF2B5EF4-FFF2-40B4-BE49-F238E27FC236}">
                  <a16:creationId xmlns:a16="http://schemas.microsoft.com/office/drawing/2014/main" id="{0D7EA3ED-3F27-4015-9E24-13D8235EE5E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13" y="2464"/>
              <a:ext cx="0" cy="26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3693" name="Freeform 29">
              <a:extLst>
                <a:ext uri="{FF2B5EF4-FFF2-40B4-BE49-F238E27FC236}">
                  <a16:creationId xmlns:a16="http://schemas.microsoft.com/office/drawing/2014/main" id="{8A30571A-0C2B-456C-8276-6996E5A0A0F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3" y="2595"/>
              <a:ext cx="282" cy="3"/>
            </a:xfrm>
            <a:custGeom>
              <a:avLst/>
              <a:gdLst>
                <a:gd name="T0" fmla="*/ 0 w 285"/>
                <a:gd name="T1" fmla="*/ 3 h 3"/>
                <a:gd name="T2" fmla="*/ 285 w 285"/>
                <a:gd name="T3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85" h="3">
                  <a:moveTo>
                    <a:pt x="0" y="3"/>
                  </a:moveTo>
                  <a:lnTo>
                    <a:pt x="285" y="0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3694" name="Oval 30">
              <a:extLst>
                <a:ext uri="{FF2B5EF4-FFF2-40B4-BE49-F238E27FC236}">
                  <a16:creationId xmlns:a16="http://schemas.microsoft.com/office/drawing/2014/main" id="{93D0048C-94BB-441A-832B-079D23D7147B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626" y="2500"/>
              <a:ext cx="174" cy="190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3695" name="Line 31">
              <a:extLst>
                <a:ext uri="{FF2B5EF4-FFF2-40B4-BE49-F238E27FC236}">
                  <a16:creationId xmlns:a16="http://schemas.microsoft.com/office/drawing/2014/main" id="{0C219338-55D5-4D63-9384-CE37C56916A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42" y="3305"/>
              <a:ext cx="0" cy="26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3696" name="Freeform 32">
              <a:extLst>
                <a:ext uri="{FF2B5EF4-FFF2-40B4-BE49-F238E27FC236}">
                  <a16:creationId xmlns:a16="http://schemas.microsoft.com/office/drawing/2014/main" id="{228A0F24-32CB-49F7-AE63-0863E6B025CA}"/>
                </a:ext>
              </a:extLst>
            </p:cNvPr>
            <p:cNvSpPr>
              <a:spLocks/>
            </p:cNvSpPr>
            <p:nvPr/>
          </p:nvSpPr>
          <p:spPr bwMode="auto">
            <a:xfrm>
              <a:off x="2201" y="3437"/>
              <a:ext cx="285" cy="3"/>
            </a:xfrm>
            <a:custGeom>
              <a:avLst/>
              <a:gdLst>
                <a:gd name="T0" fmla="*/ 0 w 285"/>
                <a:gd name="T1" fmla="*/ 3 h 3"/>
                <a:gd name="T2" fmla="*/ 285 w 285"/>
                <a:gd name="T3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85" h="3">
                  <a:moveTo>
                    <a:pt x="0" y="3"/>
                  </a:moveTo>
                  <a:lnTo>
                    <a:pt x="285" y="0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3697" name="Oval 33">
              <a:extLst>
                <a:ext uri="{FF2B5EF4-FFF2-40B4-BE49-F238E27FC236}">
                  <a16:creationId xmlns:a16="http://schemas.microsoft.com/office/drawing/2014/main" id="{8600A8BA-8413-4FE2-A83C-1F90538700CF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2254" y="3341"/>
              <a:ext cx="175" cy="192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3698" name="Line 34">
              <a:extLst>
                <a:ext uri="{FF2B5EF4-FFF2-40B4-BE49-F238E27FC236}">
                  <a16:creationId xmlns:a16="http://schemas.microsoft.com/office/drawing/2014/main" id="{5296A42D-3607-4C6A-B923-636E3395B28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34" y="2464"/>
              <a:ext cx="0" cy="25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3699" name="Freeform 35">
              <a:extLst>
                <a:ext uri="{FF2B5EF4-FFF2-40B4-BE49-F238E27FC236}">
                  <a16:creationId xmlns:a16="http://schemas.microsoft.com/office/drawing/2014/main" id="{CC587CD9-2A7A-45A9-90D0-3B2211410D2E}"/>
                </a:ext>
              </a:extLst>
            </p:cNvPr>
            <p:cNvSpPr>
              <a:spLocks/>
            </p:cNvSpPr>
            <p:nvPr/>
          </p:nvSpPr>
          <p:spPr bwMode="auto">
            <a:xfrm>
              <a:off x="2186" y="2592"/>
              <a:ext cx="300" cy="3"/>
            </a:xfrm>
            <a:custGeom>
              <a:avLst/>
              <a:gdLst>
                <a:gd name="T0" fmla="*/ 0 w 285"/>
                <a:gd name="T1" fmla="*/ 3 h 3"/>
                <a:gd name="T2" fmla="*/ 285 w 285"/>
                <a:gd name="T3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85" h="3">
                  <a:moveTo>
                    <a:pt x="0" y="3"/>
                  </a:moveTo>
                  <a:lnTo>
                    <a:pt x="285" y="0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3700" name="Oval 36">
              <a:extLst>
                <a:ext uri="{FF2B5EF4-FFF2-40B4-BE49-F238E27FC236}">
                  <a16:creationId xmlns:a16="http://schemas.microsoft.com/office/drawing/2014/main" id="{AC76026C-8F1D-46B7-9EDE-F2548B46C413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2249" y="2491"/>
              <a:ext cx="170" cy="202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3701" name="Freeform 37">
              <a:extLst>
                <a:ext uri="{FF2B5EF4-FFF2-40B4-BE49-F238E27FC236}">
                  <a16:creationId xmlns:a16="http://schemas.microsoft.com/office/drawing/2014/main" id="{A3BDE9DF-FDCA-477D-97B6-6D084A163A06}"/>
                </a:ext>
              </a:extLst>
            </p:cNvPr>
            <p:cNvSpPr>
              <a:spLocks/>
            </p:cNvSpPr>
            <p:nvPr/>
          </p:nvSpPr>
          <p:spPr bwMode="auto">
            <a:xfrm>
              <a:off x="1041" y="3191"/>
              <a:ext cx="1" cy="242"/>
            </a:xfrm>
            <a:custGeom>
              <a:avLst/>
              <a:gdLst>
                <a:gd name="T0" fmla="*/ 0 w 1"/>
                <a:gd name="T1" fmla="*/ 0 h 255"/>
                <a:gd name="T2" fmla="*/ 0 w 1"/>
                <a:gd name="T3" fmla="*/ 255 h 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255">
                  <a:moveTo>
                    <a:pt x="0" y="0"/>
                  </a:moveTo>
                  <a:lnTo>
                    <a:pt x="0" y="255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3702" name="Freeform 38">
              <a:extLst>
                <a:ext uri="{FF2B5EF4-FFF2-40B4-BE49-F238E27FC236}">
                  <a16:creationId xmlns:a16="http://schemas.microsoft.com/office/drawing/2014/main" id="{F7025E03-4AFF-485E-99D8-DF6D1DD20A77}"/>
                </a:ext>
              </a:extLst>
            </p:cNvPr>
            <p:cNvSpPr>
              <a:spLocks/>
            </p:cNvSpPr>
            <p:nvPr/>
          </p:nvSpPr>
          <p:spPr bwMode="auto">
            <a:xfrm>
              <a:off x="899" y="3291"/>
              <a:ext cx="269" cy="1"/>
            </a:xfrm>
            <a:custGeom>
              <a:avLst/>
              <a:gdLst>
                <a:gd name="T0" fmla="*/ 0 w 255"/>
                <a:gd name="T1" fmla="*/ 0 h 1"/>
                <a:gd name="T2" fmla="*/ 255 w 255"/>
                <a:gd name="T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55" h="1">
                  <a:moveTo>
                    <a:pt x="0" y="0"/>
                  </a:moveTo>
                  <a:lnTo>
                    <a:pt x="255" y="0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3703" name="Oval 39">
              <a:extLst>
                <a:ext uri="{FF2B5EF4-FFF2-40B4-BE49-F238E27FC236}">
                  <a16:creationId xmlns:a16="http://schemas.microsoft.com/office/drawing/2014/main" id="{898CC92C-4BA2-479F-9D11-9930D59A9705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972" y="3220"/>
              <a:ext cx="137" cy="152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3704" name="Freeform 40">
              <a:extLst>
                <a:ext uri="{FF2B5EF4-FFF2-40B4-BE49-F238E27FC236}">
                  <a16:creationId xmlns:a16="http://schemas.microsoft.com/office/drawing/2014/main" id="{11C49525-950D-4433-AC9E-2C85E6D1E3E1}"/>
                </a:ext>
              </a:extLst>
            </p:cNvPr>
            <p:cNvSpPr>
              <a:spLocks/>
            </p:cNvSpPr>
            <p:nvPr/>
          </p:nvSpPr>
          <p:spPr bwMode="auto">
            <a:xfrm>
              <a:off x="1048" y="2627"/>
              <a:ext cx="1" cy="227"/>
            </a:xfrm>
            <a:custGeom>
              <a:avLst/>
              <a:gdLst>
                <a:gd name="T0" fmla="*/ 0 w 1"/>
                <a:gd name="T1" fmla="*/ 0 h 255"/>
                <a:gd name="T2" fmla="*/ 0 w 1"/>
                <a:gd name="T3" fmla="*/ 255 h 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255">
                  <a:moveTo>
                    <a:pt x="0" y="0"/>
                  </a:moveTo>
                  <a:lnTo>
                    <a:pt x="0" y="255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3705" name="Freeform 41">
              <a:extLst>
                <a:ext uri="{FF2B5EF4-FFF2-40B4-BE49-F238E27FC236}">
                  <a16:creationId xmlns:a16="http://schemas.microsoft.com/office/drawing/2014/main" id="{724D7290-EC28-472E-968C-9AB30AB9D82D}"/>
                </a:ext>
              </a:extLst>
            </p:cNvPr>
            <p:cNvSpPr>
              <a:spLocks/>
            </p:cNvSpPr>
            <p:nvPr/>
          </p:nvSpPr>
          <p:spPr bwMode="auto">
            <a:xfrm>
              <a:off x="913" y="2720"/>
              <a:ext cx="255" cy="1"/>
            </a:xfrm>
            <a:custGeom>
              <a:avLst/>
              <a:gdLst>
                <a:gd name="T0" fmla="*/ 0 w 255"/>
                <a:gd name="T1" fmla="*/ 0 h 1"/>
                <a:gd name="T2" fmla="*/ 255 w 255"/>
                <a:gd name="T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55" h="1">
                  <a:moveTo>
                    <a:pt x="0" y="0"/>
                  </a:moveTo>
                  <a:lnTo>
                    <a:pt x="255" y="0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3706" name="Oval 42">
              <a:extLst>
                <a:ext uri="{FF2B5EF4-FFF2-40B4-BE49-F238E27FC236}">
                  <a16:creationId xmlns:a16="http://schemas.microsoft.com/office/drawing/2014/main" id="{14D40243-C16D-4567-A3E5-9C60ACC82FB4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984" y="2653"/>
              <a:ext cx="128" cy="144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3707" name="Freeform 43">
              <a:extLst>
                <a:ext uri="{FF2B5EF4-FFF2-40B4-BE49-F238E27FC236}">
                  <a16:creationId xmlns:a16="http://schemas.microsoft.com/office/drawing/2014/main" id="{60700DA1-44EB-465D-819D-BD30496442B5}"/>
                </a:ext>
              </a:extLst>
            </p:cNvPr>
            <p:cNvSpPr>
              <a:spLocks/>
            </p:cNvSpPr>
            <p:nvPr/>
          </p:nvSpPr>
          <p:spPr bwMode="auto">
            <a:xfrm>
              <a:off x="2007" y="3205"/>
              <a:ext cx="1" cy="242"/>
            </a:xfrm>
            <a:custGeom>
              <a:avLst/>
              <a:gdLst>
                <a:gd name="T0" fmla="*/ 0 w 1"/>
                <a:gd name="T1" fmla="*/ 0 h 255"/>
                <a:gd name="T2" fmla="*/ 0 w 1"/>
                <a:gd name="T3" fmla="*/ 255 h 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255">
                  <a:moveTo>
                    <a:pt x="0" y="0"/>
                  </a:moveTo>
                  <a:lnTo>
                    <a:pt x="0" y="255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3708" name="Freeform 44">
              <a:extLst>
                <a:ext uri="{FF2B5EF4-FFF2-40B4-BE49-F238E27FC236}">
                  <a16:creationId xmlns:a16="http://schemas.microsoft.com/office/drawing/2014/main" id="{9C4BE90D-D0BD-46E6-BD37-AC7EA8EF2DE8}"/>
                </a:ext>
              </a:extLst>
            </p:cNvPr>
            <p:cNvSpPr>
              <a:spLocks/>
            </p:cNvSpPr>
            <p:nvPr/>
          </p:nvSpPr>
          <p:spPr bwMode="auto">
            <a:xfrm>
              <a:off x="1872" y="3305"/>
              <a:ext cx="255" cy="1"/>
            </a:xfrm>
            <a:custGeom>
              <a:avLst/>
              <a:gdLst>
                <a:gd name="T0" fmla="*/ 0 w 255"/>
                <a:gd name="T1" fmla="*/ 0 h 1"/>
                <a:gd name="T2" fmla="*/ 255 w 255"/>
                <a:gd name="T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55" h="1">
                  <a:moveTo>
                    <a:pt x="0" y="0"/>
                  </a:moveTo>
                  <a:lnTo>
                    <a:pt x="255" y="0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3709" name="Oval 45">
              <a:extLst>
                <a:ext uri="{FF2B5EF4-FFF2-40B4-BE49-F238E27FC236}">
                  <a16:creationId xmlns:a16="http://schemas.microsoft.com/office/drawing/2014/main" id="{BDA48CE5-917B-4201-B84B-9B5F068E7D7D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1938" y="3238"/>
              <a:ext cx="137" cy="144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3710" name="Freeform 46">
              <a:extLst>
                <a:ext uri="{FF2B5EF4-FFF2-40B4-BE49-F238E27FC236}">
                  <a16:creationId xmlns:a16="http://schemas.microsoft.com/office/drawing/2014/main" id="{AB508D96-480C-4383-B5F9-7FD9779697C0}"/>
                </a:ext>
              </a:extLst>
            </p:cNvPr>
            <p:cNvSpPr>
              <a:spLocks/>
            </p:cNvSpPr>
            <p:nvPr/>
          </p:nvSpPr>
          <p:spPr bwMode="auto">
            <a:xfrm>
              <a:off x="2014" y="2627"/>
              <a:ext cx="1" cy="227"/>
            </a:xfrm>
            <a:custGeom>
              <a:avLst/>
              <a:gdLst>
                <a:gd name="T0" fmla="*/ 0 w 1"/>
                <a:gd name="T1" fmla="*/ 0 h 255"/>
                <a:gd name="T2" fmla="*/ 0 w 1"/>
                <a:gd name="T3" fmla="*/ 255 h 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255">
                  <a:moveTo>
                    <a:pt x="0" y="0"/>
                  </a:moveTo>
                  <a:lnTo>
                    <a:pt x="0" y="255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3711" name="Freeform 47">
              <a:extLst>
                <a:ext uri="{FF2B5EF4-FFF2-40B4-BE49-F238E27FC236}">
                  <a16:creationId xmlns:a16="http://schemas.microsoft.com/office/drawing/2014/main" id="{DB13594C-2423-4F63-9048-53F15897DCE9}"/>
                </a:ext>
              </a:extLst>
            </p:cNvPr>
            <p:cNvSpPr>
              <a:spLocks/>
            </p:cNvSpPr>
            <p:nvPr/>
          </p:nvSpPr>
          <p:spPr bwMode="auto">
            <a:xfrm>
              <a:off x="1879" y="2720"/>
              <a:ext cx="255" cy="1"/>
            </a:xfrm>
            <a:custGeom>
              <a:avLst/>
              <a:gdLst>
                <a:gd name="T0" fmla="*/ 0 w 255"/>
                <a:gd name="T1" fmla="*/ 0 h 1"/>
                <a:gd name="T2" fmla="*/ 255 w 255"/>
                <a:gd name="T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55" h="1">
                  <a:moveTo>
                    <a:pt x="0" y="0"/>
                  </a:moveTo>
                  <a:lnTo>
                    <a:pt x="255" y="0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3712" name="Oval 48">
              <a:extLst>
                <a:ext uri="{FF2B5EF4-FFF2-40B4-BE49-F238E27FC236}">
                  <a16:creationId xmlns:a16="http://schemas.microsoft.com/office/drawing/2014/main" id="{ECCCD90C-3439-4492-ABFE-463CB91D534E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1950" y="2653"/>
              <a:ext cx="128" cy="144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3713" name="Line 49">
              <a:extLst>
                <a:ext uri="{FF2B5EF4-FFF2-40B4-BE49-F238E27FC236}">
                  <a16:creationId xmlns:a16="http://schemas.microsoft.com/office/drawing/2014/main" id="{1FF4DB0B-D520-4326-9FFF-468A7737A85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49" y="2574"/>
              <a:ext cx="0" cy="13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3714" name="Freeform 50">
              <a:extLst>
                <a:ext uri="{FF2B5EF4-FFF2-40B4-BE49-F238E27FC236}">
                  <a16:creationId xmlns:a16="http://schemas.microsoft.com/office/drawing/2014/main" id="{305DC9FA-5282-479E-957E-65C614A6FB3B}"/>
                </a:ext>
              </a:extLst>
            </p:cNvPr>
            <p:cNvSpPr>
              <a:spLocks/>
            </p:cNvSpPr>
            <p:nvPr/>
          </p:nvSpPr>
          <p:spPr bwMode="auto">
            <a:xfrm>
              <a:off x="1653" y="2574"/>
              <a:ext cx="3" cy="240"/>
            </a:xfrm>
            <a:custGeom>
              <a:avLst/>
              <a:gdLst>
                <a:gd name="T0" fmla="*/ 0 w 3"/>
                <a:gd name="T1" fmla="*/ 0 h 240"/>
                <a:gd name="T2" fmla="*/ 3 w 3"/>
                <a:gd name="T3" fmla="*/ 240 h 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" h="240">
                  <a:moveTo>
                    <a:pt x="0" y="0"/>
                  </a:moveTo>
                  <a:lnTo>
                    <a:pt x="3" y="240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lgDash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3715" name="Freeform 51">
              <a:extLst>
                <a:ext uri="{FF2B5EF4-FFF2-40B4-BE49-F238E27FC236}">
                  <a16:creationId xmlns:a16="http://schemas.microsoft.com/office/drawing/2014/main" id="{419FD69D-BCF9-4D24-BAA2-38424C6D8E4E}"/>
                </a:ext>
              </a:extLst>
            </p:cNvPr>
            <p:cNvSpPr>
              <a:spLocks/>
            </p:cNvSpPr>
            <p:nvPr/>
          </p:nvSpPr>
          <p:spPr bwMode="auto">
            <a:xfrm>
              <a:off x="1413" y="2574"/>
              <a:ext cx="3" cy="240"/>
            </a:xfrm>
            <a:custGeom>
              <a:avLst/>
              <a:gdLst>
                <a:gd name="T0" fmla="*/ 0 w 3"/>
                <a:gd name="T1" fmla="*/ 0 h 240"/>
                <a:gd name="T2" fmla="*/ 3 w 3"/>
                <a:gd name="T3" fmla="*/ 240 h 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" h="240">
                  <a:moveTo>
                    <a:pt x="0" y="0"/>
                  </a:moveTo>
                  <a:lnTo>
                    <a:pt x="3" y="240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lgDash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3716" name="Line 52">
              <a:extLst>
                <a:ext uri="{FF2B5EF4-FFF2-40B4-BE49-F238E27FC236}">
                  <a16:creationId xmlns:a16="http://schemas.microsoft.com/office/drawing/2014/main" id="{6C1FC667-E0BA-48DC-9F65-D5E53DF9DE0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32" y="2574"/>
              <a:ext cx="0" cy="10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113717" name="Group 53">
              <a:extLst>
                <a:ext uri="{FF2B5EF4-FFF2-40B4-BE49-F238E27FC236}">
                  <a16:creationId xmlns:a16="http://schemas.microsoft.com/office/drawing/2014/main" id="{434C0342-1C3B-437B-A42A-A425D98759C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2" y="2833"/>
              <a:ext cx="2786" cy="291"/>
              <a:chOff x="132" y="3081"/>
              <a:chExt cx="2786" cy="291"/>
            </a:xfrm>
          </p:grpSpPr>
          <p:sp>
            <p:nvSpPr>
              <p:cNvPr id="113718" name="Line 54">
                <a:extLst>
                  <a:ext uri="{FF2B5EF4-FFF2-40B4-BE49-F238E27FC236}">
                    <a16:creationId xmlns:a16="http://schemas.microsoft.com/office/drawing/2014/main" id="{48AD2FF5-F334-4224-8044-D8BE3AC9068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603" y="3251"/>
                <a:ext cx="131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13719" name="Line 55">
                <a:extLst>
                  <a:ext uri="{FF2B5EF4-FFF2-40B4-BE49-F238E27FC236}">
                    <a16:creationId xmlns:a16="http://schemas.microsoft.com/office/drawing/2014/main" id="{9FD76505-05AC-4659-BF73-4E63F61F610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2" y="3252"/>
                <a:ext cx="131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13720" name="Line 56">
                <a:extLst>
                  <a:ext uri="{FF2B5EF4-FFF2-40B4-BE49-F238E27FC236}">
                    <a16:creationId xmlns:a16="http://schemas.microsoft.com/office/drawing/2014/main" id="{7BC80D65-6838-41AC-963E-1DB8502FF63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727" y="3106"/>
                <a:ext cx="0" cy="145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13721" name="Line 57">
                <a:extLst>
                  <a:ext uri="{FF2B5EF4-FFF2-40B4-BE49-F238E27FC236}">
                    <a16:creationId xmlns:a16="http://schemas.microsoft.com/office/drawing/2014/main" id="{5C75BC1D-DE92-43D4-9AED-755E15D7A32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27" y="3084"/>
                <a:ext cx="0" cy="167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13722" name="Text Box 58">
                <a:extLst>
                  <a:ext uri="{FF2B5EF4-FFF2-40B4-BE49-F238E27FC236}">
                    <a16:creationId xmlns:a16="http://schemas.microsoft.com/office/drawing/2014/main" id="{1D3B3BD8-B630-4B56-BC06-A2F0DBC43FA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2" y="3084"/>
                <a:ext cx="214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eaLnBrk="1" hangingPunct="1"/>
                <a:r>
                  <a:rPr lang="en-US" altLang="zh-CN" i="1">
                    <a:latin typeface="宋体" panose="02010600030101010101" pitchFamily="2" charset="-122"/>
                  </a:rPr>
                  <a:t>A</a:t>
                </a:r>
                <a:endParaRPr lang="en-US" altLang="zh-CN"/>
              </a:p>
            </p:txBody>
          </p:sp>
          <p:sp>
            <p:nvSpPr>
              <p:cNvPr id="113723" name="Text Box 59">
                <a:extLst>
                  <a:ext uri="{FF2B5EF4-FFF2-40B4-BE49-F238E27FC236}">
                    <a16:creationId xmlns:a16="http://schemas.microsoft.com/office/drawing/2014/main" id="{6C6A80CB-52A3-47CA-91A4-AF698524693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704" y="3081"/>
                <a:ext cx="214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eaLnBrk="1" hangingPunct="1"/>
                <a:r>
                  <a:rPr lang="en-US" altLang="zh-CN" i="1">
                    <a:latin typeface="宋体" panose="02010600030101010101" pitchFamily="2" charset="-122"/>
                  </a:rPr>
                  <a:t>A</a:t>
                </a:r>
                <a:endParaRPr lang="en-US" altLang="zh-CN">
                  <a:latin typeface="宋体" panose="02010600030101010101" pitchFamily="2" charset="-122"/>
                </a:endParaRPr>
              </a:p>
            </p:txBody>
          </p:sp>
        </p:grpSp>
        <p:sp>
          <p:nvSpPr>
            <p:cNvPr id="113724" name="Freeform 60">
              <a:extLst>
                <a:ext uri="{FF2B5EF4-FFF2-40B4-BE49-F238E27FC236}">
                  <a16:creationId xmlns:a16="http://schemas.microsoft.com/office/drawing/2014/main" id="{5BBEC1DE-CFA2-4816-80D5-49B3EBD8B6DB}"/>
                </a:ext>
              </a:extLst>
            </p:cNvPr>
            <p:cNvSpPr>
              <a:spLocks/>
            </p:cNvSpPr>
            <p:nvPr/>
          </p:nvSpPr>
          <p:spPr bwMode="auto">
            <a:xfrm>
              <a:off x="1530" y="473"/>
              <a:ext cx="1" cy="1665"/>
            </a:xfrm>
            <a:custGeom>
              <a:avLst/>
              <a:gdLst>
                <a:gd name="T0" fmla="*/ 0 w 1"/>
                <a:gd name="T1" fmla="*/ 0 h 1665"/>
                <a:gd name="T2" fmla="*/ 0 w 1"/>
                <a:gd name="T3" fmla="*/ 1665 h 16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1665">
                  <a:moveTo>
                    <a:pt x="0" y="0"/>
                  </a:moveTo>
                  <a:lnTo>
                    <a:pt x="0" y="1665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lgDashDot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3725" name="Text Box 61">
              <a:extLst>
                <a:ext uri="{FF2B5EF4-FFF2-40B4-BE49-F238E27FC236}">
                  <a16:creationId xmlns:a16="http://schemas.microsoft.com/office/drawing/2014/main" id="{9ED0F2C7-D777-4ED3-A97A-96099A2C033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41" y="231"/>
              <a:ext cx="5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eaLnBrk="1" hangingPunct="1"/>
              <a:r>
                <a:rPr lang="en-US" altLang="zh-CN" i="1">
                  <a:latin typeface="宋体" panose="02010600030101010101" pitchFamily="2" charset="-122"/>
                </a:rPr>
                <a:t>A</a:t>
              </a:r>
              <a:r>
                <a:rPr lang="zh-CN" altLang="en-US"/>
                <a:t>－</a:t>
              </a:r>
              <a:r>
                <a:rPr lang="en-US" altLang="zh-CN" i="1">
                  <a:latin typeface="宋体" panose="02010600030101010101" pitchFamily="2" charset="-122"/>
                </a:rPr>
                <a:t>A</a:t>
              </a:r>
              <a:endParaRPr lang="en-US" altLang="zh-CN"/>
            </a:p>
          </p:txBody>
        </p:sp>
        <p:sp>
          <p:nvSpPr>
            <p:cNvPr id="113726" name="Line 62">
              <a:extLst>
                <a:ext uri="{FF2B5EF4-FFF2-40B4-BE49-F238E27FC236}">
                  <a16:creationId xmlns:a16="http://schemas.microsoft.com/office/drawing/2014/main" id="{00DEA4ED-CB71-4798-93F7-74970DAE2DE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13" y="487"/>
              <a:ext cx="0" cy="32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lgDash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3727" name="Line 63">
              <a:extLst>
                <a:ext uri="{FF2B5EF4-FFF2-40B4-BE49-F238E27FC236}">
                  <a16:creationId xmlns:a16="http://schemas.microsoft.com/office/drawing/2014/main" id="{54158037-5284-4320-96F2-AEE084C3DDA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33" y="1182"/>
              <a:ext cx="195" cy="19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3728" name="Freeform 64">
              <a:extLst>
                <a:ext uri="{FF2B5EF4-FFF2-40B4-BE49-F238E27FC236}">
                  <a16:creationId xmlns:a16="http://schemas.microsoft.com/office/drawing/2014/main" id="{8FD13602-A522-4466-9B54-F61531058B4F}"/>
                </a:ext>
              </a:extLst>
            </p:cNvPr>
            <p:cNvSpPr>
              <a:spLocks/>
            </p:cNvSpPr>
            <p:nvPr/>
          </p:nvSpPr>
          <p:spPr bwMode="auto">
            <a:xfrm>
              <a:off x="1728" y="1321"/>
              <a:ext cx="200" cy="197"/>
            </a:xfrm>
            <a:custGeom>
              <a:avLst/>
              <a:gdLst>
                <a:gd name="T0" fmla="*/ 0 w 200"/>
                <a:gd name="T1" fmla="*/ 197 h 197"/>
                <a:gd name="T2" fmla="*/ 200 w 200"/>
                <a:gd name="T3" fmla="*/ 0 h 1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00" h="197">
                  <a:moveTo>
                    <a:pt x="0" y="197"/>
                  </a:moveTo>
                  <a:lnTo>
                    <a:pt x="200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3729" name="Freeform 65">
              <a:extLst>
                <a:ext uri="{FF2B5EF4-FFF2-40B4-BE49-F238E27FC236}">
                  <a16:creationId xmlns:a16="http://schemas.microsoft.com/office/drawing/2014/main" id="{BABEFA20-F985-42FA-86A0-7225A08E5244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8" y="1451"/>
              <a:ext cx="192" cy="192"/>
            </a:xfrm>
            <a:custGeom>
              <a:avLst/>
              <a:gdLst>
                <a:gd name="T0" fmla="*/ 0 w 192"/>
                <a:gd name="T1" fmla="*/ 192 h 192"/>
                <a:gd name="T2" fmla="*/ 192 w 192"/>
                <a:gd name="T3" fmla="*/ 0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92" h="192">
                  <a:moveTo>
                    <a:pt x="0" y="192"/>
                  </a:moveTo>
                  <a:lnTo>
                    <a:pt x="192" y="0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3730" name="Line 66">
              <a:extLst>
                <a:ext uri="{FF2B5EF4-FFF2-40B4-BE49-F238E27FC236}">
                  <a16:creationId xmlns:a16="http://schemas.microsoft.com/office/drawing/2014/main" id="{1241FA90-D4FA-4B96-9F9E-0A938EBD441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24" y="1596"/>
              <a:ext cx="195" cy="19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3731" name="Line 67">
              <a:extLst>
                <a:ext uri="{FF2B5EF4-FFF2-40B4-BE49-F238E27FC236}">
                  <a16:creationId xmlns:a16="http://schemas.microsoft.com/office/drawing/2014/main" id="{BB68EA55-A6EF-402F-9997-82DF5C72E88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24" y="1743"/>
              <a:ext cx="195" cy="19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3732" name="Freeform 68">
              <a:extLst>
                <a:ext uri="{FF2B5EF4-FFF2-40B4-BE49-F238E27FC236}">
                  <a16:creationId xmlns:a16="http://schemas.microsoft.com/office/drawing/2014/main" id="{556E18EA-01FA-4405-834F-63E6C89E8086}"/>
                </a:ext>
              </a:extLst>
            </p:cNvPr>
            <p:cNvSpPr>
              <a:spLocks/>
            </p:cNvSpPr>
            <p:nvPr/>
          </p:nvSpPr>
          <p:spPr bwMode="auto">
            <a:xfrm>
              <a:off x="1769" y="1835"/>
              <a:ext cx="189" cy="197"/>
            </a:xfrm>
            <a:custGeom>
              <a:avLst/>
              <a:gdLst>
                <a:gd name="T0" fmla="*/ 0 w 189"/>
                <a:gd name="T1" fmla="*/ 197 h 197"/>
                <a:gd name="T2" fmla="*/ 189 w 189"/>
                <a:gd name="T3" fmla="*/ 0 h 1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89" h="197">
                  <a:moveTo>
                    <a:pt x="0" y="197"/>
                  </a:moveTo>
                  <a:lnTo>
                    <a:pt x="189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3733" name="Freeform 69">
              <a:extLst>
                <a:ext uri="{FF2B5EF4-FFF2-40B4-BE49-F238E27FC236}">
                  <a16:creationId xmlns:a16="http://schemas.microsoft.com/office/drawing/2014/main" id="{21CE9206-FBE9-4844-A586-608809C52E9A}"/>
                </a:ext>
              </a:extLst>
            </p:cNvPr>
            <p:cNvSpPr>
              <a:spLocks/>
            </p:cNvSpPr>
            <p:nvPr/>
          </p:nvSpPr>
          <p:spPr bwMode="auto">
            <a:xfrm>
              <a:off x="1891" y="1831"/>
              <a:ext cx="195" cy="195"/>
            </a:xfrm>
            <a:custGeom>
              <a:avLst/>
              <a:gdLst>
                <a:gd name="T0" fmla="*/ 0 w 195"/>
                <a:gd name="T1" fmla="*/ 195 h 195"/>
                <a:gd name="T2" fmla="*/ 195 w 195"/>
                <a:gd name="T3" fmla="*/ 0 h 1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95" h="195">
                  <a:moveTo>
                    <a:pt x="0" y="195"/>
                  </a:moveTo>
                  <a:lnTo>
                    <a:pt x="195" y="0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3734" name="Freeform 70">
              <a:extLst>
                <a:ext uri="{FF2B5EF4-FFF2-40B4-BE49-F238E27FC236}">
                  <a16:creationId xmlns:a16="http://schemas.microsoft.com/office/drawing/2014/main" id="{401FC75C-D528-4E0C-8AB5-008DDE603E2F}"/>
                </a:ext>
              </a:extLst>
            </p:cNvPr>
            <p:cNvSpPr>
              <a:spLocks/>
            </p:cNvSpPr>
            <p:nvPr/>
          </p:nvSpPr>
          <p:spPr bwMode="auto">
            <a:xfrm>
              <a:off x="2017" y="1837"/>
              <a:ext cx="195" cy="195"/>
            </a:xfrm>
            <a:custGeom>
              <a:avLst/>
              <a:gdLst>
                <a:gd name="T0" fmla="*/ 0 w 195"/>
                <a:gd name="T1" fmla="*/ 195 h 195"/>
                <a:gd name="T2" fmla="*/ 195 w 195"/>
                <a:gd name="T3" fmla="*/ 0 h 1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95" h="195">
                  <a:moveTo>
                    <a:pt x="0" y="195"/>
                  </a:moveTo>
                  <a:lnTo>
                    <a:pt x="195" y="0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3735" name="Freeform 71">
              <a:extLst>
                <a:ext uri="{FF2B5EF4-FFF2-40B4-BE49-F238E27FC236}">
                  <a16:creationId xmlns:a16="http://schemas.microsoft.com/office/drawing/2014/main" id="{438F9B07-4BCE-40F5-A4A6-4A26F07CE5AA}"/>
                </a:ext>
              </a:extLst>
            </p:cNvPr>
            <p:cNvSpPr>
              <a:spLocks/>
            </p:cNvSpPr>
            <p:nvPr/>
          </p:nvSpPr>
          <p:spPr bwMode="auto">
            <a:xfrm>
              <a:off x="2158" y="1828"/>
              <a:ext cx="195" cy="195"/>
            </a:xfrm>
            <a:custGeom>
              <a:avLst/>
              <a:gdLst>
                <a:gd name="T0" fmla="*/ 0 w 195"/>
                <a:gd name="T1" fmla="*/ 195 h 195"/>
                <a:gd name="T2" fmla="*/ 195 w 195"/>
                <a:gd name="T3" fmla="*/ 0 h 1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95" h="195">
                  <a:moveTo>
                    <a:pt x="0" y="195"/>
                  </a:moveTo>
                  <a:lnTo>
                    <a:pt x="195" y="0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3736" name="Freeform 72">
              <a:extLst>
                <a:ext uri="{FF2B5EF4-FFF2-40B4-BE49-F238E27FC236}">
                  <a16:creationId xmlns:a16="http://schemas.microsoft.com/office/drawing/2014/main" id="{14A8D8B4-95C4-4B2A-861C-BA1CDB337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2284" y="1834"/>
              <a:ext cx="195" cy="195"/>
            </a:xfrm>
            <a:custGeom>
              <a:avLst/>
              <a:gdLst>
                <a:gd name="T0" fmla="*/ 0 w 195"/>
                <a:gd name="T1" fmla="*/ 195 h 195"/>
                <a:gd name="T2" fmla="*/ 195 w 195"/>
                <a:gd name="T3" fmla="*/ 0 h 1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95" h="195">
                  <a:moveTo>
                    <a:pt x="0" y="195"/>
                  </a:moveTo>
                  <a:lnTo>
                    <a:pt x="195" y="0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3737" name="Freeform 73">
              <a:extLst>
                <a:ext uri="{FF2B5EF4-FFF2-40B4-BE49-F238E27FC236}">
                  <a16:creationId xmlns:a16="http://schemas.microsoft.com/office/drawing/2014/main" id="{7598C98F-8C9D-4F7F-BD4F-276D1BF43E3C}"/>
                </a:ext>
              </a:extLst>
            </p:cNvPr>
            <p:cNvSpPr>
              <a:spLocks/>
            </p:cNvSpPr>
            <p:nvPr/>
          </p:nvSpPr>
          <p:spPr bwMode="auto">
            <a:xfrm>
              <a:off x="2417" y="1931"/>
              <a:ext cx="98" cy="96"/>
            </a:xfrm>
            <a:custGeom>
              <a:avLst/>
              <a:gdLst>
                <a:gd name="T0" fmla="*/ 0 w 98"/>
                <a:gd name="T1" fmla="*/ 96 h 96"/>
                <a:gd name="T2" fmla="*/ 98 w 98"/>
                <a:gd name="T3" fmla="*/ 0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98" h="96">
                  <a:moveTo>
                    <a:pt x="0" y="96"/>
                  </a:moveTo>
                  <a:lnTo>
                    <a:pt x="98" y="0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3738" name="Freeform 74">
              <a:extLst>
                <a:ext uri="{FF2B5EF4-FFF2-40B4-BE49-F238E27FC236}">
                  <a16:creationId xmlns:a16="http://schemas.microsoft.com/office/drawing/2014/main" id="{78ABE2C3-9D64-4607-B9C6-648BF9B58D1D}"/>
                </a:ext>
              </a:extLst>
            </p:cNvPr>
            <p:cNvSpPr>
              <a:spLocks/>
            </p:cNvSpPr>
            <p:nvPr/>
          </p:nvSpPr>
          <p:spPr bwMode="auto">
            <a:xfrm>
              <a:off x="1801" y="1048"/>
              <a:ext cx="119" cy="119"/>
            </a:xfrm>
            <a:custGeom>
              <a:avLst/>
              <a:gdLst>
                <a:gd name="T0" fmla="*/ 0 w 119"/>
                <a:gd name="T1" fmla="*/ 119 h 119"/>
                <a:gd name="T2" fmla="*/ 119 w 119"/>
                <a:gd name="T3" fmla="*/ 0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19" h="119">
                  <a:moveTo>
                    <a:pt x="0" y="119"/>
                  </a:moveTo>
                  <a:lnTo>
                    <a:pt x="119" y="0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3739" name="Freeform 75">
              <a:extLst>
                <a:ext uri="{FF2B5EF4-FFF2-40B4-BE49-F238E27FC236}">
                  <a16:creationId xmlns:a16="http://schemas.microsoft.com/office/drawing/2014/main" id="{6C9F4C5E-F49E-44B6-8E18-6F7514F679B6}"/>
                </a:ext>
              </a:extLst>
            </p:cNvPr>
            <p:cNvSpPr>
              <a:spLocks/>
            </p:cNvSpPr>
            <p:nvPr/>
          </p:nvSpPr>
          <p:spPr bwMode="auto">
            <a:xfrm>
              <a:off x="1807" y="904"/>
              <a:ext cx="113" cy="119"/>
            </a:xfrm>
            <a:custGeom>
              <a:avLst/>
              <a:gdLst>
                <a:gd name="T0" fmla="*/ 0 w 113"/>
                <a:gd name="T1" fmla="*/ 119 h 119"/>
                <a:gd name="T2" fmla="*/ 113 w 113"/>
                <a:gd name="T3" fmla="*/ 0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13" h="119">
                  <a:moveTo>
                    <a:pt x="0" y="119"/>
                  </a:moveTo>
                  <a:lnTo>
                    <a:pt x="113" y="0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3740" name="Freeform 76">
              <a:extLst>
                <a:ext uri="{FF2B5EF4-FFF2-40B4-BE49-F238E27FC236}">
                  <a16:creationId xmlns:a16="http://schemas.microsoft.com/office/drawing/2014/main" id="{CA0E6D08-7647-4338-8E4C-739A0F30C859}"/>
                </a:ext>
              </a:extLst>
            </p:cNvPr>
            <p:cNvSpPr>
              <a:spLocks/>
            </p:cNvSpPr>
            <p:nvPr/>
          </p:nvSpPr>
          <p:spPr bwMode="auto">
            <a:xfrm>
              <a:off x="1795" y="760"/>
              <a:ext cx="135" cy="134"/>
            </a:xfrm>
            <a:custGeom>
              <a:avLst/>
              <a:gdLst>
                <a:gd name="T0" fmla="*/ 0 w 135"/>
                <a:gd name="T1" fmla="*/ 134 h 134"/>
                <a:gd name="T2" fmla="*/ 135 w 135"/>
                <a:gd name="T3" fmla="*/ 0 h 1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35" h="134">
                  <a:moveTo>
                    <a:pt x="0" y="134"/>
                  </a:moveTo>
                  <a:lnTo>
                    <a:pt x="135" y="0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3741" name="Freeform 77">
              <a:extLst>
                <a:ext uri="{FF2B5EF4-FFF2-40B4-BE49-F238E27FC236}">
                  <a16:creationId xmlns:a16="http://schemas.microsoft.com/office/drawing/2014/main" id="{BF26166A-9346-4D12-9B53-516BF97A12B4}"/>
                </a:ext>
              </a:extLst>
            </p:cNvPr>
            <p:cNvSpPr>
              <a:spLocks/>
            </p:cNvSpPr>
            <p:nvPr/>
          </p:nvSpPr>
          <p:spPr bwMode="auto">
            <a:xfrm>
              <a:off x="1805" y="549"/>
              <a:ext cx="221" cy="221"/>
            </a:xfrm>
            <a:custGeom>
              <a:avLst/>
              <a:gdLst>
                <a:gd name="T0" fmla="*/ 0 w 221"/>
                <a:gd name="T1" fmla="*/ 221 h 221"/>
                <a:gd name="T2" fmla="*/ 221 w 221"/>
                <a:gd name="T3" fmla="*/ 0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21" h="221">
                  <a:moveTo>
                    <a:pt x="0" y="221"/>
                  </a:moveTo>
                  <a:lnTo>
                    <a:pt x="221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3742" name="Freeform 78">
              <a:extLst>
                <a:ext uri="{FF2B5EF4-FFF2-40B4-BE49-F238E27FC236}">
                  <a16:creationId xmlns:a16="http://schemas.microsoft.com/office/drawing/2014/main" id="{4CEAA5B0-9354-4CC4-A77A-C54C7BDCF0F7}"/>
                </a:ext>
              </a:extLst>
            </p:cNvPr>
            <p:cNvSpPr>
              <a:spLocks/>
            </p:cNvSpPr>
            <p:nvPr/>
          </p:nvSpPr>
          <p:spPr bwMode="auto">
            <a:xfrm>
              <a:off x="1805" y="539"/>
              <a:ext cx="115" cy="115"/>
            </a:xfrm>
            <a:custGeom>
              <a:avLst/>
              <a:gdLst>
                <a:gd name="T0" fmla="*/ 0 w 115"/>
                <a:gd name="T1" fmla="*/ 115 h 115"/>
                <a:gd name="T2" fmla="*/ 115 w 115"/>
                <a:gd name="T3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15" h="115">
                  <a:moveTo>
                    <a:pt x="0" y="115"/>
                  </a:moveTo>
                  <a:lnTo>
                    <a:pt x="115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3743" name="Line 79">
              <a:extLst>
                <a:ext uri="{FF2B5EF4-FFF2-40B4-BE49-F238E27FC236}">
                  <a16:creationId xmlns:a16="http://schemas.microsoft.com/office/drawing/2014/main" id="{19CEEC86-211D-4B8A-823B-55A459BC65C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964" y="536"/>
              <a:ext cx="194" cy="19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3744" name="Freeform 80">
              <a:extLst>
                <a:ext uri="{FF2B5EF4-FFF2-40B4-BE49-F238E27FC236}">
                  <a16:creationId xmlns:a16="http://schemas.microsoft.com/office/drawing/2014/main" id="{A68B23D4-9BE7-46BB-81E7-72F9A6C12D02}"/>
                </a:ext>
              </a:extLst>
            </p:cNvPr>
            <p:cNvSpPr>
              <a:spLocks/>
            </p:cNvSpPr>
            <p:nvPr/>
          </p:nvSpPr>
          <p:spPr bwMode="auto">
            <a:xfrm>
              <a:off x="2078" y="664"/>
              <a:ext cx="90" cy="77"/>
            </a:xfrm>
            <a:custGeom>
              <a:avLst/>
              <a:gdLst>
                <a:gd name="T0" fmla="*/ 0 w 90"/>
                <a:gd name="T1" fmla="*/ 77 h 77"/>
                <a:gd name="T2" fmla="*/ 90 w 90"/>
                <a:gd name="T3" fmla="*/ 0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90" h="77">
                  <a:moveTo>
                    <a:pt x="0" y="77"/>
                  </a:moveTo>
                  <a:lnTo>
                    <a:pt x="90" y="0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3745" name="Freeform 81">
              <a:extLst>
                <a:ext uri="{FF2B5EF4-FFF2-40B4-BE49-F238E27FC236}">
                  <a16:creationId xmlns:a16="http://schemas.microsoft.com/office/drawing/2014/main" id="{3BF0627A-6F79-4E8A-8D01-76136A9E9A23}"/>
                </a:ext>
              </a:extLst>
            </p:cNvPr>
            <p:cNvSpPr>
              <a:spLocks/>
            </p:cNvSpPr>
            <p:nvPr/>
          </p:nvSpPr>
          <p:spPr bwMode="auto">
            <a:xfrm>
              <a:off x="698" y="1763"/>
              <a:ext cx="1" cy="345"/>
            </a:xfrm>
            <a:custGeom>
              <a:avLst/>
              <a:gdLst>
                <a:gd name="T0" fmla="*/ 0 w 1"/>
                <a:gd name="T1" fmla="*/ 0 h 345"/>
                <a:gd name="T2" fmla="*/ 0 w 1"/>
                <a:gd name="T3" fmla="*/ 345 h 3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345">
                  <a:moveTo>
                    <a:pt x="0" y="0"/>
                  </a:moveTo>
                  <a:lnTo>
                    <a:pt x="0" y="345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lgDashDot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3746" name="Freeform 82">
              <a:extLst>
                <a:ext uri="{FF2B5EF4-FFF2-40B4-BE49-F238E27FC236}">
                  <a16:creationId xmlns:a16="http://schemas.microsoft.com/office/drawing/2014/main" id="{E084EA35-3902-4918-9E41-06FB22F7B84C}"/>
                </a:ext>
              </a:extLst>
            </p:cNvPr>
            <p:cNvSpPr>
              <a:spLocks/>
            </p:cNvSpPr>
            <p:nvPr/>
          </p:nvSpPr>
          <p:spPr bwMode="auto">
            <a:xfrm>
              <a:off x="534" y="2026"/>
              <a:ext cx="990" cy="3"/>
            </a:xfrm>
            <a:custGeom>
              <a:avLst/>
              <a:gdLst>
                <a:gd name="T0" fmla="*/ 0 w 990"/>
                <a:gd name="T1" fmla="*/ 3 h 3"/>
                <a:gd name="T2" fmla="*/ 990 w 990"/>
                <a:gd name="T3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990" h="3">
                  <a:moveTo>
                    <a:pt x="0" y="3"/>
                  </a:moveTo>
                  <a:lnTo>
                    <a:pt x="990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3747" name="Freeform 83">
              <a:extLst>
                <a:ext uri="{FF2B5EF4-FFF2-40B4-BE49-F238E27FC236}">
                  <a16:creationId xmlns:a16="http://schemas.microsoft.com/office/drawing/2014/main" id="{967B78EB-B9A1-4F84-B762-0179CD34D0B6}"/>
                </a:ext>
              </a:extLst>
            </p:cNvPr>
            <p:cNvSpPr>
              <a:spLocks/>
            </p:cNvSpPr>
            <p:nvPr/>
          </p:nvSpPr>
          <p:spPr bwMode="auto">
            <a:xfrm>
              <a:off x="541" y="1831"/>
              <a:ext cx="990" cy="3"/>
            </a:xfrm>
            <a:custGeom>
              <a:avLst/>
              <a:gdLst>
                <a:gd name="T0" fmla="*/ 0 w 990"/>
                <a:gd name="T1" fmla="*/ 3 h 3"/>
                <a:gd name="T2" fmla="*/ 990 w 990"/>
                <a:gd name="T3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990" h="3">
                  <a:moveTo>
                    <a:pt x="0" y="3"/>
                  </a:moveTo>
                  <a:lnTo>
                    <a:pt x="990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3748" name="Freeform 84">
              <a:extLst>
                <a:ext uri="{FF2B5EF4-FFF2-40B4-BE49-F238E27FC236}">
                  <a16:creationId xmlns:a16="http://schemas.microsoft.com/office/drawing/2014/main" id="{E2534FCD-B67B-4121-89A3-9CC7445C4A75}"/>
                </a:ext>
              </a:extLst>
            </p:cNvPr>
            <p:cNvSpPr>
              <a:spLocks/>
            </p:cNvSpPr>
            <p:nvPr/>
          </p:nvSpPr>
          <p:spPr bwMode="auto">
            <a:xfrm>
              <a:off x="872" y="741"/>
              <a:ext cx="437" cy="1"/>
            </a:xfrm>
            <a:custGeom>
              <a:avLst/>
              <a:gdLst>
                <a:gd name="T0" fmla="*/ 0 w 437"/>
                <a:gd name="T1" fmla="*/ 1 h 1"/>
                <a:gd name="T2" fmla="*/ 225 w 437"/>
                <a:gd name="T3" fmla="*/ 1 h 1"/>
                <a:gd name="T4" fmla="*/ 437 w 437"/>
                <a:gd name="T5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37" h="1">
                  <a:moveTo>
                    <a:pt x="0" y="1"/>
                  </a:moveTo>
                  <a:lnTo>
                    <a:pt x="225" y="1"/>
                  </a:lnTo>
                  <a:lnTo>
                    <a:pt x="437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3749" name="Freeform 85">
              <a:extLst>
                <a:ext uri="{FF2B5EF4-FFF2-40B4-BE49-F238E27FC236}">
                  <a16:creationId xmlns:a16="http://schemas.microsoft.com/office/drawing/2014/main" id="{1DFE79AC-9822-48D8-8097-BF22C9366268}"/>
                </a:ext>
              </a:extLst>
            </p:cNvPr>
            <p:cNvSpPr>
              <a:spLocks/>
            </p:cNvSpPr>
            <p:nvPr/>
          </p:nvSpPr>
          <p:spPr bwMode="auto">
            <a:xfrm>
              <a:off x="879" y="547"/>
              <a:ext cx="1" cy="195"/>
            </a:xfrm>
            <a:custGeom>
              <a:avLst/>
              <a:gdLst>
                <a:gd name="T0" fmla="*/ 0 w 1"/>
                <a:gd name="T1" fmla="*/ 195 h 195"/>
                <a:gd name="T2" fmla="*/ 0 w 1"/>
                <a:gd name="T3" fmla="*/ 0 h 1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195">
                  <a:moveTo>
                    <a:pt x="0" y="195"/>
                  </a:moveTo>
                  <a:lnTo>
                    <a:pt x="0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3750" name="Freeform 86">
              <a:extLst>
                <a:ext uri="{FF2B5EF4-FFF2-40B4-BE49-F238E27FC236}">
                  <a16:creationId xmlns:a16="http://schemas.microsoft.com/office/drawing/2014/main" id="{3B895CE7-C1DB-4A16-8156-F350D9AC10E4}"/>
                </a:ext>
              </a:extLst>
            </p:cNvPr>
            <p:cNvSpPr>
              <a:spLocks/>
            </p:cNvSpPr>
            <p:nvPr/>
          </p:nvSpPr>
          <p:spPr bwMode="auto">
            <a:xfrm>
              <a:off x="879" y="543"/>
              <a:ext cx="645" cy="4"/>
            </a:xfrm>
            <a:custGeom>
              <a:avLst/>
              <a:gdLst>
                <a:gd name="T0" fmla="*/ 0 w 645"/>
                <a:gd name="T1" fmla="*/ 4 h 4"/>
                <a:gd name="T2" fmla="*/ 645 w 645"/>
                <a:gd name="T3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645" h="4">
                  <a:moveTo>
                    <a:pt x="0" y="4"/>
                  </a:moveTo>
                  <a:lnTo>
                    <a:pt x="645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3751" name="Freeform 87">
              <a:extLst>
                <a:ext uri="{FF2B5EF4-FFF2-40B4-BE49-F238E27FC236}">
                  <a16:creationId xmlns:a16="http://schemas.microsoft.com/office/drawing/2014/main" id="{D529409B-182A-43FB-B6CD-42FB78008C8F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9" y="742"/>
              <a:ext cx="1" cy="1096"/>
            </a:xfrm>
            <a:custGeom>
              <a:avLst/>
              <a:gdLst>
                <a:gd name="T0" fmla="*/ 0 w 1"/>
                <a:gd name="T1" fmla="*/ 1096 h 1096"/>
                <a:gd name="T2" fmla="*/ 0 w 1"/>
                <a:gd name="T3" fmla="*/ 0 h 10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1096">
                  <a:moveTo>
                    <a:pt x="0" y="1096"/>
                  </a:moveTo>
                  <a:lnTo>
                    <a:pt x="0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3752" name="Arc 88">
              <a:extLst>
                <a:ext uri="{FF2B5EF4-FFF2-40B4-BE49-F238E27FC236}">
                  <a16:creationId xmlns:a16="http://schemas.microsoft.com/office/drawing/2014/main" id="{9F47DDE6-6F07-4F28-A0A5-79840DBA6545}"/>
                </a:ext>
              </a:extLst>
            </p:cNvPr>
            <p:cNvSpPr>
              <a:spLocks/>
            </p:cNvSpPr>
            <p:nvPr/>
          </p:nvSpPr>
          <p:spPr bwMode="auto">
            <a:xfrm flipH="1" flipV="1">
              <a:off x="1305" y="931"/>
              <a:ext cx="240" cy="192"/>
            </a:xfrm>
            <a:custGeom>
              <a:avLst/>
              <a:gdLst>
                <a:gd name="G0" fmla="+- 0 0 0"/>
                <a:gd name="G1" fmla="+- 21558 0 0"/>
                <a:gd name="G2" fmla="+- 21600 0 0"/>
                <a:gd name="T0" fmla="*/ 1347 w 21600"/>
                <a:gd name="T1" fmla="*/ 0 h 21558"/>
                <a:gd name="T2" fmla="*/ 21600 w 21600"/>
                <a:gd name="T3" fmla="*/ 21558 h 21558"/>
                <a:gd name="T4" fmla="*/ 0 w 21600"/>
                <a:gd name="T5" fmla="*/ 21558 h 215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558" fill="none" extrusionOk="0">
                  <a:moveTo>
                    <a:pt x="1346" y="0"/>
                  </a:moveTo>
                  <a:cubicBezTo>
                    <a:pt x="12731" y="711"/>
                    <a:pt x="21600" y="10151"/>
                    <a:pt x="21600" y="21558"/>
                  </a:cubicBezTo>
                </a:path>
                <a:path w="21600" h="21558" stroke="0" extrusionOk="0">
                  <a:moveTo>
                    <a:pt x="1346" y="0"/>
                  </a:moveTo>
                  <a:cubicBezTo>
                    <a:pt x="12731" y="711"/>
                    <a:pt x="21600" y="10151"/>
                    <a:pt x="21600" y="21558"/>
                  </a:cubicBezTo>
                  <a:lnTo>
                    <a:pt x="0" y="21558"/>
                  </a:lnTo>
                  <a:close/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3753" name="Freeform 89">
              <a:extLst>
                <a:ext uri="{FF2B5EF4-FFF2-40B4-BE49-F238E27FC236}">
                  <a16:creationId xmlns:a16="http://schemas.microsoft.com/office/drawing/2014/main" id="{87ED3267-12FB-4DC8-9FC4-EB0A8901774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99" y="742"/>
              <a:ext cx="1" cy="210"/>
            </a:xfrm>
            <a:custGeom>
              <a:avLst/>
              <a:gdLst>
                <a:gd name="T0" fmla="*/ 0 w 1"/>
                <a:gd name="T1" fmla="*/ 210 h 210"/>
                <a:gd name="T2" fmla="*/ 0 w 1"/>
                <a:gd name="T3" fmla="*/ 0 h 2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210">
                  <a:moveTo>
                    <a:pt x="0" y="210"/>
                  </a:moveTo>
                  <a:lnTo>
                    <a:pt x="0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3754" name="Line 90">
              <a:extLst>
                <a:ext uri="{FF2B5EF4-FFF2-40B4-BE49-F238E27FC236}">
                  <a16:creationId xmlns:a16="http://schemas.microsoft.com/office/drawing/2014/main" id="{60550F52-761D-47EA-98C7-E701B27168D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7" y="1836"/>
              <a:ext cx="0" cy="19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3755" name="Freeform 91">
              <a:extLst>
                <a:ext uri="{FF2B5EF4-FFF2-40B4-BE49-F238E27FC236}">
                  <a16:creationId xmlns:a16="http://schemas.microsoft.com/office/drawing/2014/main" id="{48961D4D-A45B-4892-AAB4-C6625AC6EF8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4" y="472"/>
              <a:ext cx="1" cy="345"/>
            </a:xfrm>
            <a:custGeom>
              <a:avLst/>
              <a:gdLst>
                <a:gd name="T0" fmla="*/ 0 w 1"/>
                <a:gd name="T1" fmla="*/ 345 h 345"/>
                <a:gd name="T2" fmla="*/ 0 w 1"/>
                <a:gd name="T3" fmla="*/ 0 h 3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345">
                  <a:moveTo>
                    <a:pt x="0" y="345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lgDashDot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3756" name="Freeform 92">
              <a:extLst>
                <a:ext uri="{FF2B5EF4-FFF2-40B4-BE49-F238E27FC236}">
                  <a16:creationId xmlns:a16="http://schemas.microsoft.com/office/drawing/2014/main" id="{D78E156A-E91E-487B-941B-4696C25018C5}"/>
                </a:ext>
              </a:extLst>
            </p:cNvPr>
            <p:cNvSpPr>
              <a:spLocks/>
            </p:cNvSpPr>
            <p:nvPr/>
          </p:nvSpPr>
          <p:spPr bwMode="auto">
            <a:xfrm>
              <a:off x="1269" y="909"/>
              <a:ext cx="582" cy="1"/>
            </a:xfrm>
            <a:custGeom>
              <a:avLst/>
              <a:gdLst>
                <a:gd name="T0" fmla="*/ 0 w 582"/>
                <a:gd name="T1" fmla="*/ 0 h 1"/>
                <a:gd name="T2" fmla="*/ 582 w 582"/>
                <a:gd name="T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582" h="1">
                  <a:moveTo>
                    <a:pt x="0" y="0"/>
                  </a:moveTo>
                  <a:lnTo>
                    <a:pt x="582" y="0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lgDashDot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3757" name="Oval 93">
              <a:extLst>
                <a:ext uri="{FF2B5EF4-FFF2-40B4-BE49-F238E27FC236}">
                  <a16:creationId xmlns:a16="http://schemas.microsoft.com/office/drawing/2014/main" id="{F282227C-3380-4F20-B5A0-F68114B745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13" y="798"/>
              <a:ext cx="240" cy="222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3758" name="Freeform 94">
              <a:extLst>
                <a:ext uri="{FF2B5EF4-FFF2-40B4-BE49-F238E27FC236}">
                  <a16:creationId xmlns:a16="http://schemas.microsoft.com/office/drawing/2014/main" id="{31782804-A4D8-430A-AAC0-FE4BF577103D}"/>
                </a:ext>
              </a:extLst>
            </p:cNvPr>
            <p:cNvSpPr>
              <a:spLocks/>
            </p:cNvSpPr>
            <p:nvPr/>
          </p:nvSpPr>
          <p:spPr bwMode="auto">
            <a:xfrm>
              <a:off x="1522" y="2026"/>
              <a:ext cx="991" cy="3"/>
            </a:xfrm>
            <a:custGeom>
              <a:avLst/>
              <a:gdLst>
                <a:gd name="T0" fmla="*/ 991 w 991"/>
                <a:gd name="T1" fmla="*/ 0 h 3"/>
                <a:gd name="T2" fmla="*/ 0 w 991"/>
                <a:gd name="T3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991" h="3">
                  <a:moveTo>
                    <a:pt x="991" y="0"/>
                  </a:moveTo>
                  <a:lnTo>
                    <a:pt x="0" y="3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3759" name="Freeform 95">
              <a:extLst>
                <a:ext uri="{FF2B5EF4-FFF2-40B4-BE49-F238E27FC236}">
                  <a16:creationId xmlns:a16="http://schemas.microsoft.com/office/drawing/2014/main" id="{4AD0BDE1-D078-408C-88F2-692CC56135E2}"/>
                </a:ext>
              </a:extLst>
            </p:cNvPr>
            <p:cNvSpPr>
              <a:spLocks/>
            </p:cNvSpPr>
            <p:nvPr/>
          </p:nvSpPr>
          <p:spPr bwMode="auto">
            <a:xfrm>
              <a:off x="1921" y="1831"/>
              <a:ext cx="602" cy="1"/>
            </a:xfrm>
            <a:custGeom>
              <a:avLst/>
              <a:gdLst>
                <a:gd name="T0" fmla="*/ 602 w 602"/>
                <a:gd name="T1" fmla="*/ 1 h 1"/>
                <a:gd name="T2" fmla="*/ 0 w 602"/>
                <a:gd name="T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602" h="1">
                  <a:moveTo>
                    <a:pt x="602" y="1"/>
                  </a:moveTo>
                  <a:lnTo>
                    <a:pt x="0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3760" name="Freeform 96">
              <a:extLst>
                <a:ext uri="{FF2B5EF4-FFF2-40B4-BE49-F238E27FC236}">
                  <a16:creationId xmlns:a16="http://schemas.microsoft.com/office/drawing/2014/main" id="{E58065FE-B3DA-4A85-8F88-5A0D2EBCAEFC}"/>
                </a:ext>
              </a:extLst>
            </p:cNvPr>
            <p:cNvSpPr>
              <a:spLocks/>
            </p:cNvSpPr>
            <p:nvPr/>
          </p:nvSpPr>
          <p:spPr bwMode="auto">
            <a:xfrm>
              <a:off x="1928" y="735"/>
              <a:ext cx="248" cy="6"/>
            </a:xfrm>
            <a:custGeom>
              <a:avLst/>
              <a:gdLst>
                <a:gd name="T0" fmla="*/ 248 w 248"/>
                <a:gd name="T1" fmla="*/ 6 h 6"/>
                <a:gd name="T2" fmla="*/ 0 w 248"/>
                <a:gd name="T3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48" h="6">
                  <a:moveTo>
                    <a:pt x="248" y="6"/>
                  </a:moveTo>
                  <a:lnTo>
                    <a:pt x="0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3761" name="Freeform 97">
              <a:extLst>
                <a:ext uri="{FF2B5EF4-FFF2-40B4-BE49-F238E27FC236}">
                  <a16:creationId xmlns:a16="http://schemas.microsoft.com/office/drawing/2014/main" id="{DE4F15DB-A416-4F38-8924-47AB36A3394F}"/>
                </a:ext>
              </a:extLst>
            </p:cNvPr>
            <p:cNvSpPr>
              <a:spLocks/>
            </p:cNvSpPr>
            <p:nvPr/>
          </p:nvSpPr>
          <p:spPr bwMode="auto">
            <a:xfrm>
              <a:off x="2167" y="540"/>
              <a:ext cx="1" cy="208"/>
            </a:xfrm>
            <a:custGeom>
              <a:avLst/>
              <a:gdLst>
                <a:gd name="T0" fmla="*/ 0 w 1"/>
                <a:gd name="T1" fmla="*/ 208 h 208"/>
                <a:gd name="T2" fmla="*/ 1 w 1"/>
                <a:gd name="T3" fmla="*/ 0 h 2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208">
                  <a:moveTo>
                    <a:pt x="0" y="208"/>
                  </a:moveTo>
                  <a:lnTo>
                    <a:pt x="1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3762" name="Freeform 98">
              <a:extLst>
                <a:ext uri="{FF2B5EF4-FFF2-40B4-BE49-F238E27FC236}">
                  <a16:creationId xmlns:a16="http://schemas.microsoft.com/office/drawing/2014/main" id="{ED2C677A-A749-4159-A25F-8FCB86EA7800}"/>
                </a:ext>
              </a:extLst>
            </p:cNvPr>
            <p:cNvSpPr>
              <a:spLocks/>
            </p:cNvSpPr>
            <p:nvPr/>
          </p:nvSpPr>
          <p:spPr bwMode="auto">
            <a:xfrm>
              <a:off x="1515" y="547"/>
              <a:ext cx="660" cy="1"/>
            </a:xfrm>
            <a:custGeom>
              <a:avLst/>
              <a:gdLst>
                <a:gd name="T0" fmla="*/ 660 w 660"/>
                <a:gd name="T1" fmla="*/ 0 h 1"/>
                <a:gd name="T2" fmla="*/ 0 w 660"/>
                <a:gd name="T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660" h="1">
                  <a:moveTo>
                    <a:pt x="660" y="0"/>
                  </a:moveTo>
                  <a:lnTo>
                    <a:pt x="0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3763" name="Freeform 99">
              <a:extLst>
                <a:ext uri="{FF2B5EF4-FFF2-40B4-BE49-F238E27FC236}">
                  <a16:creationId xmlns:a16="http://schemas.microsoft.com/office/drawing/2014/main" id="{C1863B3A-95DA-45E9-8982-2F835C628B08}"/>
                </a:ext>
              </a:extLst>
            </p:cNvPr>
            <p:cNvSpPr>
              <a:spLocks/>
            </p:cNvSpPr>
            <p:nvPr/>
          </p:nvSpPr>
          <p:spPr bwMode="auto">
            <a:xfrm>
              <a:off x="1928" y="735"/>
              <a:ext cx="1" cy="1096"/>
            </a:xfrm>
            <a:custGeom>
              <a:avLst/>
              <a:gdLst>
                <a:gd name="T0" fmla="*/ 0 w 1"/>
                <a:gd name="T1" fmla="*/ 1096 h 1096"/>
                <a:gd name="T2" fmla="*/ 0 w 1"/>
                <a:gd name="T3" fmla="*/ 0 h 10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1096">
                  <a:moveTo>
                    <a:pt x="0" y="1096"/>
                  </a:moveTo>
                  <a:lnTo>
                    <a:pt x="0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3764" name="Freeform 100">
              <a:extLst>
                <a:ext uri="{FF2B5EF4-FFF2-40B4-BE49-F238E27FC236}">
                  <a16:creationId xmlns:a16="http://schemas.microsoft.com/office/drawing/2014/main" id="{D2643B45-AC06-4D7E-864B-BE368B81260E}"/>
                </a:ext>
              </a:extLst>
            </p:cNvPr>
            <p:cNvSpPr>
              <a:spLocks/>
            </p:cNvSpPr>
            <p:nvPr/>
          </p:nvSpPr>
          <p:spPr bwMode="auto">
            <a:xfrm>
              <a:off x="2513" y="1831"/>
              <a:ext cx="1" cy="210"/>
            </a:xfrm>
            <a:custGeom>
              <a:avLst/>
              <a:gdLst>
                <a:gd name="T0" fmla="*/ 0 w 1"/>
                <a:gd name="T1" fmla="*/ 0 h 210"/>
                <a:gd name="T2" fmla="*/ 0 w 1"/>
                <a:gd name="T3" fmla="*/ 210 h 2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210">
                  <a:moveTo>
                    <a:pt x="0" y="0"/>
                  </a:moveTo>
                  <a:lnTo>
                    <a:pt x="0" y="21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3765" name="Line 101">
              <a:extLst>
                <a:ext uri="{FF2B5EF4-FFF2-40B4-BE49-F238E27FC236}">
                  <a16:creationId xmlns:a16="http://schemas.microsoft.com/office/drawing/2014/main" id="{0F1D2A3E-F095-4365-A05E-250B07381C8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801" y="547"/>
              <a:ext cx="0" cy="67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3766" name="Freeform 102">
              <a:extLst>
                <a:ext uri="{FF2B5EF4-FFF2-40B4-BE49-F238E27FC236}">
                  <a16:creationId xmlns:a16="http://schemas.microsoft.com/office/drawing/2014/main" id="{23C12440-80B0-4C9D-923F-481F97AF4791}"/>
                </a:ext>
              </a:extLst>
            </p:cNvPr>
            <p:cNvSpPr>
              <a:spLocks/>
            </p:cNvSpPr>
            <p:nvPr/>
          </p:nvSpPr>
          <p:spPr bwMode="auto">
            <a:xfrm>
              <a:off x="1529" y="1206"/>
              <a:ext cx="268" cy="3"/>
            </a:xfrm>
            <a:custGeom>
              <a:avLst/>
              <a:gdLst>
                <a:gd name="T0" fmla="*/ 0 w 268"/>
                <a:gd name="T1" fmla="*/ 3 h 3"/>
                <a:gd name="T2" fmla="*/ 268 w 268"/>
                <a:gd name="T3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68" h="3">
                  <a:moveTo>
                    <a:pt x="0" y="3"/>
                  </a:moveTo>
                  <a:lnTo>
                    <a:pt x="268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3767" name="Freeform 103">
              <a:extLst>
                <a:ext uri="{FF2B5EF4-FFF2-40B4-BE49-F238E27FC236}">
                  <a16:creationId xmlns:a16="http://schemas.microsoft.com/office/drawing/2014/main" id="{E8687F9C-723A-494F-AE9C-80177948D374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3" y="1276"/>
              <a:ext cx="1" cy="750"/>
            </a:xfrm>
            <a:custGeom>
              <a:avLst/>
              <a:gdLst>
                <a:gd name="T0" fmla="*/ 0 w 1"/>
                <a:gd name="T1" fmla="*/ 750 h 750"/>
                <a:gd name="T2" fmla="*/ 0 w 1"/>
                <a:gd name="T3" fmla="*/ 0 h 7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750">
                  <a:moveTo>
                    <a:pt x="0" y="750"/>
                  </a:moveTo>
                  <a:lnTo>
                    <a:pt x="0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3768" name="Freeform 104">
              <a:extLst>
                <a:ext uri="{FF2B5EF4-FFF2-40B4-BE49-F238E27FC236}">
                  <a16:creationId xmlns:a16="http://schemas.microsoft.com/office/drawing/2014/main" id="{6EE24691-D437-4B6C-9D60-E663B7DAC23C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3" y="1216"/>
              <a:ext cx="60" cy="60"/>
            </a:xfrm>
            <a:custGeom>
              <a:avLst/>
              <a:gdLst>
                <a:gd name="T0" fmla="*/ 60 w 60"/>
                <a:gd name="T1" fmla="*/ 0 h 60"/>
                <a:gd name="T2" fmla="*/ 0 w 60"/>
                <a:gd name="T3" fmla="*/ 6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60" h="60">
                  <a:moveTo>
                    <a:pt x="60" y="0"/>
                  </a:moveTo>
                  <a:lnTo>
                    <a:pt x="0" y="6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3769" name="Freeform 105">
              <a:extLst>
                <a:ext uri="{FF2B5EF4-FFF2-40B4-BE49-F238E27FC236}">
                  <a16:creationId xmlns:a16="http://schemas.microsoft.com/office/drawing/2014/main" id="{C7C94A0D-78A8-4531-A132-FAFD8E811CA2}"/>
                </a:ext>
              </a:extLst>
            </p:cNvPr>
            <p:cNvSpPr>
              <a:spLocks/>
            </p:cNvSpPr>
            <p:nvPr/>
          </p:nvSpPr>
          <p:spPr bwMode="auto">
            <a:xfrm>
              <a:off x="1529" y="1276"/>
              <a:ext cx="211" cy="1"/>
            </a:xfrm>
            <a:custGeom>
              <a:avLst/>
              <a:gdLst>
                <a:gd name="T0" fmla="*/ 211 w 211"/>
                <a:gd name="T1" fmla="*/ 0 h 1"/>
                <a:gd name="T2" fmla="*/ 0 w 211"/>
                <a:gd name="T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11" h="1">
                  <a:moveTo>
                    <a:pt x="211" y="0"/>
                  </a:moveTo>
                  <a:lnTo>
                    <a:pt x="0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3770" name="Line 106">
              <a:extLst>
                <a:ext uri="{FF2B5EF4-FFF2-40B4-BE49-F238E27FC236}">
                  <a16:creationId xmlns:a16="http://schemas.microsoft.com/office/drawing/2014/main" id="{01D827F0-0B0E-4793-B7A1-0C3A804E9C8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18" y="1776"/>
              <a:ext cx="0" cy="31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lgDash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3771" name="Line 107">
              <a:extLst>
                <a:ext uri="{FF2B5EF4-FFF2-40B4-BE49-F238E27FC236}">
                  <a16:creationId xmlns:a16="http://schemas.microsoft.com/office/drawing/2014/main" id="{C29FBE5E-87E1-4014-ACD8-DF5195405FF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11" y="1832"/>
              <a:ext cx="0" cy="204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lg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13772" name="Line 108">
              <a:extLst>
                <a:ext uri="{FF2B5EF4-FFF2-40B4-BE49-F238E27FC236}">
                  <a16:creationId xmlns:a16="http://schemas.microsoft.com/office/drawing/2014/main" id="{BB1D96E1-53B2-4474-BBAD-5EFBF6940DC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85" y="1839"/>
              <a:ext cx="0" cy="19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lg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13773" name="Line 109">
              <a:extLst>
                <a:ext uri="{FF2B5EF4-FFF2-40B4-BE49-F238E27FC236}">
                  <a16:creationId xmlns:a16="http://schemas.microsoft.com/office/drawing/2014/main" id="{088B0F46-4E83-4E11-A25E-54BA5B71E43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52" y="545"/>
              <a:ext cx="0" cy="203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lg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13774" name="Line 110">
              <a:extLst>
                <a:ext uri="{FF2B5EF4-FFF2-40B4-BE49-F238E27FC236}">
                  <a16:creationId xmlns:a16="http://schemas.microsoft.com/office/drawing/2014/main" id="{733E2FEE-4625-4F55-B656-D9AECA50BB1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69" y="538"/>
              <a:ext cx="0" cy="203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lg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113837" name="Group 173">
            <a:extLst>
              <a:ext uri="{FF2B5EF4-FFF2-40B4-BE49-F238E27FC236}">
                <a16:creationId xmlns:a16="http://schemas.microsoft.com/office/drawing/2014/main" id="{F9DA47A6-01D8-4651-962F-C7EFA0100871}"/>
              </a:ext>
            </a:extLst>
          </p:cNvPr>
          <p:cNvGrpSpPr>
            <a:grpSpLocks/>
          </p:cNvGrpSpPr>
          <p:nvPr/>
        </p:nvGrpSpPr>
        <p:grpSpPr bwMode="auto">
          <a:xfrm>
            <a:off x="700088" y="3713163"/>
            <a:ext cx="3544887" cy="2119312"/>
            <a:chOff x="441" y="2339"/>
            <a:chExt cx="2233" cy="1335"/>
          </a:xfrm>
        </p:grpSpPr>
        <p:sp>
          <p:nvSpPr>
            <p:cNvPr id="113776" name="Rectangle 112">
              <a:extLst>
                <a:ext uri="{FF2B5EF4-FFF2-40B4-BE49-F238E27FC236}">
                  <a16:creationId xmlns:a16="http://schemas.microsoft.com/office/drawing/2014/main" id="{AD334EC8-AA67-4CEB-A8C6-5C9376AA9E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" y="2339"/>
              <a:ext cx="2205" cy="1335"/>
            </a:xfrm>
            <a:prstGeom prst="rect">
              <a:avLst/>
            </a:prstGeom>
            <a:solidFill>
              <a:srgbClr val="33CCFF"/>
            </a:solidFill>
            <a:ln w="9525">
              <a:solidFill>
                <a:srgbClr val="33CCF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13777" name="Arc 113">
              <a:extLst>
                <a:ext uri="{FF2B5EF4-FFF2-40B4-BE49-F238E27FC236}">
                  <a16:creationId xmlns:a16="http://schemas.microsoft.com/office/drawing/2014/main" id="{52C88CA4-4A78-4A31-8146-4DCC8DCAF907}"/>
                </a:ext>
              </a:extLst>
            </p:cNvPr>
            <p:cNvSpPr>
              <a:spLocks/>
            </p:cNvSpPr>
            <p:nvPr/>
          </p:nvSpPr>
          <p:spPr bwMode="auto">
            <a:xfrm flipH="1" flipV="1">
              <a:off x="1101" y="3003"/>
              <a:ext cx="443" cy="336"/>
            </a:xfrm>
            <a:custGeom>
              <a:avLst/>
              <a:gdLst>
                <a:gd name="G0" fmla="+- 0 0 0"/>
                <a:gd name="G1" fmla="+- 18867 0 0"/>
                <a:gd name="G2" fmla="+- 21600 0 0"/>
                <a:gd name="T0" fmla="*/ 10517 w 21600"/>
                <a:gd name="T1" fmla="*/ 0 h 18867"/>
                <a:gd name="T2" fmla="*/ 21600 w 21600"/>
                <a:gd name="T3" fmla="*/ 18867 h 18867"/>
                <a:gd name="T4" fmla="*/ 0 w 21600"/>
                <a:gd name="T5" fmla="*/ 18867 h 188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8867" fill="none" extrusionOk="0">
                  <a:moveTo>
                    <a:pt x="10516" y="0"/>
                  </a:moveTo>
                  <a:cubicBezTo>
                    <a:pt x="17359" y="3814"/>
                    <a:pt x="21600" y="11033"/>
                    <a:pt x="21600" y="18867"/>
                  </a:cubicBezTo>
                </a:path>
                <a:path w="21600" h="18867" stroke="0" extrusionOk="0">
                  <a:moveTo>
                    <a:pt x="10516" y="0"/>
                  </a:moveTo>
                  <a:cubicBezTo>
                    <a:pt x="17359" y="3814"/>
                    <a:pt x="21600" y="11033"/>
                    <a:pt x="21600" y="18867"/>
                  </a:cubicBezTo>
                  <a:lnTo>
                    <a:pt x="0" y="18867"/>
                  </a:lnTo>
                  <a:close/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3778" name="AutoShape 114">
              <a:extLst>
                <a:ext uri="{FF2B5EF4-FFF2-40B4-BE49-F238E27FC236}">
                  <a16:creationId xmlns:a16="http://schemas.microsoft.com/office/drawing/2014/main" id="{8DAD009E-D551-4C70-B013-82309F1E23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0" y="2428"/>
              <a:ext cx="1965" cy="1152"/>
            </a:xfrm>
            <a:prstGeom prst="roundRect">
              <a:avLst>
                <a:gd name="adj" fmla="val 13542"/>
              </a:avLst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13779" name="AutoShape 115">
              <a:extLst>
                <a:ext uri="{FF2B5EF4-FFF2-40B4-BE49-F238E27FC236}">
                  <a16:creationId xmlns:a16="http://schemas.microsoft.com/office/drawing/2014/main" id="{E06ABFBB-7A95-41E1-A168-30E3344CFE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3" y="2568"/>
              <a:ext cx="1296" cy="872"/>
            </a:xfrm>
            <a:prstGeom prst="roundRect">
              <a:avLst>
                <a:gd name="adj" fmla="val 16667"/>
              </a:avLst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13780" name="Freeform 116">
              <a:extLst>
                <a:ext uri="{FF2B5EF4-FFF2-40B4-BE49-F238E27FC236}">
                  <a16:creationId xmlns:a16="http://schemas.microsoft.com/office/drawing/2014/main" id="{2826608F-150D-4206-AA66-2DFA15E398AF}"/>
                </a:ext>
              </a:extLst>
            </p:cNvPr>
            <p:cNvSpPr>
              <a:spLocks/>
            </p:cNvSpPr>
            <p:nvPr/>
          </p:nvSpPr>
          <p:spPr bwMode="auto">
            <a:xfrm>
              <a:off x="469" y="2999"/>
              <a:ext cx="2205" cy="1"/>
            </a:xfrm>
            <a:custGeom>
              <a:avLst/>
              <a:gdLst>
                <a:gd name="T0" fmla="*/ 0 w 2205"/>
                <a:gd name="T1" fmla="*/ 0 h 1"/>
                <a:gd name="T2" fmla="*/ 2205 w 2205"/>
                <a:gd name="T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205" h="1">
                  <a:moveTo>
                    <a:pt x="0" y="0"/>
                  </a:moveTo>
                  <a:lnTo>
                    <a:pt x="2205" y="0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lgDashDot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3781" name="Oval 117">
              <a:extLst>
                <a:ext uri="{FF2B5EF4-FFF2-40B4-BE49-F238E27FC236}">
                  <a16:creationId xmlns:a16="http://schemas.microsoft.com/office/drawing/2014/main" id="{ADEC086A-672E-4F68-BC38-74C02F7B98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7" y="2764"/>
              <a:ext cx="528" cy="480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3782" name="Oval 118">
              <a:extLst>
                <a:ext uri="{FF2B5EF4-FFF2-40B4-BE49-F238E27FC236}">
                  <a16:creationId xmlns:a16="http://schemas.microsoft.com/office/drawing/2014/main" id="{F98F6FD8-9AF2-4E14-B092-BA3F05EE6E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15" y="2812"/>
              <a:ext cx="432" cy="384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113783" name="Group 119">
              <a:extLst>
                <a:ext uri="{FF2B5EF4-FFF2-40B4-BE49-F238E27FC236}">
                  <a16:creationId xmlns:a16="http://schemas.microsoft.com/office/drawing/2014/main" id="{81AE00AC-21E5-40D7-B3B1-D63A7759952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71" y="3317"/>
              <a:ext cx="282" cy="242"/>
              <a:chOff x="560" y="3576"/>
              <a:chExt cx="282" cy="242"/>
            </a:xfrm>
          </p:grpSpPr>
          <p:sp>
            <p:nvSpPr>
              <p:cNvPr id="113784" name="Line 120">
                <a:extLst>
                  <a:ext uri="{FF2B5EF4-FFF2-40B4-BE49-F238E27FC236}">
                    <a16:creationId xmlns:a16="http://schemas.microsoft.com/office/drawing/2014/main" id="{F7BCE9B5-B1B6-40DD-AD29-8268D277CFC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00" y="3576"/>
                <a:ext cx="0" cy="24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3785" name="Freeform 121">
                <a:extLst>
                  <a:ext uri="{FF2B5EF4-FFF2-40B4-BE49-F238E27FC236}">
                    <a16:creationId xmlns:a16="http://schemas.microsoft.com/office/drawing/2014/main" id="{B4FE3AE6-2D50-4E8C-AF88-7552F45C4BE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60" y="3698"/>
                <a:ext cx="282" cy="2"/>
              </a:xfrm>
              <a:custGeom>
                <a:avLst/>
                <a:gdLst>
                  <a:gd name="T0" fmla="*/ 0 w 285"/>
                  <a:gd name="T1" fmla="*/ 3 h 3"/>
                  <a:gd name="T2" fmla="*/ 285 w 285"/>
                  <a:gd name="T3" fmla="*/ 0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285" h="3">
                    <a:moveTo>
                      <a:pt x="0" y="3"/>
                    </a:moveTo>
                    <a:lnTo>
                      <a:pt x="285" y="0"/>
                    </a:lnTo>
                  </a:path>
                </a:pathLst>
              </a:custGeom>
              <a:noFill/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3786" name="Oval 122">
                <a:extLst>
                  <a:ext uri="{FF2B5EF4-FFF2-40B4-BE49-F238E27FC236}">
                    <a16:creationId xmlns:a16="http://schemas.microsoft.com/office/drawing/2014/main" id="{A802B438-FBDC-4734-B64B-39520481DE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-5400000">
                <a:off x="619" y="3602"/>
                <a:ext cx="162" cy="190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13787" name="Group 123">
              <a:extLst>
                <a:ext uri="{FF2B5EF4-FFF2-40B4-BE49-F238E27FC236}">
                  <a16:creationId xmlns:a16="http://schemas.microsoft.com/office/drawing/2014/main" id="{21E08728-31FA-4109-9CE6-AC55D89C331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71" y="2455"/>
              <a:ext cx="282" cy="261"/>
              <a:chOff x="560" y="2714"/>
              <a:chExt cx="282" cy="261"/>
            </a:xfrm>
          </p:grpSpPr>
          <p:sp>
            <p:nvSpPr>
              <p:cNvPr id="113788" name="Line 124">
                <a:extLst>
                  <a:ext uri="{FF2B5EF4-FFF2-40B4-BE49-F238E27FC236}">
                    <a16:creationId xmlns:a16="http://schemas.microsoft.com/office/drawing/2014/main" id="{8FDAC495-62A2-48FC-ACC5-B549F387532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00" y="2714"/>
                <a:ext cx="0" cy="261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3789" name="Freeform 125">
                <a:extLst>
                  <a:ext uri="{FF2B5EF4-FFF2-40B4-BE49-F238E27FC236}">
                    <a16:creationId xmlns:a16="http://schemas.microsoft.com/office/drawing/2014/main" id="{41320E69-1493-4AC6-A219-235C84D1172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60" y="2845"/>
                <a:ext cx="282" cy="3"/>
              </a:xfrm>
              <a:custGeom>
                <a:avLst/>
                <a:gdLst>
                  <a:gd name="T0" fmla="*/ 0 w 285"/>
                  <a:gd name="T1" fmla="*/ 3 h 3"/>
                  <a:gd name="T2" fmla="*/ 285 w 285"/>
                  <a:gd name="T3" fmla="*/ 0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285" h="3">
                    <a:moveTo>
                      <a:pt x="0" y="3"/>
                    </a:moveTo>
                    <a:lnTo>
                      <a:pt x="285" y="0"/>
                    </a:lnTo>
                  </a:path>
                </a:pathLst>
              </a:custGeom>
              <a:noFill/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3790" name="Oval 126">
                <a:extLst>
                  <a:ext uri="{FF2B5EF4-FFF2-40B4-BE49-F238E27FC236}">
                    <a16:creationId xmlns:a16="http://schemas.microsoft.com/office/drawing/2014/main" id="{254DDF5F-639D-437A-8F53-5A61DE26749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-5400000">
                <a:off x="613" y="2750"/>
                <a:ext cx="174" cy="190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13791" name="Group 127">
              <a:extLst>
                <a:ext uri="{FF2B5EF4-FFF2-40B4-BE49-F238E27FC236}">
                  <a16:creationId xmlns:a16="http://schemas.microsoft.com/office/drawing/2014/main" id="{E363CF94-9D52-4BDB-AC14-0EC861466A5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99" y="3296"/>
              <a:ext cx="285" cy="263"/>
              <a:chOff x="2188" y="3555"/>
              <a:chExt cx="285" cy="263"/>
            </a:xfrm>
          </p:grpSpPr>
          <p:sp>
            <p:nvSpPr>
              <p:cNvPr id="113792" name="Line 128">
                <a:extLst>
                  <a:ext uri="{FF2B5EF4-FFF2-40B4-BE49-F238E27FC236}">
                    <a16:creationId xmlns:a16="http://schemas.microsoft.com/office/drawing/2014/main" id="{A2DFBBB4-7B41-40BB-96AC-343B68E0648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29" y="3555"/>
                <a:ext cx="0" cy="26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3793" name="Freeform 129">
                <a:extLst>
                  <a:ext uri="{FF2B5EF4-FFF2-40B4-BE49-F238E27FC236}">
                    <a16:creationId xmlns:a16="http://schemas.microsoft.com/office/drawing/2014/main" id="{27188D45-EB16-4282-BFF4-6542688AC6C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88" y="3687"/>
                <a:ext cx="285" cy="3"/>
              </a:xfrm>
              <a:custGeom>
                <a:avLst/>
                <a:gdLst>
                  <a:gd name="T0" fmla="*/ 0 w 285"/>
                  <a:gd name="T1" fmla="*/ 3 h 3"/>
                  <a:gd name="T2" fmla="*/ 285 w 285"/>
                  <a:gd name="T3" fmla="*/ 0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285" h="3">
                    <a:moveTo>
                      <a:pt x="0" y="3"/>
                    </a:moveTo>
                    <a:lnTo>
                      <a:pt x="285" y="0"/>
                    </a:lnTo>
                  </a:path>
                </a:pathLst>
              </a:custGeom>
              <a:noFill/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3794" name="Oval 130">
                <a:extLst>
                  <a:ext uri="{FF2B5EF4-FFF2-40B4-BE49-F238E27FC236}">
                    <a16:creationId xmlns:a16="http://schemas.microsoft.com/office/drawing/2014/main" id="{933F86FE-FD2D-46F8-B28A-5AD6156988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-5400000">
                <a:off x="2241" y="3591"/>
                <a:ext cx="175" cy="192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13836" name="Group 172">
              <a:extLst>
                <a:ext uri="{FF2B5EF4-FFF2-40B4-BE49-F238E27FC236}">
                  <a16:creationId xmlns:a16="http://schemas.microsoft.com/office/drawing/2014/main" id="{237FFB80-319B-4F2A-A133-9D153169EBD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84" y="2455"/>
              <a:ext cx="300" cy="255"/>
              <a:chOff x="2184" y="2455"/>
              <a:chExt cx="300" cy="255"/>
            </a:xfrm>
          </p:grpSpPr>
          <p:sp>
            <p:nvSpPr>
              <p:cNvPr id="113796" name="Line 132">
                <a:extLst>
                  <a:ext uri="{FF2B5EF4-FFF2-40B4-BE49-F238E27FC236}">
                    <a16:creationId xmlns:a16="http://schemas.microsoft.com/office/drawing/2014/main" id="{68EB2079-3B37-4397-9528-BFAADA6EAEE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32" y="2455"/>
                <a:ext cx="0" cy="25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3797" name="Freeform 133">
                <a:extLst>
                  <a:ext uri="{FF2B5EF4-FFF2-40B4-BE49-F238E27FC236}">
                    <a16:creationId xmlns:a16="http://schemas.microsoft.com/office/drawing/2014/main" id="{0BE4464D-9A29-4593-AB7A-AC13CA40626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84" y="2583"/>
                <a:ext cx="300" cy="3"/>
              </a:xfrm>
              <a:custGeom>
                <a:avLst/>
                <a:gdLst>
                  <a:gd name="T0" fmla="*/ 0 w 285"/>
                  <a:gd name="T1" fmla="*/ 3 h 3"/>
                  <a:gd name="T2" fmla="*/ 285 w 285"/>
                  <a:gd name="T3" fmla="*/ 0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285" h="3">
                    <a:moveTo>
                      <a:pt x="0" y="3"/>
                    </a:moveTo>
                    <a:lnTo>
                      <a:pt x="285" y="0"/>
                    </a:lnTo>
                  </a:path>
                </a:pathLst>
              </a:custGeom>
              <a:noFill/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3798" name="Oval 134">
                <a:extLst>
                  <a:ext uri="{FF2B5EF4-FFF2-40B4-BE49-F238E27FC236}">
                    <a16:creationId xmlns:a16="http://schemas.microsoft.com/office/drawing/2014/main" id="{B734CBA6-F353-4497-933F-48D8D18BD0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-5400000">
                <a:off x="2247" y="2489"/>
                <a:ext cx="170" cy="187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13799" name="Group 135">
              <a:extLst>
                <a:ext uri="{FF2B5EF4-FFF2-40B4-BE49-F238E27FC236}">
                  <a16:creationId xmlns:a16="http://schemas.microsoft.com/office/drawing/2014/main" id="{B07FED79-2CE8-4CDD-BA4D-8AC055E89F3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97" y="3182"/>
              <a:ext cx="269" cy="242"/>
              <a:chOff x="3825" y="2746"/>
              <a:chExt cx="255" cy="255"/>
            </a:xfrm>
          </p:grpSpPr>
          <p:sp>
            <p:nvSpPr>
              <p:cNvPr id="113800" name="Freeform 136">
                <a:extLst>
                  <a:ext uri="{FF2B5EF4-FFF2-40B4-BE49-F238E27FC236}">
                    <a16:creationId xmlns:a16="http://schemas.microsoft.com/office/drawing/2014/main" id="{7A4CC704-4865-4810-A95B-75560F5565B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60" y="2746"/>
                <a:ext cx="1" cy="255"/>
              </a:xfrm>
              <a:custGeom>
                <a:avLst/>
                <a:gdLst>
                  <a:gd name="T0" fmla="*/ 0 w 1"/>
                  <a:gd name="T1" fmla="*/ 0 h 255"/>
                  <a:gd name="T2" fmla="*/ 0 w 1"/>
                  <a:gd name="T3" fmla="*/ 255 h 2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" h="255">
                    <a:moveTo>
                      <a:pt x="0" y="0"/>
                    </a:moveTo>
                    <a:lnTo>
                      <a:pt x="0" y="255"/>
                    </a:lnTo>
                  </a:path>
                </a:pathLst>
              </a:custGeom>
              <a:noFill/>
              <a:ln w="127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3801" name="Freeform 137">
                <a:extLst>
                  <a:ext uri="{FF2B5EF4-FFF2-40B4-BE49-F238E27FC236}">
                    <a16:creationId xmlns:a16="http://schemas.microsoft.com/office/drawing/2014/main" id="{94A8F63F-CBF2-408B-89A0-49E7EFB1392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25" y="2851"/>
                <a:ext cx="255" cy="1"/>
              </a:xfrm>
              <a:custGeom>
                <a:avLst/>
                <a:gdLst>
                  <a:gd name="T0" fmla="*/ 0 w 255"/>
                  <a:gd name="T1" fmla="*/ 0 h 1"/>
                  <a:gd name="T2" fmla="*/ 255 w 255"/>
                  <a:gd name="T3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255" h="1">
                    <a:moveTo>
                      <a:pt x="0" y="0"/>
                    </a:moveTo>
                    <a:lnTo>
                      <a:pt x="255" y="0"/>
                    </a:lnTo>
                  </a:path>
                </a:pathLst>
              </a:custGeom>
              <a:noFill/>
              <a:ln w="127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3802" name="Oval 138">
                <a:extLst>
                  <a:ext uri="{FF2B5EF4-FFF2-40B4-BE49-F238E27FC236}">
                    <a16:creationId xmlns:a16="http://schemas.microsoft.com/office/drawing/2014/main" id="{C19C1A6B-8753-47E7-83D6-F0CED9B465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-5400000">
                <a:off x="3888" y="2784"/>
                <a:ext cx="144" cy="144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13803" name="Group 139">
              <a:extLst>
                <a:ext uri="{FF2B5EF4-FFF2-40B4-BE49-F238E27FC236}">
                  <a16:creationId xmlns:a16="http://schemas.microsoft.com/office/drawing/2014/main" id="{78EC5131-5EEA-4454-A6E0-87B9B0A4170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11" y="2618"/>
              <a:ext cx="255" cy="227"/>
              <a:chOff x="900" y="2877"/>
              <a:chExt cx="255" cy="227"/>
            </a:xfrm>
          </p:grpSpPr>
          <p:sp>
            <p:nvSpPr>
              <p:cNvPr id="113804" name="Freeform 140">
                <a:extLst>
                  <a:ext uri="{FF2B5EF4-FFF2-40B4-BE49-F238E27FC236}">
                    <a16:creationId xmlns:a16="http://schemas.microsoft.com/office/drawing/2014/main" id="{EA43D408-1A4E-4C26-A2B3-F03840B6FC5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35" y="2877"/>
                <a:ext cx="1" cy="227"/>
              </a:xfrm>
              <a:custGeom>
                <a:avLst/>
                <a:gdLst>
                  <a:gd name="T0" fmla="*/ 0 w 1"/>
                  <a:gd name="T1" fmla="*/ 0 h 255"/>
                  <a:gd name="T2" fmla="*/ 0 w 1"/>
                  <a:gd name="T3" fmla="*/ 255 h 2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" h="255">
                    <a:moveTo>
                      <a:pt x="0" y="0"/>
                    </a:moveTo>
                    <a:lnTo>
                      <a:pt x="0" y="255"/>
                    </a:lnTo>
                  </a:path>
                </a:pathLst>
              </a:custGeom>
              <a:noFill/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3805" name="Freeform 141">
                <a:extLst>
                  <a:ext uri="{FF2B5EF4-FFF2-40B4-BE49-F238E27FC236}">
                    <a16:creationId xmlns:a16="http://schemas.microsoft.com/office/drawing/2014/main" id="{8DBFF8CE-0B9E-479A-B5C2-5DD764853C3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00" y="2970"/>
                <a:ext cx="255" cy="1"/>
              </a:xfrm>
              <a:custGeom>
                <a:avLst/>
                <a:gdLst>
                  <a:gd name="T0" fmla="*/ 0 w 255"/>
                  <a:gd name="T1" fmla="*/ 0 h 1"/>
                  <a:gd name="T2" fmla="*/ 255 w 255"/>
                  <a:gd name="T3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255" h="1">
                    <a:moveTo>
                      <a:pt x="0" y="0"/>
                    </a:moveTo>
                    <a:lnTo>
                      <a:pt x="255" y="0"/>
                    </a:lnTo>
                  </a:path>
                </a:pathLst>
              </a:custGeom>
              <a:noFill/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3806" name="Oval 142">
                <a:extLst>
                  <a:ext uri="{FF2B5EF4-FFF2-40B4-BE49-F238E27FC236}">
                    <a16:creationId xmlns:a16="http://schemas.microsoft.com/office/drawing/2014/main" id="{359E7337-E1D6-4CE4-9CF5-68AF26B2607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-5400000">
                <a:off x="971" y="2903"/>
                <a:ext cx="128" cy="144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13807" name="Group 143">
              <a:extLst>
                <a:ext uri="{FF2B5EF4-FFF2-40B4-BE49-F238E27FC236}">
                  <a16:creationId xmlns:a16="http://schemas.microsoft.com/office/drawing/2014/main" id="{C667B91C-8257-4712-BF12-CD1F3F5E1CE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70" y="3196"/>
              <a:ext cx="255" cy="242"/>
              <a:chOff x="3825" y="2746"/>
              <a:chExt cx="255" cy="255"/>
            </a:xfrm>
          </p:grpSpPr>
          <p:sp>
            <p:nvSpPr>
              <p:cNvPr id="113808" name="Freeform 144">
                <a:extLst>
                  <a:ext uri="{FF2B5EF4-FFF2-40B4-BE49-F238E27FC236}">
                    <a16:creationId xmlns:a16="http://schemas.microsoft.com/office/drawing/2014/main" id="{C498DC4C-2A8A-4EE6-BA4D-A7C90672276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60" y="2746"/>
                <a:ext cx="1" cy="255"/>
              </a:xfrm>
              <a:custGeom>
                <a:avLst/>
                <a:gdLst>
                  <a:gd name="T0" fmla="*/ 0 w 1"/>
                  <a:gd name="T1" fmla="*/ 0 h 255"/>
                  <a:gd name="T2" fmla="*/ 0 w 1"/>
                  <a:gd name="T3" fmla="*/ 255 h 2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" h="255">
                    <a:moveTo>
                      <a:pt x="0" y="0"/>
                    </a:moveTo>
                    <a:lnTo>
                      <a:pt x="0" y="255"/>
                    </a:lnTo>
                  </a:path>
                </a:pathLst>
              </a:custGeom>
              <a:noFill/>
              <a:ln w="127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3809" name="Freeform 145">
                <a:extLst>
                  <a:ext uri="{FF2B5EF4-FFF2-40B4-BE49-F238E27FC236}">
                    <a16:creationId xmlns:a16="http://schemas.microsoft.com/office/drawing/2014/main" id="{5C5B206A-0B86-4C75-8DBF-D5879DE0466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25" y="2851"/>
                <a:ext cx="255" cy="1"/>
              </a:xfrm>
              <a:custGeom>
                <a:avLst/>
                <a:gdLst>
                  <a:gd name="T0" fmla="*/ 0 w 255"/>
                  <a:gd name="T1" fmla="*/ 0 h 1"/>
                  <a:gd name="T2" fmla="*/ 255 w 255"/>
                  <a:gd name="T3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255" h="1">
                    <a:moveTo>
                      <a:pt x="0" y="0"/>
                    </a:moveTo>
                    <a:lnTo>
                      <a:pt x="255" y="0"/>
                    </a:lnTo>
                  </a:path>
                </a:pathLst>
              </a:custGeom>
              <a:noFill/>
              <a:ln w="127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3810" name="Oval 146">
                <a:extLst>
                  <a:ext uri="{FF2B5EF4-FFF2-40B4-BE49-F238E27FC236}">
                    <a16:creationId xmlns:a16="http://schemas.microsoft.com/office/drawing/2014/main" id="{2E6C4344-B986-4E2F-AE46-F1F98A2812E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-5400000">
                <a:off x="3888" y="2784"/>
                <a:ext cx="144" cy="144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13811" name="Group 147">
              <a:extLst>
                <a:ext uri="{FF2B5EF4-FFF2-40B4-BE49-F238E27FC236}">
                  <a16:creationId xmlns:a16="http://schemas.microsoft.com/office/drawing/2014/main" id="{D7775B11-E735-426B-B8B2-1DA5A3DEAA7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77" y="2618"/>
              <a:ext cx="255" cy="227"/>
              <a:chOff x="1866" y="2877"/>
              <a:chExt cx="255" cy="227"/>
            </a:xfrm>
          </p:grpSpPr>
          <p:sp>
            <p:nvSpPr>
              <p:cNvPr id="113812" name="Freeform 148">
                <a:extLst>
                  <a:ext uri="{FF2B5EF4-FFF2-40B4-BE49-F238E27FC236}">
                    <a16:creationId xmlns:a16="http://schemas.microsoft.com/office/drawing/2014/main" id="{57844CB0-46D6-4A02-86D2-FA004A870B6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01" y="2877"/>
                <a:ext cx="1" cy="227"/>
              </a:xfrm>
              <a:custGeom>
                <a:avLst/>
                <a:gdLst>
                  <a:gd name="T0" fmla="*/ 0 w 1"/>
                  <a:gd name="T1" fmla="*/ 0 h 255"/>
                  <a:gd name="T2" fmla="*/ 0 w 1"/>
                  <a:gd name="T3" fmla="*/ 255 h 2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" h="255">
                    <a:moveTo>
                      <a:pt x="0" y="0"/>
                    </a:moveTo>
                    <a:lnTo>
                      <a:pt x="0" y="255"/>
                    </a:lnTo>
                  </a:path>
                </a:pathLst>
              </a:custGeom>
              <a:noFill/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3813" name="Freeform 149">
                <a:extLst>
                  <a:ext uri="{FF2B5EF4-FFF2-40B4-BE49-F238E27FC236}">
                    <a16:creationId xmlns:a16="http://schemas.microsoft.com/office/drawing/2014/main" id="{BC795079-4D57-4287-9B13-34B8464F381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66" y="2970"/>
                <a:ext cx="255" cy="1"/>
              </a:xfrm>
              <a:custGeom>
                <a:avLst/>
                <a:gdLst>
                  <a:gd name="T0" fmla="*/ 0 w 255"/>
                  <a:gd name="T1" fmla="*/ 0 h 1"/>
                  <a:gd name="T2" fmla="*/ 255 w 255"/>
                  <a:gd name="T3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255" h="1">
                    <a:moveTo>
                      <a:pt x="0" y="0"/>
                    </a:moveTo>
                    <a:lnTo>
                      <a:pt x="255" y="0"/>
                    </a:lnTo>
                  </a:path>
                </a:pathLst>
              </a:custGeom>
              <a:noFill/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3814" name="Oval 150">
                <a:extLst>
                  <a:ext uri="{FF2B5EF4-FFF2-40B4-BE49-F238E27FC236}">
                    <a16:creationId xmlns:a16="http://schemas.microsoft.com/office/drawing/2014/main" id="{6F6F9E71-6B08-4CE3-A127-FA1CC8A4DB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-5400000">
                <a:off x="1937" y="2903"/>
                <a:ext cx="128" cy="144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113815" name="Freeform 151">
              <a:extLst>
                <a:ext uri="{FF2B5EF4-FFF2-40B4-BE49-F238E27FC236}">
                  <a16:creationId xmlns:a16="http://schemas.microsoft.com/office/drawing/2014/main" id="{9B2ED1A7-D626-4756-92BE-0B9146F6B38C}"/>
                </a:ext>
              </a:extLst>
            </p:cNvPr>
            <p:cNvSpPr>
              <a:spLocks/>
            </p:cNvSpPr>
            <p:nvPr/>
          </p:nvSpPr>
          <p:spPr bwMode="auto">
            <a:xfrm>
              <a:off x="822" y="3007"/>
              <a:ext cx="1412" cy="480"/>
            </a:xfrm>
            <a:custGeom>
              <a:avLst/>
              <a:gdLst>
                <a:gd name="T0" fmla="*/ 1275 w 1412"/>
                <a:gd name="T1" fmla="*/ 0 h 480"/>
                <a:gd name="T2" fmla="*/ 1412 w 1412"/>
                <a:gd name="T3" fmla="*/ 14 h 480"/>
                <a:gd name="T4" fmla="*/ 1385 w 1412"/>
                <a:gd name="T5" fmla="*/ 329 h 480"/>
                <a:gd name="T6" fmla="*/ 1371 w 1412"/>
                <a:gd name="T7" fmla="*/ 425 h 480"/>
                <a:gd name="T8" fmla="*/ 1261 w 1412"/>
                <a:gd name="T9" fmla="*/ 480 h 480"/>
                <a:gd name="T10" fmla="*/ 13 w 1412"/>
                <a:gd name="T11" fmla="*/ 480 h 480"/>
                <a:gd name="T12" fmla="*/ 0 w 1412"/>
                <a:gd name="T13" fmla="*/ 247 h 480"/>
                <a:gd name="T14" fmla="*/ 0 w 1412"/>
                <a:gd name="T15" fmla="*/ 0 h 480"/>
                <a:gd name="T16" fmla="*/ 151 w 1412"/>
                <a:gd name="T17" fmla="*/ 0 h 480"/>
                <a:gd name="T18" fmla="*/ 274 w 1412"/>
                <a:gd name="T19" fmla="*/ 178 h 480"/>
                <a:gd name="T20" fmla="*/ 397 w 1412"/>
                <a:gd name="T21" fmla="*/ 343 h 480"/>
                <a:gd name="T22" fmla="*/ 932 w 1412"/>
                <a:gd name="T23" fmla="*/ 343 h 480"/>
                <a:gd name="T24" fmla="*/ 1275 w 1412"/>
                <a:gd name="T25" fmla="*/ 0 h 4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412" h="480">
                  <a:moveTo>
                    <a:pt x="1275" y="0"/>
                  </a:moveTo>
                  <a:lnTo>
                    <a:pt x="1412" y="14"/>
                  </a:lnTo>
                  <a:lnTo>
                    <a:pt x="1385" y="329"/>
                  </a:lnTo>
                  <a:lnTo>
                    <a:pt x="1371" y="425"/>
                  </a:lnTo>
                  <a:lnTo>
                    <a:pt x="1261" y="480"/>
                  </a:lnTo>
                  <a:lnTo>
                    <a:pt x="13" y="480"/>
                  </a:lnTo>
                  <a:lnTo>
                    <a:pt x="0" y="247"/>
                  </a:lnTo>
                  <a:lnTo>
                    <a:pt x="0" y="0"/>
                  </a:lnTo>
                  <a:lnTo>
                    <a:pt x="151" y="0"/>
                  </a:lnTo>
                  <a:lnTo>
                    <a:pt x="274" y="178"/>
                  </a:lnTo>
                  <a:lnTo>
                    <a:pt x="397" y="343"/>
                  </a:lnTo>
                  <a:lnTo>
                    <a:pt x="932" y="343"/>
                  </a:lnTo>
                  <a:lnTo>
                    <a:pt x="1275" y="0"/>
                  </a:lnTo>
                  <a:close/>
                </a:path>
              </a:pathLst>
            </a:custGeom>
            <a:solidFill>
              <a:srgbClr val="33CCFF"/>
            </a:solidFill>
            <a:ln w="9525" cap="flat" cmpd="sng">
              <a:solidFill>
                <a:srgbClr val="33CCFF"/>
              </a:solidFill>
              <a:prstDash val="solid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13816" name="Freeform 152">
              <a:extLst>
                <a:ext uri="{FF2B5EF4-FFF2-40B4-BE49-F238E27FC236}">
                  <a16:creationId xmlns:a16="http://schemas.microsoft.com/office/drawing/2014/main" id="{D12E054D-21B0-401E-A4F3-EDB238D3BDBD}"/>
                </a:ext>
              </a:extLst>
            </p:cNvPr>
            <p:cNvSpPr>
              <a:spLocks/>
            </p:cNvSpPr>
            <p:nvPr/>
          </p:nvSpPr>
          <p:spPr bwMode="auto">
            <a:xfrm>
              <a:off x="1534" y="2339"/>
              <a:ext cx="1" cy="1335"/>
            </a:xfrm>
            <a:custGeom>
              <a:avLst/>
              <a:gdLst>
                <a:gd name="T0" fmla="*/ 0 w 1"/>
                <a:gd name="T1" fmla="*/ 0 h 1335"/>
                <a:gd name="T2" fmla="*/ 0 w 1"/>
                <a:gd name="T3" fmla="*/ 1335 h 13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1335">
                  <a:moveTo>
                    <a:pt x="0" y="0"/>
                  </a:moveTo>
                  <a:lnTo>
                    <a:pt x="0" y="1335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lgDashDot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3817" name="Line 153">
              <a:extLst>
                <a:ext uri="{FF2B5EF4-FFF2-40B4-BE49-F238E27FC236}">
                  <a16:creationId xmlns:a16="http://schemas.microsoft.com/office/drawing/2014/main" id="{81BDF30F-5517-4A0C-B939-4FAC13613BA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54" y="3342"/>
              <a:ext cx="0" cy="9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3818" name="Freeform 154">
              <a:extLst>
                <a:ext uri="{FF2B5EF4-FFF2-40B4-BE49-F238E27FC236}">
                  <a16:creationId xmlns:a16="http://schemas.microsoft.com/office/drawing/2014/main" id="{6EB8E682-4AE4-468D-BF5E-B1E528B2896C}"/>
                </a:ext>
              </a:extLst>
            </p:cNvPr>
            <p:cNvSpPr>
              <a:spLocks/>
            </p:cNvSpPr>
            <p:nvPr/>
          </p:nvSpPr>
          <p:spPr bwMode="auto">
            <a:xfrm>
              <a:off x="1320" y="3332"/>
              <a:ext cx="2" cy="97"/>
            </a:xfrm>
            <a:custGeom>
              <a:avLst/>
              <a:gdLst>
                <a:gd name="T0" fmla="*/ 2 w 2"/>
                <a:gd name="T1" fmla="*/ 0 h 97"/>
                <a:gd name="T2" fmla="*/ 0 w 2"/>
                <a:gd name="T3" fmla="*/ 97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" h="97">
                  <a:moveTo>
                    <a:pt x="2" y="0"/>
                  </a:moveTo>
                  <a:lnTo>
                    <a:pt x="0" y="97"/>
                  </a:lnTo>
                </a:path>
              </a:pathLst>
            </a:custGeom>
            <a:noFill/>
            <a:ln w="3810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3819" name="Freeform 155">
              <a:extLst>
                <a:ext uri="{FF2B5EF4-FFF2-40B4-BE49-F238E27FC236}">
                  <a16:creationId xmlns:a16="http://schemas.microsoft.com/office/drawing/2014/main" id="{006B344A-1AC1-4BFA-8971-5A86D520CDD0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1" y="3007"/>
              <a:ext cx="68" cy="66"/>
            </a:xfrm>
            <a:custGeom>
              <a:avLst/>
              <a:gdLst>
                <a:gd name="T0" fmla="*/ 0 w 68"/>
                <a:gd name="T1" fmla="*/ 66 h 66"/>
                <a:gd name="T2" fmla="*/ 68 w 68"/>
                <a:gd name="T3" fmla="*/ 0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68" h="66">
                  <a:moveTo>
                    <a:pt x="0" y="66"/>
                  </a:moveTo>
                  <a:lnTo>
                    <a:pt x="68" y="0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3820" name="Freeform 156">
              <a:extLst>
                <a:ext uri="{FF2B5EF4-FFF2-40B4-BE49-F238E27FC236}">
                  <a16:creationId xmlns:a16="http://schemas.microsoft.com/office/drawing/2014/main" id="{24D16508-6C91-48D0-A2CC-88BE7E8D7540}"/>
                </a:ext>
              </a:extLst>
            </p:cNvPr>
            <p:cNvSpPr>
              <a:spLocks/>
            </p:cNvSpPr>
            <p:nvPr/>
          </p:nvSpPr>
          <p:spPr bwMode="auto">
            <a:xfrm>
              <a:off x="1422" y="3225"/>
              <a:ext cx="1" cy="204"/>
            </a:xfrm>
            <a:custGeom>
              <a:avLst/>
              <a:gdLst>
                <a:gd name="T0" fmla="*/ 0 w 1"/>
                <a:gd name="T1" fmla="*/ 0 h 204"/>
                <a:gd name="T2" fmla="*/ 0 w 1"/>
                <a:gd name="T3" fmla="*/ 204 h 2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204">
                  <a:moveTo>
                    <a:pt x="0" y="0"/>
                  </a:moveTo>
                  <a:lnTo>
                    <a:pt x="0" y="204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3821" name="Freeform 157">
              <a:extLst>
                <a:ext uri="{FF2B5EF4-FFF2-40B4-BE49-F238E27FC236}">
                  <a16:creationId xmlns:a16="http://schemas.microsoft.com/office/drawing/2014/main" id="{237E07F1-FD96-4BF7-88E6-676205E1A584}"/>
                </a:ext>
              </a:extLst>
            </p:cNvPr>
            <p:cNvSpPr>
              <a:spLocks/>
            </p:cNvSpPr>
            <p:nvPr/>
          </p:nvSpPr>
          <p:spPr bwMode="auto">
            <a:xfrm>
              <a:off x="1647" y="3109"/>
              <a:ext cx="313" cy="312"/>
            </a:xfrm>
            <a:custGeom>
              <a:avLst/>
              <a:gdLst>
                <a:gd name="T0" fmla="*/ 0 w 313"/>
                <a:gd name="T1" fmla="*/ 312 h 312"/>
                <a:gd name="T2" fmla="*/ 313 w 313"/>
                <a:gd name="T3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13" h="312">
                  <a:moveTo>
                    <a:pt x="0" y="312"/>
                  </a:moveTo>
                  <a:lnTo>
                    <a:pt x="313" y="0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3822" name="Freeform 158">
              <a:extLst>
                <a:ext uri="{FF2B5EF4-FFF2-40B4-BE49-F238E27FC236}">
                  <a16:creationId xmlns:a16="http://schemas.microsoft.com/office/drawing/2014/main" id="{F79BEAB7-6EAD-46D7-B297-E5214FE4ACB6}"/>
                </a:ext>
              </a:extLst>
            </p:cNvPr>
            <p:cNvSpPr>
              <a:spLocks/>
            </p:cNvSpPr>
            <p:nvPr/>
          </p:nvSpPr>
          <p:spPr bwMode="auto">
            <a:xfrm>
              <a:off x="1647" y="3225"/>
              <a:ext cx="1" cy="211"/>
            </a:xfrm>
            <a:custGeom>
              <a:avLst/>
              <a:gdLst>
                <a:gd name="T0" fmla="*/ 0 w 1"/>
                <a:gd name="T1" fmla="*/ 0 h 211"/>
                <a:gd name="T2" fmla="*/ 1 w 1"/>
                <a:gd name="T3" fmla="*/ 211 h 2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211">
                  <a:moveTo>
                    <a:pt x="0" y="0"/>
                  </a:moveTo>
                  <a:lnTo>
                    <a:pt x="1" y="211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3823" name="Freeform 159">
              <a:extLst>
                <a:ext uri="{FF2B5EF4-FFF2-40B4-BE49-F238E27FC236}">
                  <a16:creationId xmlns:a16="http://schemas.microsoft.com/office/drawing/2014/main" id="{2F7BBA5E-69D5-4E05-AEAE-29EE72653857}"/>
                </a:ext>
              </a:extLst>
            </p:cNvPr>
            <p:cNvSpPr>
              <a:spLocks/>
            </p:cNvSpPr>
            <p:nvPr/>
          </p:nvSpPr>
          <p:spPr bwMode="auto">
            <a:xfrm>
              <a:off x="1311" y="3421"/>
              <a:ext cx="455" cy="2"/>
            </a:xfrm>
            <a:custGeom>
              <a:avLst/>
              <a:gdLst>
                <a:gd name="T0" fmla="*/ 0 w 455"/>
                <a:gd name="T1" fmla="*/ 2 h 2"/>
                <a:gd name="T2" fmla="*/ 455 w 455"/>
                <a:gd name="T3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455" h="2">
                  <a:moveTo>
                    <a:pt x="0" y="2"/>
                  </a:moveTo>
                  <a:lnTo>
                    <a:pt x="455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3824" name="Freeform 160">
              <a:extLst>
                <a:ext uri="{FF2B5EF4-FFF2-40B4-BE49-F238E27FC236}">
                  <a16:creationId xmlns:a16="http://schemas.microsoft.com/office/drawing/2014/main" id="{D6139B3F-6719-4BEE-BF71-28E8AA528435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1" y="3065"/>
              <a:ext cx="118" cy="113"/>
            </a:xfrm>
            <a:custGeom>
              <a:avLst/>
              <a:gdLst>
                <a:gd name="T0" fmla="*/ 0 w 118"/>
                <a:gd name="T1" fmla="*/ 113 h 113"/>
                <a:gd name="T2" fmla="*/ 118 w 118"/>
                <a:gd name="T3" fmla="*/ 0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18" h="113">
                  <a:moveTo>
                    <a:pt x="0" y="113"/>
                  </a:moveTo>
                  <a:lnTo>
                    <a:pt x="118" y="0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3825" name="Freeform 161">
              <a:extLst>
                <a:ext uri="{FF2B5EF4-FFF2-40B4-BE49-F238E27FC236}">
                  <a16:creationId xmlns:a16="http://schemas.microsoft.com/office/drawing/2014/main" id="{6665DFC6-6710-40AC-9903-B7DA5E2F65A6}"/>
                </a:ext>
              </a:extLst>
            </p:cNvPr>
            <p:cNvSpPr>
              <a:spLocks/>
            </p:cNvSpPr>
            <p:nvPr/>
          </p:nvSpPr>
          <p:spPr bwMode="auto">
            <a:xfrm>
              <a:off x="1211" y="3152"/>
              <a:ext cx="109" cy="109"/>
            </a:xfrm>
            <a:custGeom>
              <a:avLst/>
              <a:gdLst>
                <a:gd name="T0" fmla="*/ 0 w 109"/>
                <a:gd name="T1" fmla="*/ 109 h 109"/>
                <a:gd name="T2" fmla="*/ 109 w 109"/>
                <a:gd name="T3" fmla="*/ 0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09" h="109">
                  <a:moveTo>
                    <a:pt x="0" y="109"/>
                  </a:moveTo>
                  <a:lnTo>
                    <a:pt x="109" y="0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3826" name="Freeform 162">
              <a:extLst>
                <a:ext uri="{FF2B5EF4-FFF2-40B4-BE49-F238E27FC236}">
                  <a16:creationId xmlns:a16="http://schemas.microsoft.com/office/drawing/2014/main" id="{38C9A915-60DB-4EF4-BD81-B253D2F332B9}"/>
                </a:ext>
              </a:extLst>
            </p:cNvPr>
            <p:cNvSpPr>
              <a:spLocks/>
            </p:cNvSpPr>
            <p:nvPr/>
          </p:nvSpPr>
          <p:spPr bwMode="auto">
            <a:xfrm>
              <a:off x="1301" y="3218"/>
              <a:ext cx="92" cy="96"/>
            </a:xfrm>
            <a:custGeom>
              <a:avLst/>
              <a:gdLst>
                <a:gd name="T0" fmla="*/ 0 w 92"/>
                <a:gd name="T1" fmla="*/ 96 h 96"/>
                <a:gd name="T2" fmla="*/ 92 w 92"/>
                <a:gd name="T3" fmla="*/ 0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92" h="96">
                  <a:moveTo>
                    <a:pt x="0" y="96"/>
                  </a:moveTo>
                  <a:lnTo>
                    <a:pt x="92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3827" name="Freeform 163">
              <a:extLst>
                <a:ext uri="{FF2B5EF4-FFF2-40B4-BE49-F238E27FC236}">
                  <a16:creationId xmlns:a16="http://schemas.microsoft.com/office/drawing/2014/main" id="{97CF3352-E613-444B-A9B0-CABC03CD6F88}"/>
                </a:ext>
              </a:extLst>
            </p:cNvPr>
            <p:cNvSpPr>
              <a:spLocks/>
            </p:cNvSpPr>
            <p:nvPr/>
          </p:nvSpPr>
          <p:spPr bwMode="auto">
            <a:xfrm>
              <a:off x="1327" y="3334"/>
              <a:ext cx="92" cy="87"/>
            </a:xfrm>
            <a:custGeom>
              <a:avLst/>
              <a:gdLst>
                <a:gd name="T0" fmla="*/ 0 w 92"/>
                <a:gd name="T1" fmla="*/ 87 h 87"/>
                <a:gd name="T2" fmla="*/ 92 w 92"/>
                <a:gd name="T3" fmla="*/ 0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92" h="87">
                  <a:moveTo>
                    <a:pt x="0" y="87"/>
                  </a:moveTo>
                  <a:lnTo>
                    <a:pt x="92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3828" name="Freeform 164">
              <a:extLst>
                <a:ext uri="{FF2B5EF4-FFF2-40B4-BE49-F238E27FC236}">
                  <a16:creationId xmlns:a16="http://schemas.microsoft.com/office/drawing/2014/main" id="{9E7E13DE-B8DB-41C5-966A-6FB3F8A51739}"/>
                </a:ext>
              </a:extLst>
            </p:cNvPr>
            <p:cNvSpPr>
              <a:spLocks/>
            </p:cNvSpPr>
            <p:nvPr/>
          </p:nvSpPr>
          <p:spPr bwMode="auto">
            <a:xfrm>
              <a:off x="1647" y="2992"/>
              <a:ext cx="284" cy="284"/>
            </a:xfrm>
            <a:custGeom>
              <a:avLst/>
              <a:gdLst>
                <a:gd name="T0" fmla="*/ 0 w 284"/>
                <a:gd name="T1" fmla="*/ 284 h 284"/>
                <a:gd name="T2" fmla="*/ 284 w 284"/>
                <a:gd name="T3" fmla="*/ 0 h 2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84" h="284">
                  <a:moveTo>
                    <a:pt x="0" y="284"/>
                  </a:moveTo>
                  <a:lnTo>
                    <a:pt x="284" y="0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3829" name="Arc 165">
              <a:extLst>
                <a:ext uri="{FF2B5EF4-FFF2-40B4-BE49-F238E27FC236}">
                  <a16:creationId xmlns:a16="http://schemas.microsoft.com/office/drawing/2014/main" id="{F3144D5A-10A9-43C1-B1E2-9CD9966C0325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1533" y="2999"/>
              <a:ext cx="443" cy="333"/>
            </a:xfrm>
            <a:custGeom>
              <a:avLst/>
              <a:gdLst>
                <a:gd name="G0" fmla="+- 0 0 0"/>
                <a:gd name="G1" fmla="+- 18867 0 0"/>
                <a:gd name="G2" fmla="+- 21600 0 0"/>
                <a:gd name="T0" fmla="*/ 10517 w 21600"/>
                <a:gd name="T1" fmla="*/ 0 h 18867"/>
                <a:gd name="T2" fmla="*/ 21600 w 21600"/>
                <a:gd name="T3" fmla="*/ 18867 h 18867"/>
                <a:gd name="T4" fmla="*/ 0 w 21600"/>
                <a:gd name="T5" fmla="*/ 18867 h 188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8867" fill="none" extrusionOk="0">
                  <a:moveTo>
                    <a:pt x="10516" y="0"/>
                  </a:moveTo>
                  <a:cubicBezTo>
                    <a:pt x="17359" y="3814"/>
                    <a:pt x="21600" y="11033"/>
                    <a:pt x="21600" y="18867"/>
                  </a:cubicBezTo>
                </a:path>
                <a:path w="21600" h="18867" stroke="0" extrusionOk="0">
                  <a:moveTo>
                    <a:pt x="10516" y="0"/>
                  </a:moveTo>
                  <a:cubicBezTo>
                    <a:pt x="17359" y="3814"/>
                    <a:pt x="21600" y="11033"/>
                    <a:pt x="21600" y="18867"/>
                  </a:cubicBezTo>
                  <a:lnTo>
                    <a:pt x="0" y="18867"/>
                  </a:lnTo>
                  <a:close/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13830" name="Text Box 166">
            <a:extLst>
              <a:ext uri="{FF2B5EF4-FFF2-40B4-BE49-F238E27FC236}">
                <a16:creationId xmlns:a16="http://schemas.microsoft.com/office/drawing/2014/main" id="{7DD94730-6073-4301-80B4-CAEFB56FA2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54163" y="3414713"/>
            <a:ext cx="17049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1" hangingPunct="1"/>
            <a:r>
              <a:rPr lang="en-US" altLang="zh-CN" i="1">
                <a:latin typeface="宋体" panose="02010600030101010101" pitchFamily="2" charset="-122"/>
              </a:rPr>
              <a:t>B</a:t>
            </a:r>
            <a:r>
              <a:rPr lang="zh-CN" altLang="en-US"/>
              <a:t>－</a:t>
            </a:r>
            <a:r>
              <a:rPr lang="en-US" altLang="zh-CN" i="1">
                <a:latin typeface="宋体" panose="02010600030101010101" pitchFamily="2" charset="-122"/>
              </a:rPr>
              <a:t>B</a:t>
            </a:r>
            <a:endParaRPr lang="en-US" altLang="zh-CN"/>
          </a:p>
        </p:txBody>
      </p:sp>
      <p:pic>
        <p:nvPicPr>
          <p:cNvPr id="113838" name="Picture 174">
            <a:extLst>
              <a:ext uri="{FF2B5EF4-FFF2-40B4-BE49-F238E27FC236}">
                <a16:creationId xmlns:a16="http://schemas.microsoft.com/office/drawing/2014/main" id="{1F61CAA7-8F38-43FC-A593-E9D00B3F3D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00FFFF"/>
              </a:clrFrom>
              <a:clrTo>
                <a:srgbClr val="00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67288" y="3394075"/>
            <a:ext cx="3560762" cy="2798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399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slow">
    <p:cover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136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1138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36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1136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3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1138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138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138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3667" grpId="0" autoUpdateAnimBg="0"/>
      <p:bldP spid="113830" grpId="0" autoUpdateAnimBg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Text Box 2">
            <a:extLst>
              <a:ext uri="{FF2B5EF4-FFF2-40B4-BE49-F238E27FC236}">
                <a16:creationId xmlns:a16="http://schemas.microsoft.com/office/drawing/2014/main" id="{3A55D699-1BC8-4505-8906-1C2285F055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74032" y="-47156"/>
            <a:ext cx="7418387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 eaLnBrk="1" hangingPunct="1"/>
            <a:r>
              <a:rPr lang="zh-CN" altLang="en-US" sz="3600" dirty="0">
                <a:solidFill>
                  <a:schemeClr val="bg1"/>
                </a:solidFill>
              </a:rPr>
              <a:t>用半剖视表示形状基本对称的机件</a:t>
            </a:r>
          </a:p>
        </p:txBody>
      </p:sp>
      <p:sp>
        <p:nvSpPr>
          <p:cNvPr id="114691" name="Text Box 3">
            <a:extLst>
              <a:ext uri="{FF2B5EF4-FFF2-40B4-BE49-F238E27FC236}">
                <a16:creationId xmlns:a16="http://schemas.microsoft.com/office/drawing/2014/main" id="{A98F59D4-3819-40E4-989E-D61980DC13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1363" y="5838825"/>
            <a:ext cx="752792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3200"/>
              <a:t>注：</a:t>
            </a:r>
            <a:r>
              <a:rPr lang="zh-CN" altLang="en-US" sz="3200">
                <a:solidFill>
                  <a:srgbClr val="0000CC"/>
                </a:solidFill>
              </a:rPr>
              <a:t>不对称部分一定另有图形表达清楚。</a:t>
            </a:r>
          </a:p>
        </p:txBody>
      </p:sp>
      <p:grpSp>
        <p:nvGrpSpPr>
          <p:cNvPr id="114970" name="Group 282">
            <a:extLst>
              <a:ext uri="{FF2B5EF4-FFF2-40B4-BE49-F238E27FC236}">
                <a16:creationId xmlns:a16="http://schemas.microsoft.com/office/drawing/2014/main" id="{D7A67BE7-FAE7-4244-A6BA-D62E0B8DA3B6}"/>
              </a:ext>
            </a:extLst>
          </p:cNvPr>
          <p:cNvGrpSpPr>
            <a:grpSpLocks/>
          </p:cNvGrpSpPr>
          <p:nvPr/>
        </p:nvGrpSpPr>
        <p:grpSpPr bwMode="auto">
          <a:xfrm>
            <a:off x="793750" y="1071563"/>
            <a:ext cx="6494463" cy="4292600"/>
            <a:chOff x="500" y="675"/>
            <a:chExt cx="4091" cy="2704"/>
          </a:xfrm>
        </p:grpSpPr>
        <p:grpSp>
          <p:nvGrpSpPr>
            <p:cNvPr id="114968" name="Group 280">
              <a:extLst>
                <a:ext uri="{FF2B5EF4-FFF2-40B4-BE49-F238E27FC236}">
                  <a16:creationId xmlns:a16="http://schemas.microsoft.com/office/drawing/2014/main" id="{59BE19F1-E3D4-4015-97B4-2931997DC06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61" y="703"/>
              <a:ext cx="2502" cy="1117"/>
              <a:chOff x="561" y="703"/>
              <a:chExt cx="2502" cy="1117"/>
            </a:xfrm>
          </p:grpSpPr>
          <p:sp>
            <p:nvSpPr>
              <p:cNvPr id="114695" name="Arc 7">
                <a:extLst>
                  <a:ext uri="{FF2B5EF4-FFF2-40B4-BE49-F238E27FC236}">
                    <a16:creationId xmlns:a16="http://schemas.microsoft.com/office/drawing/2014/main" id="{F861B8DF-2BE2-40E2-8708-BE9937C220E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14" y="1053"/>
                <a:ext cx="671" cy="672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1600"/>
                  <a:gd name="T1" fmla="*/ 0 h 21600"/>
                  <a:gd name="T2" fmla="*/ 21600 w 21600"/>
                  <a:gd name="T3" fmla="*/ 21600 h 21600"/>
                  <a:gd name="T4" fmla="*/ 0 w 21600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4696" name="Arc 8">
                <a:extLst>
                  <a:ext uri="{FF2B5EF4-FFF2-40B4-BE49-F238E27FC236}">
                    <a16:creationId xmlns:a16="http://schemas.microsoft.com/office/drawing/2014/main" id="{8378CA8C-F3C6-4D1A-BBD2-0B416CBA6A5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15" y="1210"/>
                <a:ext cx="515" cy="516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1600"/>
                  <a:gd name="T1" fmla="*/ 0 h 21600"/>
                  <a:gd name="T2" fmla="*/ 21600 w 21600"/>
                  <a:gd name="T3" fmla="*/ 21600 h 21600"/>
                  <a:gd name="T4" fmla="*/ 0 w 21600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4697" name="Arc 9">
                <a:extLst>
                  <a:ext uri="{FF2B5EF4-FFF2-40B4-BE49-F238E27FC236}">
                    <a16:creationId xmlns:a16="http://schemas.microsoft.com/office/drawing/2014/main" id="{1178ABDF-83C2-496A-9C07-C014D40AEA2A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1402" y="1314"/>
                <a:ext cx="825" cy="418"/>
              </a:xfrm>
              <a:custGeom>
                <a:avLst/>
                <a:gdLst>
                  <a:gd name="G0" fmla="+- 21600 0 0"/>
                  <a:gd name="G1" fmla="+- 21600 0 0"/>
                  <a:gd name="G2" fmla="+- 21600 0 0"/>
                  <a:gd name="T0" fmla="*/ 0 w 43200"/>
                  <a:gd name="T1" fmla="*/ 21599 h 21862"/>
                  <a:gd name="T2" fmla="*/ 43198 w 43200"/>
                  <a:gd name="T3" fmla="*/ 21862 h 21862"/>
                  <a:gd name="T4" fmla="*/ 21600 w 43200"/>
                  <a:gd name="T5" fmla="*/ 21600 h 218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200" h="21862" fill="none" extrusionOk="0">
                    <a:moveTo>
                      <a:pt x="0" y="21599"/>
                    </a:moveTo>
                    <a:cubicBezTo>
                      <a:pt x="0" y="9670"/>
                      <a:pt x="9671" y="0"/>
                      <a:pt x="21600" y="0"/>
                    </a:cubicBezTo>
                    <a:cubicBezTo>
                      <a:pt x="33529" y="0"/>
                      <a:pt x="43200" y="9670"/>
                      <a:pt x="43200" y="21600"/>
                    </a:cubicBezTo>
                    <a:cubicBezTo>
                      <a:pt x="43200" y="21687"/>
                      <a:pt x="43199" y="21774"/>
                      <a:pt x="43198" y="21862"/>
                    </a:cubicBezTo>
                  </a:path>
                  <a:path w="43200" h="21862" stroke="0" extrusionOk="0">
                    <a:moveTo>
                      <a:pt x="0" y="21599"/>
                    </a:moveTo>
                    <a:cubicBezTo>
                      <a:pt x="0" y="9670"/>
                      <a:pt x="9671" y="0"/>
                      <a:pt x="21600" y="0"/>
                    </a:cubicBezTo>
                    <a:cubicBezTo>
                      <a:pt x="33529" y="0"/>
                      <a:pt x="43200" y="9670"/>
                      <a:pt x="43200" y="21600"/>
                    </a:cubicBezTo>
                    <a:cubicBezTo>
                      <a:pt x="43200" y="21687"/>
                      <a:pt x="43199" y="21774"/>
                      <a:pt x="43198" y="21862"/>
                    </a:cubicBezTo>
                    <a:lnTo>
                      <a:pt x="21600" y="21600"/>
                    </a:lnTo>
                    <a:close/>
                  </a:path>
                </a:pathLst>
              </a:cu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4698" name="Arc 10">
                <a:extLst>
                  <a:ext uri="{FF2B5EF4-FFF2-40B4-BE49-F238E27FC236}">
                    <a16:creationId xmlns:a16="http://schemas.microsoft.com/office/drawing/2014/main" id="{35C8545F-5F4E-4AED-A174-2A82676A4668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1206" y="1109"/>
                <a:ext cx="609" cy="609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1600"/>
                  <a:gd name="T1" fmla="*/ 0 h 21600"/>
                  <a:gd name="T2" fmla="*/ 21600 w 21600"/>
                  <a:gd name="T3" fmla="*/ 21600 h 21600"/>
                  <a:gd name="T4" fmla="*/ 0 w 21600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4699" name="Arc 11">
                <a:extLst>
                  <a:ext uri="{FF2B5EF4-FFF2-40B4-BE49-F238E27FC236}">
                    <a16:creationId xmlns:a16="http://schemas.microsoft.com/office/drawing/2014/main" id="{53B633AC-6E37-4249-973A-87797C8C65D7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1037" y="944"/>
                <a:ext cx="777" cy="779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1600"/>
                  <a:gd name="T1" fmla="*/ 0 h 21600"/>
                  <a:gd name="T2" fmla="*/ 21600 w 21600"/>
                  <a:gd name="T3" fmla="*/ 21600 h 21600"/>
                  <a:gd name="T4" fmla="*/ 0 w 21600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4700" name="Freeform 12">
                <a:extLst>
                  <a:ext uri="{FF2B5EF4-FFF2-40B4-BE49-F238E27FC236}">
                    <a16:creationId xmlns:a16="http://schemas.microsoft.com/office/drawing/2014/main" id="{1772FC83-1EC7-4B46-8C93-7AFBFB07BF6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64" y="773"/>
                <a:ext cx="1" cy="212"/>
              </a:xfrm>
              <a:custGeom>
                <a:avLst/>
                <a:gdLst>
                  <a:gd name="T0" fmla="*/ 0 w 2"/>
                  <a:gd name="T1" fmla="*/ 599 h 599"/>
                  <a:gd name="T2" fmla="*/ 0 w 2"/>
                  <a:gd name="T3" fmla="*/ 0 h 599"/>
                  <a:gd name="T4" fmla="*/ 2 w 2"/>
                  <a:gd name="T5" fmla="*/ 0 h 5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599">
                    <a:moveTo>
                      <a:pt x="0" y="599"/>
                    </a:moveTo>
                    <a:lnTo>
                      <a:pt x="0" y="0"/>
                    </a:lnTo>
                    <a:lnTo>
                      <a:pt x="2" y="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4701" name="Freeform 13">
                <a:extLst>
                  <a:ext uri="{FF2B5EF4-FFF2-40B4-BE49-F238E27FC236}">
                    <a16:creationId xmlns:a16="http://schemas.microsoft.com/office/drawing/2014/main" id="{BB998FA4-68C3-4C5C-A31C-6E78D6C66C1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98" y="773"/>
                <a:ext cx="1" cy="212"/>
              </a:xfrm>
              <a:custGeom>
                <a:avLst/>
                <a:gdLst>
                  <a:gd name="T0" fmla="*/ 0 w 1"/>
                  <a:gd name="T1" fmla="*/ 599 h 599"/>
                  <a:gd name="T2" fmla="*/ 0 w 1"/>
                  <a:gd name="T3" fmla="*/ 0 h 599"/>
                  <a:gd name="T4" fmla="*/ 1 w 1"/>
                  <a:gd name="T5" fmla="*/ 0 h 5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599">
                    <a:moveTo>
                      <a:pt x="0" y="599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4702" name="Freeform 14">
                <a:extLst>
                  <a:ext uri="{FF2B5EF4-FFF2-40B4-BE49-F238E27FC236}">
                    <a16:creationId xmlns:a16="http://schemas.microsoft.com/office/drawing/2014/main" id="{8BC4F495-6395-46DF-8175-1BE375FE199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53" y="773"/>
                <a:ext cx="2" cy="322"/>
              </a:xfrm>
              <a:custGeom>
                <a:avLst/>
                <a:gdLst>
                  <a:gd name="T0" fmla="*/ 0 w 2"/>
                  <a:gd name="T1" fmla="*/ 322 h 322"/>
                  <a:gd name="T2" fmla="*/ 1 w 2"/>
                  <a:gd name="T3" fmla="*/ 0 h 322"/>
                  <a:gd name="T4" fmla="*/ 2 w 2"/>
                  <a:gd name="T5" fmla="*/ 0 h 3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322">
                    <a:moveTo>
                      <a:pt x="0" y="322"/>
                    </a:moveTo>
                    <a:lnTo>
                      <a:pt x="1" y="0"/>
                    </a:lnTo>
                    <a:lnTo>
                      <a:pt x="2" y="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4703" name="Freeform 15">
                <a:extLst>
                  <a:ext uri="{FF2B5EF4-FFF2-40B4-BE49-F238E27FC236}">
                    <a16:creationId xmlns:a16="http://schemas.microsoft.com/office/drawing/2014/main" id="{75E4CD54-47C7-4873-A24E-BBFC9724D7C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86" y="773"/>
                <a:ext cx="1" cy="212"/>
              </a:xfrm>
              <a:custGeom>
                <a:avLst/>
                <a:gdLst>
                  <a:gd name="T0" fmla="*/ 0 w 1"/>
                  <a:gd name="T1" fmla="*/ 599 h 599"/>
                  <a:gd name="T2" fmla="*/ 0 w 1"/>
                  <a:gd name="T3" fmla="*/ 0 h 599"/>
                  <a:gd name="T4" fmla="*/ 1 w 1"/>
                  <a:gd name="T5" fmla="*/ 0 h 5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599">
                    <a:moveTo>
                      <a:pt x="0" y="599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4704" name="Freeform 16">
                <a:extLst>
                  <a:ext uri="{FF2B5EF4-FFF2-40B4-BE49-F238E27FC236}">
                    <a16:creationId xmlns:a16="http://schemas.microsoft.com/office/drawing/2014/main" id="{D3E645F9-1D6E-4175-9231-3FDD5C29FBF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52" y="773"/>
                <a:ext cx="1" cy="212"/>
              </a:xfrm>
              <a:custGeom>
                <a:avLst/>
                <a:gdLst>
                  <a:gd name="T0" fmla="*/ 0 w 2"/>
                  <a:gd name="T1" fmla="*/ 599 h 599"/>
                  <a:gd name="T2" fmla="*/ 0 w 2"/>
                  <a:gd name="T3" fmla="*/ 0 h 599"/>
                  <a:gd name="T4" fmla="*/ 2 w 2"/>
                  <a:gd name="T5" fmla="*/ 0 h 5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599">
                    <a:moveTo>
                      <a:pt x="0" y="599"/>
                    </a:moveTo>
                    <a:lnTo>
                      <a:pt x="0" y="0"/>
                    </a:lnTo>
                    <a:lnTo>
                      <a:pt x="2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4705" name="Freeform 17">
                <a:extLst>
                  <a:ext uri="{FF2B5EF4-FFF2-40B4-BE49-F238E27FC236}">
                    <a16:creationId xmlns:a16="http://schemas.microsoft.com/office/drawing/2014/main" id="{5500B1AC-FE0B-4E52-B885-E80A98E88BF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80" y="773"/>
                <a:ext cx="1" cy="213"/>
              </a:xfrm>
              <a:custGeom>
                <a:avLst/>
                <a:gdLst>
                  <a:gd name="T0" fmla="*/ 0 w 1"/>
                  <a:gd name="T1" fmla="*/ 602 h 602"/>
                  <a:gd name="T2" fmla="*/ 0 w 1"/>
                  <a:gd name="T3" fmla="*/ 0 h 602"/>
                  <a:gd name="T4" fmla="*/ 1 w 1"/>
                  <a:gd name="T5" fmla="*/ 0 h 6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602">
                    <a:moveTo>
                      <a:pt x="0" y="602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4706" name="Freeform 18">
                <a:extLst>
                  <a:ext uri="{FF2B5EF4-FFF2-40B4-BE49-F238E27FC236}">
                    <a16:creationId xmlns:a16="http://schemas.microsoft.com/office/drawing/2014/main" id="{AAD8FC3D-FF00-46E3-A385-77713D60F17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70" y="773"/>
                <a:ext cx="1" cy="298"/>
              </a:xfrm>
              <a:custGeom>
                <a:avLst/>
                <a:gdLst>
                  <a:gd name="T0" fmla="*/ 0 w 1"/>
                  <a:gd name="T1" fmla="*/ 847 h 847"/>
                  <a:gd name="T2" fmla="*/ 0 w 1"/>
                  <a:gd name="T3" fmla="*/ 0 h 847"/>
                  <a:gd name="T4" fmla="*/ 1 w 1"/>
                  <a:gd name="T5" fmla="*/ 0 h 8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847">
                    <a:moveTo>
                      <a:pt x="0" y="847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4707" name="Freeform 19">
                <a:extLst>
                  <a:ext uri="{FF2B5EF4-FFF2-40B4-BE49-F238E27FC236}">
                    <a16:creationId xmlns:a16="http://schemas.microsoft.com/office/drawing/2014/main" id="{C6369E4C-8FD5-4A88-847E-86DBCF258B7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76" y="1261"/>
                <a:ext cx="12" cy="11"/>
              </a:xfrm>
              <a:custGeom>
                <a:avLst/>
                <a:gdLst>
                  <a:gd name="T0" fmla="*/ 0 w 32"/>
                  <a:gd name="T1" fmla="*/ 30 h 30"/>
                  <a:gd name="T2" fmla="*/ 30 w 32"/>
                  <a:gd name="T3" fmla="*/ 0 h 30"/>
                  <a:gd name="T4" fmla="*/ 32 w 32"/>
                  <a:gd name="T5" fmla="*/ 0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2" h="30">
                    <a:moveTo>
                      <a:pt x="0" y="30"/>
                    </a:moveTo>
                    <a:lnTo>
                      <a:pt x="30" y="0"/>
                    </a:lnTo>
                    <a:lnTo>
                      <a:pt x="32" y="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114708" name="Group 20">
                <a:extLst>
                  <a:ext uri="{FF2B5EF4-FFF2-40B4-BE49-F238E27FC236}">
                    <a16:creationId xmlns:a16="http://schemas.microsoft.com/office/drawing/2014/main" id="{22446E68-DD9E-4D5D-9FD2-F6812374B56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970" y="773"/>
                <a:ext cx="1089" cy="891"/>
                <a:chOff x="2034" y="910"/>
                <a:chExt cx="1030" cy="842"/>
              </a:xfrm>
            </p:grpSpPr>
            <p:sp>
              <p:nvSpPr>
                <p:cNvPr id="114709" name="Freeform 21">
                  <a:extLst>
                    <a:ext uri="{FF2B5EF4-FFF2-40B4-BE49-F238E27FC236}">
                      <a16:creationId xmlns:a16="http://schemas.microsoft.com/office/drawing/2014/main" id="{B370EB87-BB58-48AE-B995-3F4529C4EA3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34" y="910"/>
                  <a:ext cx="96" cy="96"/>
                </a:xfrm>
                <a:custGeom>
                  <a:avLst/>
                  <a:gdLst>
                    <a:gd name="T0" fmla="*/ 0 w 288"/>
                    <a:gd name="T1" fmla="*/ 287 h 287"/>
                    <a:gd name="T2" fmla="*/ 287 w 288"/>
                    <a:gd name="T3" fmla="*/ 0 h 287"/>
                    <a:gd name="T4" fmla="*/ 288 w 288"/>
                    <a:gd name="T5" fmla="*/ 0 h 28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88" h="287">
                      <a:moveTo>
                        <a:pt x="0" y="287"/>
                      </a:moveTo>
                      <a:lnTo>
                        <a:pt x="287" y="0"/>
                      </a:lnTo>
                      <a:lnTo>
                        <a:pt x="288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14710" name="Freeform 22">
                  <a:extLst>
                    <a:ext uri="{FF2B5EF4-FFF2-40B4-BE49-F238E27FC236}">
                      <a16:creationId xmlns:a16="http://schemas.microsoft.com/office/drawing/2014/main" id="{B9667CCC-AAB5-4DB2-81C9-44C124ADE76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34" y="1072"/>
                  <a:ext cx="110" cy="110"/>
                </a:xfrm>
                <a:custGeom>
                  <a:avLst/>
                  <a:gdLst>
                    <a:gd name="T0" fmla="*/ 0 w 331"/>
                    <a:gd name="T1" fmla="*/ 332 h 332"/>
                    <a:gd name="T2" fmla="*/ 330 w 331"/>
                    <a:gd name="T3" fmla="*/ 0 h 332"/>
                    <a:gd name="T4" fmla="*/ 331 w 331"/>
                    <a:gd name="T5" fmla="*/ 0 h 33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331" h="332">
                      <a:moveTo>
                        <a:pt x="0" y="332"/>
                      </a:moveTo>
                      <a:lnTo>
                        <a:pt x="330" y="0"/>
                      </a:lnTo>
                      <a:lnTo>
                        <a:pt x="331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14711" name="Freeform 23">
                  <a:extLst>
                    <a:ext uri="{FF2B5EF4-FFF2-40B4-BE49-F238E27FC236}">
                      <a16:creationId xmlns:a16="http://schemas.microsoft.com/office/drawing/2014/main" id="{DC9B91C5-20FA-4C52-9527-46957B754CC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218" y="913"/>
                  <a:ext cx="86" cy="85"/>
                </a:xfrm>
                <a:custGeom>
                  <a:avLst/>
                  <a:gdLst>
                    <a:gd name="T0" fmla="*/ 0 w 258"/>
                    <a:gd name="T1" fmla="*/ 257 h 257"/>
                    <a:gd name="T2" fmla="*/ 257 w 258"/>
                    <a:gd name="T3" fmla="*/ 0 h 257"/>
                    <a:gd name="T4" fmla="*/ 258 w 258"/>
                    <a:gd name="T5" fmla="*/ 0 h 25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58" h="257">
                      <a:moveTo>
                        <a:pt x="0" y="257"/>
                      </a:moveTo>
                      <a:lnTo>
                        <a:pt x="257" y="0"/>
                      </a:lnTo>
                      <a:lnTo>
                        <a:pt x="258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14712" name="Freeform 24">
                  <a:extLst>
                    <a:ext uri="{FF2B5EF4-FFF2-40B4-BE49-F238E27FC236}">
                      <a16:creationId xmlns:a16="http://schemas.microsoft.com/office/drawing/2014/main" id="{DD7A7A4B-1148-4BCE-A25B-6A67BBCF27E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57" y="1089"/>
                  <a:ext cx="147" cy="146"/>
                </a:xfrm>
                <a:custGeom>
                  <a:avLst/>
                  <a:gdLst>
                    <a:gd name="T0" fmla="*/ 0 w 440"/>
                    <a:gd name="T1" fmla="*/ 439 h 439"/>
                    <a:gd name="T2" fmla="*/ 439 w 440"/>
                    <a:gd name="T3" fmla="*/ 0 h 439"/>
                    <a:gd name="T4" fmla="*/ 440 w 440"/>
                    <a:gd name="T5" fmla="*/ 0 h 43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440" h="439">
                      <a:moveTo>
                        <a:pt x="0" y="439"/>
                      </a:moveTo>
                      <a:lnTo>
                        <a:pt x="439" y="0"/>
                      </a:lnTo>
                      <a:lnTo>
                        <a:pt x="44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14713" name="Freeform 25">
                  <a:extLst>
                    <a:ext uri="{FF2B5EF4-FFF2-40B4-BE49-F238E27FC236}">
                      <a16:creationId xmlns:a16="http://schemas.microsoft.com/office/drawing/2014/main" id="{4A934611-42A5-4BEC-ADC0-56D04E038EC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267" y="1231"/>
                  <a:ext cx="71" cy="70"/>
                </a:xfrm>
                <a:custGeom>
                  <a:avLst/>
                  <a:gdLst>
                    <a:gd name="T0" fmla="*/ 0 w 211"/>
                    <a:gd name="T1" fmla="*/ 210 h 210"/>
                    <a:gd name="T2" fmla="*/ 210 w 211"/>
                    <a:gd name="T3" fmla="*/ 0 h 210"/>
                    <a:gd name="T4" fmla="*/ 211 w 211"/>
                    <a:gd name="T5" fmla="*/ 0 h 2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1" h="210">
                      <a:moveTo>
                        <a:pt x="0" y="210"/>
                      </a:moveTo>
                      <a:lnTo>
                        <a:pt x="210" y="0"/>
                      </a:lnTo>
                      <a:lnTo>
                        <a:pt x="211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14714" name="Freeform 26">
                  <a:extLst>
                    <a:ext uri="{FF2B5EF4-FFF2-40B4-BE49-F238E27FC236}">
                      <a16:creationId xmlns:a16="http://schemas.microsoft.com/office/drawing/2014/main" id="{E0E0223D-CA26-4C85-92B8-0E1319570D7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359" y="1316"/>
                  <a:ext cx="70" cy="69"/>
                </a:xfrm>
                <a:custGeom>
                  <a:avLst/>
                  <a:gdLst>
                    <a:gd name="T0" fmla="*/ 0 w 210"/>
                    <a:gd name="T1" fmla="*/ 208 h 208"/>
                    <a:gd name="T2" fmla="*/ 208 w 210"/>
                    <a:gd name="T3" fmla="*/ 0 h 208"/>
                    <a:gd name="T4" fmla="*/ 210 w 210"/>
                    <a:gd name="T5" fmla="*/ 0 h 20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0" h="208">
                      <a:moveTo>
                        <a:pt x="0" y="208"/>
                      </a:moveTo>
                      <a:lnTo>
                        <a:pt x="208" y="0"/>
                      </a:lnTo>
                      <a:lnTo>
                        <a:pt x="2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14715" name="Freeform 27">
                  <a:extLst>
                    <a:ext uri="{FF2B5EF4-FFF2-40B4-BE49-F238E27FC236}">
                      <a16:creationId xmlns:a16="http://schemas.microsoft.com/office/drawing/2014/main" id="{0C79FC51-7760-4F65-8C4B-EDC7399F0FF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34" y="1371"/>
                  <a:ext cx="116" cy="116"/>
                </a:xfrm>
                <a:custGeom>
                  <a:avLst/>
                  <a:gdLst>
                    <a:gd name="T0" fmla="*/ 0 w 346"/>
                    <a:gd name="T1" fmla="*/ 346 h 346"/>
                    <a:gd name="T2" fmla="*/ 345 w 346"/>
                    <a:gd name="T3" fmla="*/ 0 h 346"/>
                    <a:gd name="T4" fmla="*/ 346 w 346"/>
                    <a:gd name="T5" fmla="*/ 0 h 34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346" h="346">
                      <a:moveTo>
                        <a:pt x="0" y="346"/>
                      </a:moveTo>
                      <a:lnTo>
                        <a:pt x="345" y="0"/>
                      </a:lnTo>
                      <a:lnTo>
                        <a:pt x="346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14716" name="Freeform 28">
                  <a:extLst>
                    <a:ext uri="{FF2B5EF4-FFF2-40B4-BE49-F238E27FC236}">
                      <a16:creationId xmlns:a16="http://schemas.microsoft.com/office/drawing/2014/main" id="{50C6BA05-4E46-4468-A597-6B877C9F3E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90" y="1450"/>
                  <a:ext cx="157" cy="157"/>
                </a:xfrm>
                <a:custGeom>
                  <a:avLst/>
                  <a:gdLst>
                    <a:gd name="T0" fmla="*/ 0 w 470"/>
                    <a:gd name="T1" fmla="*/ 470 h 470"/>
                    <a:gd name="T2" fmla="*/ 469 w 470"/>
                    <a:gd name="T3" fmla="*/ 0 h 470"/>
                    <a:gd name="T4" fmla="*/ 470 w 470"/>
                    <a:gd name="T5" fmla="*/ 0 h 47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470" h="470">
                      <a:moveTo>
                        <a:pt x="0" y="470"/>
                      </a:moveTo>
                      <a:lnTo>
                        <a:pt x="469" y="0"/>
                      </a:lnTo>
                      <a:lnTo>
                        <a:pt x="47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14717" name="Freeform 29">
                  <a:extLst>
                    <a:ext uri="{FF2B5EF4-FFF2-40B4-BE49-F238E27FC236}">
                      <a16:creationId xmlns:a16="http://schemas.microsoft.com/office/drawing/2014/main" id="{661C7694-B8D8-4ADE-94ED-2C5D7A77D4E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521" y="1626"/>
                  <a:ext cx="126" cy="126"/>
                </a:xfrm>
                <a:custGeom>
                  <a:avLst/>
                  <a:gdLst>
                    <a:gd name="T0" fmla="*/ 0 w 376"/>
                    <a:gd name="T1" fmla="*/ 377 h 377"/>
                    <a:gd name="T2" fmla="*/ 375 w 376"/>
                    <a:gd name="T3" fmla="*/ 0 h 377"/>
                    <a:gd name="T4" fmla="*/ 376 w 376"/>
                    <a:gd name="T5" fmla="*/ 0 h 37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376" h="377">
                      <a:moveTo>
                        <a:pt x="0" y="377"/>
                      </a:moveTo>
                      <a:lnTo>
                        <a:pt x="375" y="0"/>
                      </a:lnTo>
                      <a:lnTo>
                        <a:pt x="376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14718" name="Freeform 30">
                  <a:extLst>
                    <a:ext uri="{FF2B5EF4-FFF2-40B4-BE49-F238E27FC236}">
                      <a16:creationId xmlns:a16="http://schemas.microsoft.com/office/drawing/2014/main" id="{32EF978E-70BD-458D-A07E-CF4D8E86680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891" y="1387"/>
                  <a:ext cx="171" cy="170"/>
                </a:xfrm>
                <a:custGeom>
                  <a:avLst/>
                  <a:gdLst>
                    <a:gd name="T0" fmla="*/ 0 w 512"/>
                    <a:gd name="T1" fmla="*/ 510 h 510"/>
                    <a:gd name="T2" fmla="*/ 511 w 512"/>
                    <a:gd name="T3" fmla="*/ 0 h 510"/>
                    <a:gd name="T4" fmla="*/ 512 w 512"/>
                    <a:gd name="T5" fmla="*/ 0 h 5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512" h="510">
                      <a:moveTo>
                        <a:pt x="0" y="510"/>
                      </a:moveTo>
                      <a:lnTo>
                        <a:pt x="511" y="0"/>
                      </a:lnTo>
                      <a:lnTo>
                        <a:pt x="512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14719" name="Freeform 31">
                  <a:extLst>
                    <a:ext uri="{FF2B5EF4-FFF2-40B4-BE49-F238E27FC236}">
                      <a16:creationId xmlns:a16="http://schemas.microsoft.com/office/drawing/2014/main" id="{9B986BC7-4D44-4BFC-9B9F-60A9F7588A9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910" y="1562"/>
                  <a:ext cx="154" cy="152"/>
                </a:xfrm>
                <a:custGeom>
                  <a:avLst/>
                  <a:gdLst>
                    <a:gd name="T0" fmla="*/ 0 w 460"/>
                    <a:gd name="T1" fmla="*/ 458 h 458"/>
                    <a:gd name="T2" fmla="*/ 459 w 460"/>
                    <a:gd name="T3" fmla="*/ 0 h 458"/>
                    <a:gd name="T4" fmla="*/ 460 w 460"/>
                    <a:gd name="T5" fmla="*/ 0 h 4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460" h="458">
                      <a:moveTo>
                        <a:pt x="0" y="458"/>
                      </a:moveTo>
                      <a:lnTo>
                        <a:pt x="459" y="0"/>
                      </a:lnTo>
                      <a:lnTo>
                        <a:pt x="46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114720" name="Freeform 32">
                <a:extLst>
                  <a:ext uri="{FF2B5EF4-FFF2-40B4-BE49-F238E27FC236}">
                    <a16:creationId xmlns:a16="http://schemas.microsoft.com/office/drawing/2014/main" id="{D50B03BC-213C-448C-A2D3-3894B8F6DD7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36" y="1260"/>
                <a:ext cx="627" cy="1"/>
              </a:xfrm>
              <a:custGeom>
                <a:avLst/>
                <a:gdLst>
                  <a:gd name="T0" fmla="*/ 0 w 627"/>
                  <a:gd name="T1" fmla="*/ 1 h 1"/>
                  <a:gd name="T2" fmla="*/ 627 w 627"/>
                  <a:gd name="T3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627" h="1">
                    <a:moveTo>
                      <a:pt x="0" y="1"/>
                    </a:moveTo>
                    <a:lnTo>
                      <a:pt x="627" y="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4721" name="Freeform 33">
                <a:extLst>
                  <a:ext uri="{FF2B5EF4-FFF2-40B4-BE49-F238E27FC236}">
                    <a16:creationId xmlns:a16="http://schemas.microsoft.com/office/drawing/2014/main" id="{73F6B27A-EB6C-40D3-AE84-BA7E3677BE8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84" y="1623"/>
                <a:ext cx="476" cy="1"/>
              </a:xfrm>
              <a:custGeom>
                <a:avLst/>
                <a:gdLst>
                  <a:gd name="T0" fmla="*/ 0 w 476"/>
                  <a:gd name="T1" fmla="*/ 1 h 1"/>
                  <a:gd name="T2" fmla="*/ 476 w 476"/>
                  <a:gd name="T3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476" h="1">
                    <a:moveTo>
                      <a:pt x="0" y="1"/>
                    </a:moveTo>
                    <a:lnTo>
                      <a:pt x="476" y="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4722" name="Freeform 34">
                <a:extLst>
                  <a:ext uri="{FF2B5EF4-FFF2-40B4-BE49-F238E27FC236}">
                    <a16:creationId xmlns:a16="http://schemas.microsoft.com/office/drawing/2014/main" id="{1B334528-1E2A-4E33-9852-D64745C7852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30" y="1728"/>
                <a:ext cx="378" cy="1"/>
              </a:xfrm>
              <a:custGeom>
                <a:avLst/>
                <a:gdLst>
                  <a:gd name="T0" fmla="*/ 0 w 357"/>
                  <a:gd name="T1" fmla="*/ 0 h 1"/>
                  <a:gd name="T2" fmla="*/ 357 w 357"/>
                  <a:gd name="T3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357" h="1">
                    <a:moveTo>
                      <a:pt x="0" y="0"/>
                    </a:moveTo>
                    <a:lnTo>
                      <a:pt x="357" y="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4723" name="Freeform 35">
                <a:extLst>
                  <a:ext uri="{FF2B5EF4-FFF2-40B4-BE49-F238E27FC236}">
                    <a16:creationId xmlns:a16="http://schemas.microsoft.com/office/drawing/2014/main" id="{74EB2620-12A7-476C-AE04-4A8D5FB23EB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61" y="1260"/>
                <a:ext cx="631" cy="1"/>
              </a:xfrm>
              <a:custGeom>
                <a:avLst/>
                <a:gdLst>
                  <a:gd name="T0" fmla="*/ 0 w 631"/>
                  <a:gd name="T1" fmla="*/ 0 h 1"/>
                  <a:gd name="T2" fmla="*/ 630 w 631"/>
                  <a:gd name="T3" fmla="*/ 1 h 1"/>
                  <a:gd name="T4" fmla="*/ 631 w 631"/>
                  <a:gd name="T5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631" h="1">
                    <a:moveTo>
                      <a:pt x="0" y="0"/>
                    </a:moveTo>
                    <a:lnTo>
                      <a:pt x="630" y="1"/>
                    </a:lnTo>
                    <a:lnTo>
                      <a:pt x="631" y="1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4724" name="Freeform 36">
                <a:extLst>
                  <a:ext uri="{FF2B5EF4-FFF2-40B4-BE49-F238E27FC236}">
                    <a16:creationId xmlns:a16="http://schemas.microsoft.com/office/drawing/2014/main" id="{94818FB2-5BDD-42C6-9C10-6AC3C5A8194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67" y="1623"/>
                <a:ext cx="477" cy="1"/>
              </a:xfrm>
              <a:custGeom>
                <a:avLst/>
                <a:gdLst>
                  <a:gd name="T0" fmla="*/ 0 w 477"/>
                  <a:gd name="T1" fmla="*/ 0 h 1"/>
                  <a:gd name="T2" fmla="*/ 477 w 477"/>
                  <a:gd name="T3" fmla="*/ 1 h 1"/>
                  <a:gd name="T4" fmla="*/ 477 w 477"/>
                  <a:gd name="T5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77" h="1">
                    <a:moveTo>
                      <a:pt x="0" y="0"/>
                    </a:moveTo>
                    <a:lnTo>
                      <a:pt x="477" y="1"/>
                    </a:lnTo>
                    <a:lnTo>
                      <a:pt x="477" y="1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4726" name="Freeform 38">
                <a:extLst>
                  <a:ext uri="{FF2B5EF4-FFF2-40B4-BE49-F238E27FC236}">
                    <a16:creationId xmlns:a16="http://schemas.microsoft.com/office/drawing/2014/main" id="{ECB1CEF0-00B9-4625-943B-0E0459D9CF5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0" y="1254"/>
                <a:ext cx="1" cy="372"/>
              </a:xfrm>
              <a:custGeom>
                <a:avLst/>
                <a:gdLst>
                  <a:gd name="T0" fmla="*/ 0 w 1"/>
                  <a:gd name="T1" fmla="*/ 372 h 372"/>
                  <a:gd name="T2" fmla="*/ 0 w 1"/>
                  <a:gd name="T3" fmla="*/ 0 h 3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" h="372">
                    <a:moveTo>
                      <a:pt x="0" y="372"/>
                    </a:moveTo>
                    <a:lnTo>
                      <a:pt x="0" y="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114728" name="Group 40">
                <a:extLst>
                  <a:ext uri="{FF2B5EF4-FFF2-40B4-BE49-F238E27FC236}">
                    <a16:creationId xmlns:a16="http://schemas.microsoft.com/office/drawing/2014/main" id="{E4A94EC0-012E-4CDA-AF0F-373850B2F04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81" y="1159"/>
                <a:ext cx="1" cy="559"/>
                <a:chOff x="1005" y="1275"/>
                <a:chExt cx="1" cy="528"/>
              </a:xfrm>
            </p:grpSpPr>
            <p:sp>
              <p:nvSpPr>
                <p:cNvPr id="114729" name="Freeform 41">
                  <a:extLst>
                    <a:ext uri="{FF2B5EF4-FFF2-40B4-BE49-F238E27FC236}">
                      <a16:creationId xmlns:a16="http://schemas.microsoft.com/office/drawing/2014/main" id="{B7CFC68C-D8BB-448D-BE28-78AFBE97C21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005" y="1591"/>
                  <a:ext cx="1" cy="212"/>
                </a:xfrm>
                <a:custGeom>
                  <a:avLst/>
                  <a:gdLst>
                    <a:gd name="T0" fmla="*/ 0 w 1"/>
                    <a:gd name="T1" fmla="*/ 0 h 636"/>
                    <a:gd name="T2" fmla="*/ 0 w 1"/>
                    <a:gd name="T3" fmla="*/ 636 h 636"/>
                    <a:gd name="T4" fmla="*/ 1 w 1"/>
                    <a:gd name="T5" fmla="*/ 636 h 6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" h="636">
                      <a:moveTo>
                        <a:pt x="0" y="0"/>
                      </a:moveTo>
                      <a:lnTo>
                        <a:pt x="0" y="636"/>
                      </a:lnTo>
                      <a:lnTo>
                        <a:pt x="1" y="636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14730" name="Freeform 42">
                  <a:extLst>
                    <a:ext uri="{FF2B5EF4-FFF2-40B4-BE49-F238E27FC236}">
                      <a16:creationId xmlns:a16="http://schemas.microsoft.com/office/drawing/2014/main" id="{4F3626DE-16FD-4D6E-87E4-BB428140ECA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005" y="1275"/>
                  <a:ext cx="1" cy="207"/>
                </a:xfrm>
                <a:custGeom>
                  <a:avLst/>
                  <a:gdLst>
                    <a:gd name="T0" fmla="*/ 0 w 1"/>
                    <a:gd name="T1" fmla="*/ 0 h 621"/>
                    <a:gd name="T2" fmla="*/ 0 w 1"/>
                    <a:gd name="T3" fmla="*/ 621 h 621"/>
                    <a:gd name="T4" fmla="*/ 1 w 1"/>
                    <a:gd name="T5" fmla="*/ 621 h 62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" h="621">
                      <a:moveTo>
                        <a:pt x="0" y="0"/>
                      </a:moveTo>
                      <a:lnTo>
                        <a:pt x="0" y="621"/>
                      </a:lnTo>
                      <a:lnTo>
                        <a:pt x="1" y="621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14731" name="Freeform 43">
                  <a:extLst>
                    <a:ext uri="{FF2B5EF4-FFF2-40B4-BE49-F238E27FC236}">
                      <a16:creationId xmlns:a16="http://schemas.microsoft.com/office/drawing/2014/main" id="{F9452152-1448-4EFC-A408-AB47895CD32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005" y="1523"/>
                  <a:ext cx="1" cy="23"/>
                </a:xfrm>
                <a:custGeom>
                  <a:avLst/>
                  <a:gdLst>
                    <a:gd name="T0" fmla="*/ 0 w 1"/>
                    <a:gd name="T1" fmla="*/ 0 h 67"/>
                    <a:gd name="T2" fmla="*/ 0 w 1"/>
                    <a:gd name="T3" fmla="*/ 67 h 67"/>
                    <a:gd name="T4" fmla="*/ 1 w 1"/>
                    <a:gd name="T5" fmla="*/ 67 h 6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" h="67">
                      <a:moveTo>
                        <a:pt x="0" y="0"/>
                      </a:moveTo>
                      <a:lnTo>
                        <a:pt x="0" y="67"/>
                      </a:lnTo>
                      <a:lnTo>
                        <a:pt x="1" y="67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114732" name="Freeform 44">
                <a:extLst>
                  <a:ext uri="{FF2B5EF4-FFF2-40B4-BE49-F238E27FC236}">
                    <a16:creationId xmlns:a16="http://schemas.microsoft.com/office/drawing/2014/main" id="{FE222C0E-5006-4E3F-8572-0A49F7D8643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88" y="1620"/>
                <a:ext cx="3" cy="114"/>
              </a:xfrm>
              <a:custGeom>
                <a:avLst/>
                <a:gdLst>
                  <a:gd name="T0" fmla="*/ 3 w 3"/>
                  <a:gd name="T1" fmla="*/ 114 h 114"/>
                  <a:gd name="T2" fmla="*/ 0 w 3"/>
                  <a:gd name="T3" fmla="*/ 0 h 1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3" h="114">
                    <a:moveTo>
                      <a:pt x="3" y="114"/>
                    </a:moveTo>
                    <a:lnTo>
                      <a:pt x="0" y="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114733" name="Group 45">
                <a:extLst>
                  <a:ext uri="{FF2B5EF4-FFF2-40B4-BE49-F238E27FC236}">
                    <a16:creationId xmlns:a16="http://schemas.microsoft.com/office/drawing/2014/main" id="{34177C36-0ECB-42BF-8D14-E4305B55675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34" y="1729"/>
                <a:ext cx="764" cy="1"/>
                <a:chOff x="1528" y="1813"/>
                <a:chExt cx="722" cy="1"/>
              </a:xfrm>
            </p:grpSpPr>
            <p:sp>
              <p:nvSpPr>
                <p:cNvPr id="114734" name="Freeform 46">
                  <a:extLst>
                    <a:ext uri="{FF2B5EF4-FFF2-40B4-BE49-F238E27FC236}">
                      <a16:creationId xmlns:a16="http://schemas.microsoft.com/office/drawing/2014/main" id="{F8482EC3-D4E0-4163-9BE3-8B3CE164250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528" y="1813"/>
                  <a:ext cx="427" cy="1"/>
                </a:xfrm>
                <a:custGeom>
                  <a:avLst/>
                  <a:gdLst>
                    <a:gd name="T0" fmla="*/ 0 w 1281"/>
                    <a:gd name="T1" fmla="*/ 1279 w 1281"/>
                    <a:gd name="T2" fmla="*/ 1281 w 1281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</a:cxnLst>
                  <a:rect l="0" t="0" r="r" b="b"/>
                  <a:pathLst>
                    <a:path w="1281">
                      <a:moveTo>
                        <a:pt x="0" y="0"/>
                      </a:moveTo>
                      <a:lnTo>
                        <a:pt x="1279" y="0"/>
                      </a:lnTo>
                      <a:lnTo>
                        <a:pt x="1281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14735" name="Freeform 47">
                  <a:extLst>
                    <a:ext uri="{FF2B5EF4-FFF2-40B4-BE49-F238E27FC236}">
                      <a16:creationId xmlns:a16="http://schemas.microsoft.com/office/drawing/2014/main" id="{4F9AF3D8-F957-45B7-A965-BA46DC96065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48" y="1813"/>
                  <a:ext cx="202" cy="1"/>
                </a:xfrm>
                <a:custGeom>
                  <a:avLst/>
                  <a:gdLst>
                    <a:gd name="T0" fmla="*/ 0 w 606"/>
                    <a:gd name="T1" fmla="*/ 605 w 606"/>
                    <a:gd name="T2" fmla="*/ 606 w 606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</a:cxnLst>
                  <a:rect l="0" t="0" r="r" b="b"/>
                  <a:pathLst>
                    <a:path w="606">
                      <a:moveTo>
                        <a:pt x="0" y="0"/>
                      </a:moveTo>
                      <a:lnTo>
                        <a:pt x="605" y="0"/>
                      </a:lnTo>
                      <a:lnTo>
                        <a:pt x="606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14736" name="Freeform 48">
                  <a:extLst>
                    <a:ext uri="{FF2B5EF4-FFF2-40B4-BE49-F238E27FC236}">
                      <a16:creationId xmlns:a16="http://schemas.microsoft.com/office/drawing/2014/main" id="{EED45969-75D4-49A5-A658-DB2DD725B26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988" y="1813"/>
                  <a:ext cx="19" cy="1"/>
                </a:xfrm>
                <a:custGeom>
                  <a:avLst/>
                  <a:gdLst>
                    <a:gd name="T0" fmla="*/ 0 w 58"/>
                    <a:gd name="T1" fmla="*/ 57 w 58"/>
                    <a:gd name="T2" fmla="*/ 58 w 58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</a:cxnLst>
                  <a:rect l="0" t="0" r="r" b="b"/>
                  <a:pathLst>
                    <a:path w="58">
                      <a:moveTo>
                        <a:pt x="0" y="0"/>
                      </a:moveTo>
                      <a:lnTo>
                        <a:pt x="57" y="0"/>
                      </a:lnTo>
                      <a:lnTo>
                        <a:pt x="58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114737" name="Freeform 49">
                <a:extLst>
                  <a:ext uri="{FF2B5EF4-FFF2-40B4-BE49-F238E27FC236}">
                    <a16:creationId xmlns:a16="http://schemas.microsoft.com/office/drawing/2014/main" id="{E7AE1275-F65A-4627-8E30-5428F0841FC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20" y="1728"/>
                <a:ext cx="373" cy="1"/>
              </a:xfrm>
              <a:custGeom>
                <a:avLst/>
                <a:gdLst>
                  <a:gd name="T0" fmla="*/ 0 w 352"/>
                  <a:gd name="T1" fmla="*/ 0 h 1"/>
                  <a:gd name="T2" fmla="*/ 352 w 352"/>
                  <a:gd name="T3" fmla="*/ 1 h 1"/>
                  <a:gd name="T4" fmla="*/ 352 w 352"/>
                  <a:gd name="T5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52" h="1">
                    <a:moveTo>
                      <a:pt x="0" y="0"/>
                    </a:moveTo>
                    <a:lnTo>
                      <a:pt x="352" y="1"/>
                    </a:lnTo>
                    <a:lnTo>
                      <a:pt x="352" y="1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4738" name="Freeform 50">
                <a:extLst>
                  <a:ext uri="{FF2B5EF4-FFF2-40B4-BE49-F238E27FC236}">
                    <a16:creationId xmlns:a16="http://schemas.microsoft.com/office/drawing/2014/main" id="{2BEB91D3-FCF9-480A-9019-EBAB8487814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25" y="985"/>
                <a:ext cx="39" cy="22"/>
              </a:xfrm>
              <a:custGeom>
                <a:avLst/>
                <a:gdLst>
                  <a:gd name="T0" fmla="*/ 110 w 110"/>
                  <a:gd name="T1" fmla="*/ 0 h 64"/>
                  <a:gd name="T2" fmla="*/ 0 w 110"/>
                  <a:gd name="T3" fmla="*/ 64 h 64"/>
                  <a:gd name="T4" fmla="*/ 2 w 110"/>
                  <a:gd name="T5" fmla="*/ 64 h 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10" h="64">
                    <a:moveTo>
                      <a:pt x="110" y="0"/>
                    </a:moveTo>
                    <a:lnTo>
                      <a:pt x="0" y="64"/>
                    </a:lnTo>
                    <a:lnTo>
                      <a:pt x="2" y="64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4739" name="Freeform 51">
                <a:extLst>
                  <a:ext uri="{FF2B5EF4-FFF2-40B4-BE49-F238E27FC236}">
                    <a16:creationId xmlns:a16="http://schemas.microsoft.com/office/drawing/2014/main" id="{1DED1F77-EB93-41D2-990D-0583D4EF20D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52" y="985"/>
                <a:ext cx="146" cy="1"/>
              </a:xfrm>
              <a:custGeom>
                <a:avLst/>
                <a:gdLst>
                  <a:gd name="T0" fmla="*/ 0 w 413"/>
                  <a:gd name="T1" fmla="*/ 412 w 413"/>
                  <a:gd name="T2" fmla="*/ 413 w 413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413">
                    <a:moveTo>
                      <a:pt x="0" y="0"/>
                    </a:moveTo>
                    <a:lnTo>
                      <a:pt x="412" y="0"/>
                    </a:lnTo>
                    <a:lnTo>
                      <a:pt x="413" y="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114740" name="Group 52">
                <a:extLst>
                  <a:ext uri="{FF2B5EF4-FFF2-40B4-BE49-F238E27FC236}">
                    <a16:creationId xmlns:a16="http://schemas.microsoft.com/office/drawing/2014/main" id="{CEE7298A-9221-424C-9932-5CAF60B2ACC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814" y="703"/>
                <a:ext cx="1" cy="1117"/>
                <a:chOff x="1887" y="844"/>
                <a:chExt cx="1" cy="1055"/>
              </a:xfrm>
            </p:grpSpPr>
            <p:sp>
              <p:nvSpPr>
                <p:cNvPr id="114741" name="Freeform 53">
                  <a:extLst>
                    <a:ext uri="{FF2B5EF4-FFF2-40B4-BE49-F238E27FC236}">
                      <a16:creationId xmlns:a16="http://schemas.microsoft.com/office/drawing/2014/main" id="{0A7ECE82-FF85-4B9E-870C-AFB0B397426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87" y="844"/>
                  <a:ext cx="1" cy="649"/>
                </a:xfrm>
                <a:custGeom>
                  <a:avLst/>
                  <a:gdLst>
                    <a:gd name="T0" fmla="*/ 0 w 2"/>
                    <a:gd name="T1" fmla="*/ 0 h 1946"/>
                    <a:gd name="T2" fmla="*/ 0 w 2"/>
                    <a:gd name="T3" fmla="*/ 1946 h 1946"/>
                    <a:gd name="T4" fmla="*/ 2 w 2"/>
                    <a:gd name="T5" fmla="*/ 1946 h 194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" h="1946">
                      <a:moveTo>
                        <a:pt x="0" y="0"/>
                      </a:moveTo>
                      <a:lnTo>
                        <a:pt x="0" y="1946"/>
                      </a:lnTo>
                      <a:lnTo>
                        <a:pt x="2" y="1946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14742" name="Freeform 54">
                  <a:extLst>
                    <a:ext uri="{FF2B5EF4-FFF2-40B4-BE49-F238E27FC236}">
                      <a16:creationId xmlns:a16="http://schemas.microsoft.com/office/drawing/2014/main" id="{DAD13999-CAD5-4013-9AF7-076FB639940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87" y="1587"/>
                  <a:ext cx="1" cy="312"/>
                </a:xfrm>
                <a:custGeom>
                  <a:avLst/>
                  <a:gdLst>
                    <a:gd name="T0" fmla="*/ 0 w 2"/>
                    <a:gd name="T1" fmla="*/ 0 h 936"/>
                    <a:gd name="T2" fmla="*/ 0 w 2"/>
                    <a:gd name="T3" fmla="*/ 936 h 936"/>
                    <a:gd name="T4" fmla="*/ 2 w 2"/>
                    <a:gd name="T5" fmla="*/ 936 h 9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" h="936">
                      <a:moveTo>
                        <a:pt x="0" y="0"/>
                      </a:moveTo>
                      <a:lnTo>
                        <a:pt x="0" y="936"/>
                      </a:lnTo>
                      <a:lnTo>
                        <a:pt x="2" y="936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14743" name="Freeform 55">
                  <a:extLst>
                    <a:ext uri="{FF2B5EF4-FFF2-40B4-BE49-F238E27FC236}">
                      <a16:creationId xmlns:a16="http://schemas.microsoft.com/office/drawing/2014/main" id="{B722520A-E069-40C2-9E68-9321875B3B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87" y="1534"/>
                  <a:ext cx="1" cy="19"/>
                </a:xfrm>
                <a:custGeom>
                  <a:avLst/>
                  <a:gdLst>
                    <a:gd name="T0" fmla="*/ 0 w 2"/>
                    <a:gd name="T1" fmla="*/ 0 h 57"/>
                    <a:gd name="T2" fmla="*/ 0 w 2"/>
                    <a:gd name="T3" fmla="*/ 57 h 57"/>
                    <a:gd name="T4" fmla="*/ 2 w 2"/>
                    <a:gd name="T5" fmla="*/ 57 h 5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" h="57">
                      <a:moveTo>
                        <a:pt x="0" y="0"/>
                      </a:moveTo>
                      <a:lnTo>
                        <a:pt x="0" y="57"/>
                      </a:lnTo>
                      <a:lnTo>
                        <a:pt x="2" y="57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114744" name="Freeform 56">
                <a:extLst>
                  <a:ext uri="{FF2B5EF4-FFF2-40B4-BE49-F238E27FC236}">
                    <a16:creationId xmlns:a16="http://schemas.microsoft.com/office/drawing/2014/main" id="{678BA6A9-8495-4A06-BC42-D2808CA75AA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86" y="985"/>
                <a:ext cx="40" cy="22"/>
              </a:xfrm>
              <a:custGeom>
                <a:avLst/>
                <a:gdLst>
                  <a:gd name="T0" fmla="*/ 0 w 113"/>
                  <a:gd name="T1" fmla="*/ 0 h 64"/>
                  <a:gd name="T2" fmla="*/ 111 w 113"/>
                  <a:gd name="T3" fmla="*/ 64 h 64"/>
                  <a:gd name="T4" fmla="*/ 113 w 113"/>
                  <a:gd name="T5" fmla="*/ 64 h 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13" h="64">
                    <a:moveTo>
                      <a:pt x="0" y="0"/>
                    </a:moveTo>
                    <a:lnTo>
                      <a:pt x="111" y="64"/>
                    </a:lnTo>
                    <a:lnTo>
                      <a:pt x="113" y="64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4745" name="Freeform 57">
                <a:extLst>
                  <a:ext uri="{FF2B5EF4-FFF2-40B4-BE49-F238E27FC236}">
                    <a16:creationId xmlns:a16="http://schemas.microsoft.com/office/drawing/2014/main" id="{70B1B28B-4E0A-483D-ABEB-D6AAA89E08E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17" y="1261"/>
                <a:ext cx="1" cy="363"/>
              </a:xfrm>
              <a:custGeom>
                <a:avLst/>
                <a:gdLst>
                  <a:gd name="T0" fmla="*/ 0 w 1"/>
                  <a:gd name="T1" fmla="*/ 1029 h 1029"/>
                  <a:gd name="T2" fmla="*/ 0 w 1"/>
                  <a:gd name="T3" fmla="*/ 0 h 1029"/>
                  <a:gd name="T4" fmla="*/ 1 w 1"/>
                  <a:gd name="T5" fmla="*/ 0 h 10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029">
                    <a:moveTo>
                      <a:pt x="0" y="1029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114967" name="Group 279">
                <a:extLst>
                  <a:ext uri="{FF2B5EF4-FFF2-40B4-BE49-F238E27FC236}">
                    <a16:creationId xmlns:a16="http://schemas.microsoft.com/office/drawing/2014/main" id="{E99E1AE6-4895-4FB2-A848-E187C4D7D08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747" y="1179"/>
                <a:ext cx="1" cy="531"/>
                <a:chOff x="2747" y="1179"/>
                <a:chExt cx="1" cy="531"/>
              </a:xfrm>
            </p:grpSpPr>
            <p:sp>
              <p:nvSpPr>
                <p:cNvPr id="114747" name="Freeform 59">
                  <a:extLst>
                    <a:ext uri="{FF2B5EF4-FFF2-40B4-BE49-F238E27FC236}">
                      <a16:creationId xmlns:a16="http://schemas.microsoft.com/office/drawing/2014/main" id="{2DCD05B6-A86C-4497-82D4-2AC3C0C9E75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747" y="1517"/>
                  <a:ext cx="1" cy="193"/>
                </a:xfrm>
                <a:custGeom>
                  <a:avLst/>
                  <a:gdLst>
                    <a:gd name="T0" fmla="*/ 0 w 1"/>
                    <a:gd name="T1" fmla="*/ 0 h 193"/>
                    <a:gd name="T2" fmla="*/ 1 w 1"/>
                    <a:gd name="T3" fmla="*/ 193 h 19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1" h="193">
                      <a:moveTo>
                        <a:pt x="0" y="0"/>
                      </a:moveTo>
                      <a:lnTo>
                        <a:pt x="1" y="193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14748" name="Freeform 60">
                  <a:extLst>
                    <a:ext uri="{FF2B5EF4-FFF2-40B4-BE49-F238E27FC236}">
                      <a16:creationId xmlns:a16="http://schemas.microsoft.com/office/drawing/2014/main" id="{255F56C4-E1B7-4E97-8355-24A5B0C26CE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747" y="1179"/>
                  <a:ext cx="1" cy="239"/>
                </a:xfrm>
                <a:custGeom>
                  <a:avLst/>
                  <a:gdLst>
                    <a:gd name="T0" fmla="*/ 1 w 1"/>
                    <a:gd name="T1" fmla="*/ 0 h 239"/>
                    <a:gd name="T2" fmla="*/ 0 w 1"/>
                    <a:gd name="T3" fmla="*/ 239 h 239"/>
                    <a:gd name="T4" fmla="*/ 1 w 1"/>
                    <a:gd name="T5" fmla="*/ 239 h 23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" h="239">
                      <a:moveTo>
                        <a:pt x="1" y="0"/>
                      </a:moveTo>
                      <a:lnTo>
                        <a:pt x="0" y="239"/>
                      </a:lnTo>
                      <a:lnTo>
                        <a:pt x="1" y="239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14749" name="Freeform 61">
                  <a:extLst>
                    <a:ext uri="{FF2B5EF4-FFF2-40B4-BE49-F238E27FC236}">
                      <a16:creationId xmlns:a16="http://schemas.microsoft.com/office/drawing/2014/main" id="{BFFD1D42-E4CF-4E49-89B9-6F7A9F8F845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747" y="1462"/>
                  <a:ext cx="1" cy="16"/>
                </a:xfrm>
                <a:custGeom>
                  <a:avLst/>
                  <a:gdLst>
                    <a:gd name="T0" fmla="*/ 0 w 1"/>
                    <a:gd name="T1" fmla="*/ 0 h 46"/>
                    <a:gd name="T2" fmla="*/ 0 w 1"/>
                    <a:gd name="T3" fmla="*/ 46 h 46"/>
                    <a:gd name="T4" fmla="*/ 1 w 1"/>
                    <a:gd name="T5" fmla="*/ 46 h 4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" h="46">
                      <a:moveTo>
                        <a:pt x="0" y="0"/>
                      </a:moveTo>
                      <a:lnTo>
                        <a:pt x="0" y="46"/>
                      </a:lnTo>
                      <a:lnTo>
                        <a:pt x="1" y="46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114750" name="Freeform 62">
                <a:extLst>
                  <a:ext uri="{FF2B5EF4-FFF2-40B4-BE49-F238E27FC236}">
                    <a16:creationId xmlns:a16="http://schemas.microsoft.com/office/drawing/2014/main" id="{AFBF8902-74CB-4D1B-8BC8-30FA78C5BA8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54" y="1086"/>
                <a:ext cx="188" cy="181"/>
              </a:xfrm>
              <a:custGeom>
                <a:avLst/>
                <a:gdLst>
                  <a:gd name="T0" fmla="*/ 178 w 178"/>
                  <a:gd name="T1" fmla="*/ 171 h 171"/>
                  <a:gd name="T2" fmla="*/ 127 w 178"/>
                  <a:gd name="T3" fmla="*/ 96 h 171"/>
                  <a:gd name="T4" fmla="*/ 76 w 178"/>
                  <a:gd name="T5" fmla="*/ 51 h 171"/>
                  <a:gd name="T6" fmla="*/ 0 w 178"/>
                  <a:gd name="T7" fmla="*/ 0 h 171"/>
                  <a:gd name="T8" fmla="*/ 0 w 178"/>
                  <a:gd name="T9" fmla="*/ 0 h 1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78" h="171">
                    <a:moveTo>
                      <a:pt x="178" y="171"/>
                    </a:moveTo>
                    <a:lnTo>
                      <a:pt x="127" y="96"/>
                    </a:lnTo>
                    <a:lnTo>
                      <a:pt x="76" y="51"/>
                    </a:ln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4753" name="Freeform 65">
                <a:extLst>
                  <a:ext uri="{FF2B5EF4-FFF2-40B4-BE49-F238E27FC236}">
                    <a16:creationId xmlns:a16="http://schemas.microsoft.com/office/drawing/2014/main" id="{997294DD-1525-4801-B96A-7C4196D3EC2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76" y="1261"/>
                <a:ext cx="1" cy="363"/>
              </a:xfrm>
              <a:custGeom>
                <a:avLst/>
                <a:gdLst>
                  <a:gd name="T0" fmla="*/ 0 w 2"/>
                  <a:gd name="T1" fmla="*/ 1029 h 1029"/>
                  <a:gd name="T2" fmla="*/ 0 w 2"/>
                  <a:gd name="T3" fmla="*/ 0 h 1029"/>
                  <a:gd name="T4" fmla="*/ 2 w 2"/>
                  <a:gd name="T5" fmla="*/ 0 h 10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1029">
                    <a:moveTo>
                      <a:pt x="0" y="1029"/>
                    </a:moveTo>
                    <a:lnTo>
                      <a:pt x="0" y="0"/>
                    </a:lnTo>
                    <a:lnTo>
                      <a:pt x="2" y="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4756" name="Freeform 68">
                <a:extLst>
                  <a:ext uri="{FF2B5EF4-FFF2-40B4-BE49-F238E27FC236}">
                    <a16:creationId xmlns:a16="http://schemas.microsoft.com/office/drawing/2014/main" id="{71D88829-9978-4116-A562-0A3170DFF59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7" y="1254"/>
                <a:ext cx="1" cy="375"/>
              </a:xfrm>
              <a:custGeom>
                <a:avLst/>
                <a:gdLst>
                  <a:gd name="T0" fmla="*/ 0 w 1"/>
                  <a:gd name="T1" fmla="*/ 375 h 375"/>
                  <a:gd name="T2" fmla="*/ 0 w 1"/>
                  <a:gd name="T3" fmla="*/ 0 h 3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" h="375">
                    <a:moveTo>
                      <a:pt x="0" y="375"/>
                    </a:moveTo>
                    <a:lnTo>
                      <a:pt x="0" y="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4757" name="Freeform 69">
                <a:extLst>
                  <a:ext uri="{FF2B5EF4-FFF2-40B4-BE49-F238E27FC236}">
                    <a16:creationId xmlns:a16="http://schemas.microsoft.com/office/drawing/2014/main" id="{0E9E79CD-8C06-48FE-9D04-BA6A9F6D50D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77" y="773"/>
                <a:ext cx="682" cy="1"/>
              </a:xfrm>
              <a:custGeom>
                <a:avLst/>
                <a:gdLst>
                  <a:gd name="T0" fmla="*/ 0 w 682"/>
                  <a:gd name="T1" fmla="*/ 0 h 1"/>
                  <a:gd name="T2" fmla="*/ 682 w 682"/>
                  <a:gd name="T3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682" h="1">
                    <a:moveTo>
                      <a:pt x="0" y="0"/>
                    </a:moveTo>
                    <a:lnTo>
                      <a:pt x="682" y="1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114758" name="Group 70">
                <a:extLst>
                  <a:ext uri="{FF2B5EF4-FFF2-40B4-BE49-F238E27FC236}">
                    <a16:creationId xmlns:a16="http://schemas.microsoft.com/office/drawing/2014/main" id="{2439F23E-B2A5-44AF-ACBC-E258AABD955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125" y="733"/>
                <a:ext cx="1" cy="309"/>
                <a:chOff x="2181" y="872"/>
                <a:chExt cx="1" cy="292"/>
              </a:xfrm>
            </p:grpSpPr>
            <p:sp>
              <p:nvSpPr>
                <p:cNvPr id="114759" name="Freeform 71">
                  <a:extLst>
                    <a:ext uri="{FF2B5EF4-FFF2-40B4-BE49-F238E27FC236}">
                      <a16:creationId xmlns:a16="http://schemas.microsoft.com/office/drawing/2014/main" id="{304F725E-E0B0-4FD9-9E6B-4D3F02BEBE9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81" y="999"/>
                  <a:ext cx="1" cy="19"/>
                </a:xfrm>
                <a:custGeom>
                  <a:avLst/>
                  <a:gdLst>
                    <a:gd name="T0" fmla="*/ 0 w 2"/>
                    <a:gd name="T1" fmla="*/ 57 h 57"/>
                    <a:gd name="T2" fmla="*/ 0 w 2"/>
                    <a:gd name="T3" fmla="*/ 0 h 57"/>
                    <a:gd name="T4" fmla="*/ 2 w 2"/>
                    <a:gd name="T5" fmla="*/ 0 h 5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" h="57">
                      <a:moveTo>
                        <a:pt x="0" y="57"/>
                      </a:moveTo>
                      <a:lnTo>
                        <a:pt x="0" y="0"/>
                      </a:lnTo>
                      <a:lnTo>
                        <a:pt x="2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14760" name="Freeform 72">
                  <a:extLst>
                    <a:ext uri="{FF2B5EF4-FFF2-40B4-BE49-F238E27FC236}">
                      <a16:creationId xmlns:a16="http://schemas.microsoft.com/office/drawing/2014/main" id="{56830AA9-A01F-4F0D-9165-459C769092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81" y="1048"/>
                  <a:ext cx="1" cy="116"/>
                </a:xfrm>
                <a:custGeom>
                  <a:avLst/>
                  <a:gdLst>
                    <a:gd name="T0" fmla="*/ 0 w 2"/>
                    <a:gd name="T1" fmla="*/ 347 h 347"/>
                    <a:gd name="T2" fmla="*/ 0 w 2"/>
                    <a:gd name="T3" fmla="*/ 0 h 347"/>
                    <a:gd name="T4" fmla="*/ 2 w 2"/>
                    <a:gd name="T5" fmla="*/ 0 h 34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" h="347">
                      <a:moveTo>
                        <a:pt x="0" y="347"/>
                      </a:moveTo>
                      <a:lnTo>
                        <a:pt x="0" y="0"/>
                      </a:lnTo>
                      <a:lnTo>
                        <a:pt x="2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14761" name="Freeform 73">
                  <a:extLst>
                    <a:ext uri="{FF2B5EF4-FFF2-40B4-BE49-F238E27FC236}">
                      <a16:creationId xmlns:a16="http://schemas.microsoft.com/office/drawing/2014/main" id="{9245D209-0558-4C95-83DB-ED0CA69E008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81" y="872"/>
                  <a:ext cx="1" cy="101"/>
                </a:xfrm>
                <a:custGeom>
                  <a:avLst/>
                  <a:gdLst>
                    <a:gd name="T0" fmla="*/ 0 w 2"/>
                    <a:gd name="T1" fmla="*/ 303 h 303"/>
                    <a:gd name="T2" fmla="*/ 0 w 2"/>
                    <a:gd name="T3" fmla="*/ 0 h 303"/>
                    <a:gd name="T4" fmla="*/ 2 w 2"/>
                    <a:gd name="T5" fmla="*/ 0 h 30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" h="303">
                      <a:moveTo>
                        <a:pt x="0" y="303"/>
                      </a:moveTo>
                      <a:lnTo>
                        <a:pt x="0" y="0"/>
                      </a:lnTo>
                      <a:lnTo>
                        <a:pt x="2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114969" name="Group 281">
              <a:extLst>
                <a:ext uri="{FF2B5EF4-FFF2-40B4-BE49-F238E27FC236}">
                  <a16:creationId xmlns:a16="http://schemas.microsoft.com/office/drawing/2014/main" id="{05902602-1CA3-42D8-977F-971E1C9ADB4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00" y="2051"/>
              <a:ext cx="2641" cy="1328"/>
              <a:chOff x="500" y="2051"/>
              <a:chExt cx="2641" cy="1328"/>
            </a:xfrm>
          </p:grpSpPr>
          <p:sp>
            <p:nvSpPr>
              <p:cNvPr id="114811" name="Arc 123">
                <a:extLst>
                  <a:ext uri="{FF2B5EF4-FFF2-40B4-BE49-F238E27FC236}">
                    <a16:creationId xmlns:a16="http://schemas.microsoft.com/office/drawing/2014/main" id="{D0D7578B-ACB6-4DCF-8321-F9D6F67C9A3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24" y="2575"/>
                <a:ext cx="131" cy="250"/>
              </a:xfrm>
              <a:custGeom>
                <a:avLst/>
                <a:gdLst>
                  <a:gd name="G0" fmla="+- 0 0 0"/>
                  <a:gd name="G1" fmla="+- 20743 0 0"/>
                  <a:gd name="G2" fmla="+- 21600 0 0"/>
                  <a:gd name="T0" fmla="*/ 6022 w 21600"/>
                  <a:gd name="T1" fmla="*/ 0 h 41155"/>
                  <a:gd name="T2" fmla="*/ 7066 w 21600"/>
                  <a:gd name="T3" fmla="*/ 41155 h 41155"/>
                  <a:gd name="T4" fmla="*/ 0 w 21600"/>
                  <a:gd name="T5" fmla="*/ 20743 h 411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41155" fill="none" extrusionOk="0">
                    <a:moveTo>
                      <a:pt x="6022" y="-1"/>
                    </a:moveTo>
                    <a:cubicBezTo>
                      <a:pt x="15251" y="2678"/>
                      <a:pt x="21600" y="11133"/>
                      <a:pt x="21600" y="20743"/>
                    </a:cubicBezTo>
                    <a:cubicBezTo>
                      <a:pt x="21600" y="29948"/>
                      <a:pt x="15765" y="38143"/>
                      <a:pt x="7065" y="41154"/>
                    </a:cubicBezTo>
                  </a:path>
                  <a:path w="21600" h="41155" stroke="0" extrusionOk="0">
                    <a:moveTo>
                      <a:pt x="6022" y="-1"/>
                    </a:moveTo>
                    <a:cubicBezTo>
                      <a:pt x="15251" y="2678"/>
                      <a:pt x="21600" y="11133"/>
                      <a:pt x="21600" y="20743"/>
                    </a:cubicBezTo>
                    <a:cubicBezTo>
                      <a:pt x="21600" y="29948"/>
                      <a:pt x="15765" y="38143"/>
                      <a:pt x="7065" y="41154"/>
                    </a:cubicBezTo>
                    <a:lnTo>
                      <a:pt x="0" y="20743"/>
                    </a:lnTo>
                    <a:close/>
                  </a:path>
                </a:pathLst>
              </a:cu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4812" name="Arc 124">
                <a:extLst>
                  <a:ext uri="{FF2B5EF4-FFF2-40B4-BE49-F238E27FC236}">
                    <a16:creationId xmlns:a16="http://schemas.microsoft.com/office/drawing/2014/main" id="{B04AA11F-AFBF-4DFA-92A6-35416B57F811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1581" y="2466"/>
                <a:ext cx="327" cy="466"/>
              </a:xfrm>
              <a:custGeom>
                <a:avLst/>
                <a:gdLst>
                  <a:gd name="G0" fmla="+- 8719 0 0"/>
                  <a:gd name="G1" fmla="+- 21600 0 0"/>
                  <a:gd name="G2" fmla="+- 21600 0 0"/>
                  <a:gd name="T0" fmla="*/ 0 w 30319"/>
                  <a:gd name="T1" fmla="*/ 1838 h 43200"/>
                  <a:gd name="T2" fmla="*/ 1186 w 30319"/>
                  <a:gd name="T3" fmla="*/ 41844 h 43200"/>
                  <a:gd name="T4" fmla="*/ 8719 w 30319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0319" h="43200" fill="none" extrusionOk="0">
                    <a:moveTo>
                      <a:pt x="-1" y="1837"/>
                    </a:moveTo>
                    <a:cubicBezTo>
                      <a:pt x="2746" y="625"/>
                      <a:pt x="5716" y="0"/>
                      <a:pt x="8719" y="0"/>
                    </a:cubicBezTo>
                    <a:cubicBezTo>
                      <a:pt x="20648" y="0"/>
                      <a:pt x="30319" y="9670"/>
                      <a:pt x="30319" y="21600"/>
                    </a:cubicBezTo>
                    <a:cubicBezTo>
                      <a:pt x="30319" y="33529"/>
                      <a:pt x="20648" y="43200"/>
                      <a:pt x="8719" y="43200"/>
                    </a:cubicBezTo>
                    <a:cubicBezTo>
                      <a:pt x="6147" y="43199"/>
                      <a:pt x="3596" y="42740"/>
                      <a:pt x="1186" y="41843"/>
                    </a:cubicBezTo>
                  </a:path>
                  <a:path w="30319" h="43200" stroke="0" extrusionOk="0">
                    <a:moveTo>
                      <a:pt x="-1" y="1837"/>
                    </a:moveTo>
                    <a:cubicBezTo>
                      <a:pt x="2746" y="625"/>
                      <a:pt x="5716" y="0"/>
                      <a:pt x="8719" y="0"/>
                    </a:cubicBezTo>
                    <a:cubicBezTo>
                      <a:pt x="20648" y="0"/>
                      <a:pt x="30319" y="9670"/>
                      <a:pt x="30319" y="21600"/>
                    </a:cubicBezTo>
                    <a:cubicBezTo>
                      <a:pt x="30319" y="33529"/>
                      <a:pt x="20648" y="43200"/>
                      <a:pt x="8719" y="43200"/>
                    </a:cubicBezTo>
                    <a:cubicBezTo>
                      <a:pt x="6147" y="43199"/>
                      <a:pt x="3596" y="42740"/>
                      <a:pt x="1186" y="41843"/>
                    </a:cubicBezTo>
                    <a:lnTo>
                      <a:pt x="8719" y="21600"/>
                    </a:lnTo>
                    <a:close/>
                  </a:path>
                </a:pathLst>
              </a:cu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4813" name="Arc 125">
                <a:extLst>
                  <a:ext uri="{FF2B5EF4-FFF2-40B4-BE49-F238E27FC236}">
                    <a16:creationId xmlns:a16="http://schemas.microsoft.com/office/drawing/2014/main" id="{37BE0D6A-1597-4BB3-9AD7-765DA0B67DEA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2732" y="2393"/>
                <a:ext cx="318" cy="619"/>
              </a:xfrm>
              <a:custGeom>
                <a:avLst/>
                <a:gdLst>
                  <a:gd name="G0" fmla="+- 983 0 0"/>
                  <a:gd name="G1" fmla="+- 21600 0 0"/>
                  <a:gd name="G2" fmla="+- 21600 0 0"/>
                  <a:gd name="T0" fmla="*/ 983 w 22583"/>
                  <a:gd name="T1" fmla="*/ 0 h 43200"/>
                  <a:gd name="T2" fmla="*/ 0 w 22583"/>
                  <a:gd name="T3" fmla="*/ 43178 h 43200"/>
                  <a:gd name="T4" fmla="*/ 983 w 22583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583" h="43200" fill="none" extrusionOk="0">
                    <a:moveTo>
                      <a:pt x="983" y="0"/>
                    </a:moveTo>
                    <a:cubicBezTo>
                      <a:pt x="12912" y="0"/>
                      <a:pt x="22583" y="9670"/>
                      <a:pt x="22583" y="21600"/>
                    </a:cubicBezTo>
                    <a:cubicBezTo>
                      <a:pt x="22583" y="33529"/>
                      <a:pt x="12912" y="43200"/>
                      <a:pt x="983" y="43200"/>
                    </a:cubicBezTo>
                    <a:cubicBezTo>
                      <a:pt x="655" y="43199"/>
                      <a:pt x="327" y="43192"/>
                      <a:pt x="0" y="43177"/>
                    </a:cubicBezTo>
                  </a:path>
                  <a:path w="22583" h="43200" stroke="0" extrusionOk="0">
                    <a:moveTo>
                      <a:pt x="983" y="0"/>
                    </a:moveTo>
                    <a:cubicBezTo>
                      <a:pt x="12912" y="0"/>
                      <a:pt x="22583" y="9670"/>
                      <a:pt x="22583" y="21600"/>
                    </a:cubicBezTo>
                    <a:cubicBezTo>
                      <a:pt x="22583" y="33529"/>
                      <a:pt x="12912" y="43200"/>
                      <a:pt x="983" y="43200"/>
                    </a:cubicBezTo>
                    <a:cubicBezTo>
                      <a:pt x="655" y="43199"/>
                      <a:pt x="327" y="43192"/>
                      <a:pt x="0" y="43177"/>
                    </a:cubicBezTo>
                    <a:lnTo>
                      <a:pt x="983" y="21600"/>
                    </a:lnTo>
                    <a:close/>
                  </a:path>
                </a:pathLst>
              </a:cu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4814" name="Oval 126">
                <a:extLst>
                  <a:ext uri="{FF2B5EF4-FFF2-40B4-BE49-F238E27FC236}">
                    <a16:creationId xmlns:a16="http://schemas.microsoft.com/office/drawing/2014/main" id="{3975D2B8-DD13-4B5B-8FC7-DE3421082F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55" y="2579"/>
                <a:ext cx="247" cy="244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4815" name="Oval 127">
                <a:extLst>
                  <a:ext uri="{FF2B5EF4-FFF2-40B4-BE49-F238E27FC236}">
                    <a16:creationId xmlns:a16="http://schemas.microsoft.com/office/drawing/2014/main" id="{8ECCAB5D-EF10-4564-8B44-0EE8BC4F5F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61" y="2551"/>
                <a:ext cx="302" cy="296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4816" name="Freeform 128">
                <a:extLst>
                  <a:ext uri="{FF2B5EF4-FFF2-40B4-BE49-F238E27FC236}">
                    <a16:creationId xmlns:a16="http://schemas.microsoft.com/office/drawing/2014/main" id="{8FEAECF2-FECB-47B8-B8BD-87C6E17BBC6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36" y="2389"/>
                <a:ext cx="1" cy="623"/>
              </a:xfrm>
              <a:custGeom>
                <a:avLst/>
                <a:gdLst>
                  <a:gd name="T0" fmla="*/ 0 w 1"/>
                  <a:gd name="T1" fmla="*/ 0 h 1765"/>
                  <a:gd name="T2" fmla="*/ 0 w 1"/>
                  <a:gd name="T3" fmla="*/ 1765 h 1765"/>
                  <a:gd name="T4" fmla="*/ 1 w 1"/>
                  <a:gd name="T5" fmla="*/ 1765 h 17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765">
                    <a:moveTo>
                      <a:pt x="0" y="0"/>
                    </a:moveTo>
                    <a:lnTo>
                      <a:pt x="0" y="1765"/>
                    </a:lnTo>
                    <a:lnTo>
                      <a:pt x="1" y="1765"/>
                    </a:lnTo>
                  </a:path>
                </a:pathLst>
              </a:custGeom>
              <a:noFill/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4817" name="Freeform 129">
                <a:extLst>
                  <a:ext uri="{FF2B5EF4-FFF2-40B4-BE49-F238E27FC236}">
                    <a16:creationId xmlns:a16="http://schemas.microsoft.com/office/drawing/2014/main" id="{C912B58A-47AB-479B-8E69-7282C2D1EC1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36" y="2389"/>
                <a:ext cx="1" cy="623"/>
              </a:xfrm>
              <a:custGeom>
                <a:avLst/>
                <a:gdLst>
                  <a:gd name="T0" fmla="*/ 0 w 1"/>
                  <a:gd name="T1" fmla="*/ 0 h 1765"/>
                  <a:gd name="T2" fmla="*/ 0 w 1"/>
                  <a:gd name="T3" fmla="*/ 1765 h 1765"/>
                  <a:gd name="T4" fmla="*/ 1 w 1"/>
                  <a:gd name="T5" fmla="*/ 1765 h 17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765">
                    <a:moveTo>
                      <a:pt x="0" y="0"/>
                    </a:moveTo>
                    <a:lnTo>
                      <a:pt x="0" y="1765"/>
                    </a:lnTo>
                    <a:lnTo>
                      <a:pt x="1" y="1765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4818" name="Freeform 130">
                <a:extLst>
                  <a:ext uri="{FF2B5EF4-FFF2-40B4-BE49-F238E27FC236}">
                    <a16:creationId xmlns:a16="http://schemas.microsoft.com/office/drawing/2014/main" id="{B4782239-30BB-4178-8F93-B760929F2AC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25" y="2492"/>
                <a:ext cx="1" cy="403"/>
              </a:xfrm>
              <a:custGeom>
                <a:avLst/>
                <a:gdLst>
                  <a:gd name="T0" fmla="*/ 0 w 2"/>
                  <a:gd name="T1" fmla="*/ 0 h 1141"/>
                  <a:gd name="T2" fmla="*/ 0 w 2"/>
                  <a:gd name="T3" fmla="*/ 1141 h 1141"/>
                  <a:gd name="T4" fmla="*/ 2 w 2"/>
                  <a:gd name="T5" fmla="*/ 1141 h 11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1141">
                    <a:moveTo>
                      <a:pt x="0" y="0"/>
                    </a:moveTo>
                    <a:lnTo>
                      <a:pt x="0" y="1141"/>
                    </a:lnTo>
                    <a:lnTo>
                      <a:pt x="2" y="1141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4819" name="Freeform 131">
                <a:extLst>
                  <a:ext uri="{FF2B5EF4-FFF2-40B4-BE49-F238E27FC236}">
                    <a16:creationId xmlns:a16="http://schemas.microsoft.com/office/drawing/2014/main" id="{4DC81864-51B0-4D8D-B86D-12908CFBED6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92" y="2479"/>
                <a:ext cx="276" cy="99"/>
              </a:xfrm>
              <a:custGeom>
                <a:avLst/>
                <a:gdLst>
                  <a:gd name="T0" fmla="*/ 0 w 784"/>
                  <a:gd name="T1" fmla="*/ 0 h 279"/>
                  <a:gd name="T2" fmla="*/ 783 w 784"/>
                  <a:gd name="T3" fmla="*/ 279 h 279"/>
                  <a:gd name="T4" fmla="*/ 784 w 784"/>
                  <a:gd name="T5" fmla="*/ 279 h 2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784" h="279">
                    <a:moveTo>
                      <a:pt x="0" y="0"/>
                    </a:moveTo>
                    <a:lnTo>
                      <a:pt x="783" y="279"/>
                    </a:lnTo>
                    <a:lnTo>
                      <a:pt x="784" y="279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4820" name="Freeform 132">
                <a:extLst>
                  <a:ext uri="{FF2B5EF4-FFF2-40B4-BE49-F238E27FC236}">
                    <a16:creationId xmlns:a16="http://schemas.microsoft.com/office/drawing/2014/main" id="{AF44A50E-4D71-4AFA-8BBF-251C12FC1CB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91" y="2389"/>
                <a:ext cx="1" cy="623"/>
              </a:xfrm>
              <a:custGeom>
                <a:avLst/>
                <a:gdLst>
                  <a:gd name="T0" fmla="*/ 0 w 2"/>
                  <a:gd name="T1" fmla="*/ 0 h 1765"/>
                  <a:gd name="T2" fmla="*/ 0 w 2"/>
                  <a:gd name="T3" fmla="*/ 1765 h 1765"/>
                  <a:gd name="T4" fmla="*/ 2 w 2"/>
                  <a:gd name="T5" fmla="*/ 1765 h 17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1765">
                    <a:moveTo>
                      <a:pt x="0" y="0"/>
                    </a:moveTo>
                    <a:lnTo>
                      <a:pt x="0" y="1765"/>
                    </a:lnTo>
                    <a:lnTo>
                      <a:pt x="2" y="1765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4821" name="Freeform 133">
                <a:extLst>
                  <a:ext uri="{FF2B5EF4-FFF2-40B4-BE49-F238E27FC236}">
                    <a16:creationId xmlns:a16="http://schemas.microsoft.com/office/drawing/2014/main" id="{97A41CCF-84DC-456D-958A-813BBA6C460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85" y="3285"/>
                <a:ext cx="1257" cy="1"/>
              </a:xfrm>
              <a:custGeom>
                <a:avLst/>
                <a:gdLst>
                  <a:gd name="T0" fmla="*/ 0 w 1257"/>
                  <a:gd name="T1" fmla="*/ 0 h 1"/>
                  <a:gd name="T2" fmla="*/ 1257 w 1257"/>
                  <a:gd name="T3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257" h="1">
                    <a:moveTo>
                      <a:pt x="0" y="0"/>
                    </a:moveTo>
                    <a:lnTo>
                      <a:pt x="1257" y="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4822" name="Freeform 134">
                <a:extLst>
                  <a:ext uri="{FF2B5EF4-FFF2-40B4-BE49-F238E27FC236}">
                    <a16:creationId xmlns:a16="http://schemas.microsoft.com/office/drawing/2014/main" id="{471D8E0F-9933-401B-962B-34AA2C2BC03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29" y="3246"/>
                <a:ext cx="1566" cy="1"/>
              </a:xfrm>
              <a:custGeom>
                <a:avLst/>
                <a:gdLst>
                  <a:gd name="T0" fmla="*/ 0 w 1566"/>
                  <a:gd name="T1" fmla="*/ 0 h 1"/>
                  <a:gd name="T2" fmla="*/ 1566 w 1566"/>
                  <a:gd name="T3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566" h="1">
                    <a:moveTo>
                      <a:pt x="0" y="0"/>
                    </a:moveTo>
                    <a:lnTo>
                      <a:pt x="1566" y="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4823" name="Freeform 135">
                <a:extLst>
                  <a:ext uri="{FF2B5EF4-FFF2-40B4-BE49-F238E27FC236}">
                    <a16:creationId xmlns:a16="http://schemas.microsoft.com/office/drawing/2014/main" id="{F04430FC-F785-4278-A532-BB07AED4FE4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81" y="3012"/>
                <a:ext cx="311" cy="1"/>
              </a:xfrm>
              <a:custGeom>
                <a:avLst/>
                <a:gdLst>
                  <a:gd name="T0" fmla="*/ 0 w 883"/>
                  <a:gd name="T1" fmla="*/ 881 w 883"/>
                  <a:gd name="T2" fmla="*/ 883 w 883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883">
                    <a:moveTo>
                      <a:pt x="0" y="0"/>
                    </a:moveTo>
                    <a:lnTo>
                      <a:pt x="881" y="0"/>
                    </a:lnTo>
                    <a:lnTo>
                      <a:pt x="883" y="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114824" name="Group 136">
                <a:extLst>
                  <a:ext uri="{FF2B5EF4-FFF2-40B4-BE49-F238E27FC236}">
                    <a16:creationId xmlns:a16="http://schemas.microsoft.com/office/drawing/2014/main" id="{D54EF7AB-EDA1-4AF1-ABD4-52EA578F311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81" y="2302"/>
                <a:ext cx="1" cy="847"/>
                <a:chOff x="1005" y="2354"/>
                <a:chExt cx="1" cy="799"/>
              </a:xfrm>
            </p:grpSpPr>
            <p:sp>
              <p:nvSpPr>
                <p:cNvPr id="114825" name="Freeform 137">
                  <a:extLst>
                    <a:ext uri="{FF2B5EF4-FFF2-40B4-BE49-F238E27FC236}">
                      <a16:creationId xmlns:a16="http://schemas.microsoft.com/office/drawing/2014/main" id="{238D4A01-94A5-49DB-B852-DC490A03D69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005" y="2354"/>
                  <a:ext cx="1" cy="546"/>
                </a:xfrm>
                <a:custGeom>
                  <a:avLst/>
                  <a:gdLst>
                    <a:gd name="T0" fmla="*/ 0 w 1"/>
                    <a:gd name="T1" fmla="*/ 0 h 1638"/>
                    <a:gd name="T2" fmla="*/ 0 w 1"/>
                    <a:gd name="T3" fmla="*/ 1638 h 1638"/>
                    <a:gd name="T4" fmla="*/ 1 w 1"/>
                    <a:gd name="T5" fmla="*/ 1638 h 163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" h="1638">
                      <a:moveTo>
                        <a:pt x="0" y="0"/>
                      </a:moveTo>
                      <a:lnTo>
                        <a:pt x="0" y="1638"/>
                      </a:lnTo>
                      <a:lnTo>
                        <a:pt x="1" y="1638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14826" name="Freeform 138">
                  <a:extLst>
                    <a:ext uri="{FF2B5EF4-FFF2-40B4-BE49-F238E27FC236}">
                      <a16:creationId xmlns:a16="http://schemas.microsoft.com/office/drawing/2014/main" id="{B9D08414-5DD3-4136-983F-FEE48CF249B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005" y="2975"/>
                  <a:ext cx="1" cy="178"/>
                </a:xfrm>
                <a:custGeom>
                  <a:avLst/>
                  <a:gdLst>
                    <a:gd name="T0" fmla="*/ 0 w 1"/>
                    <a:gd name="T1" fmla="*/ 0 h 532"/>
                    <a:gd name="T2" fmla="*/ 0 w 1"/>
                    <a:gd name="T3" fmla="*/ 532 h 532"/>
                    <a:gd name="T4" fmla="*/ 1 w 1"/>
                    <a:gd name="T5" fmla="*/ 532 h 53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" h="532">
                      <a:moveTo>
                        <a:pt x="0" y="0"/>
                      </a:moveTo>
                      <a:lnTo>
                        <a:pt x="0" y="532"/>
                      </a:lnTo>
                      <a:lnTo>
                        <a:pt x="1" y="532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14827" name="Freeform 139">
                  <a:extLst>
                    <a:ext uri="{FF2B5EF4-FFF2-40B4-BE49-F238E27FC236}">
                      <a16:creationId xmlns:a16="http://schemas.microsoft.com/office/drawing/2014/main" id="{B04C7347-2331-457A-AA28-AB29018BA3E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005" y="2930"/>
                  <a:ext cx="1" cy="15"/>
                </a:xfrm>
                <a:custGeom>
                  <a:avLst/>
                  <a:gdLst>
                    <a:gd name="T0" fmla="*/ 0 w 1"/>
                    <a:gd name="T1" fmla="*/ 0 h 46"/>
                    <a:gd name="T2" fmla="*/ 0 w 1"/>
                    <a:gd name="T3" fmla="*/ 46 h 46"/>
                    <a:gd name="T4" fmla="*/ 1 w 1"/>
                    <a:gd name="T5" fmla="*/ 46 h 4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" h="46">
                      <a:moveTo>
                        <a:pt x="0" y="0"/>
                      </a:moveTo>
                      <a:lnTo>
                        <a:pt x="0" y="46"/>
                      </a:lnTo>
                      <a:lnTo>
                        <a:pt x="1" y="46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114828" name="Freeform 140">
                <a:extLst>
                  <a:ext uri="{FF2B5EF4-FFF2-40B4-BE49-F238E27FC236}">
                    <a16:creationId xmlns:a16="http://schemas.microsoft.com/office/drawing/2014/main" id="{FF57B18D-379B-4E67-B8E3-61273849D54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35" y="3012"/>
                <a:ext cx="1" cy="237"/>
              </a:xfrm>
              <a:custGeom>
                <a:avLst/>
                <a:gdLst>
                  <a:gd name="T0" fmla="*/ 1 w 1"/>
                  <a:gd name="T1" fmla="*/ 0 h 237"/>
                  <a:gd name="T2" fmla="*/ 0 w 1"/>
                  <a:gd name="T3" fmla="*/ 237 h 2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" h="237">
                    <a:moveTo>
                      <a:pt x="1" y="0"/>
                    </a:moveTo>
                    <a:lnTo>
                      <a:pt x="0" y="237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4830" name="Freeform 142">
                <a:extLst>
                  <a:ext uri="{FF2B5EF4-FFF2-40B4-BE49-F238E27FC236}">
                    <a16:creationId xmlns:a16="http://schemas.microsoft.com/office/drawing/2014/main" id="{AFDC592E-3D5D-41D1-923E-3C73B18D762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91" y="3249"/>
                <a:ext cx="1" cy="40"/>
              </a:xfrm>
              <a:custGeom>
                <a:avLst/>
                <a:gdLst>
                  <a:gd name="T0" fmla="*/ 0 w 2"/>
                  <a:gd name="T1" fmla="*/ 0 h 110"/>
                  <a:gd name="T2" fmla="*/ 0 w 2"/>
                  <a:gd name="T3" fmla="*/ 110 h 110"/>
                  <a:gd name="T4" fmla="*/ 2 w 2"/>
                  <a:gd name="T5" fmla="*/ 110 h 1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110">
                    <a:moveTo>
                      <a:pt x="0" y="0"/>
                    </a:moveTo>
                    <a:lnTo>
                      <a:pt x="0" y="110"/>
                    </a:lnTo>
                    <a:lnTo>
                      <a:pt x="2" y="11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4831" name="Freeform 143">
                <a:extLst>
                  <a:ext uri="{FF2B5EF4-FFF2-40B4-BE49-F238E27FC236}">
                    <a16:creationId xmlns:a16="http://schemas.microsoft.com/office/drawing/2014/main" id="{89E76412-CB65-4268-ACAF-B831444748A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92" y="2823"/>
                <a:ext cx="276" cy="98"/>
              </a:xfrm>
              <a:custGeom>
                <a:avLst/>
                <a:gdLst>
                  <a:gd name="T0" fmla="*/ 0 w 784"/>
                  <a:gd name="T1" fmla="*/ 278 h 278"/>
                  <a:gd name="T2" fmla="*/ 783 w 784"/>
                  <a:gd name="T3" fmla="*/ 0 h 278"/>
                  <a:gd name="T4" fmla="*/ 784 w 784"/>
                  <a:gd name="T5" fmla="*/ 0 h 2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784" h="278">
                    <a:moveTo>
                      <a:pt x="0" y="278"/>
                    </a:moveTo>
                    <a:lnTo>
                      <a:pt x="783" y="0"/>
                    </a:lnTo>
                    <a:lnTo>
                      <a:pt x="784" y="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4832" name="Freeform 144">
                <a:extLst>
                  <a:ext uri="{FF2B5EF4-FFF2-40B4-BE49-F238E27FC236}">
                    <a16:creationId xmlns:a16="http://schemas.microsoft.com/office/drawing/2014/main" id="{2460699B-4216-490C-B9D0-1D83318856F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52" y="2628"/>
                <a:ext cx="146" cy="145"/>
              </a:xfrm>
              <a:custGeom>
                <a:avLst/>
                <a:gdLst>
                  <a:gd name="T0" fmla="*/ 206 w 412"/>
                  <a:gd name="T1" fmla="*/ 411 h 411"/>
                  <a:gd name="T2" fmla="*/ 351 w 412"/>
                  <a:gd name="T3" fmla="*/ 351 h 411"/>
                  <a:gd name="T4" fmla="*/ 412 w 412"/>
                  <a:gd name="T5" fmla="*/ 206 h 411"/>
                  <a:gd name="T6" fmla="*/ 351 w 412"/>
                  <a:gd name="T7" fmla="*/ 59 h 411"/>
                  <a:gd name="T8" fmla="*/ 206 w 412"/>
                  <a:gd name="T9" fmla="*/ 0 h 411"/>
                  <a:gd name="T10" fmla="*/ 60 w 412"/>
                  <a:gd name="T11" fmla="*/ 59 h 411"/>
                  <a:gd name="T12" fmla="*/ 0 w 412"/>
                  <a:gd name="T13" fmla="*/ 206 h 411"/>
                  <a:gd name="T14" fmla="*/ 2 w 412"/>
                  <a:gd name="T15" fmla="*/ 206 h 4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12" h="411">
                    <a:moveTo>
                      <a:pt x="206" y="411"/>
                    </a:moveTo>
                    <a:lnTo>
                      <a:pt x="351" y="351"/>
                    </a:lnTo>
                    <a:lnTo>
                      <a:pt x="412" y="206"/>
                    </a:lnTo>
                    <a:lnTo>
                      <a:pt x="351" y="59"/>
                    </a:lnTo>
                    <a:lnTo>
                      <a:pt x="206" y="0"/>
                    </a:lnTo>
                    <a:lnTo>
                      <a:pt x="60" y="59"/>
                    </a:lnTo>
                    <a:lnTo>
                      <a:pt x="0" y="206"/>
                    </a:lnTo>
                    <a:lnTo>
                      <a:pt x="2" y="206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4833" name="Freeform 145">
                <a:extLst>
                  <a:ext uri="{FF2B5EF4-FFF2-40B4-BE49-F238E27FC236}">
                    <a16:creationId xmlns:a16="http://schemas.microsoft.com/office/drawing/2014/main" id="{194BEE7B-1BF5-4F52-A27A-0C300D00C17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85" y="2661"/>
                <a:ext cx="79" cy="79"/>
              </a:xfrm>
              <a:custGeom>
                <a:avLst/>
                <a:gdLst>
                  <a:gd name="T0" fmla="*/ 221 w 223"/>
                  <a:gd name="T1" fmla="*/ 111 h 221"/>
                  <a:gd name="T2" fmla="*/ 189 w 223"/>
                  <a:gd name="T3" fmla="*/ 33 h 221"/>
                  <a:gd name="T4" fmla="*/ 111 w 223"/>
                  <a:gd name="T5" fmla="*/ 0 h 221"/>
                  <a:gd name="T6" fmla="*/ 32 w 223"/>
                  <a:gd name="T7" fmla="*/ 33 h 221"/>
                  <a:gd name="T8" fmla="*/ 0 w 223"/>
                  <a:gd name="T9" fmla="*/ 111 h 221"/>
                  <a:gd name="T10" fmla="*/ 32 w 223"/>
                  <a:gd name="T11" fmla="*/ 188 h 221"/>
                  <a:gd name="T12" fmla="*/ 111 w 223"/>
                  <a:gd name="T13" fmla="*/ 221 h 221"/>
                  <a:gd name="T14" fmla="*/ 189 w 223"/>
                  <a:gd name="T15" fmla="*/ 188 h 221"/>
                  <a:gd name="T16" fmla="*/ 221 w 223"/>
                  <a:gd name="T17" fmla="*/ 111 h 221"/>
                  <a:gd name="T18" fmla="*/ 223 w 223"/>
                  <a:gd name="T19" fmla="*/ 111 h 2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23" h="221">
                    <a:moveTo>
                      <a:pt x="221" y="111"/>
                    </a:moveTo>
                    <a:lnTo>
                      <a:pt x="189" y="33"/>
                    </a:lnTo>
                    <a:lnTo>
                      <a:pt x="111" y="0"/>
                    </a:lnTo>
                    <a:lnTo>
                      <a:pt x="32" y="33"/>
                    </a:lnTo>
                    <a:lnTo>
                      <a:pt x="0" y="111"/>
                    </a:lnTo>
                    <a:lnTo>
                      <a:pt x="32" y="188"/>
                    </a:lnTo>
                    <a:lnTo>
                      <a:pt x="111" y="221"/>
                    </a:lnTo>
                    <a:lnTo>
                      <a:pt x="189" y="188"/>
                    </a:lnTo>
                    <a:lnTo>
                      <a:pt x="221" y="111"/>
                    </a:lnTo>
                    <a:lnTo>
                      <a:pt x="223" y="111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4834" name="Freeform 146">
                <a:extLst>
                  <a:ext uri="{FF2B5EF4-FFF2-40B4-BE49-F238E27FC236}">
                    <a16:creationId xmlns:a16="http://schemas.microsoft.com/office/drawing/2014/main" id="{E3CD0DF2-59FE-4255-B660-484EC5F9B25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36" y="3012"/>
                <a:ext cx="310" cy="1"/>
              </a:xfrm>
              <a:custGeom>
                <a:avLst/>
                <a:gdLst>
                  <a:gd name="T0" fmla="*/ 882 w 882"/>
                  <a:gd name="T1" fmla="*/ 0 w 882"/>
                  <a:gd name="T2" fmla="*/ 1 w 882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882">
                    <a:moveTo>
                      <a:pt x="882" y="0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4835" name="Freeform 147">
                <a:extLst>
                  <a:ext uri="{FF2B5EF4-FFF2-40B4-BE49-F238E27FC236}">
                    <a16:creationId xmlns:a16="http://schemas.microsoft.com/office/drawing/2014/main" id="{B38A6F46-EE3E-4438-BF5B-0999961F3AD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36" y="3249"/>
                <a:ext cx="1" cy="40"/>
              </a:xfrm>
              <a:custGeom>
                <a:avLst/>
                <a:gdLst>
                  <a:gd name="T0" fmla="*/ 0 w 1"/>
                  <a:gd name="T1" fmla="*/ 0 h 110"/>
                  <a:gd name="T2" fmla="*/ 0 w 1"/>
                  <a:gd name="T3" fmla="*/ 110 h 110"/>
                  <a:gd name="T4" fmla="*/ 1 w 1"/>
                  <a:gd name="T5" fmla="*/ 110 h 1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10">
                    <a:moveTo>
                      <a:pt x="0" y="0"/>
                    </a:moveTo>
                    <a:lnTo>
                      <a:pt x="0" y="110"/>
                    </a:lnTo>
                    <a:lnTo>
                      <a:pt x="1" y="11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4836" name="Freeform 148">
                <a:extLst>
                  <a:ext uri="{FF2B5EF4-FFF2-40B4-BE49-F238E27FC236}">
                    <a16:creationId xmlns:a16="http://schemas.microsoft.com/office/drawing/2014/main" id="{58470091-589B-4AE6-887B-D4B812CE18A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91" y="3012"/>
                <a:ext cx="1" cy="234"/>
              </a:xfrm>
              <a:custGeom>
                <a:avLst/>
                <a:gdLst>
                  <a:gd name="T0" fmla="*/ 0 w 1"/>
                  <a:gd name="T1" fmla="*/ 0 h 234"/>
                  <a:gd name="T2" fmla="*/ 1 w 1"/>
                  <a:gd name="T3" fmla="*/ 234 h 2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" h="234">
                    <a:moveTo>
                      <a:pt x="0" y="0"/>
                    </a:moveTo>
                    <a:lnTo>
                      <a:pt x="1" y="234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114838" name="Group 150">
                <a:extLst>
                  <a:ext uri="{FF2B5EF4-FFF2-40B4-BE49-F238E27FC236}">
                    <a16:creationId xmlns:a16="http://schemas.microsoft.com/office/drawing/2014/main" id="{3D38A6D2-FF40-4398-A6CC-DC43254EBB2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00" y="2701"/>
                <a:ext cx="2641" cy="1"/>
                <a:chOff x="645" y="2730"/>
                <a:chExt cx="2497" cy="1"/>
              </a:xfrm>
            </p:grpSpPr>
            <p:sp>
              <p:nvSpPr>
                <p:cNvPr id="114839" name="Freeform 151">
                  <a:extLst>
                    <a:ext uri="{FF2B5EF4-FFF2-40B4-BE49-F238E27FC236}">
                      <a16:creationId xmlns:a16="http://schemas.microsoft.com/office/drawing/2014/main" id="{19683443-1EC3-459B-A548-16214DF8C78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25" y="2730"/>
                  <a:ext cx="717" cy="1"/>
                </a:xfrm>
                <a:custGeom>
                  <a:avLst/>
                  <a:gdLst>
                    <a:gd name="T0" fmla="*/ 0 w 2151"/>
                    <a:gd name="T1" fmla="*/ 2150 w 2151"/>
                    <a:gd name="T2" fmla="*/ 2151 w 2151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</a:cxnLst>
                  <a:rect l="0" t="0" r="r" b="b"/>
                  <a:pathLst>
                    <a:path w="2151">
                      <a:moveTo>
                        <a:pt x="0" y="0"/>
                      </a:moveTo>
                      <a:lnTo>
                        <a:pt x="2150" y="0"/>
                      </a:lnTo>
                      <a:lnTo>
                        <a:pt x="2151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14840" name="Freeform 152">
                  <a:extLst>
                    <a:ext uri="{FF2B5EF4-FFF2-40B4-BE49-F238E27FC236}">
                      <a16:creationId xmlns:a16="http://schemas.microsoft.com/office/drawing/2014/main" id="{C4FA0A04-2A6B-463B-B474-213001F550D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497" y="2730"/>
                  <a:ext cx="845" cy="1"/>
                </a:xfrm>
                <a:custGeom>
                  <a:avLst/>
                  <a:gdLst>
                    <a:gd name="T0" fmla="*/ 0 w 2536"/>
                    <a:gd name="T1" fmla="*/ 2535 w 2536"/>
                    <a:gd name="T2" fmla="*/ 2536 w 2536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</a:cxnLst>
                  <a:rect l="0" t="0" r="r" b="b"/>
                  <a:pathLst>
                    <a:path w="2536">
                      <a:moveTo>
                        <a:pt x="0" y="0"/>
                      </a:moveTo>
                      <a:lnTo>
                        <a:pt x="2535" y="0"/>
                      </a:lnTo>
                      <a:lnTo>
                        <a:pt x="2536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14841" name="Freeform 153">
                  <a:extLst>
                    <a:ext uri="{FF2B5EF4-FFF2-40B4-BE49-F238E27FC236}">
                      <a16:creationId xmlns:a16="http://schemas.microsoft.com/office/drawing/2014/main" id="{32BE1FCF-0AFB-4578-AFE6-1E58FF346B9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45" y="2730"/>
                  <a:ext cx="739" cy="1"/>
                </a:xfrm>
                <a:custGeom>
                  <a:avLst/>
                  <a:gdLst>
                    <a:gd name="T0" fmla="*/ 0 w 2217"/>
                    <a:gd name="T1" fmla="*/ 2216 w 2217"/>
                    <a:gd name="T2" fmla="*/ 2217 w 2217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</a:cxnLst>
                  <a:rect l="0" t="0" r="r" b="b"/>
                  <a:pathLst>
                    <a:path w="2217">
                      <a:moveTo>
                        <a:pt x="0" y="0"/>
                      </a:moveTo>
                      <a:lnTo>
                        <a:pt x="2216" y="0"/>
                      </a:lnTo>
                      <a:lnTo>
                        <a:pt x="2217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14842" name="Freeform 154">
                  <a:extLst>
                    <a:ext uri="{FF2B5EF4-FFF2-40B4-BE49-F238E27FC236}">
                      <a16:creationId xmlns:a16="http://schemas.microsoft.com/office/drawing/2014/main" id="{C58D8CFC-CABC-4C07-88CD-0A790FEC517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429" y="2730"/>
                  <a:ext cx="23" cy="1"/>
                </a:xfrm>
                <a:custGeom>
                  <a:avLst/>
                  <a:gdLst>
                    <a:gd name="T0" fmla="*/ 0 w 69"/>
                    <a:gd name="T1" fmla="*/ 68 w 69"/>
                    <a:gd name="T2" fmla="*/ 69 w 69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</a:cxnLst>
                  <a:rect l="0" t="0" r="r" b="b"/>
                  <a:pathLst>
                    <a:path w="69">
                      <a:moveTo>
                        <a:pt x="0" y="0"/>
                      </a:moveTo>
                      <a:lnTo>
                        <a:pt x="68" y="0"/>
                      </a:lnTo>
                      <a:lnTo>
                        <a:pt x="69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14843" name="Freeform 155">
                  <a:extLst>
                    <a:ext uri="{FF2B5EF4-FFF2-40B4-BE49-F238E27FC236}">
                      <a16:creationId xmlns:a16="http://schemas.microsoft.com/office/drawing/2014/main" id="{E4EBDA01-4AFB-4F9F-BCA1-6A735FBCF2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375" y="2730"/>
                  <a:ext cx="16" cy="1"/>
                </a:xfrm>
                <a:custGeom>
                  <a:avLst/>
                  <a:gdLst>
                    <a:gd name="T0" fmla="*/ 0 w 47"/>
                    <a:gd name="T1" fmla="*/ 45 w 47"/>
                    <a:gd name="T2" fmla="*/ 47 w 47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</a:cxnLst>
                  <a:rect l="0" t="0" r="r" b="b"/>
                  <a:pathLst>
                    <a:path w="47">
                      <a:moveTo>
                        <a:pt x="0" y="0"/>
                      </a:moveTo>
                      <a:lnTo>
                        <a:pt x="45" y="0"/>
                      </a:lnTo>
                      <a:lnTo>
                        <a:pt x="47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114844" name="Freeform 156">
                <a:extLst>
                  <a:ext uri="{FF2B5EF4-FFF2-40B4-BE49-F238E27FC236}">
                    <a16:creationId xmlns:a16="http://schemas.microsoft.com/office/drawing/2014/main" id="{5324AB0D-FF4F-4F32-B307-73A841D5C09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88" y="2115"/>
                <a:ext cx="1254" cy="1"/>
              </a:xfrm>
              <a:custGeom>
                <a:avLst/>
                <a:gdLst>
                  <a:gd name="T0" fmla="*/ 0 w 1254"/>
                  <a:gd name="T1" fmla="*/ 1 h 1"/>
                  <a:gd name="T2" fmla="*/ 1254 w 1254"/>
                  <a:gd name="T3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254" h="1">
                    <a:moveTo>
                      <a:pt x="0" y="1"/>
                    </a:moveTo>
                    <a:lnTo>
                      <a:pt x="1254" y="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4845" name="Freeform 157">
                <a:extLst>
                  <a:ext uri="{FF2B5EF4-FFF2-40B4-BE49-F238E27FC236}">
                    <a16:creationId xmlns:a16="http://schemas.microsoft.com/office/drawing/2014/main" id="{96D7F241-91B3-4275-8327-5891D742A94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29" y="2154"/>
                <a:ext cx="1569" cy="1"/>
              </a:xfrm>
              <a:custGeom>
                <a:avLst/>
                <a:gdLst>
                  <a:gd name="T0" fmla="*/ 0 w 1569"/>
                  <a:gd name="T1" fmla="*/ 0 h 1"/>
                  <a:gd name="T2" fmla="*/ 1569 w 1569"/>
                  <a:gd name="T3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569" h="1">
                    <a:moveTo>
                      <a:pt x="0" y="0"/>
                    </a:moveTo>
                    <a:lnTo>
                      <a:pt x="1569" y="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4846" name="Freeform 158">
                <a:extLst>
                  <a:ext uri="{FF2B5EF4-FFF2-40B4-BE49-F238E27FC236}">
                    <a16:creationId xmlns:a16="http://schemas.microsoft.com/office/drawing/2014/main" id="{3850DC34-E288-4ECA-B77D-39DF04A5DD6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81" y="2393"/>
                <a:ext cx="311" cy="2"/>
              </a:xfrm>
              <a:custGeom>
                <a:avLst/>
                <a:gdLst>
                  <a:gd name="T0" fmla="*/ 0 w 883"/>
                  <a:gd name="T1" fmla="*/ 881 w 883"/>
                  <a:gd name="T2" fmla="*/ 883 w 883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883">
                    <a:moveTo>
                      <a:pt x="0" y="0"/>
                    </a:moveTo>
                    <a:lnTo>
                      <a:pt x="881" y="0"/>
                    </a:lnTo>
                    <a:lnTo>
                      <a:pt x="883" y="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4847" name="Freeform 159">
                <a:extLst>
                  <a:ext uri="{FF2B5EF4-FFF2-40B4-BE49-F238E27FC236}">
                    <a16:creationId xmlns:a16="http://schemas.microsoft.com/office/drawing/2014/main" id="{DC62E8F9-E765-4CDD-8918-4B21DEECA75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91" y="2113"/>
                <a:ext cx="1" cy="39"/>
              </a:xfrm>
              <a:custGeom>
                <a:avLst/>
                <a:gdLst>
                  <a:gd name="T0" fmla="*/ 0 w 2"/>
                  <a:gd name="T1" fmla="*/ 0 h 110"/>
                  <a:gd name="T2" fmla="*/ 0 w 2"/>
                  <a:gd name="T3" fmla="*/ 110 h 110"/>
                  <a:gd name="T4" fmla="*/ 2 w 2"/>
                  <a:gd name="T5" fmla="*/ 110 h 1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110">
                    <a:moveTo>
                      <a:pt x="0" y="0"/>
                    </a:moveTo>
                    <a:lnTo>
                      <a:pt x="0" y="110"/>
                    </a:lnTo>
                    <a:lnTo>
                      <a:pt x="2" y="11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4848" name="Freeform 160">
                <a:extLst>
                  <a:ext uri="{FF2B5EF4-FFF2-40B4-BE49-F238E27FC236}">
                    <a16:creationId xmlns:a16="http://schemas.microsoft.com/office/drawing/2014/main" id="{59966683-2D70-4EBD-BF72-5981220EA4E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35" y="2148"/>
                <a:ext cx="2" cy="241"/>
              </a:xfrm>
              <a:custGeom>
                <a:avLst/>
                <a:gdLst>
                  <a:gd name="T0" fmla="*/ 0 w 2"/>
                  <a:gd name="T1" fmla="*/ 0 h 241"/>
                  <a:gd name="T2" fmla="*/ 1 w 2"/>
                  <a:gd name="T3" fmla="*/ 241 h 241"/>
                  <a:gd name="T4" fmla="*/ 2 w 2"/>
                  <a:gd name="T5" fmla="*/ 241 h 2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241">
                    <a:moveTo>
                      <a:pt x="0" y="0"/>
                    </a:moveTo>
                    <a:lnTo>
                      <a:pt x="1" y="241"/>
                    </a:lnTo>
                    <a:lnTo>
                      <a:pt x="2" y="241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114962" name="Group 274">
                <a:extLst>
                  <a:ext uri="{FF2B5EF4-FFF2-40B4-BE49-F238E27FC236}">
                    <a16:creationId xmlns:a16="http://schemas.microsoft.com/office/drawing/2014/main" id="{F7285850-CE8B-48CB-BA09-8BFCEDBC9C2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812" y="2051"/>
                <a:ext cx="3" cy="1328"/>
                <a:chOff x="1812" y="2051"/>
                <a:chExt cx="3" cy="1328"/>
              </a:xfrm>
            </p:grpSpPr>
            <p:sp>
              <p:nvSpPr>
                <p:cNvPr id="114851" name="Freeform 163">
                  <a:extLst>
                    <a:ext uri="{FF2B5EF4-FFF2-40B4-BE49-F238E27FC236}">
                      <a16:creationId xmlns:a16="http://schemas.microsoft.com/office/drawing/2014/main" id="{4270092D-9FD5-4BDE-8139-9194D7E560E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14" y="2398"/>
                  <a:ext cx="1" cy="651"/>
                </a:xfrm>
                <a:custGeom>
                  <a:avLst/>
                  <a:gdLst>
                    <a:gd name="T0" fmla="*/ 0 w 2"/>
                    <a:gd name="T1" fmla="*/ 0 h 1844"/>
                    <a:gd name="T2" fmla="*/ 0 w 2"/>
                    <a:gd name="T3" fmla="*/ 1844 h 1844"/>
                    <a:gd name="T4" fmla="*/ 2 w 2"/>
                    <a:gd name="T5" fmla="*/ 1844 h 184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" h="1844">
                      <a:moveTo>
                        <a:pt x="0" y="0"/>
                      </a:moveTo>
                      <a:lnTo>
                        <a:pt x="0" y="1844"/>
                      </a:lnTo>
                      <a:lnTo>
                        <a:pt x="2" y="1844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14852" name="Freeform 164">
                  <a:extLst>
                    <a:ext uri="{FF2B5EF4-FFF2-40B4-BE49-F238E27FC236}">
                      <a16:creationId xmlns:a16="http://schemas.microsoft.com/office/drawing/2014/main" id="{F4367D86-F08C-4B3A-9F67-97B78909DC6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12" y="3153"/>
                  <a:ext cx="2" cy="226"/>
                </a:xfrm>
                <a:custGeom>
                  <a:avLst/>
                  <a:gdLst>
                    <a:gd name="T0" fmla="*/ 2 w 2"/>
                    <a:gd name="T1" fmla="*/ 0 h 226"/>
                    <a:gd name="T2" fmla="*/ 0 w 2"/>
                    <a:gd name="T3" fmla="*/ 226 h 22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2" h="226">
                      <a:moveTo>
                        <a:pt x="2" y="0"/>
                      </a:moveTo>
                      <a:lnTo>
                        <a:pt x="0" y="226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14853" name="Freeform 165">
                  <a:extLst>
                    <a:ext uri="{FF2B5EF4-FFF2-40B4-BE49-F238E27FC236}">
                      <a16:creationId xmlns:a16="http://schemas.microsoft.com/office/drawing/2014/main" id="{B72851FD-6B51-46F6-BC88-476569D7461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14" y="3097"/>
                  <a:ext cx="1" cy="20"/>
                </a:xfrm>
                <a:custGeom>
                  <a:avLst/>
                  <a:gdLst>
                    <a:gd name="T0" fmla="*/ 0 w 2"/>
                    <a:gd name="T1" fmla="*/ 0 h 57"/>
                    <a:gd name="T2" fmla="*/ 0 w 2"/>
                    <a:gd name="T3" fmla="*/ 57 h 57"/>
                    <a:gd name="T4" fmla="*/ 2 w 2"/>
                    <a:gd name="T5" fmla="*/ 57 h 5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" h="57">
                      <a:moveTo>
                        <a:pt x="0" y="0"/>
                      </a:moveTo>
                      <a:lnTo>
                        <a:pt x="0" y="57"/>
                      </a:lnTo>
                      <a:lnTo>
                        <a:pt x="2" y="57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14854" name="Freeform 166">
                  <a:extLst>
                    <a:ext uri="{FF2B5EF4-FFF2-40B4-BE49-F238E27FC236}">
                      <a16:creationId xmlns:a16="http://schemas.microsoft.com/office/drawing/2014/main" id="{20521437-0552-4260-B41C-4D77D954902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12" y="2051"/>
                  <a:ext cx="3" cy="243"/>
                </a:xfrm>
                <a:custGeom>
                  <a:avLst/>
                  <a:gdLst>
                    <a:gd name="T0" fmla="*/ 0 w 3"/>
                    <a:gd name="T1" fmla="*/ 0 h 243"/>
                    <a:gd name="T2" fmla="*/ 2 w 3"/>
                    <a:gd name="T3" fmla="*/ 243 h 243"/>
                    <a:gd name="T4" fmla="*/ 3 w 3"/>
                    <a:gd name="T5" fmla="*/ 243 h 2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3" h="243">
                      <a:moveTo>
                        <a:pt x="0" y="0"/>
                      </a:moveTo>
                      <a:lnTo>
                        <a:pt x="2" y="243"/>
                      </a:lnTo>
                      <a:lnTo>
                        <a:pt x="3" y="243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14855" name="Freeform 167">
                  <a:extLst>
                    <a:ext uri="{FF2B5EF4-FFF2-40B4-BE49-F238E27FC236}">
                      <a16:creationId xmlns:a16="http://schemas.microsoft.com/office/drawing/2014/main" id="{09219015-3DF8-45A2-AA78-2BCA102F7BB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14" y="2334"/>
                  <a:ext cx="1" cy="16"/>
                </a:xfrm>
                <a:custGeom>
                  <a:avLst/>
                  <a:gdLst>
                    <a:gd name="T0" fmla="*/ 0 w 2"/>
                    <a:gd name="T1" fmla="*/ 0 h 46"/>
                    <a:gd name="T2" fmla="*/ 0 w 2"/>
                    <a:gd name="T3" fmla="*/ 46 h 46"/>
                    <a:gd name="T4" fmla="*/ 2 w 2"/>
                    <a:gd name="T5" fmla="*/ 46 h 4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" h="46">
                      <a:moveTo>
                        <a:pt x="0" y="0"/>
                      </a:moveTo>
                      <a:lnTo>
                        <a:pt x="0" y="46"/>
                      </a:lnTo>
                      <a:lnTo>
                        <a:pt x="2" y="46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114856" name="Freeform 168">
                <a:extLst>
                  <a:ext uri="{FF2B5EF4-FFF2-40B4-BE49-F238E27FC236}">
                    <a16:creationId xmlns:a16="http://schemas.microsoft.com/office/drawing/2014/main" id="{AE2AF173-DEEC-42B4-B284-402836073DE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36" y="2113"/>
                <a:ext cx="1" cy="39"/>
              </a:xfrm>
              <a:custGeom>
                <a:avLst/>
                <a:gdLst>
                  <a:gd name="T0" fmla="*/ 0 w 1"/>
                  <a:gd name="T1" fmla="*/ 0 h 110"/>
                  <a:gd name="T2" fmla="*/ 0 w 1"/>
                  <a:gd name="T3" fmla="*/ 110 h 110"/>
                  <a:gd name="T4" fmla="*/ 1 w 1"/>
                  <a:gd name="T5" fmla="*/ 110 h 1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10">
                    <a:moveTo>
                      <a:pt x="0" y="0"/>
                    </a:moveTo>
                    <a:lnTo>
                      <a:pt x="0" y="110"/>
                    </a:lnTo>
                    <a:lnTo>
                      <a:pt x="1" y="11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4857" name="Freeform 169">
                <a:extLst>
                  <a:ext uri="{FF2B5EF4-FFF2-40B4-BE49-F238E27FC236}">
                    <a16:creationId xmlns:a16="http://schemas.microsoft.com/office/drawing/2014/main" id="{FDFD4702-8D35-43E2-BBB4-4343FA53318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36" y="2393"/>
                <a:ext cx="310" cy="2"/>
              </a:xfrm>
              <a:custGeom>
                <a:avLst/>
                <a:gdLst>
                  <a:gd name="T0" fmla="*/ 882 w 882"/>
                  <a:gd name="T1" fmla="*/ 0 w 882"/>
                  <a:gd name="T2" fmla="*/ 1 w 882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882">
                    <a:moveTo>
                      <a:pt x="882" y="0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4858" name="Freeform 170">
                <a:extLst>
                  <a:ext uri="{FF2B5EF4-FFF2-40B4-BE49-F238E27FC236}">
                    <a16:creationId xmlns:a16="http://schemas.microsoft.com/office/drawing/2014/main" id="{4FA9E0FA-271E-45D9-A3F6-FE9E5CF400F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95" y="2151"/>
                <a:ext cx="1" cy="238"/>
              </a:xfrm>
              <a:custGeom>
                <a:avLst/>
                <a:gdLst>
                  <a:gd name="T0" fmla="*/ 0 w 1"/>
                  <a:gd name="T1" fmla="*/ 0 h 238"/>
                  <a:gd name="T2" fmla="*/ 0 w 1"/>
                  <a:gd name="T3" fmla="*/ 238 h 238"/>
                  <a:gd name="T4" fmla="*/ 1 w 1"/>
                  <a:gd name="T5" fmla="*/ 238 h 2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38">
                    <a:moveTo>
                      <a:pt x="0" y="0"/>
                    </a:moveTo>
                    <a:lnTo>
                      <a:pt x="0" y="238"/>
                    </a:lnTo>
                    <a:lnTo>
                      <a:pt x="1" y="238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114859" name="Group 171">
                <a:extLst>
                  <a:ext uri="{FF2B5EF4-FFF2-40B4-BE49-F238E27FC236}">
                    <a16:creationId xmlns:a16="http://schemas.microsoft.com/office/drawing/2014/main" id="{D469C6F5-83B3-4EDB-98A4-A392C748583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746" y="2302"/>
                <a:ext cx="2" cy="798"/>
                <a:chOff x="2769" y="2354"/>
                <a:chExt cx="1" cy="753"/>
              </a:xfrm>
            </p:grpSpPr>
            <p:sp>
              <p:nvSpPr>
                <p:cNvPr id="114860" name="Freeform 172">
                  <a:extLst>
                    <a:ext uri="{FF2B5EF4-FFF2-40B4-BE49-F238E27FC236}">
                      <a16:creationId xmlns:a16="http://schemas.microsoft.com/office/drawing/2014/main" id="{8F24CD14-460F-459C-8CB1-693735EF675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769" y="2572"/>
                  <a:ext cx="1" cy="535"/>
                </a:xfrm>
                <a:custGeom>
                  <a:avLst/>
                  <a:gdLst>
                    <a:gd name="T0" fmla="*/ 0 w 1"/>
                    <a:gd name="T1" fmla="*/ 0 h 1605"/>
                    <a:gd name="T2" fmla="*/ 0 w 1"/>
                    <a:gd name="T3" fmla="*/ 1605 h 1605"/>
                    <a:gd name="T4" fmla="*/ 1 w 1"/>
                    <a:gd name="T5" fmla="*/ 1605 h 16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" h="1605">
                      <a:moveTo>
                        <a:pt x="0" y="0"/>
                      </a:moveTo>
                      <a:lnTo>
                        <a:pt x="0" y="1605"/>
                      </a:lnTo>
                      <a:lnTo>
                        <a:pt x="1" y="1605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14861" name="Freeform 173">
                  <a:extLst>
                    <a:ext uri="{FF2B5EF4-FFF2-40B4-BE49-F238E27FC236}">
                      <a16:creationId xmlns:a16="http://schemas.microsoft.com/office/drawing/2014/main" id="{AB4D6331-558B-487E-8613-1A35113FE83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769" y="2354"/>
                  <a:ext cx="1" cy="135"/>
                </a:xfrm>
                <a:custGeom>
                  <a:avLst/>
                  <a:gdLst>
                    <a:gd name="T0" fmla="*/ 0 w 1"/>
                    <a:gd name="T1" fmla="*/ 0 h 406"/>
                    <a:gd name="T2" fmla="*/ 0 w 1"/>
                    <a:gd name="T3" fmla="*/ 406 h 406"/>
                    <a:gd name="T4" fmla="*/ 1 w 1"/>
                    <a:gd name="T5" fmla="*/ 406 h 40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" h="406">
                      <a:moveTo>
                        <a:pt x="0" y="0"/>
                      </a:moveTo>
                      <a:lnTo>
                        <a:pt x="0" y="406"/>
                      </a:lnTo>
                      <a:lnTo>
                        <a:pt x="1" y="406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14862" name="Freeform 174">
                  <a:extLst>
                    <a:ext uri="{FF2B5EF4-FFF2-40B4-BE49-F238E27FC236}">
                      <a16:creationId xmlns:a16="http://schemas.microsoft.com/office/drawing/2014/main" id="{9E7467F7-F6CE-4AFF-AA47-16570F24B7E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769" y="2524"/>
                  <a:ext cx="1" cy="11"/>
                </a:xfrm>
                <a:custGeom>
                  <a:avLst/>
                  <a:gdLst>
                    <a:gd name="T0" fmla="*/ 0 w 1"/>
                    <a:gd name="T1" fmla="*/ 0 h 33"/>
                    <a:gd name="T2" fmla="*/ 0 w 1"/>
                    <a:gd name="T3" fmla="*/ 33 h 33"/>
                    <a:gd name="T4" fmla="*/ 1 w 1"/>
                    <a:gd name="T5" fmla="*/ 33 h 3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" h="33">
                      <a:moveTo>
                        <a:pt x="0" y="0"/>
                      </a:moveTo>
                      <a:lnTo>
                        <a:pt x="0" y="33"/>
                      </a:lnTo>
                      <a:lnTo>
                        <a:pt x="1" y="33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114864" name="Oval 176">
                <a:extLst>
                  <a:ext uri="{FF2B5EF4-FFF2-40B4-BE49-F238E27FC236}">
                    <a16:creationId xmlns:a16="http://schemas.microsoft.com/office/drawing/2014/main" id="{12937F92-131D-46C9-ADE2-6EEA0682F8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1" y="2579"/>
                <a:ext cx="247" cy="244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4865" name="Arc 177">
                <a:extLst>
                  <a:ext uri="{FF2B5EF4-FFF2-40B4-BE49-F238E27FC236}">
                    <a16:creationId xmlns:a16="http://schemas.microsoft.com/office/drawing/2014/main" id="{4DB0BEB4-1A10-4336-9F18-2AAAAE7A6FDE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 flipV="1">
                <a:off x="582" y="2393"/>
                <a:ext cx="319" cy="619"/>
              </a:xfrm>
              <a:custGeom>
                <a:avLst/>
                <a:gdLst>
                  <a:gd name="G0" fmla="+- 983 0 0"/>
                  <a:gd name="G1" fmla="+- 21600 0 0"/>
                  <a:gd name="G2" fmla="+- 21600 0 0"/>
                  <a:gd name="T0" fmla="*/ 983 w 22583"/>
                  <a:gd name="T1" fmla="*/ 0 h 43200"/>
                  <a:gd name="T2" fmla="*/ 0 w 22583"/>
                  <a:gd name="T3" fmla="*/ 43178 h 43200"/>
                  <a:gd name="T4" fmla="*/ 983 w 22583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583" h="43200" fill="none" extrusionOk="0">
                    <a:moveTo>
                      <a:pt x="983" y="0"/>
                    </a:moveTo>
                    <a:cubicBezTo>
                      <a:pt x="12912" y="0"/>
                      <a:pt x="22583" y="9670"/>
                      <a:pt x="22583" y="21600"/>
                    </a:cubicBezTo>
                    <a:cubicBezTo>
                      <a:pt x="22583" y="33529"/>
                      <a:pt x="12912" y="43200"/>
                      <a:pt x="983" y="43200"/>
                    </a:cubicBezTo>
                    <a:cubicBezTo>
                      <a:pt x="655" y="43199"/>
                      <a:pt x="327" y="43192"/>
                      <a:pt x="0" y="43177"/>
                    </a:cubicBezTo>
                  </a:path>
                  <a:path w="22583" h="43200" stroke="0" extrusionOk="0">
                    <a:moveTo>
                      <a:pt x="983" y="0"/>
                    </a:moveTo>
                    <a:cubicBezTo>
                      <a:pt x="12912" y="0"/>
                      <a:pt x="22583" y="9670"/>
                      <a:pt x="22583" y="21600"/>
                    </a:cubicBezTo>
                    <a:cubicBezTo>
                      <a:pt x="22583" y="33529"/>
                      <a:pt x="12912" y="43200"/>
                      <a:pt x="983" y="43200"/>
                    </a:cubicBezTo>
                    <a:cubicBezTo>
                      <a:pt x="655" y="43199"/>
                      <a:pt x="327" y="43192"/>
                      <a:pt x="0" y="43177"/>
                    </a:cubicBezTo>
                    <a:lnTo>
                      <a:pt x="983" y="21600"/>
                    </a:lnTo>
                    <a:close/>
                  </a:path>
                </a:pathLst>
              </a:cu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14966" name="Group 278">
              <a:extLst>
                <a:ext uri="{FF2B5EF4-FFF2-40B4-BE49-F238E27FC236}">
                  <a16:creationId xmlns:a16="http://schemas.microsoft.com/office/drawing/2014/main" id="{69A97BF1-8ACA-4008-81D7-C0AE15AD87B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08" y="675"/>
              <a:ext cx="1183" cy="1139"/>
              <a:chOff x="3408" y="675"/>
              <a:chExt cx="1183" cy="1139"/>
            </a:xfrm>
          </p:grpSpPr>
          <p:sp>
            <p:nvSpPr>
              <p:cNvPr id="114763" name="Freeform 75">
                <a:extLst>
                  <a:ext uri="{FF2B5EF4-FFF2-40B4-BE49-F238E27FC236}">
                    <a16:creationId xmlns:a16="http://schemas.microsoft.com/office/drawing/2014/main" id="{B6F671B4-011D-4726-99DB-B939EA841EF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33" y="765"/>
                <a:ext cx="1" cy="177"/>
              </a:xfrm>
              <a:custGeom>
                <a:avLst/>
                <a:gdLst>
                  <a:gd name="T0" fmla="*/ 0 w 1"/>
                  <a:gd name="T1" fmla="*/ 0 h 177"/>
                  <a:gd name="T2" fmla="*/ 0 w 1"/>
                  <a:gd name="T3" fmla="*/ 177 h 1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" h="177">
                    <a:moveTo>
                      <a:pt x="0" y="0"/>
                    </a:moveTo>
                    <a:lnTo>
                      <a:pt x="0" y="177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4764" name="Freeform 76">
                <a:extLst>
                  <a:ext uri="{FF2B5EF4-FFF2-40B4-BE49-F238E27FC236}">
                    <a16:creationId xmlns:a16="http://schemas.microsoft.com/office/drawing/2014/main" id="{C99D9E0F-424F-483F-9FDF-021492C0072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55" y="772"/>
                <a:ext cx="1" cy="281"/>
              </a:xfrm>
              <a:custGeom>
                <a:avLst/>
                <a:gdLst>
                  <a:gd name="T0" fmla="*/ 0 w 1"/>
                  <a:gd name="T1" fmla="*/ 795 h 795"/>
                  <a:gd name="T2" fmla="*/ 0 w 1"/>
                  <a:gd name="T3" fmla="*/ 0 h 795"/>
                  <a:gd name="T4" fmla="*/ 1 w 1"/>
                  <a:gd name="T5" fmla="*/ 0 h 7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795">
                    <a:moveTo>
                      <a:pt x="0" y="795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4765" name="Freeform 77">
                <a:extLst>
                  <a:ext uri="{FF2B5EF4-FFF2-40B4-BE49-F238E27FC236}">
                    <a16:creationId xmlns:a16="http://schemas.microsoft.com/office/drawing/2014/main" id="{9C9D28DE-D012-47AD-BBB1-86C0A0C4324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65" y="765"/>
                <a:ext cx="1" cy="174"/>
              </a:xfrm>
              <a:custGeom>
                <a:avLst/>
                <a:gdLst>
                  <a:gd name="T0" fmla="*/ 0 w 1"/>
                  <a:gd name="T1" fmla="*/ 174 h 174"/>
                  <a:gd name="T2" fmla="*/ 0 w 1"/>
                  <a:gd name="T3" fmla="*/ 0 h 174"/>
                  <a:gd name="T4" fmla="*/ 1 w 1"/>
                  <a:gd name="T5" fmla="*/ 0 h 1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74">
                    <a:moveTo>
                      <a:pt x="0" y="174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4766" name="Freeform 78">
                <a:extLst>
                  <a:ext uri="{FF2B5EF4-FFF2-40B4-BE49-F238E27FC236}">
                    <a16:creationId xmlns:a16="http://schemas.microsoft.com/office/drawing/2014/main" id="{DC1AB328-AF94-4052-8DF9-790D185E07D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90" y="1277"/>
                <a:ext cx="309" cy="1"/>
              </a:xfrm>
              <a:custGeom>
                <a:avLst/>
                <a:gdLst>
                  <a:gd name="T0" fmla="*/ 0 w 309"/>
                  <a:gd name="T1" fmla="*/ 1 h 1"/>
                  <a:gd name="T2" fmla="*/ 308 w 309"/>
                  <a:gd name="T3" fmla="*/ 0 h 1"/>
                  <a:gd name="T4" fmla="*/ 309 w 309"/>
                  <a:gd name="T5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09" h="1">
                    <a:moveTo>
                      <a:pt x="0" y="1"/>
                    </a:moveTo>
                    <a:lnTo>
                      <a:pt x="308" y="0"/>
                    </a:lnTo>
                    <a:lnTo>
                      <a:pt x="309" y="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4767" name="Freeform 79">
                <a:extLst>
                  <a:ext uri="{FF2B5EF4-FFF2-40B4-BE49-F238E27FC236}">
                    <a16:creationId xmlns:a16="http://schemas.microsoft.com/office/drawing/2014/main" id="{57AB08A9-1B22-49FF-8D4E-3B0688E09B5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71" y="948"/>
                <a:ext cx="228" cy="36"/>
              </a:xfrm>
              <a:custGeom>
                <a:avLst/>
                <a:gdLst>
                  <a:gd name="T0" fmla="*/ 0 w 228"/>
                  <a:gd name="T1" fmla="*/ 0 h 36"/>
                  <a:gd name="T2" fmla="*/ 114 w 228"/>
                  <a:gd name="T3" fmla="*/ 24 h 36"/>
                  <a:gd name="T4" fmla="*/ 227 w 228"/>
                  <a:gd name="T5" fmla="*/ 36 h 36"/>
                  <a:gd name="T6" fmla="*/ 228 w 228"/>
                  <a:gd name="T7" fmla="*/ 36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28" h="36">
                    <a:moveTo>
                      <a:pt x="0" y="0"/>
                    </a:moveTo>
                    <a:lnTo>
                      <a:pt x="114" y="24"/>
                    </a:lnTo>
                    <a:lnTo>
                      <a:pt x="227" y="36"/>
                    </a:lnTo>
                    <a:lnTo>
                      <a:pt x="228" y="36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4768" name="Freeform 80">
                <a:extLst>
                  <a:ext uri="{FF2B5EF4-FFF2-40B4-BE49-F238E27FC236}">
                    <a16:creationId xmlns:a16="http://schemas.microsoft.com/office/drawing/2014/main" id="{2820CC7B-0DCA-4311-882C-960D6BA6B51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87" y="1623"/>
                <a:ext cx="312" cy="1"/>
              </a:xfrm>
              <a:custGeom>
                <a:avLst/>
                <a:gdLst>
                  <a:gd name="T0" fmla="*/ 0 w 312"/>
                  <a:gd name="T1" fmla="*/ 0 h 1"/>
                  <a:gd name="T2" fmla="*/ 311 w 312"/>
                  <a:gd name="T3" fmla="*/ 1 h 1"/>
                  <a:gd name="T4" fmla="*/ 312 w 312"/>
                  <a:gd name="T5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12" h="1">
                    <a:moveTo>
                      <a:pt x="0" y="0"/>
                    </a:moveTo>
                    <a:lnTo>
                      <a:pt x="311" y="1"/>
                    </a:lnTo>
                    <a:lnTo>
                      <a:pt x="312" y="1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4769" name="Freeform 81">
                <a:extLst>
                  <a:ext uri="{FF2B5EF4-FFF2-40B4-BE49-F238E27FC236}">
                    <a16:creationId xmlns:a16="http://schemas.microsoft.com/office/drawing/2014/main" id="{6A067C1C-40D6-4759-AB6E-89C7EBAE88D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08" y="1722"/>
                <a:ext cx="1180" cy="2"/>
              </a:xfrm>
              <a:custGeom>
                <a:avLst/>
                <a:gdLst>
                  <a:gd name="T0" fmla="*/ 0 w 1180"/>
                  <a:gd name="T1" fmla="*/ 0 h 2"/>
                  <a:gd name="T2" fmla="*/ 1180 w 1180"/>
                  <a:gd name="T3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180" h="2">
                    <a:moveTo>
                      <a:pt x="0" y="0"/>
                    </a:moveTo>
                    <a:lnTo>
                      <a:pt x="1180" y="2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4770" name="Freeform 82">
                <a:extLst>
                  <a:ext uri="{FF2B5EF4-FFF2-40B4-BE49-F238E27FC236}">
                    <a16:creationId xmlns:a16="http://schemas.microsoft.com/office/drawing/2014/main" id="{3661B52F-9F53-4637-8F6A-1285CA957B5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53" y="945"/>
                <a:ext cx="1" cy="784"/>
              </a:xfrm>
              <a:custGeom>
                <a:avLst/>
                <a:gdLst>
                  <a:gd name="T0" fmla="*/ 1 w 1"/>
                  <a:gd name="T1" fmla="*/ 784 h 784"/>
                  <a:gd name="T2" fmla="*/ 0 w 1"/>
                  <a:gd name="T3" fmla="*/ 0 h 7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" h="784">
                    <a:moveTo>
                      <a:pt x="1" y="784"/>
                    </a:moveTo>
                    <a:lnTo>
                      <a:pt x="0" y="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4771" name="Freeform 83">
                <a:extLst>
                  <a:ext uri="{FF2B5EF4-FFF2-40B4-BE49-F238E27FC236}">
                    <a16:creationId xmlns:a16="http://schemas.microsoft.com/office/drawing/2014/main" id="{7EE14523-D5C4-4B94-B690-CD9F73CAF2C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15" y="1105"/>
                <a:ext cx="1" cy="624"/>
              </a:xfrm>
              <a:custGeom>
                <a:avLst/>
                <a:gdLst>
                  <a:gd name="T0" fmla="*/ 0 w 1"/>
                  <a:gd name="T1" fmla="*/ 1767 h 1767"/>
                  <a:gd name="T2" fmla="*/ 0 w 1"/>
                  <a:gd name="T3" fmla="*/ 0 h 1767"/>
                  <a:gd name="T4" fmla="*/ 1 w 1"/>
                  <a:gd name="T5" fmla="*/ 0 h 17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767">
                    <a:moveTo>
                      <a:pt x="0" y="1767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4772" name="Freeform 84">
                <a:extLst>
                  <a:ext uri="{FF2B5EF4-FFF2-40B4-BE49-F238E27FC236}">
                    <a16:creationId xmlns:a16="http://schemas.microsoft.com/office/drawing/2014/main" id="{1E0CB0F8-F953-431D-8161-8DFC46B5B96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90" y="1269"/>
                <a:ext cx="1" cy="354"/>
              </a:xfrm>
              <a:custGeom>
                <a:avLst/>
                <a:gdLst>
                  <a:gd name="T0" fmla="*/ 0 w 1"/>
                  <a:gd name="T1" fmla="*/ 354 h 354"/>
                  <a:gd name="T2" fmla="*/ 0 w 1"/>
                  <a:gd name="T3" fmla="*/ 0 h 3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" h="354">
                    <a:moveTo>
                      <a:pt x="0" y="354"/>
                    </a:moveTo>
                    <a:lnTo>
                      <a:pt x="0" y="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4775" name="Freeform 87">
                <a:extLst>
                  <a:ext uri="{FF2B5EF4-FFF2-40B4-BE49-F238E27FC236}">
                    <a16:creationId xmlns:a16="http://schemas.microsoft.com/office/drawing/2014/main" id="{15D6EA1A-A508-4BF4-AE22-734F5FE1640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50" y="948"/>
                <a:ext cx="327" cy="1"/>
              </a:xfrm>
              <a:custGeom>
                <a:avLst/>
                <a:gdLst>
                  <a:gd name="T0" fmla="*/ 0 w 327"/>
                  <a:gd name="T1" fmla="*/ 0 h 1"/>
                  <a:gd name="T2" fmla="*/ 327 w 327"/>
                  <a:gd name="T3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327" h="1">
                    <a:moveTo>
                      <a:pt x="0" y="0"/>
                    </a:moveTo>
                    <a:lnTo>
                      <a:pt x="327" y="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4776" name="Freeform 88">
                <a:extLst>
                  <a:ext uri="{FF2B5EF4-FFF2-40B4-BE49-F238E27FC236}">
                    <a16:creationId xmlns:a16="http://schemas.microsoft.com/office/drawing/2014/main" id="{41B1FAAD-661D-4E93-A26F-72650BD64A5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11" y="1105"/>
                <a:ext cx="39" cy="1"/>
              </a:xfrm>
              <a:custGeom>
                <a:avLst/>
                <a:gdLst>
                  <a:gd name="T0" fmla="*/ 0 w 111"/>
                  <a:gd name="T1" fmla="*/ 110 w 111"/>
                  <a:gd name="T2" fmla="*/ 111 w 11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11">
                    <a:moveTo>
                      <a:pt x="0" y="0"/>
                    </a:moveTo>
                    <a:lnTo>
                      <a:pt x="110" y="0"/>
                    </a:lnTo>
                    <a:lnTo>
                      <a:pt x="111" y="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4779" name="Freeform 91">
                <a:extLst>
                  <a:ext uri="{FF2B5EF4-FFF2-40B4-BE49-F238E27FC236}">
                    <a16:creationId xmlns:a16="http://schemas.microsoft.com/office/drawing/2014/main" id="{C6278D14-9917-44F6-98EE-0609C6F2087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18" y="1053"/>
                <a:ext cx="1" cy="676"/>
              </a:xfrm>
              <a:custGeom>
                <a:avLst/>
                <a:gdLst>
                  <a:gd name="T0" fmla="*/ 1 w 1"/>
                  <a:gd name="T1" fmla="*/ 676 h 676"/>
                  <a:gd name="T2" fmla="*/ 0 w 1"/>
                  <a:gd name="T3" fmla="*/ 0 h 6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" h="676">
                    <a:moveTo>
                      <a:pt x="1" y="676"/>
                    </a:moveTo>
                    <a:lnTo>
                      <a:pt x="0" y="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4780" name="Freeform 92">
                <a:extLst>
                  <a:ext uri="{FF2B5EF4-FFF2-40B4-BE49-F238E27FC236}">
                    <a16:creationId xmlns:a16="http://schemas.microsoft.com/office/drawing/2014/main" id="{9136B9FB-037B-4C85-B284-C6D976009CD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56" y="1101"/>
                <a:ext cx="1" cy="628"/>
              </a:xfrm>
              <a:custGeom>
                <a:avLst/>
                <a:gdLst>
                  <a:gd name="T0" fmla="*/ 0 w 1"/>
                  <a:gd name="T1" fmla="*/ 628 h 628"/>
                  <a:gd name="T2" fmla="*/ 0 w 1"/>
                  <a:gd name="T3" fmla="*/ 0 h 6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" h="628">
                    <a:moveTo>
                      <a:pt x="0" y="628"/>
                    </a:moveTo>
                    <a:lnTo>
                      <a:pt x="0" y="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4781" name="Freeform 93">
                <a:extLst>
                  <a:ext uri="{FF2B5EF4-FFF2-40B4-BE49-F238E27FC236}">
                    <a16:creationId xmlns:a16="http://schemas.microsoft.com/office/drawing/2014/main" id="{09DA59A8-28F5-4FCA-91FA-5034C28FC39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58" y="1101"/>
                <a:ext cx="4" cy="628"/>
              </a:xfrm>
              <a:custGeom>
                <a:avLst/>
                <a:gdLst>
                  <a:gd name="T0" fmla="*/ 0 w 4"/>
                  <a:gd name="T1" fmla="*/ 0 h 628"/>
                  <a:gd name="T2" fmla="*/ 1 w 4"/>
                  <a:gd name="T3" fmla="*/ 627 h 628"/>
                  <a:gd name="T4" fmla="*/ 4 w 4"/>
                  <a:gd name="T5" fmla="*/ 628 h 6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" h="628">
                    <a:moveTo>
                      <a:pt x="0" y="0"/>
                    </a:moveTo>
                    <a:lnTo>
                      <a:pt x="1" y="627"/>
                    </a:lnTo>
                    <a:lnTo>
                      <a:pt x="4" y="628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4782" name="Freeform 94">
                <a:extLst>
                  <a:ext uri="{FF2B5EF4-FFF2-40B4-BE49-F238E27FC236}">
                    <a16:creationId xmlns:a16="http://schemas.microsoft.com/office/drawing/2014/main" id="{63537011-5A0D-4A36-A0CE-0C51F915D07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81" y="1092"/>
                <a:ext cx="1" cy="637"/>
              </a:xfrm>
              <a:custGeom>
                <a:avLst/>
                <a:gdLst>
                  <a:gd name="T0" fmla="*/ 1 w 1"/>
                  <a:gd name="T1" fmla="*/ 637 h 637"/>
                  <a:gd name="T2" fmla="*/ 0 w 1"/>
                  <a:gd name="T3" fmla="*/ 0 h 6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" h="637">
                    <a:moveTo>
                      <a:pt x="1" y="637"/>
                    </a:moveTo>
                    <a:lnTo>
                      <a:pt x="0" y="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4784" name="Freeform 96">
                <a:extLst>
                  <a:ext uri="{FF2B5EF4-FFF2-40B4-BE49-F238E27FC236}">
                    <a16:creationId xmlns:a16="http://schemas.microsoft.com/office/drawing/2014/main" id="{999DED58-2AE0-4AFF-8E7E-E11A55A574A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60" y="1313"/>
                <a:ext cx="122" cy="1"/>
              </a:xfrm>
              <a:custGeom>
                <a:avLst/>
                <a:gdLst>
                  <a:gd name="T0" fmla="*/ 0 w 347"/>
                  <a:gd name="T1" fmla="*/ 346 w 347"/>
                  <a:gd name="T2" fmla="*/ 347 w 347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347">
                    <a:moveTo>
                      <a:pt x="0" y="0"/>
                    </a:moveTo>
                    <a:lnTo>
                      <a:pt x="346" y="0"/>
                    </a:lnTo>
                    <a:lnTo>
                      <a:pt x="347" y="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4785" name="Freeform 97">
                <a:extLst>
                  <a:ext uri="{FF2B5EF4-FFF2-40B4-BE49-F238E27FC236}">
                    <a16:creationId xmlns:a16="http://schemas.microsoft.com/office/drawing/2014/main" id="{9D64DA21-D914-45D2-ABD7-743904763C1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19" y="1209"/>
                <a:ext cx="137" cy="1"/>
              </a:xfrm>
              <a:custGeom>
                <a:avLst/>
                <a:gdLst>
                  <a:gd name="T0" fmla="*/ 0 w 389"/>
                  <a:gd name="T1" fmla="*/ 387 w 389"/>
                  <a:gd name="T2" fmla="*/ 389 w 389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389">
                    <a:moveTo>
                      <a:pt x="0" y="0"/>
                    </a:moveTo>
                    <a:lnTo>
                      <a:pt x="387" y="0"/>
                    </a:lnTo>
                    <a:lnTo>
                      <a:pt x="389" y="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4786" name="Freeform 98">
                <a:extLst>
                  <a:ext uri="{FF2B5EF4-FFF2-40B4-BE49-F238E27FC236}">
                    <a16:creationId xmlns:a16="http://schemas.microsoft.com/office/drawing/2014/main" id="{58C8126E-269C-4182-9779-99534C572AC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27" y="945"/>
                <a:ext cx="327" cy="1"/>
              </a:xfrm>
              <a:custGeom>
                <a:avLst/>
                <a:gdLst>
                  <a:gd name="T0" fmla="*/ 0 w 327"/>
                  <a:gd name="T1" fmla="*/ 0 h 1"/>
                  <a:gd name="T2" fmla="*/ 327 w 327"/>
                  <a:gd name="T3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327" h="1">
                    <a:moveTo>
                      <a:pt x="0" y="0"/>
                    </a:moveTo>
                    <a:lnTo>
                      <a:pt x="327" y="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4788" name="Freeform 100">
                <a:extLst>
                  <a:ext uri="{FF2B5EF4-FFF2-40B4-BE49-F238E27FC236}">
                    <a16:creationId xmlns:a16="http://schemas.microsoft.com/office/drawing/2014/main" id="{3C24A6A2-429D-44A5-9777-882C8CCBD86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99" y="1053"/>
                <a:ext cx="156" cy="18"/>
              </a:xfrm>
              <a:custGeom>
                <a:avLst/>
                <a:gdLst>
                  <a:gd name="T0" fmla="*/ 0 w 147"/>
                  <a:gd name="T1" fmla="*/ 17 h 17"/>
                  <a:gd name="T2" fmla="*/ 39 w 147"/>
                  <a:gd name="T3" fmla="*/ 13 h 17"/>
                  <a:gd name="T4" fmla="*/ 95 w 147"/>
                  <a:gd name="T5" fmla="*/ 13 h 17"/>
                  <a:gd name="T6" fmla="*/ 147 w 147"/>
                  <a:gd name="T7" fmla="*/ 0 h 17"/>
                  <a:gd name="T8" fmla="*/ 147 w 147"/>
                  <a:gd name="T9" fmla="*/ 0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7" h="17">
                    <a:moveTo>
                      <a:pt x="0" y="17"/>
                    </a:moveTo>
                    <a:lnTo>
                      <a:pt x="39" y="13"/>
                    </a:lnTo>
                    <a:lnTo>
                      <a:pt x="95" y="13"/>
                    </a:lnTo>
                    <a:lnTo>
                      <a:pt x="147" y="0"/>
                    </a:lnTo>
                    <a:lnTo>
                      <a:pt x="147" y="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114789" name="Group 101">
                <a:extLst>
                  <a:ext uri="{FF2B5EF4-FFF2-40B4-BE49-F238E27FC236}">
                    <a16:creationId xmlns:a16="http://schemas.microsoft.com/office/drawing/2014/main" id="{68CCC874-F14C-4423-A6D4-DA39AEE788A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999" y="675"/>
                <a:ext cx="1" cy="1139"/>
                <a:chOff x="3953" y="818"/>
                <a:chExt cx="1" cy="1075"/>
              </a:xfrm>
            </p:grpSpPr>
            <p:sp>
              <p:nvSpPr>
                <p:cNvPr id="114790" name="Freeform 102">
                  <a:extLst>
                    <a:ext uri="{FF2B5EF4-FFF2-40B4-BE49-F238E27FC236}">
                      <a16:creationId xmlns:a16="http://schemas.microsoft.com/office/drawing/2014/main" id="{79F5B195-EB39-401C-ACAD-CB1E7624AFF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53" y="818"/>
                  <a:ext cx="1" cy="166"/>
                </a:xfrm>
                <a:custGeom>
                  <a:avLst/>
                  <a:gdLst>
                    <a:gd name="T0" fmla="*/ 0 w 2"/>
                    <a:gd name="T1" fmla="*/ 498 h 498"/>
                    <a:gd name="T2" fmla="*/ 0 w 2"/>
                    <a:gd name="T3" fmla="*/ 0 h 498"/>
                    <a:gd name="T4" fmla="*/ 2 w 2"/>
                    <a:gd name="T5" fmla="*/ 0 h 4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" h="498">
                      <a:moveTo>
                        <a:pt x="0" y="498"/>
                      </a:moveTo>
                      <a:lnTo>
                        <a:pt x="0" y="0"/>
                      </a:lnTo>
                      <a:lnTo>
                        <a:pt x="2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14791" name="Freeform 103">
                  <a:extLst>
                    <a:ext uri="{FF2B5EF4-FFF2-40B4-BE49-F238E27FC236}">
                      <a16:creationId xmlns:a16="http://schemas.microsoft.com/office/drawing/2014/main" id="{BCCC8A1C-1E45-40AC-B0C4-735C2312846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53" y="1602"/>
                  <a:ext cx="1" cy="291"/>
                </a:xfrm>
                <a:custGeom>
                  <a:avLst/>
                  <a:gdLst>
                    <a:gd name="T0" fmla="*/ 0 w 2"/>
                    <a:gd name="T1" fmla="*/ 874 h 874"/>
                    <a:gd name="T2" fmla="*/ 0 w 2"/>
                    <a:gd name="T3" fmla="*/ 0 h 874"/>
                    <a:gd name="T4" fmla="*/ 2 w 2"/>
                    <a:gd name="T5" fmla="*/ 0 h 87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" h="874">
                      <a:moveTo>
                        <a:pt x="0" y="874"/>
                      </a:moveTo>
                      <a:lnTo>
                        <a:pt x="0" y="0"/>
                      </a:lnTo>
                      <a:lnTo>
                        <a:pt x="2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14792" name="Freeform 104">
                  <a:extLst>
                    <a:ext uri="{FF2B5EF4-FFF2-40B4-BE49-F238E27FC236}">
                      <a16:creationId xmlns:a16="http://schemas.microsoft.com/office/drawing/2014/main" id="{93617965-41B3-4B7F-886B-61E94473196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53" y="1063"/>
                  <a:ext cx="1" cy="445"/>
                </a:xfrm>
                <a:custGeom>
                  <a:avLst/>
                  <a:gdLst>
                    <a:gd name="T0" fmla="*/ 0 w 2"/>
                    <a:gd name="T1" fmla="*/ 1335 h 1335"/>
                    <a:gd name="T2" fmla="*/ 0 w 2"/>
                    <a:gd name="T3" fmla="*/ 0 h 1335"/>
                    <a:gd name="T4" fmla="*/ 2 w 2"/>
                    <a:gd name="T5" fmla="*/ 0 h 133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" h="1335">
                      <a:moveTo>
                        <a:pt x="0" y="1335"/>
                      </a:moveTo>
                      <a:lnTo>
                        <a:pt x="0" y="0"/>
                      </a:lnTo>
                      <a:lnTo>
                        <a:pt x="2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14793" name="Freeform 105">
                  <a:extLst>
                    <a:ext uri="{FF2B5EF4-FFF2-40B4-BE49-F238E27FC236}">
                      <a16:creationId xmlns:a16="http://schemas.microsoft.com/office/drawing/2014/main" id="{F8D3EF17-BDCE-4038-A710-6F8F5712AFD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53" y="1546"/>
                  <a:ext cx="1" cy="15"/>
                </a:xfrm>
                <a:custGeom>
                  <a:avLst/>
                  <a:gdLst>
                    <a:gd name="T0" fmla="*/ 0 w 2"/>
                    <a:gd name="T1" fmla="*/ 45 h 45"/>
                    <a:gd name="T2" fmla="*/ 0 w 2"/>
                    <a:gd name="T3" fmla="*/ 0 h 45"/>
                    <a:gd name="T4" fmla="*/ 2 w 2"/>
                    <a:gd name="T5" fmla="*/ 0 h 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" h="45">
                      <a:moveTo>
                        <a:pt x="0" y="45"/>
                      </a:moveTo>
                      <a:lnTo>
                        <a:pt x="0" y="0"/>
                      </a:lnTo>
                      <a:lnTo>
                        <a:pt x="2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14794" name="Freeform 106">
                  <a:extLst>
                    <a:ext uri="{FF2B5EF4-FFF2-40B4-BE49-F238E27FC236}">
                      <a16:creationId xmlns:a16="http://schemas.microsoft.com/office/drawing/2014/main" id="{571E8B73-2893-4F91-A445-0F2CA899399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53" y="1018"/>
                  <a:ext cx="1" cy="15"/>
                </a:xfrm>
                <a:custGeom>
                  <a:avLst/>
                  <a:gdLst>
                    <a:gd name="T0" fmla="*/ 0 w 2"/>
                    <a:gd name="T1" fmla="*/ 46 h 46"/>
                    <a:gd name="T2" fmla="*/ 0 w 2"/>
                    <a:gd name="T3" fmla="*/ 0 h 46"/>
                    <a:gd name="T4" fmla="*/ 2 w 2"/>
                    <a:gd name="T5" fmla="*/ 0 h 4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" h="46">
                      <a:moveTo>
                        <a:pt x="0" y="46"/>
                      </a:moveTo>
                      <a:lnTo>
                        <a:pt x="0" y="0"/>
                      </a:lnTo>
                      <a:lnTo>
                        <a:pt x="2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114796" name="Freeform 108">
                <a:extLst>
                  <a:ext uri="{FF2B5EF4-FFF2-40B4-BE49-F238E27FC236}">
                    <a16:creationId xmlns:a16="http://schemas.microsoft.com/office/drawing/2014/main" id="{27F2F8BE-5E3D-4583-8B66-F2A9CF21D48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55" y="1053"/>
                <a:ext cx="63" cy="1"/>
              </a:xfrm>
              <a:custGeom>
                <a:avLst/>
                <a:gdLst>
                  <a:gd name="T0" fmla="*/ 0 w 63"/>
                  <a:gd name="T1" fmla="*/ 0 h 1"/>
                  <a:gd name="T2" fmla="*/ 63 w 63"/>
                  <a:gd name="T3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63" h="1">
                    <a:moveTo>
                      <a:pt x="0" y="0"/>
                    </a:moveTo>
                    <a:lnTo>
                      <a:pt x="63" y="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4797" name="Freeform 109">
                <a:extLst>
                  <a:ext uri="{FF2B5EF4-FFF2-40B4-BE49-F238E27FC236}">
                    <a16:creationId xmlns:a16="http://schemas.microsoft.com/office/drawing/2014/main" id="{2B10EEC9-39E1-450B-8B70-24F394A16BD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44" y="948"/>
                <a:ext cx="1" cy="136"/>
              </a:xfrm>
              <a:custGeom>
                <a:avLst/>
                <a:gdLst>
                  <a:gd name="T0" fmla="*/ 0 w 1"/>
                  <a:gd name="T1" fmla="*/ 136 h 136"/>
                  <a:gd name="T2" fmla="*/ 1 w 1"/>
                  <a:gd name="T3" fmla="*/ 0 h 1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" h="136">
                    <a:moveTo>
                      <a:pt x="0" y="136"/>
                    </a:moveTo>
                    <a:lnTo>
                      <a:pt x="1" y="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4798" name="Freeform 110">
                <a:extLst>
                  <a:ext uri="{FF2B5EF4-FFF2-40B4-BE49-F238E27FC236}">
                    <a16:creationId xmlns:a16="http://schemas.microsoft.com/office/drawing/2014/main" id="{A198132E-7552-4C45-83E4-34242088DCB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59" y="1101"/>
                <a:ext cx="105" cy="1"/>
              </a:xfrm>
              <a:custGeom>
                <a:avLst/>
                <a:gdLst>
                  <a:gd name="T0" fmla="*/ 105 w 105"/>
                  <a:gd name="T1" fmla="*/ 0 h 1"/>
                  <a:gd name="T2" fmla="*/ 0 w 105"/>
                  <a:gd name="T3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05" h="1">
                    <a:moveTo>
                      <a:pt x="105" y="0"/>
                    </a:moveTo>
                    <a:lnTo>
                      <a:pt x="0" y="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4801" name="Freeform 113">
                <a:extLst>
                  <a:ext uri="{FF2B5EF4-FFF2-40B4-BE49-F238E27FC236}">
                    <a16:creationId xmlns:a16="http://schemas.microsoft.com/office/drawing/2014/main" id="{E2A072F3-E1C1-4BF8-BF05-E3DE5EC6810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06" y="1242"/>
                <a:ext cx="76" cy="72"/>
              </a:xfrm>
              <a:custGeom>
                <a:avLst/>
                <a:gdLst>
                  <a:gd name="T0" fmla="*/ 0 w 76"/>
                  <a:gd name="T1" fmla="*/ 72 h 72"/>
                  <a:gd name="T2" fmla="*/ 75 w 76"/>
                  <a:gd name="T3" fmla="*/ 0 h 72"/>
                  <a:gd name="T4" fmla="*/ 76 w 76"/>
                  <a:gd name="T5" fmla="*/ 0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76" h="72">
                    <a:moveTo>
                      <a:pt x="0" y="72"/>
                    </a:moveTo>
                    <a:lnTo>
                      <a:pt x="75" y="0"/>
                    </a:lnTo>
                    <a:lnTo>
                      <a:pt x="76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4802" name="Freeform 114">
                <a:extLst>
                  <a:ext uri="{FF2B5EF4-FFF2-40B4-BE49-F238E27FC236}">
                    <a16:creationId xmlns:a16="http://schemas.microsoft.com/office/drawing/2014/main" id="{C5DFF60B-F55B-4897-BF47-E1AB81333A5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43" y="950"/>
                <a:ext cx="259" cy="259"/>
              </a:xfrm>
              <a:custGeom>
                <a:avLst/>
                <a:gdLst>
                  <a:gd name="T0" fmla="*/ 0 w 735"/>
                  <a:gd name="T1" fmla="*/ 736 h 736"/>
                  <a:gd name="T2" fmla="*/ 734 w 735"/>
                  <a:gd name="T3" fmla="*/ 0 h 736"/>
                  <a:gd name="T4" fmla="*/ 735 w 735"/>
                  <a:gd name="T5" fmla="*/ 0 h 7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735" h="736">
                    <a:moveTo>
                      <a:pt x="0" y="736"/>
                    </a:moveTo>
                    <a:lnTo>
                      <a:pt x="734" y="0"/>
                    </a:lnTo>
                    <a:lnTo>
                      <a:pt x="735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4803" name="Freeform 115">
                <a:extLst>
                  <a:ext uri="{FF2B5EF4-FFF2-40B4-BE49-F238E27FC236}">
                    <a16:creationId xmlns:a16="http://schemas.microsoft.com/office/drawing/2014/main" id="{34E206BE-6A15-48F6-A958-CCF3B303CE9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08" y="950"/>
                <a:ext cx="108" cy="108"/>
              </a:xfrm>
              <a:custGeom>
                <a:avLst/>
                <a:gdLst>
                  <a:gd name="T0" fmla="*/ 0 w 307"/>
                  <a:gd name="T1" fmla="*/ 306 h 306"/>
                  <a:gd name="T2" fmla="*/ 306 w 307"/>
                  <a:gd name="T3" fmla="*/ 0 h 306"/>
                  <a:gd name="T4" fmla="*/ 307 w 307"/>
                  <a:gd name="T5" fmla="*/ 0 h 3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07" h="306">
                    <a:moveTo>
                      <a:pt x="0" y="306"/>
                    </a:moveTo>
                    <a:lnTo>
                      <a:pt x="306" y="0"/>
                    </a:lnTo>
                    <a:lnTo>
                      <a:pt x="307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4804" name="Freeform 116">
                <a:extLst>
                  <a:ext uri="{FF2B5EF4-FFF2-40B4-BE49-F238E27FC236}">
                    <a16:creationId xmlns:a16="http://schemas.microsoft.com/office/drawing/2014/main" id="{8666E884-5C87-451A-AE24-556F339BDDE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55" y="843"/>
                <a:ext cx="81" cy="81"/>
              </a:xfrm>
              <a:custGeom>
                <a:avLst/>
                <a:gdLst>
                  <a:gd name="T0" fmla="*/ 0 w 81"/>
                  <a:gd name="T1" fmla="*/ 81 h 81"/>
                  <a:gd name="T2" fmla="*/ 81 w 81"/>
                  <a:gd name="T3" fmla="*/ 0 h 81"/>
                  <a:gd name="T4" fmla="*/ 78 w 81"/>
                  <a:gd name="T5" fmla="*/ 3 h 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81" h="81">
                    <a:moveTo>
                      <a:pt x="0" y="81"/>
                    </a:moveTo>
                    <a:lnTo>
                      <a:pt x="81" y="0"/>
                    </a:lnTo>
                    <a:lnTo>
                      <a:pt x="78" y="3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4805" name="Freeform 117">
                <a:extLst>
                  <a:ext uri="{FF2B5EF4-FFF2-40B4-BE49-F238E27FC236}">
                    <a16:creationId xmlns:a16="http://schemas.microsoft.com/office/drawing/2014/main" id="{AF5517E2-087A-4ECD-9DEB-625B137F7B8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59" y="1083"/>
                <a:ext cx="97" cy="97"/>
              </a:xfrm>
              <a:custGeom>
                <a:avLst/>
                <a:gdLst>
                  <a:gd name="T0" fmla="*/ 0 w 198"/>
                  <a:gd name="T1" fmla="*/ 198 h 198"/>
                  <a:gd name="T2" fmla="*/ 197 w 198"/>
                  <a:gd name="T3" fmla="*/ 0 h 198"/>
                  <a:gd name="T4" fmla="*/ 198 w 198"/>
                  <a:gd name="T5" fmla="*/ 0 h 1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98" h="198">
                    <a:moveTo>
                      <a:pt x="0" y="198"/>
                    </a:moveTo>
                    <a:lnTo>
                      <a:pt x="197" y="0"/>
                    </a:lnTo>
                    <a:lnTo>
                      <a:pt x="198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4809" name="Freeform 121">
                <a:extLst>
                  <a:ext uri="{FF2B5EF4-FFF2-40B4-BE49-F238E27FC236}">
                    <a16:creationId xmlns:a16="http://schemas.microsoft.com/office/drawing/2014/main" id="{115313B0-80A7-4417-868F-1F69CEEF497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65" y="772"/>
                <a:ext cx="468" cy="2"/>
              </a:xfrm>
              <a:custGeom>
                <a:avLst/>
                <a:gdLst>
                  <a:gd name="T0" fmla="*/ 0 w 1324"/>
                  <a:gd name="T1" fmla="*/ 1323 w 1324"/>
                  <a:gd name="T2" fmla="*/ 1324 w 1324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324">
                    <a:moveTo>
                      <a:pt x="0" y="0"/>
                    </a:moveTo>
                    <a:lnTo>
                      <a:pt x="1323" y="0"/>
                    </a:lnTo>
                    <a:lnTo>
                      <a:pt x="1324" y="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4965" name="Line 277">
                <a:extLst>
                  <a:ext uri="{FF2B5EF4-FFF2-40B4-BE49-F238E27FC236}">
                    <a16:creationId xmlns:a16="http://schemas.microsoft.com/office/drawing/2014/main" id="{0BF766D9-3377-41CC-859A-F4B253EB11A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35" y="1077"/>
                <a:ext cx="56" cy="3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pic>
        <p:nvPicPr>
          <p:cNvPr id="114971" name="Picture 283">
            <a:extLst>
              <a:ext uri="{FF2B5EF4-FFF2-40B4-BE49-F238E27FC236}">
                <a16:creationId xmlns:a16="http://schemas.microsoft.com/office/drawing/2014/main" id="{3B4A097E-87AC-4763-AC60-8AB20498A3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4625" y="2974975"/>
            <a:ext cx="3254375" cy="2693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slow">
    <p:cover dir="d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Line 2">
            <a:extLst>
              <a:ext uri="{FF2B5EF4-FFF2-40B4-BE49-F238E27FC236}">
                <a16:creationId xmlns:a16="http://schemas.microsoft.com/office/drawing/2014/main" id="{D8D9B35E-68E0-4D12-98AD-50D31D99077F}"/>
              </a:ext>
            </a:extLst>
          </p:cNvPr>
          <p:cNvSpPr>
            <a:spLocks noChangeShapeType="1"/>
          </p:cNvSpPr>
          <p:nvPr/>
        </p:nvSpPr>
        <p:spPr bwMode="auto">
          <a:xfrm>
            <a:off x="3217863" y="1144588"/>
            <a:ext cx="0" cy="515937"/>
          </a:xfrm>
          <a:prstGeom prst="line">
            <a:avLst/>
          </a:prstGeom>
          <a:noFill/>
          <a:ln w="19050">
            <a:solidFill>
              <a:schemeClr val="tx1"/>
            </a:solidFill>
            <a:prstDash val="lgDash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15715" name="Group 3">
            <a:extLst>
              <a:ext uri="{FF2B5EF4-FFF2-40B4-BE49-F238E27FC236}">
                <a16:creationId xmlns:a16="http://schemas.microsoft.com/office/drawing/2014/main" id="{1FD515A6-EBC7-4399-8B63-1BB9091EBB67}"/>
              </a:ext>
            </a:extLst>
          </p:cNvPr>
          <p:cNvGrpSpPr>
            <a:grpSpLocks/>
          </p:cNvGrpSpPr>
          <p:nvPr/>
        </p:nvGrpSpPr>
        <p:grpSpPr bwMode="auto">
          <a:xfrm>
            <a:off x="960438" y="3295650"/>
            <a:ext cx="301625" cy="309563"/>
            <a:chOff x="605" y="2076"/>
            <a:chExt cx="190" cy="195"/>
          </a:xfrm>
        </p:grpSpPr>
        <p:sp>
          <p:nvSpPr>
            <p:cNvPr id="115716" name="Line 4">
              <a:extLst>
                <a:ext uri="{FF2B5EF4-FFF2-40B4-BE49-F238E27FC236}">
                  <a16:creationId xmlns:a16="http://schemas.microsoft.com/office/drawing/2014/main" id="{2653BD60-9F06-4C5D-9E3F-6DED7CF33A7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95" y="2076"/>
              <a:ext cx="0" cy="195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15717" name="Line 5">
              <a:extLst>
                <a:ext uri="{FF2B5EF4-FFF2-40B4-BE49-F238E27FC236}">
                  <a16:creationId xmlns:a16="http://schemas.microsoft.com/office/drawing/2014/main" id="{928EF736-B883-430F-B3A5-A2D2D288C8F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05" y="2076"/>
              <a:ext cx="0" cy="195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115718" name="Line 6">
            <a:extLst>
              <a:ext uri="{FF2B5EF4-FFF2-40B4-BE49-F238E27FC236}">
                <a16:creationId xmlns:a16="http://schemas.microsoft.com/office/drawing/2014/main" id="{D16F2BF7-20B1-4C03-8FD4-08DB42758DC7}"/>
              </a:ext>
            </a:extLst>
          </p:cNvPr>
          <p:cNvSpPr>
            <a:spLocks noChangeShapeType="1"/>
          </p:cNvSpPr>
          <p:nvPr/>
        </p:nvSpPr>
        <p:spPr bwMode="auto">
          <a:xfrm>
            <a:off x="958850" y="3308350"/>
            <a:ext cx="0" cy="307975"/>
          </a:xfrm>
          <a:prstGeom prst="line">
            <a:avLst/>
          </a:prstGeom>
          <a:noFill/>
          <a:ln w="19050">
            <a:solidFill>
              <a:srgbClr val="000000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15719" name="Line 7">
            <a:extLst>
              <a:ext uri="{FF2B5EF4-FFF2-40B4-BE49-F238E27FC236}">
                <a16:creationId xmlns:a16="http://schemas.microsoft.com/office/drawing/2014/main" id="{6F7C112E-1EC4-4D73-B271-6BBCFB0C6EB8}"/>
              </a:ext>
            </a:extLst>
          </p:cNvPr>
          <p:cNvSpPr>
            <a:spLocks noChangeShapeType="1"/>
          </p:cNvSpPr>
          <p:nvPr/>
        </p:nvSpPr>
        <p:spPr bwMode="auto">
          <a:xfrm>
            <a:off x="1258888" y="3313113"/>
            <a:ext cx="0" cy="323850"/>
          </a:xfrm>
          <a:prstGeom prst="line">
            <a:avLst/>
          </a:prstGeom>
          <a:noFill/>
          <a:ln w="19050">
            <a:solidFill>
              <a:srgbClr val="000000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pSp>
        <p:nvGrpSpPr>
          <p:cNvPr id="115720" name="Group 8">
            <a:extLst>
              <a:ext uri="{FF2B5EF4-FFF2-40B4-BE49-F238E27FC236}">
                <a16:creationId xmlns:a16="http://schemas.microsoft.com/office/drawing/2014/main" id="{8C2B40CD-C75F-4A86-9E17-5ECA81B19995}"/>
              </a:ext>
            </a:extLst>
          </p:cNvPr>
          <p:cNvGrpSpPr>
            <a:grpSpLocks/>
          </p:cNvGrpSpPr>
          <p:nvPr/>
        </p:nvGrpSpPr>
        <p:grpSpPr bwMode="auto">
          <a:xfrm>
            <a:off x="1527175" y="1265238"/>
            <a:ext cx="230188" cy="309562"/>
            <a:chOff x="962" y="797"/>
            <a:chExt cx="148" cy="202"/>
          </a:xfrm>
        </p:grpSpPr>
        <p:sp>
          <p:nvSpPr>
            <p:cNvPr id="115721" name="Line 9">
              <a:extLst>
                <a:ext uri="{FF2B5EF4-FFF2-40B4-BE49-F238E27FC236}">
                  <a16:creationId xmlns:a16="http://schemas.microsoft.com/office/drawing/2014/main" id="{09647522-5939-4D77-B590-E032FB8BFE2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62" y="797"/>
              <a:ext cx="0" cy="191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15722" name="Line 10">
              <a:extLst>
                <a:ext uri="{FF2B5EF4-FFF2-40B4-BE49-F238E27FC236}">
                  <a16:creationId xmlns:a16="http://schemas.microsoft.com/office/drawing/2014/main" id="{26AF4E2A-7598-49CB-8FC6-7736041B094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10" y="797"/>
              <a:ext cx="0" cy="202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115723" name="Group 11">
            <a:extLst>
              <a:ext uri="{FF2B5EF4-FFF2-40B4-BE49-F238E27FC236}">
                <a16:creationId xmlns:a16="http://schemas.microsoft.com/office/drawing/2014/main" id="{CAC81553-70CC-49E4-A14C-EAF93317599D}"/>
              </a:ext>
            </a:extLst>
          </p:cNvPr>
          <p:cNvGrpSpPr>
            <a:grpSpLocks/>
          </p:cNvGrpSpPr>
          <p:nvPr/>
        </p:nvGrpSpPr>
        <p:grpSpPr bwMode="auto">
          <a:xfrm>
            <a:off x="1395413" y="1266825"/>
            <a:ext cx="520700" cy="307975"/>
            <a:chOff x="879" y="798"/>
            <a:chExt cx="328" cy="194"/>
          </a:xfrm>
        </p:grpSpPr>
        <p:sp>
          <p:nvSpPr>
            <p:cNvPr id="115724" name="Line 12">
              <a:extLst>
                <a:ext uri="{FF2B5EF4-FFF2-40B4-BE49-F238E27FC236}">
                  <a16:creationId xmlns:a16="http://schemas.microsoft.com/office/drawing/2014/main" id="{B142CAE8-B51E-4894-A98D-3C616E55DC0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86" y="798"/>
              <a:ext cx="76" cy="76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15725" name="Line 13">
              <a:extLst>
                <a:ext uri="{FF2B5EF4-FFF2-40B4-BE49-F238E27FC236}">
                  <a16:creationId xmlns:a16="http://schemas.microsoft.com/office/drawing/2014/main" id="{3859D4A0-1770-43FF-A6B6-6629EE2BA81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79" y="919"/>
              <a:ext cx="73" cy="73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15726" name="Line 14">
              <a:extLst>
                <a:ext uri="{FF2B5EF4-FFF2-40B4-BE49-F238E27FC236}">
                  <a16:creationId xmlns:a16="http://schemas.microsoft.com/office/drawing/2014/main" id="{271C1741-36F2-413B-BFE7-35AE0F1631F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111" y="809"/>
              <a:ext cx="89" cy="89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15727" name="Line 15">
              <a:extLst>
                <a:ext uri="{FF2B5EF4-FFF2-40B4-BE49-F238E27FC236}">
                  <a16:creationId xmlns:a16="http://schemas.microsoft.com/office/drawing/2014/main" id="{F8B92274-E6B7-43AD-A19F-932CD11F9F3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134" y="917"/>
              <a:ext cx="73" cy="73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115728" name="Group 16">
            <a:extLst>
              <a:ext uri="{FF2B5EF4-FFF2-40B4-BE49-F238E27FC236}">
                <a16:creationId xmlns:a16="http://schemas.microsoft.com/office/drawing/2014/main" id="{5F016E8B-BCAC-445C-A927-37EC3C195DCC}"/>
              </a:ext>
            </a:extLst>
          </p:cNvPr>
          <p:cNvGrpSpPr>
            <a:grpSpLocks/>
          </p:cNvGrpSpPr>
          <p:nvPr/>
        </p:nvGrpSpPr>
        <p:grpSpPr bwMode="auto">
          <a:xfrm>
            <a:off x="847725" y="3302000"/>
            <a:ext cx="679450" cy="314325"/>
            <a:chOff x="534" y="2080"/>
            <a:chExt cx="428" cy="198"/>
          </a:xfrm>
        </p:grpSpPr>
        <p:sp>
          <p:nvSpPr>
            <p:cNvPr id="115729" name="Line 17">
              <a:extLst>
                <a:ext uri="{FF2B5EF4-FFF2-40B4-BE49-F238E27FC236}">
                  <a16:creationId xmlns:a16="http://schemas.microsoft.com/office/drawing/2014/main" id="{6A06EFB7-20D3-43F5-A995-8396771F5CD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34" y="2101"/>
              <a:ext cx="71" cy="7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15730" name="Line 18">
              <a:extLst>
                <a:ext uri="{FF2B5EF4-FFF2-40B4-BE49-F238E27FC236}">
                  <a16:creationId xmlns:a16="http://schemas.microsoft.com/office/drawing/2014/main" id="{1AAC5549-7640-4F47-8CD7-4C214ACA43B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39" y="2205"/>
              <a:ext cx="66" cy="66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15731" name="Line 19">
              <a:extLst>
                <a:ext uri="{FF2B5EF4-FFF2-40B4-BE49-F238E27FC236}">
                  <a16:creationId xmlns:a16="http://schemas.microsoft.com/office/drawing/2014/main" id="{1A5921D3-6FB1-4DAF-9579-FB3C364CD0B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16" y="2132"/>
              <a:ext cx="146" cy="146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15732" name="Freeform 20">
              <a:extLst>
                <a:ext uri="{FF2B5EF4-FFF2-40B4-BE49-F238E27FC236}">
                  <a16:creationId xmlns:a16="http://schemas.microsoft.com/office/drawing/2014/main" id="{53C974E1-3982-4765-B35E-F7DAB16F32A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3" y="2080"/>
              <a:ext cx="94" cy="95"/>
            </a:xfrm>
            <a:custGeom>
              <a:avLst/>
              <a:gdLst>
                <a:gd name="T0" fmla="*/ 0 w 94"/>
                <a:gd name="T1" fmla="*/ 95 h 95"/>
                <a:gd name="T2" fmla="*/ 94 w 94"/>
                <a:gd name="T3" fmla="*/ 0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94" h="95">
                  <a:moveTo>
                    <a:pt x="0" y="95"/>
                  </a:moveTo>
                  <a:lnTo>
                    <a:pt x="94" y="0"/>
                  </a:lnTo>
                </a:path>
              </a:pathLst>
            </a:cu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115733" name="Text Box 21">
            <a:extLst>
              <a:ext uri="{FF2B5EF4-FFF2-40B4-BE49-F238E27FC236}">
                <a16:creationId xmlns:a16="http://schemas.microsoft.com/office/drawing/2014/main" id="{3F4349AD-D48C-4B5B-95A6-2F6CC2C9EC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98007" y="-100012"/>
            <a:ext cx="419100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en-US" altLang="zh-CN" sz="400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3)</a:t>
            </a:r>
            <a:r>
              <a:rPr lang="zh-CN" altLang="en-US" sz="400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局部剖视图</a:t>
            </a:r>
            <a:endParaRPr lang="zh-CN" altLang="en-US" sz="4000" dirty="0">
              <a:solidFill>
                <a:schemeClr val="bg1"/>
              </a:solidFill>
            </a:endParaRPr>
          </a:p>
        </p:txBody>
      </p:sp>
      <p:sp>
        <p:nvSpPr>
          <p:cNvPr id="115734" name="Text Box 22">
            <a:extLst>
              <a:ext uri="{FF2B5EF4-FFF2-40B4-BE49-F238E27FC236}">
                <a16:creationId xmlns:a16="http://schemas.microsoft.com/office/drawing/2014/main" id="{6FB0C8F8-6BAB-40FF-841B-FB0E1F61EB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10088" y="636588"/>
            <a:ext cx="3983037" cy="1739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l"/>
            <a:r>
              <a:rPr lang="zh-CN" altLang="en-US" sz="3600">
                <a:solidFill>
                  <a:srgbClr val="0000CC"/>
                </a:solidFill>
              </a:rPr>
              <a:t>　　用剖切平面局部地剖开物体所得的剖视图。</a:t>
            </a:r>
            <a:endParaRPr lang="zh-CN" altLang="en-US" sz="3600" b="0">
              <a:solidFill>
                <a:srgbClr val="0000CC"/>
              </a:solidFill>
            </a:endParaRPr>
          </a:p>
        </p:txBody>
      </p:sp>
      <p:sp>
        <p:nvSpPr>
          <p:cNvPr id="115735" name="Freeform 23">
            <a:extLst>
              <a:ext uri="{FF2B5EF4-FFF2-40B4-BE49-F238E27FC236}">
                <a16:creationId xmlns:a16="http://schemas.microsoft.com/office/drawing/2014/main" id="{CCF42255-DB58-4401-8A7A-4C9F8B4C2A58}"/>
              </a:ext>
            </a:extLst>
          </p:cNvPr>
          <p:cNvSpPr>
            <a:spLocks/>
          </p:cNvSpPr>
          <p:nvPr/>
        </p:nvSpPr>
        <p:spPr bwMode="auto">
          <a:xfrm>
            <a:off x="1878013" y="1257300"/>
            <a:ext cx="44450" cy="323850"/>
          </a:xfrm>
          <a:custGeom>
            <a:avLst/>
            <a:gdLst>
              <a:gd name="T0" fmla="*/ 17 w 28"/>
              <a:gd name="T1" fmla="*/ 0 h 204"/>
              <a:gd name="T2" fmla="*/ 2 w 28"/>
              <a:gd name="T3" fmla="*/ 66 h 204"/>
              <a:gd name="T4" fmla="*/ 27 w 28"/>
              <a:gd name="T5" fmla="*/ 144 h 204"/>
              <a:gd name="T6" fmla="*/ 10 w 28"/>
              <a:gd name="T7" fmla="*/ 204 h 2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8" h="204">
                <a:moveTo>
                  <a:pt x="17" y="0"/>
                </a:moveTo>
                <a:cubicBezTo>
                  <a:pt x="16" y="11"/>
                  <a:pt x="0" y="42"/>
                  <a:pt x="2" y="66"/>
                </a:cubicBezTo>
                <a:cubicBezTo>
                  <a:pt x="4" y="90"/>
                  <a:pt x="26" y="121"/>
                  <a:pt x="27" y="144"/>
                </a:cubicBezTo>
                <a:cubicBezTo>
                  <a:pt x="28" y="167"/>
                  <a:pt x="14" y="192"/>
                  <a:pt x="10" y="204"/>
                </a:cubicBezTo>
              </a:path>
            </a:pathLst>
          </a:custGeom>
          <a:noFill/>
          <a:ln w="1905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5736" name="Freeform 24">
            <a:extLst>
              <a:ext uri="{FF2B5EF4-FFF2-40B4-BE49-F238E27FC236}">
                <a16:creationId xmlns:a16="http://schemas.microsoft.com/office/drawing/2014/main" id="{F5D2F5E1-BCD5-459B-BF98-36230B1EC768}"/>
              </a:ext>
            </a:extLst>
          </p:cNvPr>
          <p:cNvSpPr>
            <a:spLocks/>
          </p:cNvSpPr>
          <p:nvPr/>
        </p:nvSpPr>
        <p:spPr bwMode="auto">
          <a:xfrm>
            <a:off x="1489075" y="3313113"/>
            <a:ext cx="57150" cy="301625"/>
          </a:xfrm>
          <a:custGeom>
            <a:avLst/>
            <a:gdLst>
              <a:gd name="T0" fmla="*/ 36 w 36"/>
              <a:gd name="T1" fmla="*/ 0 h 190"/>
              <a:gd name="T2" fmla="*/ 7 w 36"/>
              <a:gd name="T3" fmla="*/ 66 h 190"/>
              <a:gd name="T4" fmla="*/ 29 w 36"/>
              <a:gd name="T5" fmla="*/ 124 h 190"/>
              <a:gd name="T6" fmla="*/ 0 w 36"/>
              <a:gd name="T7" fmla="*/ 190 h 1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36" h="190">
                <a:moveTo>
                  <a:pt x="36" y="0"/>
                </a:moveTo>
                <a:cubicBezTo>
                  <a:pt x="31" y="11"/>
                  <a:pt x="8" y="45"/>
                  <a:pt x="7" y="66"/>
                </a:cubicBezTo>
                <a:cubicBezTo>
                  <a:pt x="6" y="87"/>
                  <a:pt x="30" y="103"/>
                  <a:pt x="29" y="124"/>
                </a:cubicBezTo>
                <a:cubicBezTo>
                  <a:pt x="28" y="145"/>
                  <a:pt x="6" y="176"/>
                  <a:pt x="0" y="190"/>
                </a:cubicBezTo>
              </a:path>
            </a:pathLst>
          </a:custGeom>
          <a:noFill/>
          <a:ln w="1905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15737" name="Group 25">
            <a:extLst>
              <a:ext uri="{FF2B5EF4-FFF2-40B4-BE49-F238E27FC236}">
                <a16:creationId xmlns:a16="http://schemas.microsoft.com/office/drawing/2014/main" id="{12313C1E-8C35-4351-98D7-93B2814AFFBE}"/>
              </a:ext>
            </a:extLst>
          </p:cNvPr>
          <p:cNvGrpSpPr>
            <a:grpSpLocks/>
          </p:cNvGrpSpPr>
          <p:nvPr/>
        </p:nvGrpSpPr>
        <p:grpSpPr bwMode="auto">
          <a:xfrm>
            <a:off x="1495425" y="1828800"/>
            <a:ext cx="1828800" cy="3175"/>
            <a:chOff x="942" y="1152"/>
            <a:chExt cx="1152" cy="2"/>
          </a:xfrm>
        </p:grpSpPr>
        <p:sp>
          <p:nvSpPr>
            <p:cNvPr id="115738" name="Line 26">
              <a:extLst>
                <a:ext uri="{FF2B5EF4-FFF2-40B4-BE49-F238E27FC236}">
                  <a16:creationId xmlns:a16="http://schemas.microsoft.com/office/drawing/2014/main" id="{7CDB66F4-0550-4423-A810-13F0E40DDBE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42" y="1152"/>
              <a:ext cx="14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5739" name="Line 27">
              <a:extLst>
                <a:ext uri="{FF2B5EF4-FFF2-40B4-BE49-F238E27FC236}">
                  <a16:creationId xmlns:a16="http://schemas.microsoft.com/office/drawing/2014/main" id="{1AC830C7-6874-417C-AA29-F05BB5E4543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64" y="1154"/>
              <a:ext cx="13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15740" name="Group 28">
            <a:extLst>
              <a:ext uri="{FF2B5EF4-FFF2-40B4-BE49-F238E27FC236}">
                <a16:creationId xmlns:a16="http://schemas.microsoft.com/office/drawing/2014/main" id="{F9F7F22F-B034-4560-ABC9-4DEA10E6C50B}"/>
              </a:ext>
            </a:extLst>
          </p:cNvPr>
          <p:cNvGrpSpPr>
            <a:grpSpLocks/>
          </p:cNvGrpSpPr>
          <p:nvPr/>
        </p:nvGrpSpPr>
        <p:grpSpPr bwMode="auto">
          <a:xfrm>
            <a:off x="1166813" y="1600200"/>
            <a:ext cx="2473325" cy="457200"/>
            <a:chOff x="746" y="1008"/>
            <a:chExt cx="1558" cy="288"/>
          </a:xfrm>
        </p:grpSpPr>
        <p:sp>
          <p:nvSpPr>
            <p:cNvPr id="115741" name="Text Box 29">
              <a:extLst>
                <a:ext uri="{FF2B5EF4-FFF2-40B4-BE49-F238E27FC236}">
                  <a16:creationId xmlns:a16="http://schemas.microsoft.com/office/drawing/2014/main" id="{45ED4E2B-0415-4198-B955-4110D821F45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46" y="1008"/>
              <a:ext cx="21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i="1">
                  <a:latin typeface="宋体" panose="02010600030101010101" pitchFamily="2" charset="-122"/>
                </a:rPr>
                <a:t>B</a:t>
              </a:r>
              <a:endParaRPr lang="en-US" altLang="zh-CN"/>
            </a:p>
          </p:txBody>
        </p:sp>
        <p:sp>
          <p:nvSpPr>
            <p:cNvPr id="115742" name="Text Box 30">
              <a:extLst>
                <a:ext uri="{FF2B5EF4-FFF2-40B4-BE49-F238E27FC236}">
                  <a16:creationId xmlns:a16="http://schemas.microsoft.com/office/drawing/2014/main" id="{940B8241-CC28-4E7F-BEDB-685DB1E3711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90" y="1008"/>
              <a:ext cx="21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i="1">
                  <a:latin typeface="宋体" panose="02010600030101010101" pitchFamily="2" charset="-122"/>
                </a:rPr>
                <a:t>B</a:t>
              </a:r>
            </a:p>
          </p:txBody>
        </p:sp>
      </p:grpSp>
      <p:grpSp>
        <p:nvGrpSpPr>
          <p:cNvPr id="115743" name="Group 31">
            <a:extLst>
              <a:ext uri="{FF2B5EF4-FFF2-40B4-BE49-F238E27FC236}">
                <a16:creationId xmlns:a16="http://schemas.microsoft.com/office/drawing/2014/main" id="{557B2787-D5C1-438D-8EF0-5E33BAF7A48E}"/>
              </a:ext>
            </a:extLst>
          </p:cNvPr>
          <p:cNvGrpSpPr>
            <a:grpSpLocks/>
          </p:cNvGrpSpPr>
          <p:nvPr/>
        </p:nvGrpSpPr>
        <p:grpSpPr bwMode="auto">
          <a:xfrm>
            <a:off x="1495425" y="1824038"/>
            <a:ext cx="1817688" cy="231775"/>
            <a:chOff x="942" y="1149"/>
            <a:chExt cx="1145" cy="146"/>
          </a:xfrm>
        </p:grpSpPr>
        <p:sp>
          <p:nvSpPr>
            <p:cNvPr id="115744" name="Line 32">
              <a:extLst>
                <a:ext uri="{FF2B5EF4-FFF2-40B4-BE49-F238E27FC236}">
                  <a16:creationId xmlns:a16="http://schemas.microsoft.com/office/drawing/2014/main" id="{919F6B09-D3B4-442D-A272-BB9145363F4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42" y="1149"/>
              <a:ext cx="0" cy="13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15745" name="Line 33">
              <a:extLst>
                <a:ext uri="{FF2B5EF4-FFF2-40B4-BE49-F238E27FC236}">
                  <a16:creationId xmlns:a16="http://schemas.microsoft.com/office/drawing/2014/main" id="{CB688140-AFBF-4E07-A57B-695C9150B2A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87" y="1156"/>
              <a:ext cx="0" cy="1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115856" name="Text Box 144">
            <a:extLst>
              <a:ext uri="{FF2B5EF4-FFF2-40B4-BE49-F238E27FC236}">
                <a16:creationId xmlns:a16="http://schemas.microsoft.com/office/drawing/2014/main" id="{CF6C97A2-077F-40AF-9564-0565180D67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54163" y="3808413"/>
            <a:ext cx="17049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1" hangingPunct="1"/>
            <a:r>
              <a:rPr lang="en-US" altLang="zh-CN" i="1">
                <a:latin typeface="宋体" panose="02010600030101010101" pitchFamily="2" charset="-122"/>
              </a:rPr>
              <a:t>B</a:t>
            </a:r>
            <a:r>
              <a:rPr lang="zh-CN" altLang="en-US"/>
              <a:t>－</a:t>
            </a:r>
            <a:r>
              <a:rPr lang="en-US" altLang="zh-CN" i="1">
                <a:latin typeface="宋体" panose="02010600030101010101" pitchFamily="2" charset="-122"/>
              </a:rPr>
              <a:t>B</a:t>
            </a:r>
            <a:endParaRPr lang="en-US" altLang="zh-CN"/>
          </a:p>
        </p:txBody>
      </p:sp>
      <p:grpSp>
        <p:nvGrpSpPr>
          <p:cNvPr id="115860" name="Group 148">
            <a:extLst>
              <a:ext uri="{FF2B5EF4-FFF2-40B4-BE49-F238E27FC236}">
                <a16:creationId xmlns:a16="http://schemas.microsoft.com/office/drawing/2014/main" id="{7A327EAE-A4AE-47D6-9745-B85E5326D65E}"/>
              </a:ext>
            </a:extLst>
          </p:cNvPr>
          <p:cNvGrpSpPr>
            <a:grpSpLocks/>
          </p:cNvGrpSpPr>
          <p:nvPr/>
        </p:nvGrpSpPr>
        <p:grpSpPr bwMode="auto">
          <a:xfrm>
            <a:off x="209550" y="760413"/>
            <a:ext cx="4422775" cy="5483225"/>
            <a:chOff x="132" y="479"/>
            <a:chExt cx="2786" cy="3454"/>
          </a:xfrm>
        </p:grpSpPr>
        <p:grpSp>
          <p:nvGrpSpPr>
            <p:cNvPr id="115857" name="Group 145">
              <a:extLst>
                <a:ext uri="{FF2B5EF4-FFF2-40B4-BE49-F238E27FC236}">
                  <a16:creationId xmlns:a16="http://schemas.microsoft.com/office/drawing/2014/main" id="{E8E79501-E11A-47CA-BEEB-0086265743C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2" y="479"/>
              <a:ext cx="2786" cy="2893"/>
              <a:chOff x="132" y="479"/>
              <a:chExt cx="2786" cy="2893"/>
            </a:xfrm>
          </p:grpSpPr>
          <p:sp>
            <p:nvSpPr>
              <p:cNvPr id="115747" name="Freeform 35">
                <a:extLst>
                  <a:ext uri="{FF2B5EF4-FFF2-40B4-BE49-F238E27FC236}">
                    <a16:creationId xmlns:a16="http://schemas.microsoft.com/office/drawing/2014/main" id="{9B77D0FE-E2CE-453A-8B0C-FF26657EDE8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36" y="720"/>
                <a:ext cx="1" cy="345"/>
              </a:xfrm>
              <a:custGeom>
                <a:avLst/>
                <a:gdLst>
                  <a:gd name="T0" fmla="*/ 0 w 1"/>
                  <a:gd name="T1" fmla="*/ 345 h 345"/>
                  <a:gd name="T2" fmla="*/ 0 w 1"/>
                  <a:gd name="T3" fmla="*/ 0 h 3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" h="345">
                    <a:moveTo>
                      <a:pt x="0" y="345"/>
                    </a:moveTo>
                    <a:lnTo>
                      <a:pt x="0" y="0"/>
                    </a:lnTo>
                  </a:path>
                </a:pathLst>
              </a:custGeom>
              <a:noFill/>
              <a:ln w="19050" cap="flat" cmpd="sng">
                <a:solidFill>
                  <a:schemeClr val="tx1"/>
                </a:solidFill>
                <a:prstDash val="lgDashDot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5748" name="Line 36">
                <a:extLst>
                  <a:ext uri="{FF2B5EF4-FFF2-40B4-BE49-F238E27FC236}">
                    <a16:creationId xmlns:a16="http://schemas.microsoft.com/office/drawing/2014/main" id="{BC25D7E5-ACE3-4613-95C2-CB913760E9A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13" y="786"/>
                <a:ext cx="0" cy="203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prstDash val="lg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grpSp>
            <p:nvGrpSpPr>
              <p:cNvPr id="115749" name="Group 37">
                <a:extLst>
                  <a:ext uri="{FF2B5EF4-FFF2-40B4-BE49-F238E27FC236}">
                    <a16:creationId xmlns:a16="http://schemas.microsoft.com/office/drawing/2014/main" id="{926109A0-A3F0-488C-8AAF-D1ED017D361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32" y="3081"/>
                <a:ext cx="2786" cy="291"/>
                <a:chOff x="132" y="3081"/>
                <a:chExt cx="2786" cy="291"/>
              </a:xfrm>
            </p:grpSpPr>
            <p:sp>
              <p:nvSpPr>
                <p:cNvPr id="115750" name="Line 38">
                  <a:extLst>
                    <a:ext uri="{FF2B5EF4-FFF2-40B4-BE49-F238E27FC236}">
                      <a16:creationId xmlns:a16="http://schemas.microsoft.com/office/drawing/2014/main" id="{2A84A593-66EC-4D45-9A68-49C62E857B2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603" y="3251"/>
                  <a:ext cx="131" cy="0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15751" name="Line 39">
                  <a:extLst>
                    <a:ext uri="{FF2B5EF4-FFF2-40B4-BE49-F238E27FC236}">
                      <a16:creationId xmlns:a16="http://schemas.microsoft.com/office/drawing/2014/main" id="{7D647C3B-F953-4EAC-8B99-99DF2967C6E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22" y="3252"/>
                  <a:ext cx="131" cy="0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15752" name="Line 40">
                  <a:extLst>
                    <a:ext uri="{FF2B5EF4-FFF2-40B4-BE49-F238E27FC236}">
                      <a16:creationId xmlns:a16="http://schemas.microsoft.com/office/drawing/2014/main" id="{8E532928-DC61-434B-B4CD-A192B742358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727" y="3106"/>
                  <a:ext cx="0" cy="145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 type="triangle" w="sm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15753" name="Line 41">
                  <a:extLst>
                    <a:ext uri="{FF2B5EF4-FFF2-40B4-BE49-F238E27FC236}">
                      <a16:creationId xmlns:a16="http://schemas.microsoft.com/office/drawing/2014/main" id="{30A1D9BC-BC4B-4448-A6E3-C0ADE5EE695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27" y="3084"/>
                  <a:ext cx="0" cy="167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 type="triangle" w="sm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15754" name="Text Box 42">
                  <a:extLst>
                    <a:ext uri="{FF2B5EF4-FFF2-40B4-BE49-F238E27FC236}">
                      <a16:creationId xmlns:a16="http://schemas.microsoft.com/office/drawing/2014/main" id="{EF4DDE45-4F10-462F-B4DF-D96CDB516A0E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32" y="3084"/>
                  <a:ext cx="214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pPr eaLnBrk="1" hangingPunct="1"/>
                  <a:r>
                    <a:rPr lang="en-US" altLang="zh-CN" i="1">
                      <a:latin typeface="宋体" panose="02010600030101010101" pitchFamily="2" charset="-122"/>
                    </a:rPr>
                    <a:t>A</a:t>
                  </a:r>
                  <a:endParaRPr lang="en-US" altLang="zh-CN"/>
                </a:p>
              </p:txBody>
            </p:sp>
            <p:sp>
              <p:nvSpPr>
                <p:cNvPr id="115755" name="Text Box 43">
                  <a:extLst>
                    <a:ext uri="{FF2B5EF4-FFF2-40B4-BE49-F238E27FC236}">
                      <a16:creationId xmlns:a16="http://schemas.microsoft.com/office/drawing/2014/main" id="{D8ABE93E-347E-48F1-98A3-4ACCEA67CA5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704" y="3081"/>
                  <a:ext cx="214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pPr eaLnBrk="1" hangingPunct="1"/>
                  <a:r>
                    <a:rPr lang="en-US" altLang="zh-CN" i="1">
                      <a:latin typeface="宋体" panose="02010600030101010101" pitchFamily="2" charset="-122"/>
                    </a:rPr>
                    <a:t>A</a:t>
                  </a:r>
                  <a:endParaRPr lang="en-US" altLang="zh-CN"/>
                </a:p>
              </p:txBody>
            </p:sp>
          </p:grpSp>
          <p:sp>
            <p:nvSpPr>
              <p:cNvPr id="115756" name="Freeform 44">
                <a:extLst>
                  <a:ext uri="{FF2B5EF4-FFF2-40B4-BE49-F238E27FC236}">
                    <a16:creationId xmlns:a16="http://schemas.microsoft.com/office/drawing/2014/main" id="{E634C65E-E051-4894-A6A1-EE374D322AB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30" y="721"/>
                <a:ext cx="1" cy="1665"/>
              </a:xfrm>
              <a:custGeom>
                <a:avLst/>
                <a:gdLst>
                  <a:gd name="T0" fmla="*/ 0 w 1"/>
                  <a:gd name="T1" fmla="*/ 0 h 1665"/>
                  <a:gd name="T2" fmla="*/ 0 w 1"/>
                  <a:gd name="T3" fmla="*/ 1665 h 16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" h="1665">
                    <a:moveTo>
                      <a:pt x="0" y="0"/>
                    </a:moveTo>
                    <a:lnTo>
                      <a:pt x="0" y="1665"/>
                    </a:lnTo>
                  </a:path>
                </a:pathLst>
              </a:custGeom>
              <a:noFill/>
              <a:ln w="19050" cap="flat" cmpd="sng">
                <a:solidFill>
                  <a:schemeClr val="tx1"/>
                </a:solidFill>
                <a:prstDash val="lgDashDot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5757" name="Text Box 45">
                <a:extLst>
                  <a:ext uri="{FF2B5EF4-FFF2-40B4-BE49-F238E27FC236}">
                    <a16:creationId xmlns:a16="http://schemas.microsoft.com/office/drawing/2014/main" id="{911FFF12-85D4-48A6-B781-0708BF7536C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41" y="479"/>
                <a:ext cx="588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pPr eaLnBrk="1" hangingPunct="1"/>
                <a:r>
                  <a:rPr lang="en-US" altLang="zh-CN" i="1">
                    <a:latin typeface="宋体" panose="02010600030101010101" pitchFamily="2" charset="-122"/>
                  </a:rPr>
                  <a:t>A</a:t>
                </a:r>
                <a:r>
                  <a:rPr lang="zh-CN" altLang="en-US"/>
                  <a:t>－</a:t>
                </a:r>
                <a:r>
                  <a:rPr lang="en-US" altLang="zh-CN" i="1">
                    <a:latin typeface="宋体" panose="02010600030101010101" pitchFamily="2" charset="-122"/>
                  </a:rPr>
                  <a:t>A</a:t>
                </a:r>
                <a:endParaRPr lang="en-US" altLang="zh-CN"/>
              </a:p>
            </p:txBody>
          </p:sp>
          <p:sp>
            <p:nvSpPr>
              <p:cNvPr id="115758" name="Line 46">
                <a:extLst>
                  <a:ext uri="{FF2B5EF4-FFF2-40B4-BE49-F238E27FC236}">
                    <a16:creationId xmlns:a16="http://schemas.microsoft.com/office/drawing/2014/main" id="{A4A441AD-6733-4C4F-9884-71A07E9F04E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733" y="1430"/>
                <a:ext cx="195" cy="19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5759" name="Freeform 47">
                <a:extLst>
                  <a:ext uri="{FF2B5EF4-FFF2-40B4-BE49-F238E27FC236}">
                    <a16:creationId xmlns:a16="http://schemas.microsoft.com/office/drawing/2014/main" id="{8597FF45-8EA5-4BA6-8754-417A23B10C4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28" y="1569"/>
                <a:ext cx="200" cy="197"/>
              </a:xfrm>
              <a:custGeom>
                <a:avLst/>
                <a:gdLst>
                  <a:gd name="T0" fmla="*/ 0 w 200"/>
                  <a:gd name="T1" fmla="*/ 197 h 197"/>
                  <a:gd name="T2" fmla="*/ 200 w 200"/>
                  <a:gd name="T3" fmla="*/ 0 h 1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200" h="197">
                    <a:moveTo>
                      <a:pt x="0" y="197"/>
                    </a:moveTo>
                    <a:lnTo>
                      <a:pt x="200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5760" name="Freeform 48">
                <a:extLst>
                  <a:ext uri="{FF2B5EF4-FFF2-40B4-BE49-F238E27FC236}">
                    <a16:creationId xmlns:a16="http://schemas.microsoft.com/office/drawing/2014/main" id="{8D5E577C-9C67-4CD3-AF86-BD814EB6132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8" y="1699"/>
                <a:ext cx="192" cy="192"/>
              </a:xfrm>
              <a:custGeom>
                <a:avLst/>
                <a:gdLst>
                  <a:gd name="T0" fmla="*/ 0 w 192"/>
                  <a:gd name="T1" fmla="*/ 192 h 192"/>
                  <a:gd name="T2" fmla="*/ 192 w 192"/>
                  <a:gd name="T3" fmla="*/ 0 h 1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92" h="192">
                    <a:moveTo>
                      <a:pt x="0" y="192"/>
                    </a:moveTo>
                    <a:lnTo>
                      <a:pt x="192" y="0"/>
                    </a:lnTo>
                  </a:path>
                </a:pathLst>
              </a:custGeom>
              <a:noFill/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5761" name="Line 49">
                <a:extLst>
                  <a:ext uri="{FF2B5EF4-FFF2-40B4-BE49-F238E27FC236}">
                    <a16:creationId xmlns:a16="http://schemas.microsoft.com/office/drawing/2014/main" id="{937184B2-3CC7-464D-9C33-238E30B7E9E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724" y="1844"/>
                <a:ext cx="195" cy="19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5762" name="Line 50">
                <a:extLst>
                  <a:ext uri="{FF2B5EF4-FFF2-40B4-BE49-F238E27FC236}">
                    <a16:creationId xmlns:a16="http://schemas.microsoft.com/office/drawing/2014/main" id="{5A3DB8C3-3AB0-41B9-98D2-A6D61C41CFF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724" y="1991"/>
                <a:ext cx="195" cy="19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5763" name="Freeform 51">
                <a:extLst>
                  <a:ext uri="{FF2B5EF4-FFF2-40B4-BE49-F238E27FC236}">
                    <a16:creationId xmlns:a16="http://schemas.microsoft.com/office/drawing/2014/main" id="{8E7F5D2A-2969-4809-A573-D0C1CAC1ED3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69" y="2083"/>
                <a:ext cx="189" cy="197"/>
              </a:xfrm>
              <a:custGeom>
                <a:avLst/>
                <a:gdLst>
                  <a:gd name="T0" fmla="*/ 0 w 189"/>
                  <a:gd name="T1" fmla="*/ 197 h 197"/>
                  <a:gd name="T2" fmla="*/ 189 w 189"/>
                  <a:gd name="T3" fmla="*/ 0 h 1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89" h="197">
                    <a:moveTo>
                      <a:pt x="0" y="197"/>
                    </a:moveTo>
                    <a:lnTo>
                      <a:pt x="189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5764" name="Freeform 52">
                <a:extLst>
                  <a:ext uri="{FF2B5EF4-FFF2-40B4-BE49-F238E27FC236}">
                    <a16:creationId xmlns:a16="http://schemas.microsoft.com/office/drawing/2014/main" id="{564AFC3D-491D-428C-B24E-D2169C7BF05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91" y="2079"/>
                <a:ext cx="195" cy="195"/>
              </a:xfrm>
              <a:custGeom>
                <a:avLst/>
                <a:gdLst>
                  <a:gd name="T0" fmla="*/ 0 w 195"/>
                  <a:gd name="T1" fmla="*/ 195 h 195"/>
                  <a:gd name="T2" fmla="*/ 195 w 195"/>
                  <a:gd name="T3" fmla="*/ 0 h 1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95" h="195">
                    <a:moveTo>
                      <a:pt x="0" y="195"/>
                    </a:moveTo>
                    <a:lnTo>
                      <a:pt x="195" y="0"/>
                    </a:lnTo>
                  </a:path>
                </a:pathLst>
              </a:custGeom>
              <a:noFill/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5765" name="Freeform 53">
                <a:extLst>
                  <a:ext uri="{FF2B5EF4-FFF2-40B4-BE49-F238E27FC236}">
                    <a16:creationId xmlns:a16="http://schemas.microsoft.com/office/drawing/2014/main" id="{62552138-1BCB-41DB-948F-3C6D14AEE66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17" y="2085"/>
                <a:ext cx="195" cy="195"/>
              </a:xfrm>
              <a:custGeom>
                <a:avLst/>
                <a:gdLst>
                  <a:gd name="T0" fmla="*/ 0 w 195"/>
                  <a:gd name="T1" fmla="*/ 195 h 195"/>
                  <a:gd name="T2" fmla="*/ 195 w 195"/>
                  <a:gd name="T3" fmla="*/ 0 h 1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95" h="195">
                    <a:moveTo>
                      <a:pt x="0" y="195"/>
                    </a:moveTo>
                    <a:lnTo>
                      <a:pt x="195" y="0"/>
                    </a:lnTo>
                  </a:path>
                </a:pathLst>
              </a:custGeom>
              <a:noFill/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5766" name="Freeform 54">
                <a:extLst>
                  <a:ext uri="{FF2B5EF4-FFF2-40B4-BE49-F238E27FC236}">
                    <a16:creationId xmlns:a16="http://schemas.microsoft.com/office/drawing/2014/main" id="{4CBCEBE9-1528-443D-9EC7-4E0EABE6E4A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58" y="2076"/>
                <a:ext cx="195" cy="195"/>
              </a:xfrm>
              <a:custGeom>
                <a:avLst/>
                <a:gdLst>
                  <a:gd name="T0" fmla="*/ 0 w 195"/>
                  <a:gd name="T1" fmla="*/ 195 h 195"/>
                  <a:gd name="T2" fmla="*/ 195 w 195"/>
                  <a:gd name="T3" fmla="*/ 0 h 1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95" h="195">
                    <a:moveTo>
                      <a:pt x="0" y="195"/>
                    </a:moveTo>
                    <a:lnTo>
                      <a:pt x="195" y="0"/>
                    </a:lnTo>
                  </a:path>
                </a:pathLst>
              </a:custGeom>
              <a:noFill/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5767" name="Freeform 55">
                <a:extLst>
                  <a:ext uri="{FF2B5EF4-FFF2-40B4-BE49-F238E27FC236}">
                    <a16:creationId xmlns:a16="http://schemas.microsoft.com/office/drawing/2014/main" id="{3F7B7952-46FA-4C39-90C6-7A230724EFA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84" y="2082"/>
                <a:ext cx="195" cy="195"/>
              </a:xfrm>
              <a:custGeom>
                <a:avLst/>
                <a:gdLst>
                  <a:gd name="T0" fmla="*/ 0 w 195"/>
                  <a:gd name="T1" fmla="*/ 195 h 195"/>
                  <a:gd name="T2" fmla="*/ 195 w 195"/>
                  <a:gd name="T3" fmla="*/ 0 h 1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95" h="195">
                    <a:moveTo>
                      <a:pt x="0" y="195"/>
                    </a:moveTo>
                    <a:lnTo>
                      <a:pt x="195" y="0"/>
                    </a:lnTo>
                  </a:path>
                </a:pathLst>
              </a:custGeom>
              <a:noFill/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5768" name="Freeform 56">
                <a:extLst>
                  <a:ext uri="{FF2B5EF4-FFF2-40B4-BE49-F238E27FC236}">
                    <a16:creationId xmlns:a16="http://schemas.microsoft.com/office/drawing/2014/main" id="{99A20EF8-61B0-4C67-A957-CA701752666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17" y="2179"/>
                <a:ext cx="98" cy="96"/>
              </a:xfrm>
              <a:custGeom>
                <a:avLst/>
                <a:gdLst>
                  <a:gd name="T0" fmla="*/ 0 w 98"/>
                  <a:gd name="T1" fmla="*/ 96 h 96"/>
                  <a:gd name="T2" fmla="*/ 98 w 98"/>
                  <a:gd name="T3" fmla="*/ 0 h 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98" h="96">
                    <a:moveTo>
                      <a:pt x="0" y="96"/>
                    </a:moveTo>
                    <a:lnTo>
                      <a:pt x="98" y="0"/>
                    </a:lnTo>
                  </a:path>
                </a:pathLst>
              </a:custGeom>
              <a:noFill/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5769" name="Freeform 57">
                <a:extLst>
                  <a:ext uri="{FF2B5EF4-FFF2-40B4-BE49-F238E27FC236}">
                    <a16:creationId xmlns:a16="http://schemas.microsoft.com/office/drawing/2014/main" id="{963273E5-5F05-4953-B3CE-8B4E5BA92AC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01" y="1296"/>
                <a:ext cx="119" cy="119"/>
              </a:xfrm>
              <a:custGeom>
                <a:avLst/>
                <a:gdLst>
                  <a:gd name="T0" fmla="*/ 0 w 119"/>
                  <a:gd name="T1" fmla="*/ 119 h 119"/>
                  <a:gd name="T2" fmla="*/ 119 w 119"/>
                  <a:gd name="T3" fmla="*/ 0 h 1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19" h="119">
                    <a:moveTo>
                      <a:pt x="0" y="119"/>
                    </a:moveTo>
                    <a:lnTo>
                      <a:pt x="119" y="0"/>
                    </a:lnTo>
                  </a:path>
                </a:pathLst>
              </a:custGeom>
              <a:noFill/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5770" name="Freeform 58">
                <a:extLst>
                  <a:ext uri="{FF2B5EF4-FFF2-40B4-BE49-F238E27FC236}">
                    <a16:creationId xmlns:a16="http://schemas.microsoft.com/office/drawing/2014/main" id="{15AE7A44-9EFF-4F5D-B7CB-9CC1D1BD214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07" y="1152"/>
                <a:ext cx="113" cy="119"/>
              </a:xfrm>
              <a:custGeom>
                <a:avLst/>
                <a:gdLst>
                  <a:gd name="T0" fmla="*/ 0 w 113"/>
                  <a:gd name="T1" fmla="*/ 119 h 119"/>
                  <a:gd name="T2" fmla="*/ 113 w 113"/>
                  <a:gd name="T3" fmla="*/ 0 h 1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13" h="119">
                    <a:moveTo>
                      <a:pt x="0" y="119"/>
                    </a:moveTo>
                    <a:lnTo>
                      <a:pt x="113" y="0"/>
                    </a:lnTo>
                  </a:path>
                </a:pathLst>
              </a:custGeom>
              <a:noFill/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5771" name="Freeform 59">
                <a:extLst>
                  <a:ext uri="{FF2B5EF4-FFF2-40B4-BE49-F238E27FC236}">
                    <a16:creationId xmlns:a16="http://schemas.microsoft.com/office/drawing/2014/main" id="{FC22B348-EEFA-4373-B50F-16F155B8F24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5" y="1008"/>
                <a:ext cx="135" cy="134"/>
              </a:xfrm>
              <a:custGeom>
                <a:avLst/>
                <a:gdLst>
                  <a:gd name="T0" fmla="*/ 0 w 135"/>
                  <a:gd name="T1" fmla="*/ 134 h 134"/>
                  <a:gd name="T2" fmla="*/ 135 w 135"/>
                  <a:gd name="T3" fmla="*/ 0 h 1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35" h="134">
                    <a:moveTo>
                      <a:pt x="0" y="134"/>
                    </a:moveTo>
                    <a:lnTo>
                      <a:pt x="135" y="0"/>
                    </a:lnTo>
                  </a:path>
                </a:pathLst>
              </a:custGeom>
              <a:noFill/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5772" name="Freeform 60">
                <a:extLst>
                  <a:ext uri="{FF2B5EF4-FFF2-40B4-BE49-F238E27FC236}">
                    <a16:creationId xmlns:a16="http://schemas.microsoft.com/office/drawing/2014/main" id="{9F9165DF-3EA1-4622-8BAB-8934E7C8049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05" y="797"/>
                <a:ext cx="221" cy="221"/>
              </a:xfrm>
              <a:custGeom>
                <a:avLst/>
                <a:gdLst>
                  <a:gd name="T0" fmla="*/ 0 w 221"/>
                  <a:gd name="T1" fmla="*/ 221 h 221"/>
                  <a:gd name="T2" fmla="*/ 221 w 221"/>
                  <a:gd name="T3" fmla="*/ 0 h 2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221" h="221">
                    <a:moveTo>
                      <a:pt x="0" y="221"/>
                    </a:moveTo>
                    <a:lnTo>
                      <a:pt x="221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5773" name="Freeform 61">
                <a:extLst>
                  <a:ext uri="{FF2B5EF4-FFF2-40B4-BE49-F238E27FC236}">
                    <a16:creationId xmlns:a16="http://schemas.microsoft.com/office/drawing/2014/main" id="{B38A8517-4BC3-4BCD-9031-585531A5FE7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05" y="787"/>
                <a:ext cx="115" cy="115"/>
              </a:xfrm>
              <a:custGeom>
                <a:avLst/>
                <a:gdLst>
                  <a:gd name="T0" fmla="*/ 0 w 115"/>
                  <a:gd name="T1" fmla="*/ 115 h 115"/>
                  <a:gd name="T2" fmla="*/ 115 w 115"/>
                  <a:gd name="T3" fmla="*/ 0 h 1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15" h="115">
                    <a:moveTo>
                      <a:pt x="0" y="115"/>
                    </a:moveTo>
                    <a:lnTo>
                      <a:pt x="115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5774" name="Line 62">
                <a:extLst>
                  <a:ext uri="{FF2B5EF4-FFF2-40B4-BE49-F238E27FC236}">
                    <a16:creationId xmlns:a16="http://schemas.microsoft.com/office/drawing/2014/main" id="{C7A5CFCF-5C3F-4FD4-BB48-DB7A2A84878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964" y="784"/>
                <a:ext cx="194" cy="194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5775" name="Freeform 63">
                <a:extLst>
                  <a:ext uri="{FF2B5EF4-FFF2-40B4-BE49-F238E27FC236}">
                    <a16:creationId xmlns:a16="http://schemas.microsoft.com/office/drawing/2014/main" id="{2FE8A830-D0EF-4395-B45E-66C50FE1DE5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78" y="912"/>
                <a:ext cx="90" cy="77"/>
              </a:xfrm>
              <a:custGeom>
                <a:avLst/>
                <a:gdLst>
                  <a:gd name="T0" fmla="*/ 0 w 90"/>
                  <a:gd name="T1" fmla="*/ 77 h 77"/>
                  <a:gd name="T2" fmla="*/ 90 w 90"/>
                  <a:gd name="T3" fmla="*/ 0 h 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90" h="77">
                    <a:moveTo>
                      <a:pt x="0" y="77"/>
                    </a:moveTo>
                    <a:lnTo>
                      <a:pt x="90" y="0"/>
                    </a:lnTo>
                  </a:path>
                </a:pathLst>
              </a:custGeom>
              <a:noFill/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5776" name="Freeform 64">
                <a:extLst>
                  <a:ext uri="{FF2B5EF4-FFF2-40B4-BE49-F238E27FC236}">
                    <a16:creationId xmlns:a16="http://schemas.microsoft.com/office/drawing/2014/main" id="{82837B88-C998-44C1-8F2E-4C77286CC04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8" y="2011"/>
                <a:ext cx="1" cy="345"/>
              </a:xfrm>
              <a:custGeom>
                <a:avLst/>
                <a:gdLst>
                  <a:gd name="T0" fmla="*/ 0 w 1"/>
                  <a:gd name="T1" fmla="*/ 0 h 345"/>
                  <a:gd name="T2" fmla="*/ 0 w 1"/>
                  <a:gd name="T3" fmla="*/ 345 h 3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" h="345">
                    <a:moveTo>
                      <a:pt x="0" y="0"/>
                    </a:moveTo>
                    <a:lnTo>
                      <a:pt x="0" y="345"/>
                    </a:lnTo>
                  </a:path>
                </a:pathLst>
              </a:custGeom>
              <a:noFill/>
              <a:ln w="19050" cap="flat" cmpd="sng">
                <a:solidFill>
                  <a:schemeClr val="tx1"/>
                </a:solidFill>
                <a:prstDash val="lgDashDot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5777" name="Freeform 65">
                <a:extLst>
                  <a:ext uri="{FF2B5EF4-FFF2-40B4-BE49-F238E27FC236}">
                    <a16:creationId xmlns:a16="http://schemas.microsoft.com/office/drawing/2014/main" id="{0BA6D994-509C-479B-902F-31E5FAF9ED1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4" y="2274"/>
                <a:ext cx="990" cy="3"/>
              </a:xfrm>
              <a:custGeom>
                <a:avLst/>
                <a:gdLst>
                  <a:gd name="T0" fmla="*/ 0 w 990"/>
                  <a:gd name="T1" fmla="*/ 3 h 3"/>
                  <a:gd name="T2" fmla="*/ 990 w 990"/>
                  <a:gd name="T3" fmla="*/ 0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990" h="3">
                    <a:moveTo>
                      <a:pt x="0" y="3"/>
                    </a:moveTo>
                    <a:lnTo>
                      <a:pt x="990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5778" name="Freeform 66">
                <a:extLst>
                  <a:ext uri="{FF2B5EF4-FFF2-40B4-BE49-F238E27FC236}">
                    <a16:creationId xmlns:a16="http://schemas.microsoft.com/office/drawing/2014/main" id="{C2A22606-437D-49B0-9D60-E1463B7A29F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41" y="2079"/>
                <a:ext cx="990" cy="3"/>
              </a:xfrm>
              <a:custGeom>
                <a:avLst/>
                <a:gdLst>
                  <a:gd name="T0" fmla="*/ 0 w 990"/>
                  <a:gd name="T1" fmla="*/ 3 h 3"/>
                  <a:gd name="T2" fmla="*/ 990 w 990"/>
                  <a:gd name="T3" fmla="*/ 0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990" h="3">
                    <a:moveTo>
                      <a:pt x="0" y="3"/>
                    </a:moveTo>
                    <a:lnTo>
                      <a:pt x="990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5779" name="Freeform 67">
                <a:extLst>
                  <a:ext uri="{FF2B5EF4-FFF2-40B4-BE49-F238E27FC236}">
                    <a16:creationId xmlns:a16="http://schemas.microsoft.com/office/drawing/2014/main" id="{2B0EFBBB-CBD8-46CB-81ED-ACFB3601971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2" y="989"/>
                <a:ext cx="437" cy="1"/>
              </a:xfrm>
              <a:custGeom>
                <a:avLst/>
                <a:gdLst>
                  <a:gd name="T0" fmla="*/ 0 w 437"/>
                  <a:gd name="T1" fmla="*/ 1 h 1"/>
                  <a:gd name="T2" fmla="*/ 225 w 437"/>
                  <a:gd name="T3" fmla="*/ 1 h 1"/>
                  <a:gd name="T4" fmla="*/ 437 w 437"/>
                  <a:gd name="T5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7" h="1">
                    <a:moveTo>
                      <a:pt x="0" y="1"/>
                    </a:moveTo>
                    <a:lnTo>
                      <a:pt x="225" y="1"/>
                    </a:lnTo>
                    <a:lnTo>
                      <a:pt x="437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5780" name="Freeform 68">
                <a:extLst>
                  <a:ext uri="{FF2B5EF4-FFF2-40B4-BE49-F238E27FC236}">
                    <a16:creationId xmlns:a16="http://schemas.microsoft.com/office/drawing/2014/main" id="{8DA5F181-F973-40F0-89AA-5F007CAE0AF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9" y="795"/>
                <a:ext cx="1" cy="195"/>
              </a:xfrm>
              <a:custGeom>
                <a:avLst/>
                <a:gdLst>
                  <a:gd name="T0" fmla="*/ 0 w 1"/>
                  <a:gd name="T1" fmla="*/ 195 h 195"/>
                  <a:gd name="T2" fmla="*/ 0 w 1"/>
                  <a:gd name="T3" fmla="*/ 0 h 1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" h="195">
                    <a:moveTo>
                      <a:pt x="0" y="195"/>
                    </a:moveTo>
                    <a:lnTo>
                      <a:pt x="0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5781" name="Freeform 69">
                <a:extLst>
                  <a:ext uri="{FF2B5EF4-FFF2-40B4-BE49-F238E27FC236}">
                    <a16:creationId xmlns:a16="http://schemas.microsoft.com/office/drawing/2014/main" id="{71F869F4-B266-4D62-B761-776CE21E99C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9" y="791"/>
                <a:ext cx="645" cy="4"/>
              </a:xfrm>
              <a:custGeom>
                <a:avLst/>
                <a:gdLst>
                  <a:gd name="T0" fmla="*/ 0 w 645"/>
                  <a:gd name="T1" fmla="*/ 4 h 4"/>
                  <a:gd name="T2" fmla="*/ 645 w 645"/>
                  <a:gd name="T3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645" h="4">
                    <a:moveTo>
                      <a:pt x="0" y="4"/>
                    </a:moveTo>
                    <a:lnTo>
                      <a:pt x="645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5782" name="Freeform 70">
                <a:extLst>
                  <a:ext uri="{FF2B5EF4-FFF2-40B4-BE49-F238E27FC236}">
                    <a16:creationId xmlns:a16="http://schemas.microsoft.com/office/drawing/2014/main" id="{6D0B178D-D0A5-44B0-BF88-529D226BEAD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19" y="990"/>
                <a:ext cx="1" cy="1096"/>
              </a:xfrm>
              <a:custGeom>
                <a:avLst/>
                <a:gdLst>
                  <a:gd name="T0" fmla="*/ 0 w 1"/>
                  <a:gd name="T1" fmla="*/ 1096 h 1096"/>
                  <a:gd name="T2" fmla="*/ 0 w 1"/>
                  <a:gd name="T3" fmla="*/ 0 h 10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" h="1096">
                    <a:moveTo>
                      <a:pt x="0" y="1096"/>
                    </a:moveTo>
                    <a:lnTo>
                      <a:pt x="0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5783" name="Arc 71">
                <a:extLst>
                  <a:ext uri="{FF2B5EF4-FFF2-40B4-BE49-F238E27FC236}">
                    <a16:creationId xmlns:a16="http://schemas.microsoft.com/office/drawing/2014/main" id="{CE0C9F5A-0F13-4240-8077-52522F1D373D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 flipV="1">
                <a:off x="1305" y="1179"/>
                <a:ext cx="240" cy="192"/>
              </a:xfrm>
              <a:custGeom>
                <a:avLst/>
                <a:gdLst>
                  <a:gd name="G0" fmla="+- 0 0 0"/>
                  <a:gd name="G1" fmla="+- 21558 0 0"/>
                  <a:gd name="G2" fmla="+- 21600 0 0"/>
                  <a:gd name="T0" fmla="*/ 1347 w 21600"/>
                  <a:gd name="T1" fmla="*/ 0 h 21558"/>
                  <a:gd name="T2" fmla="*/ 21600 w 21600"/>
                  <a:gd name="T3" fmla="*/ 21558 h 21558"/>
                  <a:gd name="T4" fmla="*/ 0 w 21600"/>
                  <a:gd name="T5" fmla="*/ 21558 h 215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558" fill="none" extrusionOk="0">
                    <a:moveTo>
                      <a:pt x="1346" y="0"/>
                    </a:moveTo>
                    <a:cubicBezTo>
                      <a:pt x="12731" y="711"/>
                      <a:pt x="21600" y="10151"/>
                      <a:pt x="21600" y="21558"/>
                    </a:cubicBezTo>
                  </a:path>
                  <a:path w="21600" h="21558" stroke="0" extrusionOk="0">
                    <a:moveTo>
                      <a:pt x="1346" y="0"/>
                    </a:moveTo>
                    <a:cubicBezTo>
                      <a:pt x="12731" y="711"/>
                      <a:pt x="21600" y="10151"/>
                      <a:pt x="21600" y="21558"/>
                    </a:cubicBezTo>
                    <a:lnTo>
                      <a:pt x="0" y="21558"/>
                    </a:lnTo>
                    <a:close/>
                  </a:path>
                </a:pathLst>
              </a:cu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5784" name="Freeform 72">
                <a:extLst>
                  <a:ext uri="{FF2B5EF4-FFF2-40B4-BE49-F238E27FC236}">
                    <a16:creationId xmlns:a16="http://schemas.microsoft.com/office/drawing/2014/main" id="{64830C85-1334-43ED-9B3F-CFDA90D98B2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99" y="990"/>
                <a:ext cx="1" cy="210"/>
              </a:xfrm>
              <a:custGeom>
                <a:avLst/>
                <a:gdLst>
                  <a:gd name="T0" fmla="*/ 0 w 1"/>
                  <a:gd name="T1" fmla="*/ 210 h 210"/>
                  <a:gd name="T2" fmla="*/ 0 w 1"/>
                  <a:gd name="T3" fmla="*/ 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" h="210">
                    <a:moveTo>
                      <a:pt x="0" y="210"/>
                    </a:moveTo>
                    <a:lnTo>
                      <a:pt x="0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5785" name="Line 73">
                <a:extLst>
                  <a:ext uri="{FF2B5EF4-FFF2-40B4-BE49-F238E27FC236}">
                    <a16:creationId xmlns:a16="http://schemas.microsoft.com/office/drawing/2014/main" id="{ED0CF2CA-E074-4822-A115-110E4A73A7B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37" y="2084"/>
                <a:ext cx="0" cy="19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5786" name="Freeform 74">
                <a:extLst>
                  <a:ext uri="{FF2B5EF4-FFF2-40B4-BE49-F238E27FC236}">
                    <a16:creationId xmlns:a16="http://schemas.microsoft.com/office/drawing/2014/main" id="{8F97ECD4-F46A-4ABA-A389-E0860EAAAEB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69" y="1157"/>
                <a:ext cx="582" cy="1"/>
              </a:xfrm>
              <a:custGeom>
                <a:avLst/>
                <a:gdLst>
                  <a:gd name="T0" fmla="*/ 0 w 582"/>
                  <a:gd name="T1" fmla="*/ 0 h 1"/>
                  <a:gd name="T2" fmla="*/ 582 w 582"/>
                  <a:gd name="T3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582" h="1">
                    <a:moveTo>
                      <a:pt x="0" y="0"/>
                    </a:moveTo>
                    <a:lnTo>
                      <a:pt x="582" y="0"/>
                    </a:lnTo>
                  </a:path>
                </a:pathLst>
              </a:custGeom>
              <a:noFill/>
              <a:ln w="19050" cap="flat" cmpd="sng">
                <a:solidFill>
                  <a:schemeClr val="tx1"/>
                </a:solidFill>
                <a:prstDash val="lgDashDot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5787" name="Oval 75">
                <a:extLst>
                  <a:ext uri="{FF2B5EF4-FFF2-40B4-BE49-F238E27FC236}">
                    <a16:creationId xmlns:a16="http://schemas.microsoft.com/office/drawing/2014/main" id="{6C568DEC-33E8-4C2F-A103-780449AB9B1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13" y="1046"/>
                <a:ext cx="240" cy="222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5788" name="Freeform 76">
                <a:extLst>
                  <a:ext uri="{FF2B5EF4-FFF2-40B4-BE49-F238E27FC236}">
                    <a16:creationId xmlns:a16="http://schemas.microsoft.com/office/drawing/2014/main" id="{7CD3EB0B-B8E7-4E31-AD4D-B3E52D287C3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22" y="2274"/>
                <a:ext cx="991" cy="3"/>
              </a:xfrm>
              <a:custGeom>
                <a:avLst/>
                <a:gdLst>
                  <a:gd name="T0" fmla="*/ 991 w 991"/>
                  <a:gd name="T1" fmla="*/ 0 h 3"/>
                  <a:gd name="T2" fmla="*/ 0 w 991"/>
                  <a:gd name="T3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991" h="3">
                    <a:moveTo>
                      <a:pt x="991" y="0"/>
                    </a:moveTo>
                    <a:lnTo>
                      <a:pt x="0" y="3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5789" name="Freeform 77">
                <a:extLst>
                  <a:ext uri="{FF2B5EF4-FFF2-40B4-BE49-F238E27FC236}">
                    <a16:creationId xmlns:a16="http://schemas.microsoft.com/office/drawing/2014/main" id="{CD3EEC27-2576-46D4-9B85-C69FC7F8730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21" y="2079"/>
                <a:ext cx="602" cy="1"/>
              </a:xfrm>
              <a:custGeom>
                <a:avLst/>
                <a:gdLst>
                  <a:gd name="T0" fmla="*/ 602 w 602"/>
                  <a:gd name="T1" fmla="*/ 1 h 1"/>
                  <a:gd name="T2" fmla="*/ 0 w 602"/>
                  <a:gd name="T3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602" h="1">
                    <a:moveTo>
                      <a:pt x="602" y="1"/>
                    </a:moveTo>
                    <a:lnTo>
                      <a:pt x="0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5790" name="Freeform 78">
                <a:extLst>
                  <a:ext uri="{FF2B5EF4-FFF2-40B4-BE49-F238E27FC236}">
                    <a16:creationId xmlns:a16="http://schemas.microsoft.com/office/drawing/2014/main" id="{A7D9DE39-B8FA-4661-AC19-EABB0D6B827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28" y="983"/>
                <a:ext cx="248" cy="6"/>
              </a:xfrm>
              <a:custGeom>
                <a:avLst/>
                <a:gdLst>
                  <a:gd name="T0" fmla="*/ 248 w 248"/>
                  <a:gd name="T1" fmla="*/ 6 h 6"/>
                  <a:gd name="T2" fmla="*/ 0 w 248"/>
                  <a:gd name="T3" fmla="*/ 0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248" h="6">
                    <a:moveTo>
                      <a:pt x="248" y="6"/>
                    </a:moveTo>
                    <a:lnTo>
                      <a:pt x="0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5791" name="Freeform 79">
                <a:extLst>
                  <a:ext uri="{FF2B5EF4-FFF2-40B4-BE49-F238E27FC236}">
                    <a16:creationId xmlns:a16="http://schemas.microsoft.com/office/drawing/2014/main" id="{47C02D03-418E-4312-B575-6AD537B3C3B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67" y="788"/>
                <a:ext cx="1" cy="208"/>
              </a:xfrm>
              <a:custGeom>
                <a:avLst/>
                <a:gdLst>
                  <a:gd name="T0" fmla="*/ 0 w 1"/>
                  <a:gd name="T1" fmla="*/ 208 h 208"/>
                  <a:gd name="T2" fmla="*/ 1 w 1"/>
                  <a:gd name="T3" fmla="*/ 0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" h="208">
                    <a:moveTo>
                      <a:pt x="0" y="208"/>
                    </a:moveTo>
                    <a:lnTo>
                      <a:pt x="1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5792" name="Freeform 80">
                <a:extLst>
                  <a:ext uri="{FF2B5EF4-FFF2-40B4-BE49-F238E27FC236}">
                    <a16:creationId xmlns:a16="http://schemas.microsoft.com/office/drawing/2014/main" id="{6EDFF5B6-0323-4455-B107-0C9943A4223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15" y="795"/>
                <a:ext cx="660" cy="1"/>
              </a:xfrm>
              <a:custGeom>
                <a:avLst/>
                <a:gdLst>
                  <a:gd name="T0" fmla="*/ 660 w 660"/>
                  <a:gd name="T1" fmla="*/ 0 h 1"/>
                  <a:gd name="T2" fmla="*/ 0 w 660"/>
                  <a:gd name="T3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660" h="1">
                    <a:moveTo>
                      <a:pt x="660" y="0"/>
                    </a:moveTo>
                    <a:lnTo>
                      <a:pt x="0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5793" name="Freeform 81">
                <a:extLst>
                  <a:ext uri="{FF2B5EF4-FFF2-40B4-BE49-F238E27FC236}">
                    <a16:creationId xmlns:a16="http://schemas.microsoft.com/office/drawing/2014/main" id="{E5BF8264-7CC5-43C3-A223-638C06BD868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28" y="983"/>
                <a:ext cx="1" cy="1096"/>
              </a:xfrm>
              <a:custGeom>
                <a:avLst/>
                <a:gdLst>
                  <a:gd name="T0" fmla="*/ 0 w 1"/>
                  <a:gd name="T1" fmla="*/ 1096 h 1096"/>
                  <a:gd name="T2" fmla="*/ 0 w 1"/>
                  <a:gd name="T3" fmla="*/ 0 h 10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" h="1096">
                    <a:moveTo>
                      <a:pt x="0" y="1096"/>
                    </a:moveTo>
                    <a:lnTo>
                      <a:pt x="0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5794" name="Freeform 82">
                <a:extLst>
                  <a:ext uri="{FF2B5EF4-FFF2-40B4-BE49-F238E27FC236}">
                    <a16:creationId xmlns:a16="http://schemas.microsoft.com/office/drawing/2014/main" id="{0BB895B5-FC6C-44AD-9DAF-53E13B7D199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13" y="2079"/>
                <a:ext cx="1" cy="210"/>
              </a:xfrm>
              <a:custGeom>
                <a:avLst/>
                <a:gdLst>
                  <a:gd name="T0" fmla="*/ 0 w 1"/>
                  <a:gd name="T1" fmla="*/ 0 h 210"/>
                  <a:gd name="T2" fmla="*/ 0 w 1"/>
                  <a:gd name="T3" fmla="*/ 21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" h="210">
                    <a:moveTo>
                      <a:pt x="0" y="0"/>
                    </a:moveTo>
                    <a:lnTo>
                      <a:pt x="0" y="21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5795" name="Line 83">
                <a:extLst>
                  <a:ext uri="{FF2B5EF4-FFF2-40B4-BE49-F238E27FC236}">
                    <a16:creationId xmlns:a16="http://schemas.microsoft.com/office/drawing/2014/main" id="{3B1EE852-3C13-4B5A-A429-6E515B6E9A3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801" y="795"/>
                <a:ext cx="0" cy="67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5796" name="Freeform 84">
                <a:extLst>
                  <a:ext uri="{FF2B5EF4-FFF2-40B4-BE49-F238E27FC236}">
                    <a16:creationId xmlns:a16="http://schemas.microsoft.com/office/drawing/2014/main" id="{39646046-B48A-4671-92DC-C865A57F70D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29" y="1457"/>
                <a:ext cx="276" cy="2"/>
              </a:xfrm>
              <a:custGeom>
                <a:avLst/>
                <a:gdLst>
                  <a:gd name="T0" fmla="*/ 0 w 276"/>
                  <a:gd name="T1" fmla="*/ 0 h 2"/>
                  <a:gd name="T2" fmla="*/ 276 w 276"/>
                  <a:gd name="T3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276" h="2">
                    <a:moveTo>
                      <a:pt x="0" y="0"/>
                    </a:moveTo>
                    <a:lnTo>
                      <a:pt x="276" y="2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5797" name="Freeform 85">
                <a:extLst>
                  <a:ext uri="{FF2B5EF4-FFF2-40B4-BE49-F238E27FC236}">
                    <a16:creationId xmlns:a16="http://schemas.microsoft.com/office/drawing/2014/main" id="{C37B8825-FAF8-499D-ADD6-6797F7390F3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3" y="1524"/>
                <a:ext cx="1" cy="750"/>
              </a:xfrm>
              <a:custGeom>
                <a:avLst/>
                <a:gdLst>
                  <a:gd name="T0" fmla="*/ 0 w 1"/>
                  <a:gd name="T1" fmla="*/ 750 h 750"/>
                  <a:gd name="T2" fmla="*/ 0 w 1"/>
                  <a:gd name="T3" fmla="*/ 0 h 7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" h="750">
                    <a:moveTo>
                      <a:pt x="0" y="750"/>
                    </a:moveTo>
                    <a:lnTo>
                      <a:pt x="0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5798" name="Freeform 86">
                <a:extLst>
                  <a:ext uri="{FF2B5EF4-FFF2-40B4-BE49-F238E27FC236}">
                    <a16:creationId xmlns:a16="http://schemas.microsoft.com/office/drawing/2014/main" id="{100DC743-DDB5-4A7F-964B-6BF04EFEA60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3" y="1464"/>
                <a:ext cx="60" cy="60"/>
              </a:xfrm>
              <a:custGeom>
                <a:avLst/>
                <a:gdLst>
                  <a:gd name="T0" fmla="*/ 60 w 60"/>
                  <a:gd name="T1" fmla="*/ 0 h 60"/>
                  <a:gd name="T2" fmla="*/ 0 w 60"/>
                  <a:gd name="T3" fmla="*/ 60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60" h="60">
                    <a:moveTo>
                      <a:pt x="60" y="0"/>
                    </a:moveTo>
                    <a:lnTo>
                      <a:pt x="0" y="6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5799" name="Freeform 87">
                <a:extLst>
                  <a:ext uri="{FF2B5EF4-FFF2-40B4-BE49-F238E27FC236}">
                    <a16:creationId xmlns:a16="http://schemas.microsoft.com/office/drawing/2014/main" id="{B99DCF2B-36A7-4224-A428-E11B3F387AC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29" y="1524"/>
                <a:ext cx="211" cy="1"/>
              </a:xfrm>
              <a:custGeom>
                <a:avLst/>
                <a:gdLst>
                  <a:gd name="T0" fmla="*/ 211 w 211"/>
                  <a:gd name="T1" fmla="*/ 0 h 1"/>
                  <a:gd name="T2" fmla="*/ 0 w 211"/>
                  <a:gd name="T3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211" h="1">
                    <a:moveTo>
                      <a:pt x="211" y="0"/>
                    </a:moveTo>
                    <a:lnTo>
                      <a:pt x="0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5800" name="Line 88">
                <a:extLst>
                  <a:ext uri="{FF2B5EF4-FFF2-40B4-BE49-F238E27FC236}">
                    <a16:creationId xmlns:a16="http://schemas.microsoft.com/office/drawing/2014/main" id="{AE881669-DA7D-4902-8B74-802DB8F716C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18" y="2024"/>
                <a:ext cx="0" cy="317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prstDash val="lgDash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5801" name="Line 89">
                <a:extLst>
                  <a:ext uri="{FF2B5EF4-FFF2-40B4-BE49-F238E27FC236}">
                    <a16:creationId xmlns:a16="http://schemas.microsoft.com/office/drawing/2014/main" id="{5C97B04B-AA4E-40F7-B5D5-71A57E1B94D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65" y="805"/>
                <a:ext cx="0" cy="203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prstDash val="lg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115859" name="Group 147">
              <a:extLst>
                <a:ext uri="{FF2B5EF4-FFF2-40B4-BE49-F238E27FC236}">
                  <a16:creationId xmlns:a16="http://schemas.microsoft.com/office/drawing/2014/main" id="{B92ADED8-D0E8-486D-8F01-F627945D758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80" y="2598"/>
              <a:ext cx="2205" cy="1335"/>
              <a:chOff x="480" y="2598"/>
              <a:chExt cx="2205" cy="1335"/>
            </a:xfrm>
          </p:grpSpPr>
          <p:sp>
            <p:nvSpPr>
              <p:cNvPr id="115803" name="Arc 91">
                <a:extLst>
                  <a:ext uri="{FF2B5EF4-FFF2-40B4-BE49-F238E27FC236}">
                    <a16:creationId xmlns:a16="http://schemas.microsoft.com/office/drawing/2014/main" id="{9D273F0D-9667-4DDF-96D7-254906D289A2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 flipV="1">
                <a:off x="1112" y="3262"/>
                <a:ext cx="443" cy="336"/>
              </a:xfrm>
              <a:custGeom>
                <a:avLst/>
                <a:gdLst>
                  <a:gd name="G0" fmla="+- 0 0 0"/>
                  <a:gd name="G1" fmla="+- 18867 0 0"/>
                  <a:gd name="G2" fmla="+- 21600 0 0"/>
                  <a:gd name="T0" fmla="*/ 10517 w 21600"/>
                  <a:gd name="T1" fmla="*/ 0 h 18867"/>
                  <a:gd name="T2" fmla="*/ 21600 w 21600"/>
                  <a:gd name="T3" fmla="*/ 18867 h 18867"/>
                  <a:gd name="T4" fmla="*/ 0 w 21600"/>
                  <a:gd name="T5" fmla="*/ 18867 h 188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18867" fill="none" extrusionOk="0">
                    <a:moveTo>
                      <a:pt x="10516" y="0"/>
                    </a:moveTo>
                    <a:cubicBezTo>
                      <a:pt x="17359" y="3814"/>
                      <a:pt x="21600" y="11033"/>
                      <a:pt x="21600" y="18867"/>
                    </a:cubicBezTo>
                  </a:path>
                  <a:path w="21600" h="18867" stroke="0" extrusionOk="0">
                    <a:moveTo>
                      <a:pt x="10516" y="0"/>
                    </a:moveTo>
                    <a:cubicBezTo>
                      <a:pt x="17359" y="3814"/>
                      <a:pt x="21600" y="11033"/>
                      <a:pt x="21600" y="18867"/>
                    </a:cubicBezTo>
                    <a:lnTo>
                      <a:pt x="0" y="18867"/>
                    </a:lnTo>
                    <a:close/>
                  </a:path>
                </a:pathLst>
              </a:cu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5804" name="AutoShape 92">
                <a:extLst>
                  <a:ext uri="{FF2B5EF4-FFF2-40B4-BE49-F238E27FC236}">
                    <a16:creationId xmlns:a16="http://schemas.microsoft.com/office/drawing/2014/main" id="{0B315BE8-412F-4299-8034-1E54F8854B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61" y="2687"/>
                <a:ext cx="1965" cy="1152"/>
              </a:xfrm>
              <a:prstGeom prst="roundRect">
                <a:avLst>
                  <a:gd name="adj" fmla="val 13542"/>
                </a:avLst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15805" name="AutoShape 93">
                <a:extLst>
                  <a:ext uri="{FF2B5EF4-FFF2-40B4-BE49-F238E27FC236}">
                    <a16:creationId xmlns:a16="http://schemas.microsoft.com/office/drawing/2014/main" id="{B89CE166-152E-469A-BDA6-9699CEE48D9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4" y="2827"/>
                <a:ext cx="1296" cy="872"/>
              </a:xfrm>
              <a:prstGeom prst="roundRect">
                <a:avLst>
                  <a:gd name="adj" fmla="val 16667"/>
                </a:avLst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15807" name="Oval 95">
                <a:extLst>
                  <a:ext uri="{FF2B5EF4-FFF2-40B4-BE49-F238E27FC236}">
                    <a16:creationId xmlns:a16="http://schemas.microsoft.com/office/drawing/2014/main" id="{EFDDA836-1934-43C3-B2F5-8CF33FB5A3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78" y="3023"/>
                <a:ext cx="528" cy="480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5808" name="Oval 96">
                <a:extLst>
                  <a:ext uri="{FF2B5EF4-FFF2-40B4-BE49-F238E27FC236}">
                    <a16:creationId xmlns:a16="http://schemas.microsoft.com/office/drawing/2014/main" id="{6BB18526-7C81-4C70-AA96-765D5568E62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26" y="3071"/>
                <a:ext cx="432" cy="384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pSp>
            <p:nvGrpSpPr>
              <p:cNvPr id="115809" name="Group 97">
                <a:extLst>
                  <a:ext uri="{FF2B5EF4-FFF2-40B4-BE49-F238E27FC236}">
                    <a16:creationId xmlns:a16="http://schemas.microsoft.com/office/drawing/2014/main" id="{F47EE219-0F71-4FCB-85DA-A8E93D49A2F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82" y="3576"/>
                <a:ext cx="282" cy="242"/>
                <a:chOff x="560" y="3576"/>
                <a:chExt cx="282" cy="242"/>
              </a:xfrm>
            </p:grpSpPr>
            <p:sp>
              <p:nvSpPr>
                <p:cNvPr id="115810" name="Line 98">
                  <a:extLst>
                    <a:ext uri="{FF2B5EF4-FFF2-40B4-BE49-F238E27FC236}">
                      <a16:creationId xmlns:a16="http://schemas.microsoft.com/office/drawing/2014/main" id="{2B3701BB-1DCF-48F1-B852-CE9384CD4A9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700" y="3576"/>
                  <a:ext cx="0" cy="242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15811" name="Freeform 99">
                  <a:extLst>
                    <a:ext uri="{FF2B5EF4-FFF2-40B4-BE49-F238E27FC236}">
                      <a16:creationId xmlns:a16="http://schemas.microsoft.com/office/drawing/2014/main" id="{1B623EE0-7355-4A9B-9063-2AE1431A20E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0" y="3698"/>
                  <a:ext cx="282" cy="2"/>
                </a:xfrm>
                <a:custGeom>
                  <a:avLst/>
                  <a:gdLst>
                    <a:gd name="T0" fmla="*/ 0 w 285"/>
                    <a:gd name="T1" fmla="*/ 3 h 3"/>
                    <a:gd name="T2" fmla="*/ 285 w 285"/>
                    <a:gd name="T3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285" h="3">
                      <a:moveTo>
                        <a:pt x="0" y="3"/>
                      </a:moveTo>
                      <a:lnTo>
                        <a:pt x="285" y="0"/>
                      </a:lnTo>
                    </a:path>
                  </a:pathLst>
                </a:custGeom>
                <a:noFill/>
                <a:ln w="1905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15812" name="Oval 100">
                  <a:extLst>
                    <a:ext uri="{FF2B5EF4-FFF2-40B4-BE49-F238E27FC236}">
                      <a16:creationId xmlns:a16="http://schemas.microsoft.com/office/drawing/2014/main" id="{3BC0852B-63C1-41D9-8CE8-5754B53A5A8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-5400000">
                  <a:off x="619" y="3602"/>
                  <a:ext cx="162" cy="190"/>
                </a:xfrm>
                <a:prstGeom prst="ellips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15813" name="Group 101">
                <a:extLst>
                  <a:ext uri="{FF2B5EF4-FFF2-40B4-BE49-F238E27FC236}">
                    <a16:creationId xmlns:a16="http://schemas.microsoft.com/office/drawing/2014/main" id="{DF0A1730-18AB-4B15-8884-FFCA0BCEC2C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82" y="2714"/>
                <a:ext cx="282" cy="261"/>
                <a:chOff x="560" y="2714"/>
                <a:chExt cx="282" cy="261"/>
              </a:xfrm>
            </p:grpSpPr>
            <p:sp>
              <p:nvSpPr>
                <p:cNvPr id="115814" name="Line 102">
                  <a:extLst>
                    <a:ext uri="{FF2B5EF4-FFF2-40B4-BE49-F238E27FC236}">
                      <a16:creationId xmlns:a16="http://schemas.microsoft.com/office/drawing/2014/main" id="{505E5A80-592F-4BEB-9DFA-505D518E298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700" y="2714"/>
                  <a:ext cx="0" cy="261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15815" name="Freeform 103">
                  <a:extLst>
                    <a:ext uri="{FF2B5EF4-FFF2-40B4-BE49-F238E27FC236}">
                      <a16:creationId xmlns:a16="http://schemas.microsoft.com/office/drawing/2014/main" id="{F26207A7-B89B-4D51-89E0-D5C8634B0A1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0" y="2845"/>
                  <a:ext cx="282" cy="3"/>
                </a:xfrm>
                <a:custGeom>
                  <a:avLst/>
                  <a:gdLst>
                    <a:gd name="T0" fmla="*/ 0 w 285"/>
                    <a:gd name="T1" fmla="*/ 3 h 3"/>
                    <a:gd name="T2" fmla="*/ 285 w 285"/>
                    <a:gd name="T3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285" h="3">
                      <a:moveTo>
                        <a:pt x="0" y="3"/>
                      </a:moveTo>
                      <a:lnTo>
                        <a:pt x="285" y="0"/>
                      </a:lnTo>
                    </a:path>
                  </a:pathLst>
                </a:custGeom>
                <a:noFill/>
                <a:ln w="1905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15816" name="Oval 104">
                  <a:extLst>
                    <a:ext uri="{FF2B5EF4-FFF2-40B4-BE49-F238E27FC236}">
                      <a16:creationId xmlns:a16="http://schemas.microsoft.com/office/drawing/2014/main" id="{9FD60E3E-006D-4D58-80AC-31F29BB3FF7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-5400000">
                  <a:off x="613" y="2750"/>
                  <a:ext cx="174" cy="190"/>
                </a:xfrm>
                <a:prstGeom prst="ellips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15817" name="Group 105">
                <a:extLst>
                  <a:ext uri="{FF2B5EF4-FFF2-40B4-BE49-F238E27FC236}">
                    <a16:creationId xmlns:a16="http://schemas.microsoft.com/office/drawing/2014/main" id="{22C3CFE2-A511-4C25-B393-D5FB14128D9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210" y="3555"/>
                <a:ext cx="285" cy="263"/>
                <a:chOff x="2188" y="3555"/>
                <a:chExt cx="285" cy="263"/>
              </a:xfrm>
            </p:grpSpPr>
            <p:sp>
              <p:nvSpPr>
                <p:cNvPr id="115818" name="Line 106">
                  <a:extLst>
                    <a:ext uri="{FF2B5EF4-FFF2-40B4-BE49-F238E27FC236}">
                      <a16:creationId xmlns:a16="http://schemas.microsoft.com/office/drawing/2014/main" id="{A95440A6-71B7-42C3-9FF1-FD49C757ABB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329" y="3555"/>
                  <a:ext cx="0" cy="263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15819" name="Freeform 107">
                  <a:extLst>
                    <a:ext uri="{FF2B5EF4-FFF2-40B4-BE49-F238E27FC236}">
                      <a16:creationId xmlns:a16="http://schemas.microsoft.com/office/drawing/2014/main" id="{8B3D5B89-570E-493D-923D-1B12618EDBC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88" y="3687"/>
                  <a:ext cx="285" cy="3"/>
                </a:xfrm>
                <a:custGeom>
                  <a:avLst/>
                  <a:gdLst>
                    <a:gd name="T0" fmla="*/ 0 w 285"/>
                    <a:gd name="T1" fmla="*/ 3 h 3"/>
                    <a:gd name="T2" fmla="*/ 285 w 285"/>
                    <a:gd name="T3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285" h="3">
                      <a:moveTo>
                        <a:pt x="0" y="3"/>
                      </a:moveTo>
                      <a:lnTo>
                        <a:pt x="285" y="0"/>
                      </a:lnTo>
                    </a:path>
                  </a:pathLst>
                </a:custGeom>
                <a:noFill/>
                <a:ln w="1905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15820" name="Oval 108">
                  <a:extLst>
                    <a:ext uri="{FF2B5EF4-FFF2-40B4-BE49-F238E27FC236}">
                      <a16:creationId xmlns:a16="http://schemas.microsoft.com/office/drawing/2014/main" id="{26A40A68-4296-4B4E-A53F-B8ED0342E8B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-5400000">
                  <a:off x="2241" y="3591"/>
                  <a:ext cx="175" cy="192"/>
                </a:xfrm>
                <a:prstGeom prst="ellips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15821" name="Group 109">
                <a:extLst>
                  <a:ext uri="{FF2B5EF4-FFF2-40B4-BE49-F238E27FC236}">
                    <a16:creationId xmlns:a16="http://schemas.microsoft.com/office/drawing/2014/main" id="{613AF563-E0A4-4C1E-8252-A302AC6CD24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195" y="2714"/>
                <a:ext cx="300" cy="255"/>
                <a:chOff x="2173" y="2714"/>
                <a:chExt cx="300" cy="255"/>
              </a:xfrm>
            </p:grpSpPr>
            <p:sp>
              <p:nvSpPr>
                <p:cNvPr id="115822" name="Line 110">
                  <a:extLst>
                    <a:ext uri="{FF2B5EF4-FFF2-40B4-BE49-F238E27FC236}">
                      <a16:creationId xmlns:a16="http://schemas.microsoft.com/office/drawing/2014/main" id="{2B8ED5EC-DD2B-4F19-97CB-470EF174B32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321" y="2714"/>
                  <a:ext cx="0" cy="255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15823" name="Freeform 111">
                  <a:extLst>
                    <a:ext uri="{FF2B5EF4-FFF2-40B4-BE49-F238E27FC236}">
                      <a16:creationId xmlns:a16="http://schemas.microsoft.com/office/drawing/2014/main" id="{C786D824-5826-4B42-AF12-FA0C20A7F21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73" y="2842"/>
                  <a:ext cx="300" cy="3"/>
                </a:xfrm>
                <a:custGeom>
                  <a:avLst/>
                  <a:gdLst>
                    <a:gd name="T0" fmla="*/ 0 w 285"/>
                    <a:gd name="T1" fmla="*/ 3 h 3"/>
                    <a:gd name="T2" fmla="*/ 285 w 285"/>
                    <a:gd name="T3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285" h="3">
                      <a:moveTo>
                        <a:pt x="0" y="3"/>
                      </a:moveTo>
                      <a:lnTo>
                        <a:pt x="285" y="0"/>
                      </a:lnTo>
                    </a:path>
                  </a:pathLst>
                </a:custGeom>
                <a:noFill/>
                <a:ln w="1905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15824" name="Oval 112">
                  <a:extLst>
                    <a:ext uri="{FF2B5EF4-FFF2-40B4-BE49-F238E27FC236}">
                      <a16:creationId xmlns:a16="http://schemas.microsoft.com/office/drawing/2014/main" id="{1F4C469E-3F65-4BE1-8106-DD68880E11B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-5400000">
                  <a:off x="2236" y="2741"/>
                  <a:ext cx="170" cy="202"/>
                </a:xfrm>
                <a:prstGeom prst="ellips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15825" name="Group 113">
                <a:extLst>
                  <a:ext uri="{FF2B5EF4-FFF2-40B4-BE49-F238E27FC236}">
                    <a16:creationId xmlns:a16="http://schemas.microsoft.com/office/drawing/2014/main" id="{A05767DA-453B-4A8A-8422-3D02C94EF33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08" y="3441"/>
                <a:ext cx="269" cy="242"/>
                <a:chOff x="3825" y="2746"/>
                <a:chExt cx="255" cy="255"/>
              </a:xfrm>
            </p:grpSpPr>
            <p:sp>
              <p:nvSpPr>
                <p:cNvPr id="115826" name="Freeform 114">
                  <a:extLst>
                    <a:ext uri="{FF2B5EF4-FFF2-40B4-BE49-F238E27FC236}">
                      <a16:creationId xmlns:a16="http://schemas.microsoft.com/office/drawing/2014/main" id="{8C549BE8-EFA4-4084-B0AB-DCFEF40278E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60" y="2746"/>
                  <a:ext cx="1" cy="255"/>
                </a:xfrm>
                <a:custGeom>
                  <a:avLst/>
                  <a:gdLst>
                    <a:gd name="T0" fmla="*/ 0 w 1"/>
                    <a:gd name="T1" fmla="*/ 0 h 255"/>
                    <a:gd name="T2" fmla="*/ 0 w 1"/>
                    <a:gd name="T3" fmla="*/ 255 h 2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1" h="255">
                      <a:moveTo>
                        <a:pt x="0" y="0"/>
                      </a:moveTo>
                      <a:lnTo>
                        <a:pt x="0" y="255"/>
                      </a:lnTo>
                    </a:path>
                  </a:pathLst>
                </a:custGeom>
                <a:noFill/>
                <a:ln w="127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15827" name="Freeform 115">
                  <a:extLst>
                    <a:ext uri="{FF2B5EF4-FFF2-40B4-BE49-F238E27FC236}">
                      <a16:creationId xmlns:a16="http://schemas.microsoft.com/office/drawing/2014/main" id="{564F40C6-891B-4B1B-9E2A-3C105D0A4E2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25" y="2851"/>
                  <a:ext cx="255" cy="1"/>
                </a:xfrm>
                <a:custGeom>
                  <a:avLst/>
                  <a:gdLst>
                    <a:gd name="T0" fmla="*/ 0 w 255"/>
                    <a:gd name="T1" fmla="*/ 0 h 1"/>
                    <a:gd name="T2" fmla="*/ 255 w 255"/>
                    <a:gd name="T3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255" h="1">
                      <a:moveTo>
                        <a:pt x="0" y="0"/>
                      </a:moveTo>
                      <a:lnTo>
                        <a:pt x="255" y="0"/>
                      </a:lnTo>
                    </a:path>
                  </a:pathLst>
                </a:custGeom>
                <a:noFill/>
                <a:ln w="127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15828" name="Oval 116">
                  <a:extLst>
                    <a:ext uri="{FF2B5EF4-FFF2-40B4-BE49-F238E27FC236}">
                      <a16:creationId xmlns:a16="http://schemas.microsoft.com/office/drawing/2014/main" id="{FA05CF9D-B0E3-4300-BC65-9E71E591495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-5400000">
                  <a:off x="3888" y="2784"/>
                  <a:ext cx="144" cy="144"/>
                </a:xfrm>
                <a:prstGeom prst="ellips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15829" name="Group 117">
                <a:extLst>
                  <a:ext uri="{FF2B5EF4-FFF2-40B4-BE49-F238E27FC236}">
                    <a16:creationId xmlns:a16="http://schemas.microsoft.com/office/drawing/2014/main" id="{AC6111AD-A8A4-454B-9F00-080F4B52ADE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22" y="2877"/>
                <a:ext cx="255" cy="227"/>
                <a:chOff x="900" y="2877"/>
                <a:chExt cx="255" cy="227"/>
              </a:xfrm>
            </p:grpSpPr>
            <p:sp>
              <p:nvSpPr>
                <p:cNvPr id="115830" name="Freeform 118">
                  <a:extLst>
                    <a:ext uri="{FF2B5EF4-FFF2-40B4-BE49-F238E27FC236}">
                      <a16:creationId xmlns:a16="http://schemas.microsoft.com/office/drawing/2014/main" id="{151D14A6-F416-478D-8AFA-533E387032F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035" y="2877"/>
                  <a:ext cx="1" cy="227"/>
                </a:xfrm>
                <a:custGeom>
                  <a:avLst/>
                  <a:gdLst>
                    <a:gd name="T0" fmla="*/ 0 w 1"/>
                    <a:gd name="T1" fmla="*/ 0 h 255"/>
                    <a:gd name="T2" fmla="*/ 0 w 1"/>
                    <a:gd name="T3" fmla="*/ 255 h 2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1" h="255">
                      <a:moveTo>
                        <a:pt x="0" y="0"/>
                      </a:moveTo>
                      <a:lnTo>
                        <a:pt x="0" y="255"/>
                      </a:lnTo>
                    </a:path>
                  </a:pathLst>
                </a:custGeom>
                <a:noFill/>
                <a:ln w="1905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15831" name="Freeform 119">
                  <a:extLst>
                    <a:ext uri="{FF2B5EF4-FFF2-40B4-BE49-F238E27FC236}">
                      <a16:creationId xmlns:a16="http://schemas.microsoft.com/office/drawing/2014/main" id="{981F892E-C774-4825-BFD4-3150464A5A8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900" y="2970"/>
                  <a:ext cx="255" cy="1"/>
                </a:xfrm>
                <a:custGeom>
                  <a:avLst/>
                  <a:gdLst>
                    <a:gd name="T0" fmla="*/ 0 w 255"/>
                    <a:gd name="T1" fmla="*/ 0 h 1"/>
                    <a:gd name="T2" fmla="*/ 255 w 255"/>
                    <a:gd name="T3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255" h="1">
                      <a:moveTo>
                        <a:pt x="0" y="0"/>
                      </a:moveTo>
                      <a:lnTo>
                        <a:pt x="255" y="0"/>
                      </a:lnTo>
                    </a:path>
                  </a:pathLst>
                </a:custGeom>
                <a:noFill/>
                <a:ln w="1905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15832" name="Oval 120">
                  <a:extLst>
                    <a:ext uri="{FF2B5EF4-FFF2-40B4-BE49-F238E27FC236}">
                      <a16:creationId xmlns:a16="http://schemas.microsoft.com/office/drawing/2014/main" id="{DBD3FDA0-FC95-481A-AF72-D2EB28B7351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-5400000">
                  <a:off x="971" y="2903"/>
                  <a:ext cx="128" cy="144"/>
                </a:xfrm>
                <a:prstGeom prst="ellips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15833" name="Group 121">
                <a:extLst>
                  <a:ext uri="{FF2B5EF4-FFF2-40B4-BE49-F238E27FC236}">
                    <a16:creationId xmlns:a16="http://schemas.microsoft.com/office/drawing/2014/main" id="{F86BCE88-B60B-4302-9BCE-D00D3F0EE7D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881" y="3455"/>
                <a:ext cx="255" cy="242"/>
                <a:chOff x="3825" y="2746"/>
                <a:chExt cx="255" cy="255"/>
              </a:xfrm>
            </p:grpSpPr>
            <p:sp>
              <p:nvSpPr>
                <p:cNvPr id="115834" name="Freeform 122">
                  <a:extLst>
                    <a:ext uri="{FF2B5EF4-FFF2-40B4-BE49-F238E27FC236}">
                      <a16:creationId xmlns:a16="http://schemas.microsoft.com/office/drawing/2014/main" id="{8D246429-25EA-445A-95FC-375767D020D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60" y="2746"/>
                  <a:ext cx="1" cy="255"/>
                </a:xfrm>
                <a:custGeom>
                  <a:avLst/>
                  <a:gdLst>
                    <a:gd name="T0" fmla="*/ 0 w 1"/>
                    <a:gd name="T1" fmla="*/ 0 h 255"/>
                    <a:gd name="T2" fmla="*/ 0 w 1"/>
                    <a:gd name="T3" fmla="*/ 255 h 2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1" h="255">
                      <a:moveTo>
                        <a:pt x="0" y="0"/>
                      </a:moveTo>
                      <a:lnTo>
                        <a:pt x="0" y="255"/>
                      </a:lnTo>
                    </a:path>
                  </a:pathLst>
                </a:custGeom>
                <a:noFill/>
                <a:ln w="127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15835" name="Freeform 123">
                  <a:extLst>
                    <a:ext uri="{FF2B5EF4-FFF2-40B4-BE49-F238E27FC236}">
                      <a16:creationId xmlns:a16="http://schemas.microsoft.com/office/drawing/2014/main" id="{F273163C-DAFE-4800-AA4C-B65E6FF0CD7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25" y="2851"/>
                  <a:ext cx="255" cy="1"/>
                </a:xfrm>
                <a:custGeom>
                  <a:avLst/>
                  <a:gdLst>
                    <a:gd name="T0" fmla="*/ 0 w 255"/>
                    <a:gd name="T1" fmla="*/ 0 h 1"/>
                    <a:gd name="T2" fmla="*/ 255 w 255"/>
                    <a:gd name="T3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255" h="1">
                      <a:moveTo>
                        <a:pt x="0" y="0"/>
                      </a:moveTo>
                      <a:lnTo>
                        <a:pt x="255" y="0"/>
                      </a:lnTo>
                    </a:path>
                  </a:pathLst>
                </a:custGeom>
                <a:noFill/>
                <a:ln w="127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15836" name="Oval 124">
                  <a:extLst>
                    <a:ext uri="{FF2B5EF4-FFF2-40B4-BE49-F238E27FC236}">
                      <a16:creationId xmlns:a16="http://schemas.microsoft.com/office/drawing/2014/main" id="{31938955-7BFE-4A03-9AB9-C1B33313BF4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-5400000">
                  <a:off x="3888" y="2784"/>
                  <a:ext cx="144" cy="144"/>
                </a:xfrm>
                <a:prstGeom prst="ellips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15837" name="Group 125">
                <a:extLst>
                  <a:ext uri="{FF2B5EF4-FFF2-40B4-BE49-F238E27FC236}">
                    <a16:creationId xmlns:a16="http://schemas.microsoft.com/office/drawing/2014/main" id="{70E4C117-C39A-41EB-B8FF-E81F1F23B74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888" y="2877"/>
                <a:ext cx="255" cy="227"/>
                <a:chOff x="1866" y="2877"/>
                <a:chExt cx="255" cy="227"/>
              </a:xfrm>
            </p:grpSpPr>
            <p:sp>
              <p:nvSpPr>
                <p:cNvPr id="115838" name="Freeform 126">
                  <a:extLst>
                    <a:ext uri="{FF2B5EF4-FFF2-40B4-BE49-F238E27FC236}">
                      <a16:creationId xmlns:a16="http://schemas.microsoft.com/office/drawing/2014/main" id="{F6DF1D67-9DE3-4A3A-A843-164D02A5B0D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01" y="2877"/>
                  <a:ext cx="1" cy="227"/>
                </a:xfrm>
                <a:custGeom>
                  <a:avLst/>
                  <a:gdLst>
                    <a:gd name="T0" fmla="*/ 0 w 1"/>
                    <a:gd name="T1" fmla="*/ 0 h 255"/>
                    <a:gd name="T2" fmla="*/ 0 w 1"/>
                    <a:gd name="T3" fmla="*/ 255 h 2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1" h="255">
                      <a:moveTo>
                        <a:pt x="0" y="0"/>
                      </a:moveTo>
                      <a:lnTo>
                        <a:pt x="0" y="255"/>
                      </a:lnTo>
                    </a:path>
                  </a:pathLst>
                </a:custGeom>
                <a:noFill/>
                <a:ln w="1905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15839" name="Freeform 127">
                  <a:extLst>
                    <a:ext uri="{FF2B5EF4-FFF2-40B4-BE49-F238E27FC236}">
                      <a16:creationId xmlns:a16="http://schemas.microsoft.com/office/drawing/2014/main" id="{16144368-8965-454D-A099-8ABDB9339E9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66" y="2970"/>
                  <a:ext cx="255" cy="1"/>
                </a:xfrm>
                <a:custGeom>
                  <a:avLst/>
                  <a:gdLst>
                    <a:gd name="T0" fmla="*/ 0 w 255"/>
                    <a:gd name="T1" fmla="*/ 0 h 1"/>
                    <a:gd name="T2" fmla="*/ 255 w 255"/>
                    <a:gd name="T3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255" h="1">
                      <a:moveTo>
                        <a:pt x="0" y="0"/>
                      </a:moveTo>
                      <a:lnTo>
                        <a:pt x="255" y="0"/>
                      </a:lnTo>
                    </a:path>
                  </a:pathLst>
                </a:custGeom>
                <a:noFill/>
                <a:ln w="1905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15840" name="Oval 128">
                  <a:extLst>
                    <a:ext uri="{FF2B5EF4-FFF2-40B4-BE49-F238E27FC236}">
                      <a16:creationId xmlns:a16="http://schemas.microsoft.com/office/drawing/2014/main" id="{3464C11B-94D6-486C-A812-42888268962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-5400000">
                  <a:off x="1937" y="2903"/>
                  <a:ext cx="128" cy="144"/>
                </a:xfrm>
                <a:prstGeom prst="ellips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115841" name="Freeform 129">
                <a:extLst>
                  <a:ext uri="{FF2B5EF4-FFF2-40B4-BE49-F238E27FC236}">
                    <a16:creationId xmlns:a16="http://schemas.microsoft.com/office/drawing/2014/main" id="{A40A8C81-B38A-401C-969B-F1A9B366BF5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33" y="3250"/>
                <a:ext cx="1412" cy="496"/>
              </a:xfrm>
              <a:custGeom>
                <a:avLst/>
                <a:gdLst>
                  <a:gd name="T0" fmla="*/ 1275 w 1412"/>
                  <a:gd name="T1" fmla="*/ 0 h 480"/>
                  <a:gd name="T2" fmla="*/ 1412 w 1412"/>
                  <a:gd name="T3" fmla="*/ 14 h 480"/>
                  <a:gd name="T4" fmla="*/ 1385 w 1412"/>
                  <a:gd name="T5" fmla="*/ 329 h 480"/>
                  <a:gd name="T6" fmla="*/ 1371 w 1412"/>
                  <a:gd name="T7" fmla="*/ 425 h 480"/>
                  <a:gd name="T8" fmla="*/ 1261 w 1412"/>
                  <a:gd name="T9" fmla="*/ 480 h 480"/>
                  <a:gd name="T10" fmla="*/ 13 w 1412"/>
                  <a:gd name="T11" fmla="*/ 480 h 480"/>
                  <a:gd name="T12" fmla="*/ 0 w 1412"/>
                  <a:gd name="T13" fmla="*/ 247 h 480"/>
                  <a:gd name="T14" fmla="*/ 0 w 1412"/>
                  <a:gd name="T15" fmla="*/ 0 h 480"/>
                  <a:gd name="T16" fmla="*/ 151 w 1412"/>
                  <a:gd name="T17" fmla="*/ 0 h 480"/>
                  <a:gd name="T18" fmla="*/ 274 w 1412"/>
                  <a:gd name="T19" fmla="*/ 178 h 480"/>
                  <a:gd name="T20" fmla="*/ 397 w 1412"/>
                  <a:gd name="T21" fmla="*/ 343 h 480"/>
                  <a:gd name="T22" fmla="*/ 932 w 1412"/>
                  <a:gd name="T23" fmla="*/ 343 h 480"/>
                  <a:gd name="T24" fmla="*/ 1275 w 1412"/>
                  <a:gd name="T25" fmla="*/ 0 h 4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412" h="480">
                    <a:moveTo>
                      <a:pt x="1275" y="0"/>
                    </a:moveTo>
                    <a:lnTo>
                      <a:pt x="1412" y="14"/>
                    </a:lnTo>
                    <a:lnTo>
                      <a:pt x="1385" y="329"/>
                    </a:lnTo>
                    <a:lnTo>
                      <a:pt x="1371" y="425"/>
                    </a:lnTo>
                    <a:lnTo>
                      <a:pt x="1261" y="480"/>
                    </a:lnTo>
                    <a:lnTo>
                      <a:pt x="13" y="480"/>
                    </a:lnTo>
                    <a:lnTo>
                      <a:pt x="0" y="247"/>
                    </a:lnTo>
                    <a:lnTo>
                      <a:pt x="0" y="0"/>
                    </a:lnTo>
                    <a:lnTo>
                      <a:pt x="151" y="0"/>
                    </a:lnTo>
                    <a:lnTo>
                      <a:pt x="274" y="178"/>
                    </a:lnTo>
                    <a:lnTo>
                      <a:pt x="397" y="343"/>
                    </a:lnTo>
                    <a:lnTo>
                      <a:pt x="932" y="343"/>
                    </a:lnTo>
                    <a:lnTo>
                      <a:pt x="1275" y="0"/>
                    </a:lnTo>
                    <a:close/>
                  </a:path>
                </a:pathLst>
              </a:custGeom>
              <a:solidFill>
                <a:srgbClr val="33CCFF"/>
              </a:solidFill>
              <a:ln w="9525" cap="flat" cmpd="sng">
                <a:solidFill>
                  <a:srgbClr val="33CCFF"/>
                </a:solidFill>
                <a:prstDash val="solid"/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15842" name="Freeform 130">
                <a:extLst>
                  <a:ext uri="{FF2B5EF4-FFF2-40B4-BE49-F238E27FC236}">
                    <a16:creationId xmlns:a16="http://schemas.microsoft.com/office/drawing/2014/main" id="{9AD5359F-AE1E-4326-BA03-9D2660F4812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45" y="2598"/>
                <a:ext cx="1" cy="1335"/>
              </a:xfrm>
              <a:custGeom>
                <a:avLst/>
                <a:gdLst>
                  <a:gd name="T0" fmla="*/ 0 w 1"/>
                  <a:gd name="T1" fmla="*/ 0 h 1335"/>
                  <a:gd name="T2" fmla="*/ 0 w 1"/>
                  <a:gd name="T3" fmla="*/ 1335 h 13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" h="1335">
                    <a:moveTo>
                      <a:pt x="0" y="0"/>
                    </a:moveTo>
                    <a:lnTo>
                      <a:pt x="0" y="1335"/>
                    </a:lnTo>
                  </a:path>
                </a:pathLst>
              </a:custGeom>
              <a:noFill/>
              <a:ln w="19050" cap="flat" cmpd="sng">
                <a:solidFill>
                  <a:schemeClr val="tx1"/>
                </a:solidFill>
                <a:prstDash val="lgDashDot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5843" name="Line 131">
                <a:extLst>
                  <a:ext uri="{FF2B5EF4-FFF2-40B4-BE49-F238E27FC236}">
                    <a16:creationId xmlns:a16="http://schemas.microsoft.com/office/drawing/2014/main" id="{954B2A70-2B66-4FC4-BB14-FBF479BCA8C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65" y="3601"/>
                <a:ext cx="0" cy="9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5844" name="Freeform 132">
                <a:extLst>
                  <a:ext uri="{FF2B5EF4-FFF2-40B4-BE49-F238E27FC236}">
                    <a16:creationId xmlns:a16="http://schemas.microsoft.com/office/drawing/2014/main" id="{3441B987-62D6-49BD-98CC-06CE35CA98D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31" y="3591"/>
                <a:ext cx="2" cy="97"/>
              </a:xfrm>
              <a:custGeom>
                <a:avLst/>
                <a:gdLst>
                  <a:gd name="T0" fmla="*/ 2 w 2"/>
                  <a:gd name="T1" fmla="*/ 0 h 97"/>
                  <a:gd name="T2" fmla="*/ 0 w 2"/>
                  <a:gd name="T3" fmla="*/ 97 h 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2" h="97">
                    <a:moveTo>
                      <a:pt x="2" y="0"/>
                    </a:moveTo>
                    <a:lnTo>
                      <a:pt x="0" y="97"/>
                    </a:lnTo>
                  </a:path>
                </a:pathLst>
              </a:custGeom>
              <a:noFill/>
              <a:ln w="38100">
                <a:solidFill>
                  <a:schemeClr val="tx1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5845" name="Freeform 133">
                <a:extLst>
                  <a:ext uri="{FF2B5EF4-FFF2-40B4-BE49-F238E27FC236}">
                    <a16:creationId xmlns:a16="http://schemas.microsoft.com/office/drawing/2014/main" id="{526B4059-F2CB-481D-8349-26E5CD9800C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32" y="3266"/>
                <a:ext cx="68" cy="66"/>
              </a:xfrm>
              <a:custGeom>
                <a:avLst/>
                <a:gdLst>
                  <a:gd name="T0" fmla="*/ 0 w 68"/>
                  <a:gd name="T1" fmla="*/ 66 h 66"/>
                  <a:gd name="T2" fmla="*/ 68 w 68"/>
                  <a:gd name="T3" fmla="*/ 0 h 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68" h="66">
                    <a:moveTo>
                      <a:pt x="0" y="66"/>
                    </a:moveTo>
                    <a:lnTo>
                      <a:pt x="68" y="0"/>
                    </a:lnTo>
                  </a:path>
                </a:pathLst>
              </a:custGeom>
              <a:noFill/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5846" name="Freeform 134">
                <a:extLst>
                  <a:ext uri="{FF2B5EF4-FFF2-40B4-BE49-F238E27FC236}">
                    <a16:creationId xmlns:a16="http://schemas.microsoft.com/office/drawing/2014/main" id="{38B77D55-1215-453F-92F7-9AD7DFD71DA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33" y="3484"/>
                <a:ext cx="1" cy="204"/>
              </a:xfrm>
              <a:custGeom>
                <a:avLst/>
                <a:gdLst>
                  <a:gd name="T0" fmla="*/ 0 w 1"/>
                  <a:gd name="T1" fmla="*/ 0 h 204"/>
                  <a:gd name="T2" fmla="*/ 0 w 1"/>
                  <a:gd name="T3" fmla="*/ 204 h 2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" h="204">
                    <a:moveTo>
                      <a:pt x="0" y="0"/>
                    </a:moveTo>
                    <a:lnTo>
                      <a:pt x="0" y="204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5847" name="Freeform 135">
                <a:extLst>
                  <a:ext uri="{FF2B5EF4-FFF2-40B4-BE49-F238E27FC236}">
                    <a16:creationId xmlns:a16="http://schemas.microsoft.com/office/drawing/2014/main" id="{AF1CB1A7-DDA5-4CD7-9C21-DDF439FBFB5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58" y="3368"/>
                <a:ext cx="313" cy="312"/>
              </a:xfrm>
              <a:custGeom>
                <a:avLst/>
                <a:gdLst>
                  <a:gd name="T0" fmla="*/ 0 w 313"/>
                  <a:gd name="T1" fmla="*/ 312 h 312"/>
                  <a:gd name="T2" fmla="*/ 313 w 313"/>
                  <a:gd name="T3" fmla="*/ 0 h 3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313" h="312">
                    <a:moveTo>
                      <a:pt x="0" y="312"/>
                    </a:moveTo>
                    <a:lnTo>
                      <a:pt x="313" y="0"/>
                    </a:lnTo>
                  </a:path>
                </a:pathLst>
              </a:custGeom>
              <a:noFill/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5848" name="Freeform 136">
                <a:extLst>
                  <a:ext uri="{FF2B5EF4-FFF2-40B4-BE49-F238E27FC236}">
                    <a16:creationId xmlns:a16="http://schemas.microsoft.com/office/drawing/2014/main" id="{3C0D7A24-4331-4601-9D8E-FC49AD8EAF8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58" y="3484"/>
                <a:ext cx="1" cy="211"/>
              </a:xfrm>
              <a:custGeom>
                <a:avLst/>
                <a:gdLst>
                  <a:gd name="T0" fmla="*/ 0 w 1"/>
                  <a:gd name="T1" fmla="*/ 0 h 211"/>
                  <a:gd name="T2" fmla="*/ 1 w 1"/>
                  <a:gd name="T3" fmla="*/ 211 h 2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" h="211">
                    <a:moveTo>
                      <a:pt x="0" y="0"/>
                    </a:moveTo>
                    <a:lnTo>
                      <a:pt x="1" y="211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5849" name="Freeform 137">
                <a:extLst>
                  <a:ext uri="{FF2B5EF4-FFF2-40B4-BE49-F238E27FC236}">
                    <a16:creationId xmlns:a16="http://schemas.microsoft.com/office/drawing/2014/main" id="{1C4A49AA-A73C-4E17-82E0-3B04B9B2E43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22" y="3680"/>
                <a:ext cx="455" cy="2"/>
              </a:xfrm>
              <a:custGeom>
                <a:avLst/>
                <a:gdLst>
                  <a:gd name="T0" fmla="*/ 0 w 455"/>
                  <a:gd name="T1" fmla="*/ 2 h 2"/>
                  <a:gd name="T2" fmla="*/ 455 w 455"/>
                  <a:gd name="T3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455" h="2">
                    <a:moveTo>
                      <a:pt x="0" y="2"/>
                    </a:moveTo>
                    <a:lnTo>
                      <a:pt x="455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5850" name="Freeform 138">
                <a:extLst>
                  <a:ext uri="{FF2B5EF4-FFF2-40B4-BE49-F238E27FC236}">
                    <a16:creationId xmlns:a16="http://schemas.microsoft.com/office/drawing/2014/main" id="{1118CF0C-AF42-43B6-BC1E-58F820593B0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62" y="3324"/>
                <a:ext cx="118" cy="113"/>
              </a:xfrm>
              <a:custGeom>
                <a:avLst/>
                <a:gdLst>
                  <a:gd name="T0" fmla="*/ 0 w 118"/>
                  <a:gd name="T1" fmla="*/ 113 h 113"/>
                  <a:gd name="T2" fmla="*/ 118 w 118"/>
                  <a:gd name="T3" fmla="*/ 0 h 1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18" h="113">
                    <a:moveTo>
                      <a:pt x="0" y="113"/>
                    </a:moveTo>
                    <a:lnTo>
                      <a:pt x="118" y="0"/>
                    </a:lnTo>
                  </a:path>
                </a:pathLst>
              </a:custGeom>
              <a:noFill/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5851" name="Freeform 139">
                <a:extLst>
                  <a:ext uri="{FF2B5EF4-FFF2-40B4-BE49-F238E27FC236}">
                    <a16:creationId xmlns:a16="http://schemas.microsoft.com/office/drawing/2014/main" id="{051E62B0-1260-4047-8BE0-84E28142923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22" y="3411"/>
                <a:ext cx="109" cy="109"/>
              </a:xfrm>
              <a:custGeom>
                <a:avLst/>
                <a:gdLst>
                  <a:gd name="T0" fmla="*/ 0 w 109"/>
                  <a:gd name="T1" fmla="*/ 109 h 109"/>
                  <a:gd name="T2" fmla="*/ 109 w 109"/>
                  <a:gd name="T3" fmla="*/ 0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09" h="109">
                    <a:moveTo>
                      <a:pt x="0" y="109"/>
                    </a:moveTo>
                    <a:lnTo>
                      <a:pt x="109" y="0"/>
                    </a:lnTo>
                  </a:path>
                </a:pathLst>
              </a:custGeom>
              <a:noFill/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5852" name="Freeform 140">
                <a:extLst>
                  <a:ext uri="{FF2B5EF4-FFF2-40B4-BE49-F238E27FC236}">
                    <a16:creationId xmlns:a16="http://schemas.microsoft.com/office/drawing/2014/main" id="{F6F5F704-C3DA-422B-89F8-93606A95656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12" y="3477"/>
                <a:ext cx="92" cy="96"/>
              </a:xfrm>
              <a:custGeom>
                <a:avLst/>
                <a:gdLst>
                  <a:gd name="T0" fmla="*/ 0 w 92"/>
                  <a:gd name="T1" fmla="*/ 96 h 96"/>
                  <a:gd name="T2" fmla="*/ 92 w 92"/>
                  <a:gd name="T3" fmla="*/ 0 h 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92" h="96">
                    <a:moveTo>
                      <a:pt x="0" y="96"/>
                    </a:moveTo>
                    <a:lnTo>
                      <a:pt x="92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5853" name="Freeform 141">
                <a:extLst>
                  <a:ext uri="{FF2B5EF4-FFF2-40B4-BE49-F238E27FC236}">
                    <a16:creationId xmlns:a16="http://schemas.microsoft.com/office/drawing/2014/main" id="{4CACD328-DE71-4CAB-A023-8AE6DC213E7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38" y="3593"/>
                <a:ext cx="92" cy="87"/>
              </a:xfrm>
              <a:custGeom>
                <a:avLst/>
                <a:gdLst>
                  <a:gd name="T0" fmla="*/ 0 w 92"/>
                  <a:gd name="T1" fmla="*/ 87 h 87"/>
                  <a:gd name="T2" fmla="*/ 92 w 92"/>
                  <a:gd name="T3" fmla="*/ 0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92" h="87">
                    <a:moveTo>
                      <a:pt x="0" y="87"/>
                    </a:moveTo>
                    <a:lnTo>
                      <a:pt x="92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5854" name="Freeform 142">
                <a:extLst>
                  <a:ext uri="{FF2B5EF4-FFF2-40B4-BE49-F238E27FC236}">
                    <a16:creationId xmlns:a16="http://schemas.microsoft.com/office/drawing/2014/main" id="{A2262A9E-A520-4269-8CD8-C64662C4D56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58" y="3251"/>
                <a:ext cx="284" cy="284"/>
              </a:xfrm>
              <a:custGeom>
                <a:avLst/>
                <a:gdLst>
                  <a:gd name="T0" fmla="*/ 0 w 284"/>
                  <a:gd name="T1" fmla="*/ 284 h 284"/>
                  <a:gd name="T2" fmla="*/ 284 w 284"/>
                  <a:gd name="T3" fmla="*/ 0 h 2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284" h="284">
                    <a:moveTo>
                      <a:pt x="0" y="284"/>
                    </a:moveTo>
                    <a:lnTo>
                      <a:pt x="284" y="0"/>
                    </a:lnTo>
                  </a:path>
                </a:pathLst>
              </a:custGeom>
              <a:noFill/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5855" name="Arc 143">
                <a:extLst>
                  <a:ext uri="{FF2B5EF4-FFF2-40B4-BE49-F238E27FC236}">
                    <a16:creationId xmlns:a16="http://schemas.microsoft.com/office/drawing/2014/main" id="{BA203FF9-3A07-44A1-9676-1E70F05BDF9C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1544" y="3258"/>
                <a:ext cx="443" cy="333"/>
              </a:xfrm>
              <a:custGeom>
                <a:avLst/>
                <a:gdLst>
                  <a:gd name="G0" fmla="+- 0 0 0"/>
                  <a:gd name="G1" fmla="+- 18867 0 0"/>
                  <a:gd name="G2" fmla="+- 21600 0 0"/>
                  <a:gd name="T0" fmla="*/ 10517 w 21600"/>
                  <a:gd name="T1" fmla="*/ 0 h 18867"/>
                  <a:gd name="T2" fmla="*/ 21600 w 21600"/>
                  <a:gd name="T3" fmla="*/ 18867 h 18867"/>
                  <a:gd name="T4" fmla="*/ 0 w 21600"/>
                  <a:gd name="T5" fmla="*/ 18867 h 188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18867" fill="none" extrusionOk="0">
                    <a:moveTo>
                      <a:pt x="10516" y="0"/>
                    </a:moveTo>
                    <a:cubicBezTo>
                      <a:pt x="17359" y="3814"/>
                      <a:pt x="21600" y="11033"/>
                      <a:pt x="21600" y="18867"/>
                    </a:cubicBezTo>
                  </a:path>
                  <a:path w="21600" h="18867" stroke="0" extrusionOk="0">
                    <a:moveTo>
                      <a:pt x="10516" y="0"/>
                    </a:moveTo>
                    <a:cubicBezTo>
                      <a:pt x="17359" y="3814"/>
                      <a:pt x="21600" y="11033"/>
                      <a:pt x="21600" y="18867"/>
                    </a:cubicBezTo>
                    <a:lnTo>
                      <a:pt x="0" y="18867"/>
                    </a:lnTo>
                    <a:close/>
                  </a:path>
                </a:pathLst>
              </a:cu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5806" name="Freeform 94">
                <a:extLst>
                  <a:ext uri="{FF2B5EF4-FFF2-40B4-BE49-F238E27FC236}">
                    <a16:creationId xmlns:a16="http://schemas.microsoft.com/office/drawing/2014/main" id="{6E3CF193-6261-408E-A10E-843AE11E851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0" y="3258"/>
                <a:ext cx="2205" cy="1"/>
              </a:xfrm>
              <a:custGeom>
                <a:avLst/>
                <a:gdLst>
                  <a:gd name="T0" fmla="*/ 0 w 2205"/>
                  <a:gd name="T1" fmla="*/ 0 h 1"/>
                  <a:gd name="T2" fmla="*/ 2205 w 2205"/>
                  <a:gd name="T3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2205" h="1">
                    <a:moveTo>
                      <a:pt x="0" y="0"/>
                    </a:moveTo>
                    <a:lnTo>
                      <a:pt x="2205" y="0"/>
                    </a:lnTo>
                  </a:path>
                </a:pathLst>
              </a:custGeom>
              <a:noFill/>
              <a:ln w="19050" cap="flat" cmpd="sng">
                <a:solidFill>
                  <a:schemeClr val="tx1"/>
                </a:solidFill>
                <a:prstDash val="lgDashDot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pic>
        <p:nvPicPr>
          <p:cNvPr id="115862" name="Picture 150">
            <a:extLst>
              <a:ext uri="{FF2B5EF4-FFF2-40B4-BE49-F238E27FC236}">
                <a16:creationId xmlns:a16="http://schemas.microsoft.com/office/drawing/2014/main" id="{EAF0944A-717D-48F0-9CBE-B14483F45A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00FFFF"/>
              </a:clrFrom>
              <a:clrTo>
                <a:srgbClr val="00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99038" y="2928938"/>
            <a:ext cx="3687762" cy="3038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slow">
    <p:cover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1157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1158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157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1157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157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1157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1157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157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5734" grpId="0" autoUpdateAnimBg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Text Box 2">
            <a:extLst>
              <a:ext uri="{FF2B5EF4-FFF2-40B4-BE49-F238E27FC236}">
                <a16:creationId xmlns:a16="http://schemas.microsoft.com/office/drawing/2014/main" id="{61A16B3A-5FCC-4BE1-9635-78838D0863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8638" y="-44676"/>
            <a:ext cx="394970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en-US" altLang="zh-CN" sz="400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3)</a:t>
            </a:r>
            <a:r>
              <a:rPr lang="zh-CN" altLang="en-US" sz="400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局部剖视图</a:t>
            </a:r>
            <a:endParaRPr lang="zh-CN" altLang="en-US" sz="4000" dirty="0">
              <a:solidFill>
                <a:schemeClr val="bg1"/>
              </a:solidFill>
            </a:endParaRPr>
          </a:p>
        </p:txBody>
      </p:sp>
      <p:sp>
        <p:nvSpPr>
          <p:cNvPr id="116739" name="Text Box 3">
            <a:extLst>
              <a:ext uri="{FF2B5EF4-FFF2-40B4-BE49-F238E27FC236}">
                <a16:creationId xmlns:a16="http://schemas.microsoft.com/office/drawing/2014/main" id="{AF319DB4-21DB-4F78-8752-41EC948B9B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91025" y="517525"/>
            <a:ext cx="4532313" cy="1739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l"/>
            <a:r>
              <a:rPr lang="zh-CN" altLang="en-US" sz="3600">
                <a:solidFill>
                  <a:srgbClr val="0000CC"/>
                </a:solidFill>
                <a:latin typeface="宋体" panose="02010600030101010101" pitchFamily="2" charset="-122"/>
              </a:rPr>
              <a:t>　　用剖切平面局部地剖开物体所得的剖视图。</a:t>
            </a:r>
            <a:endParaRPr lang="zh-CN" altLang="en-US" sz="3600" b="0">
              <a:solidFill>
                <a:srgbClr val="0000CC"/>
              </a:solidFill>
              <a:latin typeface="宋体" panose="02010600030101010101" pitchFamily="2" charset="-122"/>
            </a:endParaRPr>
          </a:p>
        </p:txBody>
      </p:sp>
      <p:grpSp>
        <p:nvGrpSpPr>
          <p:cNvPr id="116740" name="Group 4">
            <a:extLst>
              <a:ext uri="{FF2B5EF4-FFF2-40B4-BE49-F238E27FC236}">
                <a16:creationId xmlns:a16="http://schemas.microsoft.com/office/drawing/2014/main" id="{F44DC575-D0C7-40BB-8705-DB914B84C997}"/>
              </a:ext>
            </a:extLst>
          </p:cNvPr>
          <p:cNvGrpSpPr>
            <a:grpSpLocks/>
          </p:cNvGrpSpPr>
          <p:nvPr/>
        </p:nvGrpSpPr>
        <p:grpSpPr bwMode="auto">
          <a:xfrm>
            <a:off x="246063" y="4891088"/>
            <a:ext cx="4386262" cy="461962"/>
            <a:chOff x="155" y="3088"/>
            <a:chExt cx="2763" cy="291"/>
          </a:xfrm>
        </p:grpSpPr>
        <p:sp>
          <p:nvSpPr>
            <p:cNvPr id="116741" name="Line 5">
              <a:extLst>
                <a:ext uri="{FF2B5EF4-FFF2-40B4-BE49-F238E27FC236}">
                  <a16:creationId xmlns:a16="http://schemas.microsoft.com/office/drawing/2014/main" id="{9E750DE8-817A-47E4-8A1E-CEF1347303C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03" y="3258"/>
              <a:ext cx="131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16742" name="Line 6">
              <a:extLst>
                <a:ext uri="{FF2B5EF4-FFF2-40B4-BE49-F238E27FC236}">
                  <a16:creationId xmlns:a16="http://schemas.microsoft.com/office/drawing/2014/main" id="{D4D053EE-8EF9-42F8-83E6-C7E9F23CE1B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2" y="3259"/>
              <a:ext cx="131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16743" name="Line 7">
              <a:extLst>
                <a:ext uri="{FF2B5EF4-FFF2-40B4-BE49-F238E27FC236}">
                  <a16:creationId xmlns:a16="http://schemas.microsoft.com/office/drawing/2014/main" id="{714CBEA6-5A42-4976-A0C8-9D0FEA88012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727" y="3113"/>
              <a:ext cx="0" cy="14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16744" name="Line 8">
              <a:extLst>
                <a:ext uri="{FF2B5EF4-FFF2-40B4-BE49-F238E27FC236}">
                  <a16:creationId xmlns:a16="http://schemas.microsoft.com/office/drawing/2014/main" id="{C06709C9-D76C-472B-A1FB-C5EDBA44A55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7" y="3091"/>
              <a:ext cx="0" cy="16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16745" name="Text Box 9">
              <a:extLst>
                <a:ext uri="{FF2B5EF4-FFF2-40B4-BE49-F238E27FC236}">
                  <a16:creationId xmlns:a16="http://schemas.microsoft.com/office/drawing/2014/main" id="{E8EB76BE-9F4B-4A88-A4FF-FDDD0F214BD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5" y="3091"/>
              <a:ext cx="21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i="1">
                  <a:latin typeface="宋体" panose="02010600030101010101" pitchFamily="2" charset="-122"/>
                </a:rPr>
                <a:t>A</a:t>
              </a:r>
            </a:p>
          </p:txBody>
        </p:sp>
        <p:sp>
          <p:nvSpPr>
            <p:cNvPr id="116746" name="Text Box 10">
              <a:extLst>
                <a:ext uri="{FF2B5EF4-FFF2-40B4-BE49-F238E27FC236}">
                  <a16:creationId xmlns:a16="http://schemas.microsoft.com/office/drawing/2014/main" id="{A41293D3-D743-40CD-8E8C-4F8981C2709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05" y="3088"/>
              <a:ext cx="21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i="1">
                  <a:latin typeface="宋体" panose="02010600030101010101" pitchFamily="2" charset="-122"/>
                </a:rPr>
                <a:t>A</a:t>
              </a:r>
            </a:p>
          </p:txBody>
        </p:sp>
      </p:grpSp>
      <p:sp>
        <p:nvSpPr>
          <p:cNvPr id="116747" name="Text Box 11">
            <a:extLst>
              <a:ext uri="{FF2B5EF4-FFF2-40B4-BE49-F238E27FC236}">
                <a16:creationId xmlns:a16="http://schemas.microsoft.com/office/drawing/2014/main" id="{F3A6DD47-0408-4572-8136-6F4E95CEAA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70088" y="760413"/>
            <a:ext cx="9334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1" hangingPunct="1"/>
            <a:r>
              <a:rPr lang="en-US" altLang="zh-CN" i="1">
                <a:latin typeface="宋体" panose="02010600030101010101" pitchFamily="2" charset="-122"/>
              </a:rPr>
              <a:t>A</a:t>
            </a:r>
            <a:r>
              <a:rPr lang="zh-CN" altLang="en-US"/>
              <a:t>－</a:t>
            </a:r>
            <a:r>
              <a:rPr lang="en-US" altLang="zh-CN" i="1">
                <a:latin typeface="宋体" panose="02010600030101010101" pitchFamily="2" charset="-122"/>
              </a:rPr>
              <a:t>A</a:t>
            </a:r>
          </a:p>
        </p:txBody>
      </p:sp>
      <p:sp>
        <p:nvSpPr>
          <p:cNvPr id="116748" name="Text Box 12">
            <a:extLst>
              <a:ext uri="{FF2B5EF4-FFF2-40B4-BE49-F238E27FC236}">
                <a16:creationId xmlns:a16="http://schemas.microsoft.com/office/drawing/2014/main" id="{5D332FA5-72B5-46F0-9103-8E6ED2C060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60900" y="2122488"/>
            <a:ext cx="4202113" cy="1190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l" eaLnBrk="1" hangingPunct="1"/>
            <a:r>
              <a:rPr lang="en-US" altLang="zh-CN" sz="3600">
                <a:solidFill>
                  <a:srgbClr val="FF0000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3600">
                <a:solidFill>
                  <a:srgbClr val="FF0000"/>
                </a:solidFill>
                <a:latin typeface="宋体" panose="02010600030101010101" pitchFamily="2" charset="-122"/>
              </a:rPr>
              <a:t>可用双折线代替</a:t>
            </a:r>
            <a:r>
              <a:rPr lang="zh-CN" altLang="en-US" sz="3600">
                <a:solidFill>
                  <a:srgbClr val="FF0000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波浪线。</a:t>
            </a:r>
          </a:p>
        </p:txBody>
      </p:sp>
      <p:grpSp>
        <p:nvGrpSpPr>
          <p:cNvPr id="116749" name="Group 13">
            <a:extLst>
              <a:ext uri="{FF2B5EF4-FFF2-40B4-BE49-F238E27FC236}">
                <a16:creationId xmlns:a16="http://schemas.microsoft.com/office/drawing/2014/main" id="{44F6F590-50D7-451D-BE35-F405B30DA483}"/>
              </a:ext>
            </a:extLst>
          </p:cNvPr>
          <p:cNvGrpSpPr>
            <a:grpSpLocks/>
          </p:cNvGrpSpPr>
          <p:nvPr/>
        </p:nvGrpSpPr>
        <p:grpSpPr bwMode="auto">
          <a:xfrm>
            <a:off x="762000" y="1143000"/>
            <a:ext cx="3500438" cy="5100638"/>
            <a:chOff x="480" y="720"/>
            <a:chExt cx="2205" cy="3213"/>
          </a:xfrm>
        </p:grpSpPr>
        <p:sp>
          <p:nvSpPr>
            <p:cNvPr id="116750" name="Freeform 14">
              <a:extLst>
                <a:ext uri="{FF2B5EF4-FFF2-40B4-BE49-F238E27FC236}">
                  <a16:creationId xmlns:a16="http://schemas.microsoft.com/office/drawing/2014/main" id="{9F9BA521-0CBA-4653-939A-412FAAAF44B2}"/>
                </a:ext>
              </a:extLst>
            </p:cNvPr>
            <p:cNvSpPr>
              <a:spLocks/>
            </p:cNvSpPr>
            <p:nvPr/>
          </p:nvSpPr>
          <p:spPr bwMode="auto">
            <a:xfrm>
              <a:off x="1036" y="720"/>
              <a:ext cx="1" cy="345"/>
            </a:xfrm>
            <a:custGeom>
              <a:avLst/>
              <a:gdLst>
                <a:gd name="T0" fmla="*/ 0 w 1"/>
                <a:gd name="T1" fmla="*/ 345 h 345"/>
                <a:gd name="T2" fmla="*/ 0 w 1"/>
                <a:gd name="T3" fmla="*/ 0 h 3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345">
                  <a:moveTo>
                    <a:pt x="0" y="345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lgDashDot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6751" name="Line 15">
              <a:extLst>
                <a:ext uri="{FF2B5EF4-FFF2-40B4-BE49-F238E27FC236}">
                  <a16:creationId xmlns:a16="http://schemas.microsoft.com/office/drawing/2014/main" id="{EED4EF40-3765-4C9E-B853-045318E6A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27" y="721"/>
              <a:ext cx="0" cy="32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lgDash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116752" name="Group 16">
              <a:extLst>
                <a:ext uri="{FF2B5EF4-FFF2-40B4-BE49-F238E27FC236}">
                  <a16:creationId xmlns:a16="http://schemas.microsoft.com/office/drawing/2014/main" id="{DB8B184D-95E1-4333-835C-9EF62C2D7C7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05" y="2076"/>
              <a:ext cx="190" cy="195"/>
              <a:chOff x="605" y="2076"/>
              <a:chExt cx="190" cy="195"/>
            </a:xfrm>
          </p:grpSpPr>
          <p:sp>
            <p:nvSpPr>
              <p:cNvPr id="116753" name="Line 17">
                <a:extLst>
                  <a:ext uri="{FF2B5EF4-FFF2-40B4-BE49-F238E27FC236}">
                    <a16:creationId xmlns:a16="http://schemas.microsoft.com/office/drawing/2014/main" id="{6252C4A8-C4F6-4711-9900-592EC82CC2A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95" y="2076"/>
                <a:ext cx="0" cy="195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16754" name="Line 18">
                <a:extLst>
                  <a:ext uri="{FF2B5EF4-FFF2-40B4-BE49-F238E27FC236}">
                    <a16:creationId xmlns:a16="http://schemas.microsoft.com/office/drawing/2014/main" id="{9B54FA56-3A01-4817-A64E-8D21E1AFCEA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05" y="2076"/>
                <a:ext cx="0" cy="195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116755" name="Group 19">
              <a:extLst>
                <a:ext uri="{FF2B5EF4-FFF2-40B4-BE49-F238E27FC236}">
                  <a16:creationId xmlns:a16="http://schemas.microsoft.com/office/drawing/2014/main" id="{936F2FB9-CC05-4AB3-84CB-7DA535BB308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62" y="797"/>
              <a:ext cx="145" cy="195"/>
              <a:chOff x="962" y="797"/>
              <a:chExt cx="148" cy="202"/>
            </a:xfrm>
          </p:grpSpPr>
          <p:sp>
            <p:nvSpPr>
              <p:cNvPr id="116756" name="Line 20">
                <a:extLst>
                  <a:ext uri="{FF2B5EF4-FFF2-40B4-BE49-F238E27FC236}">
                    <a16:creationId xmlns:a16="http://schemas.microsoft.com/office/drawing/2014/main" id="{40E40CE6-265B-4951-A39B-EE716FADED2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62" y="797"/>
                <a:ext cx="0" cy="191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16757" name="Line 21">
                <a:extLst>
                  <a:ext uri="{FF2B5EF4-FFF2-40B4-BE49-F238E27FC236}">
                    <a16:creationId xmlns:a16="http://schemas.microsoft.com/office/drawing/2014/main" id="{A08098F4-C377-4961-BDC6-054CF642A22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10" y="797"/>
                <a:ext cx="0" cy="202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116758" name="Group 22">
              <a:extLst>
                <a:ext uri="{FF2B5EF4-FFF2-40B4-BE49-F238E27FC236}">
                  <a16:creationId xmlns:a16="http://schemas.microsoft.com/office/drawing/2014/main" id="{FAD0BC63-189C-488D-9B75-56B714763E5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79" y="798"/>
              <a:ext cx="328" cy="194"/>
              <a:chOff x="879" y="798"/>
              <a:chExt cx="328" cy="194"/>
            </a:xfrm>
          </p:grpSpPr>
          <p:sp>
            <p:nvSpPr>
              <p:cNvPr id="116759" name="Line 23">
                <a:extLst>
                  <a:ext uri="{FF2B5EF4-FFF2-40B4-BE49-F238E27FC236}">
                    <a16:creationId xmlns:a16="http://schemas.microsoft.com/office/drawing/2014/main" id="{0642E593-7B64-4521-A853-19E3B2B594C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86" y="798"/>
                <a:ext cx="76" cy="76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16760" name="Line 24">
                <a:extLst>
                  <a:ext uri="{FF2B5EF4-FFF2-40B4-BE49-F238E27FC236}">
                    <a16:creationId xmlns:a16="http://schemas.microsoft.com/office/drawing/2014/main" id="{2D0CA7E2-8563-4642-B93D-57F954E0804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79" y="919"/>
                <a:ext cx="73" cy="73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16761" name="Line 25">
                <a:extLst>
                  <a:ext uri="{FF2B5EF4-FFF2-40B4-BE49-F238E27FC236}">
                    <a16:creationId xmlns:a16="http://schemas.microsoft.com/office/drawing/2014/main" id="{7FEE214D-4C33-4175-AAD1-A300917F989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111" y="809"/>
                <a:ext cx="89" cy="89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16762" name="Line 26">
                <a:extLst>
                  <a:ext uri="{FF2B5EF4-FFF2-40B4-BE49-F238E27FC236}">
                    <a16:creationId xmlns:a16="http://schemas.microsoft.com/office/drawing/2014/main" id="{725E30DA-E16C-4025-B916-2C912BFAA21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134" y="917"/>
                <a:ext cx="73" cy="73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116763" name="Group 27">
              <a:extLst>
                <a:ext uri="{FF2B5EF4-FFF2-40B4-BE49-F238E27FC236}">
                  <a16:creationId xmlns:a16="http://schemas.microsoft.com/office/drawing/2014/main" id="{15DC2561-0D28-4629-A34C-31D5F4F3660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34" y="2080"/>
              <a:ext cx="428" cy="198"/>
              <a:chOff x="534" y="2080"/>
              <a:chExt cx="428" cy="198"/>
            </a:xfrm>
          </p:grpSpPr>
          <p:sp>
            <p:nvSpPr>
              <p:cNvPr id="116764" name="Line 28">
                <a:extLst>
                  <a:ext uri="{FF2B5EF4-FFF2-40B4-BE49-F238E27FC236}">
                    <a16:creationId xmlns:a16="http://schemas.microsoft.com/office/drawing/2014/main" id="{35C1A25F-C6C3-459F-8D8E-2941AE49E61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34" y="2101"/>
                <a:ext cx="71" cy="71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16765" name="Line 29">
                <a:extLst>
                  <a:ext uri="{FF2B5EF4-FFF2-40B4-BE49-F238E27FC236}">
                    <a16:creationId xmlns:a16="http://schemas.microsoft.com/office/drawing/2014/main" id="{2E77201A-F525-4E3D-AAB4-4A4FD909652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39" y="2205"/>
                <a:ext cx="66" cy="66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16766" name="Line 30">
                <a:extLst>
                  <a:ext uri="{FF2B5EF4-FFF2-40B4-BE49-F238E27FC236}">
                    <a16:creationId xmlns:a16="http://schemas.microsoft.com/office/drawing/2014/main" id="{20D4CE31-56B1-4C31-9427-EB1312EA965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16" y="2132"/>
                <a:ext cx="146" cy="146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16767" name="Freeform 31">
                <a:extLst>
                  <a:ext uri="{FF2B5EF4-FFF2-40B4-BE49-F238E27FC236}">
                    <a16:creationId xmlns:a16="http://schemas.microsoft.com/office/drawing/2014/main" id="{C41C79F5-DC60-444C-A348-52470B35757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93" y="2080"/>
                <a:ext cx="94" cy="95"/>
              </a:xfrm>
              <a:custGeom>
                <a:avLst/>
                <a:gdLst>
                  <a:gd name="T0" fmla="*/ 0 w 94"/>
                  <a:gd name="T1" fmla="*/ 95 h 95"/>
                  <a:gd name="T2" fmla="*/ 94 w 94"/>
                  <a:gd name="T3" fmla="*/ 0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94" h="95">
                    <a:moveTo>
                      <a:pt x="0" y="95"/>
                    </a:moveTo>
                    <a:lnTo>
                      <a:pt x="94" y="0"/>
                    </a:lnTo>
                  </a:path>
                </a:pathLst>
              </a:cu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116768" name="Group 32">
              <a:extLst>
                <a:ext uri="{FF2B5EF4-FFF2-40B4-BE49-F238E27FC236}">
                  <a16:creationId xmlns:a16="http://schemas.microsoft.com/office/drawing/2014/main" id="{AD9AE009-4B37-4FF8-A291-4527F77255A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42" y="1152"/>
              <a:ext cx="1152" cy="2"/>
              <a:chOff x="942" y="1152"/>
              <a:chExt cx="1152" cy="2"/>
            </a:xfrm>
          </p:grpSpPr>
          <p:sp>
            <p:nvSpPr>
              <p:cNvPr id="116769" name="Line 33">
                <a:extLst>
                  <a:ext uri="{FF2B5EF4-FFF2-40B4-BE49-F238E27FC236}">
                    <a16:creationId xmlns:a16="http://schemas.microsoft.com/office/drawing/2014/main" id="{10B494ED-D96D-4D16-AA38-69AE681CD01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42" y="1152"/>
                <a:ext cx="144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6770" name="Line 34">
                <a:extLst>
                  <a:ext uri="{FF2B5EF4-FFF2-40B4-BE49-F238E27FC236}">
                    <a16:creationId xmlns:a16="http://schemas.microsoft.com/office/drawing/2014/main" id="{4719F679-ACF9-49A8-B642-D55A95FBC53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64" y="1154"/>
                <a:ext cx="130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16771" name="Group 35">
              <a:extLst>
                <a:ext uri="{FF2B5EF4-FFF2-40B4-BE49-F238E27FC236}">
                  <a16:creationId xmlns:a16="http://schemas.microsoft.com/office/drawing/2014/main" id="{3C8C79EE-0C34-4EBB-AED0-9881EE3C299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35" y="1008"/>
              <a:ext cx="1557" cy="288"/>
              <a:chOff x="746" y="1008"/>
              <a:chExt cx="1557" cy="288"/>
            </a:xfrm>
          </p:grpSpPr>
          <p:sp>
            <p:nvSpPr>
              <p:cNvPr id="116772" name="Text Box 36">
                <a:extLst>
                  <a:ext uri="{FF2B5EF4-FFF2-40B4-BE49-F238E27FC236}">
                    <a16:creationId xmlns:a16="http://schemas.microsoft.com/office/drawing/2014/main" id="{7B88FE5D-6889-4E0E-A8DB-C92F33A065D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46" y="1008"/>
                <a:ext cx="21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eaLnBrk="1" hangingPunct="1"/>
                <a:r>
                  <a:rPr lang="en-US" altLang="zh-CN" i="1">
                    <a:latin typeface="宋体" panose="02010600030101010101" pitchFamily="2" charset="-122"/>
                  </a:rPr>
                  <a:t>B</a:t>
                </a:r>
              </a:p>
            </p:txBody>
          </p:sp>
          <p:sp>
            <p:nvSpPr>
              <p:cNvPr id="116773" name="Text Box 37">
                <a:extLst>
                  <a:ext uri="{FF2B5EF4-FFF2-40B4-BE49-F238E27FC236}">
                    <a16:creationId xmlns:a16="http://schemas.microsoft.com/office/drawing/2014/main" id="{D21735A5-E58C-4254-B46A-E831723E12A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090" y="1008"/>
                <a:ext cx="21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eaLnBrk="1" hangingPunct="1"/>
                <a:r>
                  <a:rPr lang="en-US" altLang="zh-CN" i="1">
                    <a:latin typeface="宋体" panose="02010600030101010101" pitchFamily="2" charset="-122"/>
                  </a:rPr>
                  <a:t>B</a:t>
                </a:r>
              </a:p>
            </p:txBody>
          </p:sp>
        </p:grpSp>
        <p:grpSp>
          <p:nvGrpSpPr>
            <p:cNvPr id="116774" name="Group 38">
              <a:extLst>
                <a:ext uri="{FF2B5EF4-FFF2-40B4-BE49-F238E27FC236}">
                  <a16:creationId xmlns:a16="http://schemas.microsoft.com/office/drawing/2014/main" id="{2B27BB4B-1FE7-485A-A474-6FE4D0801C2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42" y="1149"/>
              <a:ext cx="1145" cy="146"/>
              <a:chOff x="942" y="1149"/>
              <a:chExt cx="1145" cy="146"/>
            </a:xfrm>
          </p:grpSpPr>
          <p:sp>
            <p:nvSpPr>
              <p:cNvPr id="116775" name="Line 39">
                <a:extLst>
                  <a:ext uri="{FF2B5EF4-FFF2-40B4-BE49-F238E27FC236}">
                    <a16:creationId xmlns:a16="http://schemas.microsoft.com/office/drawing/2014/main" id="{CBBF62C3-562B-47DE-8AB3-2B43DD1CAE5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42" y="1149"/>
                <a:ext cx="0" cy="13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16776" name="Line 40">
                <a:extLst>
                  <a:ext uri="{FF2B5EF4-FFF2-40B4-BE49-F238E27FC236}">
                    <a16:creationId xmlns:a16="http://schemas.microsoft.com/office/drawing/2014/main" id="{306254AE-EB7D-40C6-A862-3437CDB4261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87" y="1156"/>
                <a:ext cx="0" cy="139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116777" name="Freeform 41">
              <a:extLst>
                <a:ext uri="{FF2B5EF4-FFF2-40B4-BE49-F238E27FC236}">
                  <a16:creationId xmlns:a16="http://schemas.microsoft.com/office/drawing/2014/main" id="{6D917A7E-A7D2-4F7A-A710-7A66646DA981}"/>
                </a:ext>
              </a:extLst>
            </p:cNvPr>
            <p:cNvSpPr>
              <a:spLocks/>
            </p:cNvSpPr>
            <p:nvPr/>
          </p:nvSpPr>
          <p:spPr bwMode="auto">
            <a:xfrm>
              <a:off x="1530" y="721"/>
              <a:ext cx="1" cy="1665"/>
            </a:xfrm>
            <a:custGeom>
              <a:avLst/>
              <a:gdLst>
                <a:gd name="T0" fmla="*/ 0 w 1"/>
                <a:gd name="T1" fmla="*/ 0 h 1665"/>
                <a:gd name="T2" fmla="*/ 0 w 1"/>
                <a:gd name="T3" fmla="*/ 1665 h 16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1665">
                  <a:moveTo>
                    <a:pt x="0" y="0"/>
                  </a:moveTo>
                  <a:lnTo>
                    <a:pt x="0" y="1665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lgDashDot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6778" name="Line 42">
              <a:extLst>
                <a:ext uri="{FF2B5EF4-FFF2-40B4-BE49-F238E27FC236}">
                  <a16:creationId xmlns:a16="http://schemas.microsoft.com/office/drawing/2014/main" id="{0F679FB2-0D6E-4198-A9DF-E56D8FCF3E9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33" y="1430"/>
              <a:ext cx="195" cy="19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6779" name="Freeform 43">
              <a:extLst>
                <a:ext uri="{FF2B5EF4-FFF2-40B4-BE49-F238E27FC236}">
                  <a16:creationId xmlns:a16="http://schemas.microsoft.com/office/drawing/2014/main" id="{E502C672-0C08-4289-8D55-B80174A250D1}"/>
                </a:ext>
              </a:extLst>
            </p:cNvPr>
            <p:cNvSpPr>
              <a:spLocks/>
            </p:cNvSpPr>
            <p:nvPr/>
          </p:nvSpPr>
          <p:spPr bwMode="auto">
            <a:xfrm>
              <a:off x="1728" y="1569"/>
              <a:ext cx="200" cy="197"/>
            </a:xfrm>
            <a:custGeom>
              <a:avLst/>
              <a:gdLst>
                <a:gd name="T0" fmla="*/ 0 w 200"/>
                <a:gd name="T1" fmla="*/ 197 h 197"/>
                <a:gd name="T2" fmla="*/ 200 w 200"/>
                <a:gd name="T3" fmla="*/ 0 h 1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00" h="197">
                  <a:moveTo>
                    <a:pt x="0" y="197"/>
                  </a:moveTo>
                  <a:lnTo>
                    <a:pt x="200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6780" name="Freeform 44">
              <a:extLst>
                <a:ext uri="{FF2B5EF4-FFF2-40B4-BE49-F238E27FC236}">
                  <a16:creationId xmlns:a16="http://schemas.microsoft.com/office/drawing/2014/main" id="{F308B47C-F681-4C98-9895-6118D5B9C4C3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8" y="1699"/>
              <a:ext cx="192" cy="192"/>
            </a:xfrm>
            <a:custGeom>
              <a:avLst/>
              <a:gdLst>
                <a:gd name="T0" fmla="*/ 0 w 192"/>
                <a:gd name="T1" fmla="*/ 192 h 192"/>
                <a:gd name="T2" fmla="*/ 192 w 192"/>
                <a:gd name="T3" fmla="*/ 0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92" h="192">
                  <a:moveTo>
                    <a:pt x="0" y="192"/>
                  </a:moveTo>
                  <a:lnTo>
                    <a:pt x="192" y="0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6781" name="Line 45">
              <a:extLst>
                <a:ext uri="{FF2B5EF4-FFF2-40B4-BE49-F238E27FC236}">
                  <a16:creationId xmlns:a16="http://schemas.microsoft.com/office/drawing/2014/main" id="{85BC6C66-D87A-4BB4-80AD-7716C8A39FA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24" y="1844"/>
              <a:ext cx="195" cy="19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6782" name="Line 46">
              <a:extLst>
                <a:ext uri="{FF2B5EF4-FFF2-40B4-BE49-F238E27FC236}">
                  <a16:creationId xmlns:a16="http://schemas.microsoft.com/office/drawing/2014/main" id="{943E1066-61B1-44D2-855A-93010131414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24" y="1991"/>
              <a:ext cx="195" cy="19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6783" name="Freeform 47">
              <a:extLst>
                <a:ext uri="{FF2B5EF4-FFF2-40B4-BE49-F238E27FC236}">
                  <a16:creationId xmlns:a16="http://schemas.microsoft.com/office/drawing/2014/main" id="{FD4615F2-A22E-4AA1-9DDD-E4C20C39622D}"/>
                </a:ext>
              </a:extLst>
            </p:cNvPr>
            <p:cNvSpPr>
              <a:spLocks/>
            </p:cNvSpPr>
            <p:nvPr/>
          </p:nvSpPr>
          <p:spPr bwMode="auto">
            <a:xfrm>
              <a:off x="1769" y="2083"/>
              <a:ext cx="189" cy="197"/>
            </a:xfrm>
            <a:custGeom>
              <a:avLst/>
              <a:gdLst>
                <a:gd name="T0" fmla="*/ 0 w 189"/>
                <a:gd name="T1" fmla="*/ 197 h 197"/>
                <a:gd name="T2" fmla="*/ 189 w 189"/>
                <a:gd name="T3" fmla="*/ 0 h 1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89" h="197">
                  <a:moveTo>
                    <a:pt x="0" y="197"/>
                  </a:moveTo>
                  <a:lnTo>
                    <a:pt x="189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6784" name="Freeform 48">
              <a:extLst>
                <a:ext uri="{FF2B5EF4-FFF2-40B4-BE49-F238E27FC236}">
                  <a16:creationId xmlns:a16="http://schemas.microsoft.com/office/drawing/2014/main" id="{098D9757-E70B-44E2-A748-9BFDA2E53A50}"/>
                </a:ext>
              </a:extLst>
            </p:cNvPr>
            <p:cNvSpPr>
              <a:spLocks/>
            </p:cNvSpPr>
            <p:nvPr/>
          </p:nvSpPr>
          <p:spPr bwMode="auto">
            <a:xfrm>
              <a:off x="1891" y="2079"/>
              <a:ext cx="195" cy="195"/>
            </a:xfrm>
            <a:custGeom>
              <a:avLst/>
              <a:gdLst>
                <a:gd name="T0" fmla="*/ 0 w 195"/>
                <a:gd name="T1" fmla="*/ 195 h 195"/>
                <a:gd name="T2" fmla="*/ 195 w 195"/>
                <a:gd name="T3" fmla="*/ 0 h 1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95" h="195">
                  <a:moveTo>
                    <a:pt x="0" y="195"/>
                  </a:moveTo>
                  <a:lnTo>
                    <a:pt x="195" y="0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6785" name="Freeform 49">
              <a:extLst>
                <a:ext uri="{FF2B5EF4-FFF2-40B4-BE49-F238E27FC236}">
                  <a16:creationId xmlns:a16="http://schemas.microsoft.com/office/drawing/2014/main" id="{29DFE776-7D4E-43A7-A124-051C3C3EFCD6}"/>
                </a:ext>
              </a:extLst>
            </p:cNvPr>
            <p:cNvSpPr>
              <a:spLocks/>
            </p:cNvSpPr>
            <p:nvPr/>
          </p:nvSpPr>
          <p:spPr bwMode="auto">
            <a:xfrm>
              <a:off x="2017" y="2085"/>
              <a:ext cx="195" cy="195"/>
            </a:xfrm>
            <a:custGeom>
              <a:avLst/>
              <a:gdLst>
                <a:gd name="T0" fmla="*/ 0 w 195"/>
                <a:gd name="T1" fmla="*/ 195 h 195"/>
                <a:gd name="T2" fmla="*/ 195 w 195"/>
                <a:gd name="T3" fmla="*/ 0 h 1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95" h="195">
                  <a:moveTo>
                    <a:pt x="0" y="195"/>
                  </a:moveTo>
                  <a:lnTo>
                    <a:pt x="195" y="0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6786" name="Freeform 50">
              <a:extLst>
                <a:ext uri="{FF2B5EF4-FFF2-40B4-BE49-F238E27FC236}">
                  <a16:creationId xmlns:a16="http://schemas.microsoft.com/office/drawing/2014/main" id="{C9BB544D-D791-4E40-9314-515275FA0703}"/>
                </a:ext>
              </a:extLst>
            </p:cNvPr>
            <p:cNvSpPr>
              <a:spLocks/>
            </p:cNvSpPr>
            <p:nvPr/>
          </p:nvSpPr>
          <p:spPr bwMode="auto">
            <a:xfrm>
              <a:off x="2158" y="2076"/>
              <a:ext cx="195" cy="195"/>
            </a:xfrm>
            <a:custGeom>
              <a:avLst/>
              <a:gdLst>
                <a:gd name="T0" fmla="*/ 0 w 195"/>
                <a:gd name="T1" fmla="*/ 195 h 195"/>
                <a:gd name="T2" fmla="*/ 195 w 195"/>
                <a:gd name="T3" fmla="*/ 0 h 1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95" h="195">
                  <a:moveTo>
                    <a:pt x="0" y="195"/>
                  </a:moveTo>
                  <a:lnTo>
                    <a:pt x="195" y="0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6787" name="Freeform 51">
              <a:extLst>
                <a:ext uri="{FF2B5EF4-FFF2-40B4-BE49-F238E27FC236}">
                  <a16:creationId xmlns:a16="http://schemas.microsoft.com/office/drawing/2014/main" id="{26B5A0B0-2FDE-4DA6-9241-EF9FAB22A6C4}"/>
                </a:ext>
              </a:extLst>
            </p:cNvPr>
            <p:cNvSpPr>
              <a:spLocks/>
            </p:cNvSpPr>
            <p:nvPr/>
          </p:nvSpPr>
          <p:spPr bwMode="auto">
            <a:xfrm>
              <a:off x="2284" y="2082"/>
              <a:ext cx="195" cy="195"/>
            </a:xfrm>
            <a:custGeom>
              <a:avLst/>
              <a:gdLst>
                <a:gd name="T0" fmla="*/ 0 w 195"/>
                <a:gd name="T1" fmla="*/ 195 h 195"/>
                <a:gd name="T2" fmla="*/ 195 w 195"/>
                <a:gd name="T3" fmla="*/ 0 h 1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95" h="195">
                  <a:moveTo>
                    <a:pt x="0" y="195"/>
                  </a:moveTo>
                  <a:lnTo>
                    <a:pt x="195" y="0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6788" name="Freeform 52">
              <a:extLst>
                <a:ext uri="{FF2B5EF4-FFF2-40B4-BE49-F238E27FC236}">
                  <a16:creationId xmlns:a16="http://schemas.microsoft.com/office/drawing/2014/main" id="{78B2E16E-5F15-4B4C-9DD3-5122CC4E7968}"/>
                </a:ext>
              </a:extLst>
            </p:cNvPr>
            <p:cNvSpPr>
              <a:spLocks/>
            </p:cNvSpPr>
            <p:nvPr/>
          </p:nvSpPr>
          <p:spPr bwMode="auto">
            <a:xfrm>
              <a:off x="2417" y="2179"/>
              <a:ext cx="98" cy="96"/>
            </a:xfrm>
            <a:custGeom>
              <a:avLst/>
              <a:gdLst>
                <a:gd name="T0" fmla="*/ 0 w 98"/>
                <a:gd name="T1" fmla="*/ 96 h 96"/>
                <a:gd name="T2" fmla="*/ 98 w 98"/>
                <a:gd name="T3" fmla="*/ 0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98" h="96">
                  <a:moveTo>
                    <a:pt x="0" y="96"/>
                  </a:moveTo>
                  <a:lnTo>
                    <a:pt x="98" y="0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6789" name="Freeform 53">
              <a:extLst>
                <a:ext uri="{FF2B5EF4-FFF2-40B4-BE49-F238E27FC236}">
                  <a16:creationId xmlns:a16="http://schemas.microsoft.com/office/drawing/2014/main" id="{55BC83A6-B432-4DB0-8D58-2EFE21739E27}"/>
                </a:ext>
              </a:extLst>
            </p:cNvPr>
            <p:cNvSpPr>
              <a:spLocks/>
            </p:cNvSpPr>
            <p:nvPr/>
          </p:nvSpPr>
          <p:spPr bwMode="auto">
            <a:xfrm>
              <a:off x="1801" y="1296"/>
              <a:ext cx="119" cy="119"/>
            </a:xfrm>
            <a:custGeom>
              <a:avLst/>
              <a:gdLst>
                <a:gd name="T0" fmla="*/ 0 w 119"/>
                <a:gd name="T1" fmla="*/ 119 h 119"/>
                <a:gd name="T2" fmla="*/ 119 w 119"/>
                <a:gd name="T3" fmla="*/ 0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19" h="119">
                  <a:moveTo>
                    <a:pt x="0" y="119"/>
                  </a:moveTo>
                  <a:lnTo>
                    <a:pt x="119" y="0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6790" name="Freeform 54">
              <a:extLst>
                <a:ext uri="{FF2B5EF4-FFF2-40B4-BE49-F238E27FC236}">
                  <a16:creationId xmlns:a16="http://schemas.microsoft.com/office/drawing/2014/main" id="{B82C49E8-6CAF-4F74-9824-AAAFA5FAF286}"/>
                </a:ext>
              </a:extLst>
            </p:cNvPr>
            <p:cNvSpPr>
              <a:spLocks/>
            </p:cNvSpPr>
            <p:nvPr/>
          </p:nvSpPr>
          <p:spPr bwMode="auto">
            <a:xfrm>
              <a:off x="1807" y="1152"/>
              <a:ext cx="113" cy="119"/>
            </a:xfrm>
            <a:custGeom>
              <a:avLst/>
              <a:gdLst>
                <a:gd name="T0" fmla="*/ 0 w 113"/>
                <a:gd name="T1" fmla="*/ 119 h 119"/>
                <a:gd name="T2" fmla="*/ 113 w 113"/>
                <a:gd name="T3" fmla="*/ 0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13" h="119">
                  <a:moveTo>
                    <a:pt x="0" y="119"/>
                  </a:moveTo>
                  <a:lnTo>
                    <a:pt x="113" y="0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6791" name="Freeform 55">
              <a:extLst>
                <a:ext uri="{FF2B5EF4-FFF2-40B4-BE49-F238E27FC236}">
                  <a16:creationId xmlns:a16="http://schemas.microsoft.com/office/drawing/2014/main" id="{AB8487A2-F4CF-4A38-99B7-BBD297D04A73}"/>
                </a:ext>
              </a:extLst>
            </p:cNvPr>
            <p:cNvSpPr>
              <a:spLocks/>
            </p:cNvSpPr>
            <p:nvPr/>
          </p:nvSpPr>
          <p:spPr bwMode="auto">
            <a:xfrm>
              <a:off x="1795" y="1008"/>
              <a:ext cx="135" cy="134"/>
            </a:xfrm>
            <a:custGeom>
              <a:avLst/>
              <a:gdLst>
                <a:gd name="T0" fmla="*/ 0 w 135"/>
                <a:gd name="T1" fmla="*/ 134 h 134"/>
                <a:gd name="T2" fmla="*/ 135 w 135"/>
                <a:gd name="T3" fmla="*/ 0 h 1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35" h="134">
                  <a:moveTo>
                    <a:pt x="0" y="134"/>
                  </a:moveTo>
                  <a:lnTo>
                    <a:pt x="135" y="0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6792" name="Freeform 56">
              <a:extLst>
                <a:ext uri="{FF2B5EF4-FFF2-40B4-BE49-F238E27FC236}">
                  <a16:creationId xmlns:a16="http://schemas.microsoft.com/office/drawing/2014/main" id="{D43E0DBD-F9D1-4D44-863C-5DFB501DE102}"/>
                </a:ext>
              </a:extLst>
            </p:cNvPr>
            <p:cNvSpPr>
              <a:spLocks/>
            </p:cNvSpPr>
            <p:nvPr/>
          </p:nvSpPr>
          <p:spPr bwMode="auto">
            <a:xfrm>
              <a:off x="1805" y="797"/>
              <a:ext cx="221" cy="221"/>
            </a:xfrm>
            <a:custGeom>
              <a:avLst/>
              <a:gdLst>
                <a:gd name="T0" fmla="*/ 0 w 221"/>
                <a:gd name="T1" fmla="*/ 221 h 221"/>
                <a:gd name="T2" fmla="*/ 221 w 221"/>
                <a:gd name="T3" fmla="*/ 0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21" h="221">
                  <a:moveTo>
                    <a:pt x="0" y="221"/>
                  </a:moveTo>
                  <a:lnTo>
                    <a:pt x="221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6793" name="Freeform 57">
              <a:extLst>
                <a:ext uri="{FF2B5EF4-FFF2-40B4-BE49-F238E27FC236}">
                  <a16:creationId xmlns:a16="http://schemas.microsoft.com/office/drawing/2014/main" id="{D0DE3EEF-FE66-48D6-923D-5387A5F25FBC}"/>
                </a:ext>
              </a:extLst>
            </p:cNvPr>
            <p:cNvSpPr>
              <a:spLocks/>
            </p:cNvSpPr>
            <p:nvPr/>
          </p:nvSpPr>
          <p:spPr bwMode="auto">
            <a:xfrm>
              <a:off x="1805" y="787"/>
              <a:ext cx="115" cy="115"/>
            </a:xfrm>
            <a:custGeom>
              <a:avLst/>
              <a:gdLst>
                <a:gd name="T0" fmla="*/ 0 w 115"/>
                <a:gd name="T1" fmla="*/ 115 h 115"/>
                <a:gd name="T2" fmla="*/ 115 w 115"/>
                <a:gd name="T3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15" h="115">
                  <a:moveTo>
                    <a:pt x="0" y="115"/>
                  </a:moveTo>
                  <a:lnTo>
                    <a:pt x="115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6794" name="Line 58">
              <a:extLst>
                <a:ext uri="{FF2B5EF4-FFF2-40B4-BE49-F238E27FC236}">
                  <a16:creationId xmlns:a16="http://schemas.microsoft.com/office/drawing/2014/main" id="{A84126FF-0469-4F65-99DF-DB40247B802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964" y="784"/>
              <a:ext cx="194" cy="19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6795" name="Freeform 59">
              <a:extLst>
                <a:ext uri="{FF2B5EF4-FFF2-40B4-BE49-F238E27FC236}">
                  <a16:creationId xmlns:a16="http://schemas.microsoft.com/office/drawing/2014/main" id="{D9268CFD-3728-4A45-A8FA-99E9BC645292}"/>
                </a:ext>
              </a:extLst>
            </p:cNvPr>
            <p:cNvSpPr>
              <a:spLocks/>
            </p:cNvSpPr>
            <p:nvPr/>
          </p:nvSpPr>
          <p:spPr bwMode="auto">
            <a:xfrm>
              <a:off x="2078" y="912"/>
              <a:ext cx="90" cy="77"/>
            </a:xfrm>
            <a:custGeom>
              <a:avLst/>
              <a:gdLst>
                <a:gd name="T0" fmla="*/ 0 w 90"/>
                <a:gd name="T1" fmla="*/ 77 h 77"/>
                <a:gd name="T2" fmla="*/ 90 w 90"/>
                <a:gd name="T3" fmla="*/ 0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90" h="77">
                  <a:moveTo>
                    <a:pt x="0" y="77"/>
                  </a:moveTo>
                  <a:lnTo>
                    <a:pt x="90" y="0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6796" name="Freeform 60">
              <a:extLst>
                <a:ext uri="{FF2B5EF4-FFF2-40B4-BE49-F238E27FC236}">
                  <a16:creationId xmlns:a16="http://schemas.microsoft.com/office/drawing/2014/main" id="{C2C971A0-7E40-4796-8769-83DB199C03A9}"/>
                </a:ext>
              </a:extLst>
            </p:cNvPr>
            <p:cNvSpPr>
              <a:spLocks/>
            </p:cNvSpPr>
            <p:nvPr/>
          </p:nvSpPr>
          <p:spPr bwMode="auto">
            <a:xfrm>
              <a:off x="698" y="2011"/>
              <a:ext cx="1" cy="345"/>
            </a:xfrm>
            <a:custGeom>
              <a:avLst/>
              <a:gdLst>
                <a:gd name="T0" fmla="*/ 0 w 1"/>
                <a:gd name="T1" fmla="*/ 0 h 345"/>
                <a:gd name="T2" fmla="*/ 0 w 1"/>
                <a:gd name="T3" fmla="*/ 345 h 3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345">
                  <a:moveTo>
                    <a:pt x="0" y="0"/>
                  </a:moveTo>
                  <a:lnTo>
                    <a:pt x="0" y="345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lgDashDot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6797" name="Freeform 61">
              <a:extLst>
                <a:ext uri="{FF2B5EF4-FFF2-40B4-BE49-F238E27FC236}">
                  <a16:creationId xmlns:a16="http://schemas.microsoft.com/office/drawing/2014/main" id="{7B8F2529-93F8-442B-9A7A-8840BED4281C}"/>
                </a:ext>
              </a:extLst>
            </p:cNvPr>
            <p:cNvSpPr>
              <a:spLocks/>
            </p:cNvSpPr>
            <p:nvPr/>
          </p:nvSpPr>
          <p:spPr bwMode="auto">
            <a:xfrm>
              <a:off x="534" y="2274"/>
              <a:ext cx="990" cy="3"/>
            </a:xfrm>
            <a:custGeom>
              <a:avLst/>
              <a:gdLst>
                <a:gd name="T0" fmla="*/ 0 w 990"/>
                <a:gd name="T1" fmla="*/ 3 h 3"/>
                <a:gd name="T2" fmla="*/ 990 w 990"/>
                <a:gd name="T3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990" h="3">
                  <a:moveTo>
                    <a:pt x="0" y="3"/>
                  </a:moveTo>
                  <a:lnTo>
                    <a:pt x="990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6798" name="Freeform 62">
              <a:extLst>
                <a:ext uri="{FF2B5EF4-FFF2-40B4-BE49-F238E27FC236}">
                  <a16:creationId xmlns:a16="http://schemas.microsoft.com/office/drawing/2014/main" id="{6B45D510-FAC3-442E-8020-E99FBD9A72EF}"/>
                </a:ext>
              </a:extLst>
            </p:cNvPr>
            <p:cNvSpPr>
              <a:spLocks/>
            </p:cNvSpPr>
            <p:nvPr/>
          </p:nvSpPr>
          <p:spPr bwMode="auto">
            <a:xfrm>
              <a:off x="541" y="2079"/>
              <a:ext cx="990" cy="3"/>
            </a:xfrm>
            <a:custGeom>
              <a:avLst/>
              <a:gdLst>
                <a:gd name="T0" fmla="*/ 0 w 990"/>
                <a:gd name="T1" fmla="*/ 3 h 3"/>
                <a:gd name="T2" fmla="*/ 990 w 990"/>
                <a:gd name="T3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990" h="3">
                  <a:moveTo>
                    <a:pt x="0" y="3"/>
                  </a:moveTo>
                  <a:lnTo>
                    <a:pt x="990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6799" name="Freeform 63">
              <a:extLst>
                <a:ext uri="{FF2B5EF4-FFF2-40B4-BE49-F238E27FC236}">
                  <a16:creationId xmlns:a16="http://schemas.microsoft.com/office/drawing/2014/main" id="{29A12E0C-ADD2-4168-8398-A1E7FF41F8B8}"/>
                </a:ext>
              </a:extLst>
            </p:cNvPr>
            <p:cNvSpPr>
              <a:spLocks/>
            </p:cNvSpPr>
            <p:nvPr/>
          </p:nvSpPr>
          <p:spPr bwMode="auto">
            <a:xfrm>
              <a:off x="872" y="989"/>
              <a:ext cx="437" cy="1"/>
            </a:xfrm>
            <a:custGeom>
              <a:avLst/>
              <a:gdLst>
                <a:gd name="T0" fmla="*/ 0 w 437"/>
                <a:gd name="T1" fmla="*/ 1 h 1"/>
                <a:gd name="T2" fmla="*/ 225 w 437"/>
                <a:gd name="T3" fmla="*/ 1 h 1"/>
                <a:gd name="T4" fmla="*/ 437 w 437"/>
                <a:gd name="T5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37" h="1">
                  <a:moveTo>
                    <a:pt x="0" y="1"/>
                  </a:moveTo>
                  <a:lnTo>
                    <a:pt x="225" y="1"/>
                  </a:lnTo>
                  <a:lnTo>
                    <a:pt x="437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6800" name="Freeform 64">
              <a:extLst>
                <a:ext uri="{FF2B5EF4-FFF2-40B4-BE49-F238E27FC236}">
                  <a16:creationId xmlns:a16="http://schemas.microsoft.com/office/drawing/2014/main" id="{0A55FC9F-6472-41E0-98F2-3B02793F393E}"/>
                </a:ext>
              </a:extLst>
            </p:cNvPr>
            <p:cNvSpPr>
              <a:spLocks/>
            </p:cNvSpPr>
            <p:nvPr/>
          </p:nvSpPr>
          <p:spPr bwMode="auto">
            <a:xfrm>
              <a:off x="879" y="795"/>
              <a:ext cx="1" cy="195"/>
            </a:xfrm>
            <a:custGeom>
              <a:avLst/>
              <a:gdLst>
                <a:gd name="T0" fmla="*/ 0 w 1"/>
                <a:gd name="T1" fmla="*/ 195 h 195"/>
                <a:gd name="T2" fmla="*/ 0 w 1"/>
                <a:gd name="T3" fmla="*/ 0 h 1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195">
                  <a:moveTo>
                    <a:pt x="0" y="195"/>
                  </a:moveTo>
                  <a:lnTo>
                    <a:pt x="0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6801" name="Freeform 65">
              <a:extLst>
                <a:ext uri="{FF2B5EF4-FFF2-40B4-BE49-F238E27FC236}">
                  <a16:creationId xmlns:a16="http://schemas.microsoft.com/office/drawing/2014/main" id="{3D1467B3-6B35-4499-B1A4-65728E504833}"/>
                </a:ext>
              </a:extLst>
            </p:cNvPr>
            <p:cNvSpPr>
              <a:spLocks/>
            </p:cNvSpPr>
            <p:nvPr/>
          </p:nvSpPr>
          <p:spPr bwMode="auto">
            <a:xfrm>
              <a:off x="879" y="791"/>
              <a:ext cx="645" cy="4"/>
            </a:xfrm>
            <a:custGeom>
              <a:avLst/>
              <a:gdLst>
                <a:gd name="T0" fmla="*/ 0 w 645"/>
                <a:gd name="T1" fmla="*/ 4 h 4"/>
                <a:gd name="T2" fmla="*/ 645 w 645"/>
                <a:gd name="T3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645" h="4">
                  <a:moveTo>
                    <a:pt x="0" y="4"/>
                  </a:moveTo>
                  <a:lnTo>
                    <a:pt x="645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6802" name="Freeform 66">
              <a:extLst>
                <a:ext uri="{FF2B5EF4-FFF2-40B4-BE49-F238E27FC236}">
                  <a16:creationId xmlns:a16="http://schemas.microsoft.com/office/drawing/2014/main" id="{E41F3972-2D8D-491A-9852-085563460D51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9" y="990"/>
              <a:ext cx="1" cy="1096"/>
            </a:xfrm>
            <a:custGeom>
              <a:avLst/>
              <a:gdLst>
                <a:gd name="T0" fmla="*/ 0 w 1"/>
                <a:gd name="T1" fmla="*/ 1096 h 1096"/>
                <a:gd name="T2" fmla="*/ 0 w 1"/>
                <a:gd name="T3" fmla="*/ 0 h 10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1096">
                  <a:moveTo>
                    <a:pt x="0" y="1096"/>
                  </a:moveTo>
                  <a:lnTo>
                    <a:pt x="0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6803" name="Arc 67">
              <a:extLst>
                <a:ext uri="{FF2B5EF4-FFF2-40B4-BE49-F238E27FC236}">
                  <a16:creationId xmlns:a16="http://schemas.microsoft.com/office/drawing/2014/main" id="{31F9C37A-8081-4C1F-AE0A-56820D46CF3C}"/>
                </a:ext>
              </a:extLst>
            </p:cNvPr>
            <p:cNvSpPr>
              <a:spLocks/>
            </p:cNvSpPr>
            <p:nvPr/>
          </p:nvSpPr>
          <p:spPr bwMode="auto">
            <a:xfrm flipH="1" flipV="1">
              <a:off x="1305" y="1179"/>
              <a:ext cx="240" cy="192"/>
            </a:xfrm>
            <a:custGeom>
              <a:avLst/>
              <a:gdLst>
                <a:gd name="G0" fmla="+- 0 0 0"/>
                <a:gd name="G1" fmla="+- 21558 0 0"/>
                <a:gd name="G2" fmla="+- 21600 0 0"/>
                <a:gd name="T0" fmla="*/ 1347 w 21600"/>
                <a:gd name="T1" fmla="*/ 0 h 21558"/>
                <a:gd name="T2" fmla="*/ 21600 w 21600"/>
                <a:gd name="T3" fmla="*/ 21558 h 21558"/>
                <a:gd name="T4" fmla="*/ 0 w 21600"/>
                <a:gd name="T5" fmla="*/ 21558 h 215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558" fill="none" extrusionOk="0">
                  <a:moveTo>
                    <a:pt x="1346" y="0"/>
                  </a:moveTo>
                  <a:cubicBezTo>
                    <a:pt x="12731" y="711"/>
                    <a:pt x="21600" y="10151"/>
                    <a:pt x="21600" y="21558"/>
                  </a:cubicBezTo>
                </a:path>
                <a:path w="21600" h="21558" stroke="0" extrusionOk="0">
                  <a:moveTo>
                    <a:pt x="1346" y="0"/>
                  </a:moveTo>
                  <a:cubicBezTo>
                    <a:pt x="12731" y="711"/>
                    <a:pt x="21600" y="10151"/>
                    <a:pt x="21600" y="21558"/>
                  </a:cubicBezTo>
                  <a:lnTo>
                    <a:pt x="0" y="21558"/>
                  </a:lnTo>
                  <a:close/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6804" name="Freeform 68">
              <a:extLst>
                <a:ext uri="{FF2B5EF4-FFF2-40B4-BE49-F238E27FC236}">
                  <a16:creationId xmlns:a16="http://schemas.microsoft.com/office/drawing/2014/main" id="{C445F024-1482-4AAC-8AE4-CA47318CBF35}"/>
                </a:ext>
              </a:extLst>
            </p:cNvPr>
            <p:cNvSpPr>
              <a:spLocks/>
            </p:cNvSpPr>
            <p:nvPr/>
          </p:nvSpPr>
          <p:spPr bwMode="auto">
            <a:xfrm>
              <a:off x="1299" y="990"/>
              <a:ext cx="1" cy="210"/>
            </a:xfrm>
            <a:custGeom>
              <a:avLst/>
              <a:gdLst>
                <a:gd name="T0" fmla="*/ 0 w 1"/>
                <a:gd name="T1" fmla="*/ 210 h 210"/>
                <a:gd name="T2" fmla="*/ 0 w 1"/>
                <a:gd name="T3" fmla="*/ 0 h 2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210">
                  <a:moveTo>
                    <a:pt x="0" y="210"/>
                  </a:moveTo>
                  <a:lnTo>
                    <a:pt x="0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6805" name="Line 69">
              <a:extLst>
                <a:ext uri="{FF2B5EF4-FFF2-40B4-BE49-F238E27FC236}">
                  <a16:creationId xmlns:a16="http://schemas.microsoft.com/office/drawing/2014/main" id="{FE4E97C7-3A10-4B74-9C06-CF301CEDDF8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7" y="2084"/>
              <a:ext cx="0" cy="19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6806" name="Freeform 70">
              <a:extLst>
                <a:ext uri="{FF2B5EF4-FFF2-40B4-BE49-F238E27FC236}">
                  <a16:creationId xmlns:a16="http://schemas.microsoft.com/office/drawing/2014/main" id="{48E4A614-ECB7-4664-BFD1-834AC0AF6EB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69" y="1157"/>
              <a:ext cx="582" cy="1"/>
            </a:xfrm>
            <a:custGeom>
              <a:avLst/>
              <a:gdLst>
                <a:gd name="T0" fmla="*/ 0 w 582"/>
                <a:gd name="T1" fmla="*/ 0 h 1"/>
                <a:gd name="T2" fmla="*/ 582 w 582"/>
                <a:gd name="T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582" h="1">
                  <a:moveTo>
                    <a:pt x="0" y="0"/>
                  </a:moveTo>
                  <a:lnTo>
                    <a:pt x="582" y="0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lgDashDot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6807" name="Oval 71">
              <a:extLst>
                <a:ext uri="{FF2B5EF4-FFF2-40B4-BE49-F238E27FC236}">
                  <a16:creationId xmlns:a16="http://schemas.microsoft.com/office/drawing/2014/main" id="{DFFA9EB3-415C-48A0-9624-829EBB0787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13" y="1046"/>
              <a:ext cx="240" cy="222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6808" name="Freeform 72">
              <a:extLst>
                <a:ext uri="{FF2B5EF4-FFF2-40B4-BE49-F238E27FC236}">
                  <a16:creationId xmlns:a16="http://schemas.microsoft.com/office/drawing/2014/main" id="{C5FBB76C-8DF1-49E7-9D1A-21C5199056C5}"/>
                </a:ext>
              </a:extLst>
            </p:cNvPr>
            <p:cNvSpPr>
              <a:spLocks/>
            </p:cNvSpPr>
            <p:nvPr/>
          </p:nvSpPr>
          <p:spPr bwMode="auto">
            <a:xfrm>
              <a:off x="1522" y="2274"/>
              <a:ext cx="991" cy="3"/>
            </a:xfrm>
            <a:custGeom>
              <a:avLst/>
              <a:gdLst>
                <a:gd name="T0" fmla="*/ 991 w 991"/>
                <a:gd name="T1" fmla="*/ 0 h 3"/>
                <a:gd name="T2" fmla="*/ 0 w 991"/>
                <a:gd name="T3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991" h="3">
                  <a:moveTo>
                    <a:pt x="991" y="0"/>
                  </a:moveTo>
                  <a:lnTo>
                    <a:pt x="0" y="3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6809" name="Freeform 73">
              <a:extLst>
                <a:ext uri="{FF2B5EF4-FFF2-40B4-BE49-F238E27FC236}">
                  <a16:creationId xmlns:a16="http://schemas.microsoft.com/office/drawing/2014/main" id="{9FBCAADF-1A3D-4D04-9EA3-45073280F95C}"/>
                </a:ext>
              </a:extLst>
            </p:cNvPr>
            <p:cNvSpPr>
              <a:spLocks/>
            </p:cNvSpPr>
            <p:nvPr/>
          </p:nvSpPr>
          <p:spPr bwMode="auto">
            <a:xfrm>
              <a:off x="1921" y="2079"/>
              <a:ext cx="602" cy="1"/>
            </a:xfrm>
            <a:custGeom>
              <a:avLst/>
              <a:gdLst>
                <a:gd name="T0" fmla="*/ 602 w 602"/>
                <a:gd name="T1" fmla="*/ 1 h 1"/>
                <a:gd name="T2" fmla="*/ 0 w 602"/>
                <a:gd name="T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602" h="1">
                  <a:moveTo>
                    <a:pt x="602" y="1"/>
                  </a:moveTo>
                  <a:lnTo>
                    <a:pt x="0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6810" name="Freeform 74">
              <a:extLst>
                <a:ext uri="{FF2B5EF4-FFF2-40B4-BE49-F238E27FC236}">
                  <a16:creationId xmlns:a16="http://schemas.microsoft.com/office/drawing/2014/main" id="{1029346F-9A3B-4C40-A17B-C67B3B64BA9E}"/>
                </a:ext>
              </a:extLst>
            </p:cNvPr>
            <p:cNvSpPr>
              <a:spLocks/>
            </p:cNvSpPr>
            <p:nvPr/>
          </p:nvSpPr>
          <p:spPr bwMode="auto">
            <a:xfrm>
              <a:off x="1928" y="983"/>
              <a:ext cx="248" cy="6"/>
            </a:xfrm>
            <a:custGeom>
              <a:avLst/>
              <a:gdLst>
                <a:gd name="T0" fmla="*/ 248 w 248"/>
                <a:gd name="T1" fmla="*/ 6 h 6"/>
                <a:gd name="T2" fmla="*/ 0 w 248"/>
                <a:gd name="T3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48" h="6">
                  <a:moveTo>
                    <a:pt x="248" y="6"/>
                  </a:moveTo>
                  <a:lnTo>
                    <a:pt x="0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6811" name="Freeform 75">
              <a:extLst>
                <a:ext uri="{FF2B5EF4-FFF2-40B4-BE49-F238E27FC236}">
                  <a16:creationId xmlns:a16="http://schemas.microsoft.com/office/drawing/2014/main" id="{29D05A19-7075-4E88-96A4-5581CD748118}"/>
                </a:ext>
              </a:extLst>
            </p:cNvPr>
            <p:cNvSpPr>
              <a:spLocks/>
            </p:cNvSpPr>
            <p:nvPr/>
          </p:nvSpPr>
          <p:spPr bwMode="auto">
            <a:xfrm>
              <a:off x="2167" y="788"/>
              <a:ext cx="1" cy="208"/>
            </a:xfrm>
            <a:custGeom>
              <a:avLst/>
              <a:gdLst>
                <a:gd name="T0" fmla="*/ 0 w 1"/>
                <a:gd name="T1" fmla="*/ 208 h 208"/>
                <a:gd name="T2" fmla="*/ 1 w 1"/>
                <a:gd name="T3" fmla="*/ 0 h 2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208">
                  <a:moveTo>
                    <a:pt x="0" y="208"/>
                  </a:moveTo>
                  <a:lnTo>
                    <a:pt x="1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6812" name="Freeform 76">
              <a:extLst>
                <a:ext uri="{FF2B5EF4-FFF2-40B4-BE49-F238E27FC236}">
                  <a16:creationId xmlns:a16="http://schemas.microsoft.com/office/drawing/2014/main" id="{03CE852A-0ACD-4ABF-8FE8-90827F2E69C4}"/>
                </a:ext>
              </a:extLst>
            </p:cNvPr>
            <p:cNvSpPr>
              <a:spLocks/>
            </p:cNvSpPr>
            <p:nvPr/>
          </p:nvSpPr>
          <p:spPr bwMode="auto">
            <a:xfrm>
              <a:off x="1515" y="795"/>
              <a:ext cx="660" cy="1"/>
            </a:xfrm>
            <a:custGeom>
              <a:avLst/>
              <a:gdLst>
                <a:gd name="T0" fmla="*/ 660 w 660"/>
                <a:gd name="T1" fmla="*/ 0 h 1"/>
                <a:gd name="T2" fmla="*/ 0 w 660"/>
                <a:gd name="T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660" h="1">
                  <a:moveTo>
                    <a:pt x="660" y="0"/>
                  </a:moveTo>
                  <a:lnTo>
                    <a:pt x="0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6813" name="Freeform 77">
              <a:extLst>
                <a:ext uri="{FF2B5EF4-FFF2-40B4-BE49-F238E27FC236}">
                  <a16:creationId xmlns:a16="http://schemas.microsoft.com/office/drawing/2014/main" id="{D6A229FE-A983-4D48-B64C-134439CB6E06}"/>
                </a:ext>
              </a:extLst>
            </p:cNvPr>
            <p:cNvSpPr>
              <a:spLocks/>
            </p:cNvSpPr>
            <p:nvPr/>
          </p:nvSpPr>
          <p:spPr bwMode="auto">
            <a:xfrm>
              <a:off x="1928" y="983"/>
              <a:ext cx="1" cy="1096"/>
            </a:xfrm>
            <a:custGeom>
              <a:avLst/>
              <a:gdLst>
                <a:gd name="T0" fmla="*/ 0 w 1"/>
                <a:gd name="T1" fmla="*/ 1096 h 1096"/>
                <a:gd name="T2" fmla="*/ 0 w 1"/>
                <a:gd name="T3" fmla="*/ 0 h 10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1096">
                  <a:moveTo>
                    <a:pt x="0" y="1096"/>
                  </a:moveTo>
                  <a:lnTo>
                    <a:pt x="0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6814" name="Freeform 78">
              <a:extLst>
                <a:ext uri="{FF2B5EF4-FFF2-40B4-BE49-F238E27FC236}">
                  <a16:creationId xmlns:a16="http://schemas.microsoft.com/office/drawing/2014/main" id="{A6107F04-A6B7-49AE-8160-82CB76F75FA1}"/>
                </a:ext>
              </a:extLst>
            </p:cNvPr>
            <p:cNvSpPr>
              <a:spLocks/>
            </p:cNvSpPr>
            <p:nvPr/>
          </p:nvSpPr>
          <p:spPr bwMode="auto">
            <a:xfrm>
              <a:off x="2513" y="2079"/>
              <a:ext cx="1" cy="210"/>
            </a:xfrm>
            <a:custGeom>
              <a:avLst/>
              <a:gdLst>
                <a:gd name="T0" fmla="*/ 0 w 1"/>
                <a:gd name="T1" fmla="*/ 0 h 210"/>
                <a:gd name="T2" fmla="*/ 0 w 1"/>
                <a:gd name="T3" fmla="*/ 210 h 2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210">
                  <a:moveTo>
                    <a:pt x="0" y="0"/>
                  </a:moveTo>
                  <a:lnTo>
                    <a:pt x="0" y="21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6815" name="Line 79">
              <a:extLst>
                <a:ext uri="{FF2B5EF4-FFF2-40B4-BE49-F238E27FC236}">
                  <a16:creationId xmlns:a16="http://schemas.microsoft.com/office/drawing/2014/main" id="{074DD871-F959-4242-8539-39D775EAB8F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801" y="795"/>
              <a:ext cx="0" cy="67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6816" name="Freeform 80">
              <a:extLst>
                <a:ext uri="{FF2B5EF4-FFF2-40B4-BE49-F238E27FC236}">
                  <a16:creationId xmlns:a16="http://schemas.microsoft.com/office/drawing/2014/main" id="{89319538-487E-434C-943A-2F25AC53B963}"/>
                </a:ext>
              </a:extLst>
            </p:cNvPr>
            <p:cNvSpPr>
              <a:spLocks/>
            </p:cNvSpPr>
            <p:nvPr/>
          </p:nvSpPr>
          <p:spPr bwMode="auto">
            <a:xfrm>
              <a:off x="1529" y="1457"/>
              <a:ext cx="286" cy="1"/>
            </a:xfrm>
            <a:custGeom>
              <a:avLst/>
              <a:gdLst>
                <a:gd name="T0" fmla="*/ 0 w 286"/>
                <a:gd name="T1" fmla="*/ 0 h 1"/>
                <a:gd name="T2" fmla="*/ 286 w 286"/>
                <a:gd name="T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86" h="1">
                  <a:moveTo>
                    <a:pt x="0" y="0"/>
                  </a:moveTo>
                  <a:lnTo>
                    <a:pt x="286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6817" name="Freeform 81">
              <a:extLst>
                <a:ext uri="{FF2B5EF4-FFF2-40B4-BE49-F238E27FC236}">
                  <a16:creationId xmlns:a16="http://schemas.microsoft.com/office/drawing/2014/main" id="{9F309B7E-85BD-42AB-9E1C-6264E5F27CFF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3" y="1524"/>
              <a:ext cx="1" cy="750"/>
            </a:xfrm>
            <a:custGeom>
              <a:avLst/>
              <a:gdLst>
                <a:gd name="T0" fmla="*/ 0 w 1"/>
                <a:gd name="T1" fmla="*/ 750 h 750"/>
                <a:gd name="T2" fmla="*/ 0 w 1"/>
                <a:gd name="T3" fmla="*/ 0 h 7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750">
                  <a:moveTo>
                    <a:pt x="0" y="750"/>
                  </a:moveTo>
                  <a:lnTo>
                    <a:pt x="0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6818" name="Freeform 82">
              <a:extLst>
                <a:ext uri="{FF2B5EF4-FFF2-40B4-BE49-F238E27FC236}">
                  <a16:creationId xmlns:a16="http://schemas.microsoft.com/office/drawing/2014/main" id="{B8DBDCE6-CD7A-4A8D-8726-63AD5C16AACE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3" y="1464"/>
              <a:ext cx="60" cy="60"/>
            </a:xfrm>
            <a:custGeom>
              <a:avLst/>
              <a:gdLst>
                <a:gd name="T0" fmla="*/ 60 w 60"/>
                <a:gd name="T1" fmla="*/ 0 h 60"/>
                <a:gd name="T2" fmla="*/ 0 w 60"/>
                <a:gd name="T3" fmla="*/ 6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60" h="60">
                  <a:moveTo>
                    <a:pt x="60" y="0"/>
                  </a:moveTo>
                  <a:lnTo>
                    <a:pt x="0" y="6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6819" name="Freeform 83">
              <a:extLst>
                <a:ext uri="{FF2B5EF4-FFF2-40B4-BE49-F238E27FC236}">
                  <a16:creationId xmlns:a16="http://schemas.microsoft.com/office/drawing/2014/main" id="{5F910FB4-9781-4F37-94C1-11A8A1DD448C}"/>
                </a:ext>
              </a:extLst>
            </p:cNvPr>
            <p:cNvSpPr>
              <a:spLocks/>
            </p:cNvSpPr>
            <p:nvPr/>
          </p:nvSpPr>
          <p:spPr bwMode="auto">
            <a:xfrm>
              <a:off x="1529" y="1524"/>
              <a:ext cx="211" cy="1"/>
            </a:xfrm>
            <a:custGeom>
              <a:avLst/>
              <a:gdLst>
                <a:gd name="T0" fmla="*/ 211 w 211"/>
                <a:gd name="T1" fmla="*/ 0 h 1"/>
                <a:gd name="T2" fmla="*/ 0 w 211"/>
                <a:gd name="T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11" h="1">
                  <a:moveTo>
                    <a:pt x="211" y="0"/>
                  </a:moveTo>
                  <a:lnTo>
                    <a:pt x="0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6820" name="Line 84">
              <a:extLst>
                <a:ext uri="{FF2B5EF4-FFF2-40B4-BE49-F238E27FC236}">
                  <a16:creationId xmlns:a16="http://schemas.microsoft.com/office/drawing/2014/main" id="{0572F5E3-DF8E-4F78-9890-880A97699EB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18" y="2024"/>
              <a:ext cx="0" cy="31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lgDash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6821" name="Arc 85">
              <a:extLst>
                <a:ext uri="{FF2B5EF4-FFF2-40B4-BE49-F238E27FC236}">
                  <a16:creationId xmlns:a16="http://schemas.microsoft.com/office/drawing/2014/main" id="{4E7F30EC-60B3-4629-AF49-EDA1F44BE852}"/>
                </a:ext>
              </a:extLst>
            </p:cNvPr>
            <p:cNvSpPr>
              <a:spLocks/>
            </p:cNvSpPr>
            <p:nvPr/>
          </p:nvSpPr>
          <p:spPr bwMode="auto">
            <a:xfrm flipH="1" flipV="1">
              <a:off x="1112" y="3262"/>
              <a:ext cx="443" cy="336"/>
            </a:xfrm>
            <a:custGeom>
              <a:avLst/>
              <a:gdLst>
                <a:gd name="G0" fmla="+- 0 0 0"/>
                <a:gd name="G1" fmla="+- 18867 0 0"/>
                <a:gd name="G2" fmla="+- 21600 0 0"/>
                <a:gd name="T0" fmla="*/ 10517 w 21600"/>
                <a:gd name="T1" fmla="*/ 0 h 18867"/>
                <a:gd name="T2" fmla="*/ 21600 w 21600"/>
                <a:gd name="T3" fmla="*/ 18867 h 18867"/>
                <a:gd name="T4" fmla="*/ 0 w 21600"/>
                <a:gd name="T5" fmla="*/ 18867 h 188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8867" fill="none" extrusionOk="0">
                  <a:moveTo>
                    <a:pt x="10516" y="0"/>
                  </a:moveTo>
                  <a:cubicBezTo>
                    <a:pt x="17359" y="3814"/>
                    <a:pt x="21600" y="11033"/>
                    <a:pt x="21600" y="18867"/>
                  </a:cubicBezTo>
                </a:path>
                <a:path w="21600" h="18867" stroke="0" extrusionOk="0">
                  <a:moveTo>
                    <a:pt x="10516" y="0"/>
                  </a:moveTo>
                  <a:cubicBezTo>
                    <a:pt x="17359" y="3814"/>
                    <a:pt x="21600" y="11033"/>
                    <a:pt x="21600" y="18867"/>
                  </a:cubicBezTo>
                  <a:lnTo>
                    <a:pt x="0" y="18867"/>
                  </a:lnTo>
                  <a:close/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6822" name="AutoShape 86">
              <a:extLst>
                <a:ext uri="{FF2B5EF4-FFF2-40B4-BE49-F238E27FC236}">
                  <a16:creationId xmlns:a16="http://schemas.microsoft.com/office/drawing/2014/main" id="{7933F813-C7E8-4097-803B-02F51ADFEB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1" y="2687"/>
              <a:ext cx="1965" cy="1152"/>
            </a:xfrm>
            <a:prstGeom prst="roundRect">
              <a:avLst>
                <a:gd name="adj" fmla="val 13542"/>
              </a:avLst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16823" name="AutoShape 87">
              <a:extLst>
                <a:ext uri="{FF2B5EF4-FFF2-40B4-BE49-F238E27FC236}">
                  <a16:creationId xmlns:a16="http://schemas.microsoft.com/office/drawing/2014/main" id="{7F822489-88A2-4899-9B95-6F0E5634E9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4" y="2827"/>
              <a:ext cx="1296" cy="872"/>
            </a:xfrm>
            <a:prstGeom prst="roundRect">
              <a:avLst>
                <a:gd name="adj" fmla="val 16667"/>
              </a:avLst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16824" name="Freeform 88">
              <a:extLst>
                <a:ext uri="{FF2B5EF4-FFF2-40B4-BE49-F238E27FC236}">
                  <a16:creationId xmlns:a16="http://schemas.microsoft.com/office/drawing/2014/main" id="{EFE27F9E-011E-4283-81D0-566FDAD0242B}"/>
                </a:ext>
              </a:extLst>
            </p:cNvPr>
            <p:cNvSpPr>
              <a:spLocks/>
            </p:cNvSpPr>
            <p:nvPr/>
          </p:nvSpPr>
          <p:spPr bwMode="auto">
            <a:xfrm>
              <a:off x="480" y="3258"/>
              <a:ext cx="2205" cy="1"/>
            </a:xfrm>
            <a:custGeom>
              <a:avLst/>
              <a:gdLst>
                <a:gd name="T0" fmla="*/ 0 w 2205"/>
                <a:gd name="T1" fmla="*/ 0 h 1"/>
                <a:gd name="T2" fmla="*/ 2205 w 2205"/>
                <a:gd name="T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205" h="1">
                  <a:moveTo>
                    <a:pt x="0" y="0"/>
                  </a:moveTo>
                  <a:lnTo>
                    <a:pt x="2205" y="0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lgDashDot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6825" name="Oval 89">
              <a:extLst>
                <a:ext uri="{FF2B5EF4-FFF2-40B4-BE49-F238E27FC236}">
                  <a16:creationId xmlns:a16="http://schemas.microsoft.com/office/drawing/2014/main" id="{F5EC3516-D6A9-4180-BC67-6F2C534933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78" y="3023"/>
              <a:ext cx="528" cy="480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6826" name="Oval 90">
              <a:extLst>
                <a:ext uri="{FF2B5EF4-FFF2-40B4-BE49-F238E27FC236}">
                  <a16:creationId xmlns:a16="http://schemas.microsoft.com/office/drawing/2014/main" id="{468F07E4-9A45-4DD7-B833-CD2BC6370D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26" y="3071"/>
              <a:ext cx="432" cy="384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116827" name="Group 91">
              <a:extLst>
                <a:ext uri="{FF2B5EF4-FFF2-40B4-BE49-F238E27FC236}">
                  <a16:creationId xmlns:a16="http://schemas.microsoft.com/office/drawing/2014/main" id="{8F3380FF-AC2D-46F1-A8C1-7A8A5A1ACC4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82" y="3576"/>
              <a:ext cx="282" cy="242"/>
              <a:chOff x="560" y="3576"/>
              <a:chExt cx="282" cy="242"/>
            </a:xfrm>
          </p:grpSpPr>
          <p:sp>
            <p:nvSpPr>
              <p:cNvPr id="116828" name="Line 92">
                <a:extLst>
                  <a:ext uri="{FF2B5EF4-FFF2-40B4-BE49-F238E27FC236}">
                    <a16:creationId xmlns:a16="http://schemas.microsoft.com/office/drawing/2014/main" id="{D0D3A5CE-6CD9-4994-8E4A-E0C2F043C62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00" y="3576"/>
                <a:ext cx="0" cy="24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6829" name="Freeform 93">
                <a:extLst>
                  <a:ext uri="{FF2B5EF4-FFF2-40B4-BE49-F238E27FC236}">
                    <a16:creationId xmlns:a16="http://schemas.microsoft.com/office/drawing/2014/main" id="{4FBA4929-61C9-4F4D-BA29-67B70233027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60" y="3698"/>
                <a:ext cx="282" cy="2"/>
              </a:xfrm>
              <a:custGeom>
                <a:avLst/>
                <a:gdLst>
                  <a:gd name="T0" fmla="*/ 0 w 285"/>
                  <a:gd name="T1" fmla="*/ 3 h 3"/>
                  <a:gd name="T2" fmla="*/ 285 w 285"/>
                  <a:gd name="T3" fmla="*/ 0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285" h="3">
                    <a:moveTo>
                      <a:pt x="0" y="3"/>
                    </a:moveTo>
                    <a:lnTo>
                      <a:pt x="285" y="0"/>
                    </a:lnTo>
                  </a:path>
                </a:pathLst>
              </a:custGeom>
              <a:noFill/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6830" name="Oval 94">
                <a:extLst>
                  <a:ext uri="{FF2B5EF4-FFF2-40B4-BE49-F238E27FC236}">
                    <a16:creationId xmlns:a16="http://schemas.microsoft.com/office/drawing/2014/main" id="{21257CAF-2BDA-4B16-B3B5-0AEC1CAFE2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-5400000">
                <a:off x="619" y="3602"/>
                <a:ext cx="162" cy="190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16831" name="Group 95">
              <a:extLst>
                <a:ext uri="{FF2B5EF4-FFF2-40B4-BE49-F238E27FC236}">
                  <a16:creationId xmlns:a16="http://schemas.microsoft.com/office/drawing/2014/main" id="{4B0695E8-8C2E-432B-968F-DB34C7E4D46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82" y="2714"/>
              <a:ext cx="282" cy="261"/>
              <a:chOff x="560" y="2714"/>
              <a:chExt cx="282" cy="261"/>
            </a:xfrm>
          </p:grpSpPr>
          <p:sp>
            <p:nvSpPr>
              <p:cNvPr id="116832" name="Line 96">
                <a:extLst>
                  <a:ext uri="{FF2B5EF4-FFF2-40B4-BE49-F238E27FC236}">
                    <a16:creationId xmlns:a16="http://schemas.microsoft.com/office/drawing/2014/main" id="{541D8946-56E7-4EFA-80C3-F4569E4FC6E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00" y="2714"/>
                <a:ext cx="0" cy="261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6833" name="Freeform 97">
                <a:extLst>
                  <a:ext uri="{FF2B5EF4-FFF2-40B4-BE49-F238E27FC236}">
                    <a16:creationId xmlns:a16="http://schemas.microsoft.com/office/drawing/2014/main" id="{695A47D4-B5BD-478C-8D68-2BBE0EFA829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60" y="2845"/>
                <a:ext cx="282" cy="3"/>
              </a:xfrm>
              <a:custGeom>
                <a:avLst/>
                <a:gdLst>
                  <a:gd name="T0" fmla="*/ 0 w 285"/>
                  <a:gd name="T1" fmla="*/ 3 h 3"/>
                  <a:gd name="T2" fmla="*/ 285 w 285"/>
                  <a:gd name="T3" fmla="*/ 0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285" h="3">
                    <a:moveTo>
                      <a:pt x="0" y="3"/>
                    </a:moveTo>
                    <a:lnTo>
                      <a:pt x="285" y="0"/>
                    </a:lnTo>
                  </a:path>
                </a:pathLst>
              </a:custGeom>
              <a:noFill/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6834" name="Oval 98">
                <a:extLst>
                  <a:ext uri="{FF2B5EF4-FFF2-40B4-BE49-F238E27FC236}">
                    <a16:creationId xmlns:a16="http://schemas.microsoft.com/office/drawing/2014/main" id="{2AC9BB74-DDE3-42C7-AEFE-A169A5AD3C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-5400000">
                <a:off x="613" y="2750"/>
                <a:ext cx="174" cy="190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16835" name="Group 99">
              <a:extLst>
                <a:ext uri="{FF2B5EF4-FFF2-40B4-BE49-F238E27FC236}">
                  <a16:creationId xmlns:a16="http://schemas.microsoft.com/office/drawing/2014/main" id="{58218CEE-7D89-4939-B46D-A63564AEB49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10" y="3555"/>
              <a:ext cx="285" cy="263"/>
              <a:chOff x="2188" y="3555"/>
              <a:chExt cx="285" cy="263"/>
            </a:xfrm>
          </p:grpSpPr>
          <p:sp>
            <p:nvSpPr>
              <p:cNvPr id="116836" name="Line 100">
                <a:extLst>
                  <a:ext uri="{FF2B5EF4-FFF2-40B4-BE49-F238E27FC236}">
                    <a16:creationId xmlns:a16="http://schemas.microsoft.com/office/drawing/2014/main" id="{ACC643CE-18A7-41DD-AD14-321B9EC79FF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29" y="3555"/>
                <a:ext cx="0" cy="26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6837" name="Freeform 101">
                <a:extLst>
                  <a:ext uri="{FF2B5EF4-FFF2-40B4-BE49-F238E27FC236}">
                    <a16:creationId xmlns:a16="http://schemas.microsoft.com/office/drawing/2014/main" id="{06649F84-0AA4-4544-86A1-149BB5A2C79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88" y="3687"/>
                <a:ext cx="285" cy="3"/>
              </a:xfrm>
              <a:custGeom>
                <a:avLst/>
                <a:gdLst>
                  <a:gd name="T0" fmla="*/ 0 w 285"/>
                  <a:gd name="T1" fmla="*/ 3 h 3"/>
                  <a:gd name="T2" fmla="*/ 285 w 285"/>
                  <a:gd name="T3" fmla="*/ 0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285" h="3">
                    <a:moveTo>
                      <a:pt x="0" y="3"/>
                    </a:moveTo>
                    <a:lnTo>
                      <a:pt x="285" y="0"/>
                    </a:lnTo>
                  </a:path>
                </a:pathLst>
              </a:custGeom>
              <a:noFill/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6838" name="Oval 102">
                <a:extLst>
                  <a:ext uri="{FF2B5EF4-FFF2-40B4-BE49-F238E27FC236}">
                    <a16:creationId xmlns:a16="http://schemas.microsoft.com/office/drawing/2014/main" id="{33377076-4173-403F-A683-E111D332DBA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-5400000">
                <a:off x="2241" y="3591"/>
                <a:ext cx="175" cy="192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16839" name="Group 103">
              <a:extLst>
                <a:ext uri="{FF2B5EF4-FFF2-40B4-BE49-F238E27FC236}">
                  <a16:creationId xmlns:a16="http://schemas.microsoft.com/office/drawing/2014/main" id="{8ECF45A4-CB9D-4E36-9F16-E15BC44D61F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95" y="2714"/>
              <a:ext cx="300" cy="255"/>
              <a:chOff x="2173" y="2714"/>
              <a:chExt cx="300" cy="255"/>
            </a:xfrm>
          </p:grpSpPr>
          <p:sp>
            <p:nvSpPr>
              <p:cNvPr id="116840" name="Line 104">
                <a:extLst>
                  <a:ext uri="{FF2B5EF4-FFF2-40B4-BE49-F238E27FC236}">
                    <a16:creationId xmlns:a16="http://schemas.microsoft.com/office/drawing/2014/main" id="{907C530A-F9A3-4527-AAEC-8F49B721838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21" y="2714"/>
                <a:ext cx="0" cy="25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6841" name="Freeform 105">
                <a:extLst>
                  <a:ext uri="{FF2B5EF4-FFF2-40B4-BE49-F238E27FC236}">
                    <a16:creationId xmlns:a16="http://schemas.microsoft.com/office/drawing/2014/main" id="{78DFD1C5-CF64-46F4-B022-94AAEBE3D48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73" y="2842"/>
                <a:ext cx="300" cy="3"/>
              </a:xfrm>
              <a:custGeom>
                <a:avLst/>
                <a:gdLst>
                  <a:gd name="T0" fmla="*/ 0 w 285"/>
                  <a:gd name="T1" fmla="*/ 3 h 3"/>
                  <a:gd name="T2" fmla="*/ 285 w 285"/>
                  <a:gd name="T3" fmla="*/ 0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285" h="3">
                    <a:moveTo>
                      <a:pt x="0" y="3"/>
                    </a:moveTo>
                    <a:lnTo>
                      <a:pt x="285" y="0"/>
                    </a:lnTo>
                  </a:path>
                </a:pathLst>
              </a:custGeom>
              <a:noFill/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6842" name="Oval 106">
                <a:extLst>
                  <a:ext uri="{FF2B5EF4-FFF2-40B4-BE49-F238E27FC236}">
                    <a16:creationId xmlns:a16="http://schemas.microsoft.com/office/drawing/2014/main" id="{156F3E13-1D1A-4D0B-8DF4-F94BFEEF02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-5400000">
                <a:off x="2236" y="2741"/>
                <a:ext cx="170" cy="202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16843" name="Group 107">
              <a:extLst>
                <a:ext uri="{FF2B5EF4-FFF2-40B4-BE49-F238E27FC236}">
                  <a16:creationId xmlns:a16="http://schemas.microsoft.com/office/drawing/2014/main" id="{999DBE10-BACA-4350-A9A1-5914920D7F3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08" y="3441"/>
              <a:ext cx="269" cy="242"/>
              <a:chOff x="3825" y="2746"/>
              <a:chExt cx="255" cy="255"/>
            </a:xfrm>
          </p:grpSpPr>
          <p:sp>
            <p:nvSpPr>
              <p:cNvPr id="116844" name="Freeform 108">
                <a:extLst>
                  <a:ext uri="{FF2B5EF4-FFF2-40B4-BE49-F238E27FC236}">
                    <a16:creationId xmlns:a16="http://schemas.microsoft.com/office/drawing/2014/main" id="{BCCFE722-92D9-4E8B-90B9-8822848078C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60" y="2746"/>
                <a:ext cx="1" cy="255"/>
              </a:xfrm>
              <a:custGeom>
                <a:avLst/>
                <a:gdLst>
                  <a:gd name="T0" fmla="*/ 0 w 1"/>
                  <a:gd name="T1" fmla="*/ 0 h 255"/>
                  <a:gd name="T2" fmla="*/ 0 w 1"/>
                  <a:gd name="T3" fmla="*/ 255 h 2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" h="255">
                    <a:moveTo>
                      <a:pt x="0" y="0"/>
                    </a:moveTo>
                    <a:lnTo>
                      <a:pt x="0" y="255"/>
                    </a:lnTo>
                  </a:path>
                </a:pathLst>
              </a:custGeom>
              <a:noFill/>
              <a:ln w="127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6845" name="Freeform 109">
                <a:extLst>
                  <a:ext uri="{FF2B5EF4-FFF2-40B4-BE49-F238E27FC236}">
                    <a16:creationId xmlns:a16="http://schemas.microsoft.com/office/drawing/2014/main" id="{D5C070D6-F651-4D5B-98A5-EE6DB4A3E30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25" y="2851"/>
                <a:ext cx="255" cy="1"/>
              </a:xfrm>
              <a:custGeom>
                <a:avLst/>
                <a:gdLst>
                  <a:gd name="T0" fmla="*/ 0 w 255"/>
                  <a:gd name="T1" fmla="*/ 0 h 1"/>
                  <a:gd name="T2" fmla="*/ 255 w 255"/>
                  <a:gd name="T3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255" h="1">
                    <a:moveTo>
                      <a:pt x="0" y="0"/>
                    </a:moveTo>
                    <a:lnTo>
                      <a:pt x="255" y="0"/>
                    </a:lnTo>
                  </a:path>
                </a:pathLst>
              </a:custGeom>
              <a:noFill/>
              <a:ln w="127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6846" name="Oval 110">
                <a:extLst>
                  <a:ext uri="{FF2B5EF4-FFF2-40B4-BE49-F238E27FC236}">
                    <a16:creationId xmlns:a16="http://schemas.microsoft.com/office/drawing/2014/main" id="{1B3CCD60-5580-44CB-8316-1FF43F2A0B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-5400000">
                <a:off x="3888" y="2784"/>
                <a:ext cx="144" cy="144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16847" name="Group 111">
              <a:extLst>
                <a:ext uri="{FF2B5EF4-FFF2-40B4-BE49-F238E27FC236}">
                  <a16:creationId xmlns:a16="http://schemas.microsoft.com/office/drawing/2014/main" id="{87D18E6A-75AE-406B-947B-61E75F70E0C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22" y="2877"/>
              <a:ext cx="255" cy="227"/>
              <a:chOff x="900" y="2877"/>
              <a:chExt cx="255" cy="227"/>
            </a:xfrm>
          </p:grpSpPr>
          <p:sp>
            <p:nvSpPr>
              <p:cNvPr id="116848" name="Freeform 112">
                <a:extLst>
                  <a:ext uri="{FF2B5EF4-FFF2-40B4-BE49-F238E27FC236}">
                    <a16:creationId xmlns:a16="http://schemas.microsoft.com/office/drawing/2014/main" id="{3BA71CEA-0D22-4215-96FB-DF808DF2483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35" y="2877"/>
                <a:ext cx="1" cy="227"/>
              </a:xfrm>
              <a:custGeom>
                <a:avLst/>
                <a:gdLst>
                  <a:gd name="T0" fmla="*/ 0 w 1"/>
                  <a:gd name="T1" fmla="*/ 0 h 255"/>
                  <a:gd name="T2" fmla="*/ 0 w 1"/>
                  <a:gd name="T3" fmla="*/ 255 h 2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" h="255">
                    <a:moveTo>
                      <a:pt x="0" y="0"/>
                    </a:moveTo>
                    <a:lnTo>
                      <a:pt x="0" y="255"/>
                    </a:lnTo>
                  </a:path>
                </a:pathLst>
              </a:custGeom>
              <a:noFill/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6849" name="Freeform 113">
                <a:extLst>
                  <a:ext uri="{FF2B5EF4-FFF2-40B4-BE49-F238E27FC236}">
                    <a16:creationId xmlns:a16="http://schemas.microsoft.com/office/drawing/2014/main" id="{9FE596E6-727F-49E2-A35D-CEB73A42794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00" y="2970"/>
                <a:ext cx="255" cy="1"/>
              </a:xfrm>
              <a:custGeom>
                <a:avLst/>
                <a:gdLst>
                  <a:gd name="T0" fmla="*/ 0 w 255"/>
                  <a:gd name="T1" fmla="*/ 0 h 1"/>
                  <a:gd name="T2" fmla="*/ 255 w 255"/>
                  <a:gd name="T3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255" h="1">
                    <a:moveTo>
                      <a:pt x="0" y="0"/>
                    </a:moveTo>
                    <a:lnTo>
                      <a:pt x="255" y="0"/>
                    </a:lnTo>
                  </a:path>
                </a:pathLst>
              </a:custGeom>
              <a:noFill/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6850" name="Oval 114">
                <a:extLst>
                  <a:ext uri="{FF2B5EF4-FFF2-40B4-BE49-F238E27FC236}">
                    <a16:creationId xmlns:a16="http://schemas.microsoft.com/office/drawing/2014/main" id="{364ABF8A-7671-4745-A0BB-C472880FCC7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-5400000">
                <a:off x="971" y="2903"/>
                <a:ext cx="128" cy="144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16851" name="Group 115">
              <a:extLst>
                <a:ext uri="{FF2B5EF4-FFF2-40B4-BE49-F238E27FC236}">
                  <a16:creationId xmlns:a16="http://schemas.microsoft.com/office/drawing/2014/main" id="{1A579F1D-5C3C-4964-BC23-1C3A26A2E06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81" y="3455"/>
              <a:ext cx="255" cy="242"/>
              <a:chOff x="3825" y="2746"/>
              <a:chExt cx="255" cy="255"/>
            </a:xfrm>
          </p:grpSpPr>
          <p:sp>
            <p:nvSpPr>
              <p:cNvPr id="116852" name="Freeform 116">
                <a:extLst>
                  <a:ext uri="{FF2B5EF4-FFF2-40B4-BE49-F238E27FC236}">
                    <a16:creationId xmlns:a16="http://schemas.microsoft.com/office/drawing/2014/main" id="{AF25546D-EC8C-4C17-8824-39F834C859D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60" y="2746"/>
                <a:ext cx="1" cy="255"/>
              </a:xfrm>
              <a:custGeom>
                <a:avLst/>
                <a:gdLst>
                  <a:gd name="T0" fmla="*/ 0 w 1"/>
                  <a:gd name="T1" fmla="*/ 0 h 255"/>
                  <a:gd name="T2" fmla="*/ 0 w 1"/>
                  <a:gd name="T3" fmla="*/ 255 h 2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" h="255">
                    <a:moveTo>
                      <a:pt x="0" y="0"/>
                    </a:moveTo>
                    <a:lnTo>
                      <a:pt x="0" y="255"/>
                    </a:lnTo>
                  </a:path>
                </a:pathLst>
              </a:custGeom>
              <a:noFill/>
              <a:ln w="127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6853" name="Freeform 117">
                <a:extLst>
                  <a:ext uri="{FF2B5EF4-FFF2-40B4-BE49-F238E27FC236}">
                    <a16:creationId xmlns:a16="http://schemas.microsoft.com/office/drawing/2014/main" id="{5DD741AD-807A-4042-B121-1CD088E1C05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25" y="2851"/>
                <a:ext cx="255" cy="1"/>
              </a:xfrm>
              <a:custGeom>
                <a:avLst/>
                <a:gdLst>
                  <a:gd name="T0" fmla="*/ 0 w 255"/>
                  <a:gd name="T1" fmla="*/ 0 h 1"/>
                  <a:gd name="T2" fmla="*/ 255 w 255"/>
                  <a:gd name="T3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255" h="1">
                    <a:moveTo>
                      <a:pt x="0" y="0"/>
                    </a:moveTo>
                    <a:lnTo>
                      <a:pt x="255" y="0"/>
                    </a:lnTo>
                  </a:path>
                </a:pathLst>
              </a:custGeom>
              <a:noFill/>
              <a:ln w="127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6854" name="Oval 118">
                <a:extLst>
                  <a:ext uri="{FF2B5EF4-FFF2-40B4-BE49-F238E27FC236}">
                    <a16:creationId xmlns:a16="http://schemas.microsoft.com/office/drawing/2014/main" id="{481067C5-441F-4148-9BEB-C52F9C5EE6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-5400000">
                <a:off x="3888" y="2784"/>
                <a:ext cx="144" cy="144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16855" name="Group 119">
              <a:extLst>
                <a:ext uri="{FF2B5EF4-FFF2-40B4-BE49-F238E27FC236}">
                  <a16:creationId xmlns:a16="http://schemas.microsoft.com/office/drawing/2014/main" id="{35C01550-43A6-4396-8152-06D7F39AF35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88" y="2877"/>
              <a:ext cx="255" cy="227"/>
              <a:chOff x="1866" y="2877"/>
              <a:chExt cx="255" cy="227"/>
            </a:xfrm>
          </p:grpSpPr>
          <p:sp>
            <p:nvSpPr>
              <p:cNvPr id="116856" name="Freeform 120">
                <a:extLst>
                  <a:ext uri="{FF2B5EF4-FFF2-40B4-BE49-F238E27FC236}">
                    <a16:creationId xmlns:a16="http://schemas.microsoft.com/office/drawing/2014/main" id="{63273669-911A-4C26-9764-7468D0585E1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01" y="2877"/>
                <a:ext cx="1" cy="227"/>
              </a:xfrm>
              <a:custGeom>
                <a:avLst/>
                <a:gdLst>
                  <a:gd name="T0" fmla="*/ 0 w 1"/>
                  <a:gd name="T1" fmla="*/ 0 h 255"/>
                  <a:gd name="T2" fmla="*/ 0 w 1"/>
                  <a:gd name="T3" fmla="*/ 255 h 2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" h="255">
                    <a:moveTo>
                      <a:pt x="0" y="0"/>
                    </a:moveTo>
                    <a:lnTo>
                      <a:pt x="0" y="255"/>
                    </a:lnTo>
                  </a:path>
                </a:pathLst>
              </a:custGeom>
              <a:noFill/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6857" name="Freeform 121">
                <a:extLst>
                  <a:ext uri="{FF2B5EF4-FFF2-40B4-BE49-F238E27FC236}">
                    <a16:creationId xmlns:a16="http://schemas.microsoft.com/office/drawing/2014/main" id="{5124EDAB-B7E4-401E-9BE3-BCDBCC0A99D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66" y="2970"/>
                <a:ext cx="255" cy="1"/>
              </a:xfrm>
              <a:custGeom>
                <a:avLst/>
                <a:gdLst>
                  <a:gd name="T0" fmla="*/ 0 w 255"/>
                  <a:gd name="T1" fmla="*/ 0 h 1"/>
                  <a:gd name="T2" fmla="*/ 255 w 255"/>
                  <a:gd name="T3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255" h="1">
                    <a:moveTo>
                      <a:pt x="0" y="0"/>
                    </a:moveTo>
                    <a:lnTo>
                      <a:pt x="255" y="0"/>
                    </a:lnTo>
                  </a:path>
                </a:pathLst>
              </a:custGeom>
              <a:noFill/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6858" name="Oval 122">
                <a:extLst>
                  <a:ext uri="{FF2B5EF4-FFF2-40B4-BE49-F238E27FC236}">
                    <a16:creationId xmlns:a16="http://schemas.microsoft.com/office/drawing/2014/main" id="{19702C54-E50F-4A9F-A11C-2E9D894015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-5400000">
                <a:off x="1937" y="2903"/>
                <a:ext cx="128" cy="144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116859" name="Freeform 123">
              <a:extLst>
                <a:ext uri="{FF2B5EF4-FFF2-40B4-BE49-F238E27FC236}">
                  <a16:creationId xmlns:a16="http://schemas.microsoft.com/office/drawing/2014/main" id="{A42EA715-C666-4F83-81BA-7BB5CB6B4DD2}"/>
                </a:ext>
              </a:extLst>
            </p:cNvPr>
            <p:cNvSpPr>
              <a:spLocks/>
            </p:cNvSpPr>
            <p:nvPr/>
          </p:nvSpPr>
          <p:spPr bwMode="auto">
            <a:xfrm>
              <a:off x="833" y="3266"/>
              <a:ext cx="1412" cy="480"/>
            </a:xfrm>
            <a:custGeom>
              <a:avLst/>
              <a:gdLst>
                <a:gd name="T0" fmla="*/ 1275 w 1412"/>
                <a:gd name="T1" fmla="*/ 0 h 480"/>
                <a:gd name="T2" fmla="*/ 1412 w 1412"/>
                <a:gd name="T3" fmla="*/ 14 h 480"/>
                <a:gd name="T4" fmla="*/ 1385 w 1412"/>
                <a:gd name="T5" fmla="*/ 329 h 480"/>
                <a:gd name="T6" fmla="*/ 1371 w 1412"/>
                <a:gd name="T7" fmla="*/ 425 h 480"/>
                <a:gd name="T8" fmla="*/ 1261 w 1412"/>
                <a:gd name="T9" fmla="*/ 480 h 480"/>
                <a:gd name="T10" fmla="*/ 13 w 1412"/>
                <a:gd name="T11" fmla="*/ 480 h 480"/>
                <a:gd name="T12" fmla="*/ 0 w 1412"/>
                <a:gd name="T13" fmla="*/ 247 h 480"/>
                <a:gd name="T14" fmla="*/ 0 w 1412"/>
                <a:gd name="T15" fmla="*/ 0 h 480"/>
                <a:gd name="T16" fmla="*/ 151 w 1412"/>
                <a:gd name="T17" fmla="*/ 0 h 480"/>
                <a:gd name="T18" fmla="*/ 274 w 1412"/>
                <a:gd name="T19" fmla="*/ 178 h 480"/>
                <a:gd name="T20" fmla="*/ 397 w 1412"/>
                <a:gd name="T21" fmla="*/ 343 h 480"/>
                <a:gd name="T22" fmla="*/ 932 w 1412"/>
                <a:gd name="T23" fmla="*/ 343 h 480"/>
                <a:gd name="T24" fmla="*/ 1275 w 1412"/>
                <a:gd name="T25" fmla="*/ 0 h 4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412" h="480">
                  <a:moveTo>
                    <a:pt x="1275" y="0"/>
                  </a:moveTo>
                  <a:lnTo>
                    <a:pt x="1412" y="14"/>
                  </a:lnTo>
                  <a:lnTo>
                    <a:pt x="1385" y="329"/>
                  </a:lnTo>
                  <a:lnTo>
                    <a:pt x="1371" y="425"/>
                  </a:lnTo>
                  <a:lnTo>
                    <a:pt x="1261" y="480"/>
                  </a:lnTo>
                  <a:lnTo>
                    <a:pt x="13" y="480"/>
                  </a:lnTo>
                  <a:lnTo>
                    <a:pt x="0" y="247"/>
                  </a:lnTo>
                  <a:lnTo>
                    <a:pt x="0" y="0"/>
                  </a:lnTo>
                  <a:lnTo>
                    <a:pt x="151" y="0"/>
                  </a:lnTo>
                  <a:lnTo>
                    <a:pt x="274" y="178"/>
                  </a:lnTo>
                  <a:lnTo>
                    <a:pt x="397" y="343"/>
                  </a:lnTo>
                  <a:lnTo>
                    <a:pt x="932" y="343"/>
                  </a:lnTo>
                  <a:lnTo>
                    <a:pt x="1275" y="0"/>
                  </a:lnTo>
                  <a:close/>
                </a:path>
              </a:pathLst>
            </a:custGeom>
            <a:solidFill>
              <a:srgbClr val="33CCFF"/>
            </a:solidFill>
            <a:ln w="9525" cap="flat" cmpd="sng">
              <a:solidFill>
                <a:srgbClr val="33CCFF"/>
              </a:solidFill>
              <a:prstDash val="solid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16860" name="Freeform 124">
              <a:extLst>
                <a:ext uri="{FF2B5EF4-FFF2-40B4-BE49-F238E27FC236}">
                  <a16:creationId xmlns:a16="http://schemas.microsoft.com/office/drawing/2014/main" id="{06407990-6DB3-4D79-8988-CDB1969F257A}"/>
                </a:ext>
              </a:extLst>
            </p:cNvPr>
            <p:cNvSpPr>
              <a:spLocks/>
            </p:cNvSpPr>
            <p:nvPr/>
          </p:nvSpPr>
          <p:spPr bwMode="auto">
            <a:xfrm>
              <a:off x="1545" y="2598"/>
              <a:ext cx="1" cy="1335"/>
            </a:xfrm>
            <a:custGeom>
              <a:avLst/>
              <a:gdLst>
                <a:gd name="T0" fmla="*/ 0 w 1"/>
                <a:gd name="T1" fmla="*/ 0 h 1335"/>
                <a:gd name="T2" fmla="*/ 0 w 1"/>
                <a:gd name="T3" fmla="*/ 1335 h 13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1335">
                  <a:moveTo>
                    <a:pt x="0" y="0"/>
                  </a:moveTo>
                  <a:lnTo>
                    <a:pt x="0" y="1335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lgDashDot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6861" name="Line 125">
              <a:extLst>
                <a:ext uri="{FF2B5EF4-FFF2-40B4-BE49-F238E27FC236}">
                  <a16:creationId xmlns:a16="http://schemas.microsoft.com/office/drawing/2014/main" id="{C0D1C850-03C6-4A1E-82EF-B450E091278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65" y="3601"/>
              <a:ext cx="0" cy="9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6862" name="Freeform 126">
              <a:extLst>
                <a:ext uri="{FF2B5EF4-FFF2-40B4-BE49-F238E27FC236}">
                  <a16:creationId xmlns:a16="http://schemas.microsoft.com/office/drawing/2014/main" id="{FA10E1C4-A3E9-41D8-90DE-A352753EA2C9}"/>
                </a:ext>
              </a:extLst>
            </p:cNvPr>
            <p:cNvSpPr>
              <a:spLocks/>
            </p:cNvSpPr>
            <p:nvPr/>
          </p:nvSpPr>
          <p:spPr bwMode="auto">
            <a:xfrm>
              <a:off x="1331" y="3591"/>
              <a:ext cx="2" cy="97"/>
            </a:xfrm>
            <a:custGeom>
              <a:avLst/>
              <a:gdLst>
                <a:gd name="T0" fmla="*/ 2 w 2"/>
                <a:gd name="T1" fmla="*/ 0 h 97"/>
                <a:gd name="T2" fmla="*/ 0 w 2"/>
                <a:gd name="T3" fmla="*/ 97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" h="97">
                  <a:moveTo>
                    <a:pt x="2" y="0"/>
                  </a:moveTo>
                  <a:lnTo>
                    <a:pt x="0" y="97"/>
                  </a:lnTo>
                </a:path>
              </a:pathLst>
            </a:custGeom>
            <a:noFill/>
            <a:ln w="3810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6863" name="Freeform 127">
              <a:extLst>
                <a:ext uri="{FF2B5EF4-FFF2-40B4-BE49-F238E27FC236}">
                  <a16:creationId xmlns:a16="http://schemas.microsoft.com/office/drawing/2014/main" id="{3D01F7A2-DEA4-4E32-B867-0C1BAFF01E80}"/>
                </a:ext>
              </a:extLst>
            </p:cNvPr>
            <p:cNvSpPr>
              <a:spLocks/>
            </p:cNvSpPr>
            <p:nvPr/>
          </p:nvSpPr>
          <p:spPr bwMode="auto">
            <a:xfrm>
              <a:off x="1132" y="3266"/>
              <a:ext cx="68" cy="66"/>
            </a:xfrm>
            <a:custGeom>
              <a:avLst/>
              <a:gdLst>
                <a:gd name="T0" fmla="*/ 0 w 68"/>
                <a:gd name="T1" fmla="*/ 66 h 66"/>
                <a:gd name="T2" fmla="*/ 68 w 68"/>
                <a:gd name="T3" fmla="*/ 0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68" h="66">
                  <a:moveTo>
                    <a:pt x="0" y="66"/>
                  </a:moveTo>
                  <a:lnTo>
                    <a:pt x="68" y="0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6864" name="Freeform 128">
              <a:extLst>
                <a:ext uri="{FF2B5EF4-FFF2-40B4-BE49-F238E27FC236}">
                  <a16:creationId xmlns:a16="http://schemas.microsoft.com/office/drawing/2014/main" id="{D3E59C2E-0100-41B2-BDCC-C149407E0E9D}"/>
                </a:ext>
              </a:extLst>
            </p:cNvPr>
            <p:cNvSpPr>
              <a:spLocks/>
            </p:cNvSpPr>
            <p:nvPr/>
          </p:nvSpPr>
          <p:spPr bwMode="auto">
            <a:xfrm>
              <a:off x="1433" y="3484"/>
              <a:ext cx="1" cy="204"/>
            </a:xfrm>
            <a:custGeom>
              <a:avLst/>
              <a:gdLst>
                <a:gd name="T0" fmla="*/ 0 w 1"/>
                <a:gd name="T1" fmla="*/ 0 h 204"/>
                <a:gd name="T2" fmla="*/ 0 w 1"/>
                <a:gd name="T3" fmla="*/ 204 h 2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204">
                  <a:moveTo>
                    <a:pt x="0" y="0"/>
                  </a:moveTo>
                  <a:lnTo>
                    <a:pt x="0" y="204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6865" name="Freeform 129">
              <a:extLst>
                <a:ext uri="{FF2B5EF4-FFF2-40B4-BE49-F238E27FC236}">
                  <a16:creationId xmlns:a16="http://schemas.microsoft.com/office/drawing/2014/main" id="{C2A8CFC6-AE3F-4D12-9138-5D4A8BDA6A1C}"/>
                </a:ext>
              </a:extLst>
            </p:cNvPr>
            <p:cNvSpPr>
              <a:spLocks/>
            </p:cNvSpPr>
            <p:nvPr/>
          </p:nvSpPr>
          <p:spPr bwMode="auto">
            <a:xfrm>
              <a:off x="1658" y="3368"/>
              <a:ext cx="313" cy="312"/>
            </a:xfrm>
            <a:custGeom>
              <a:avLst/>
              <a:gdLst>
                <a:gd name="T0" fmla="*/ 0 w 313"/>
                <a:gd name="T1" fmla="*/ 312 h 312"/>
                <a:gd name="T2" fmla="*/ 313 w 313"/>
                <a:gd name="T3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13" h="312">
                  <a:moveTo>
                    <a:pt x="0" y="312"/>
                  </a:moveTo>
                  <a:lnTo>
                    <a:pt x="313" y="0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6866" name="Freeform 130">
              <a:extLst>
                <a:ext uri="{FF2B5EF4-FFF2-40B4-BE49-F238E27FC236}">
                  <a16:creationId xmlns:a16="http://schemas.microsoft.com/office/drawing/2014/main" id="{4CED2CF2-CBDD-458D-B00D-562C7D6EEA67}"/>
                </a:ext>
              </a:extLst>
            </p:cNvPr>
            <p:cNvSpPr>
              <a:spLocks/>
            </p:cNvSpPr>
            <p:nvPr/>
          </p:nvSpPr>
          <p:spPr bwMode="auto">
            <a:xfrm>
              <a:off x="1658" y="3484"/>
              <a:ext cx="1" cy="211"/>
            </a:xfrm>
            <a:custGeom>
              <a:avLst/>
              <a:gdLst>
                <a:gd name="T0" fmla="*/ 0 w 1"/>
                <a:gd name="T1" fmla="*/ 0 h 211"/>
                <a:gd name="T2" fmla="*/ 1 w 1"/>
                <a:gd name="T3" fmla="*/ 211 h 2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211">
                  <a:moveTo>
                    <a:pt x="0" y="0"/>
                  </a:moveTo>
                  <a:lnTo>
                    <a:pt x="1" y="211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6867" name="Freeform 131">
              <a:extLst>
                <a:ext uri="{FF2B5EF4-FFF2-40B4-BE49-F238E27FC236}">
                  <a16:creationId xmlns:a16="http://schemas.microsoft.com/office/drawing/2014/main" id="{7D05E390-6F16-41B2-BFC0-25EB2FFB6D0A}"/>
                </a:ext>
              </a:extLst>
            </p:cNvPr>
            <p:cNvSpPr>
              <a:spLocks/>
            </p:cNvSpPr>
            <p:nvPr/>
          </p:nvSpPr>
          <p:spPr bwMode="auto">
            <a:xfrm>
              <a:off x="1322" y="3680"/>
              <a:ext cx="455" cy="2"/>
            </a:xfrm>
            <a:custGeom>
              <a:avLst/>
              <a:gdLst>
                <a:gd name="T0" fmla="*/ 0 w 455"/>
                <a:gd name="T1" fmla="*/ 2 h 2"/>
                <a:gd name="T2" fmla="*/ 455 w 455"/>
                <a:gd name="T3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455" h="2">
                  <a:moveTo>
                    <a:pt x="0" y="2"/>
                  </a:moveTo>
                  <a:lnTo>
                    <a:pt x="455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6868" name="Freeform 132">
              <a:extLst>
                <a:ext uri="{FF2B5EF4-FFF2-40B4-BE49-F238E27FC236}">
                  <a16:creationId xmlns:a16="http://schemas.microsoft.com/office/drawing/2014/main" id="{2B0BB37E-1390-4518-889D-F7C7A09B9E75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2" y="3324"/>
              <a:ext cx="118" cy="113"/>
            </a:xfrm>
            <a:custGeom>
              <a:avLst/>
              <a:gdLst>
                <a:gd name="T0" fmla="*/ 0 w 118"/>
                <a:gd name="T1" fmla="*/ 113 h 113"/>
                <a:gd name="T2" fmla="*/ 118 w 118"/>
                <a:gd name="T3" fmla="*/ 0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18" h="113">
                  <a:moveTo>
                    <a:pt x="0" y="113"/>
                  </a:moveTo>
                  <a:lnTo>
                    <a:pt x="118" y="0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6869" name="Freeform 133">
              <a:extLst>
                <a:ext uri="{FF2B5EF4-FFF2-40B4-BE49-F238E27FC236}">
                  <a16:creationId xmlns:a16="http://schemas.microsoft.com/office/drawing/2014/main" id="{85EF1E3A-0A50-4B8E-BE3F-903382B40DD3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2" y="3411"/>
              <a:ext cx="109" cy="109"/>
            </a:xfrm>
            <a:custGeom>
              <a:avLst/>
              <a:gdLst>
                <a:gd name="T0" fmla="*/ 0 w 109"/>
                <a:gd name="T1" fmla="*/ 109 h 109"/>
                <a:gd name="T2" fmla="*/ 109 w 109"/>
                <a:gd name="T3" fmla="*/ 0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09" h="109">
                  <a:moveTo>
                    <a:pt x="0" y="109"/>
                  </a:moveTo>
                  <a:lnTo>
                    <a:pt x="109" y="0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6870" name="Freeform 134">
              <a:extLst>
                <a:ext uri="{FF2B5EF4-FFF2-40B4-BE49-F238E27FC236}">
                  <a16:creationId xmlns:a16="http://schemas.microsoft.com/office/drawing/2014/main" id="{EB170588-9325-44AA-A543-01D9E2E31CB7}"/>
                </a:ext>
              </a:extLst>
            </p:cNvPr>
            <p:cNvSpPr>
              <a:spLocks/>
            </p:cNvSpPr>
            <p:nvPr/>
          </p:nvSpPr>
          <p:spPr bwMode="auto">
            <a:xfrm>
              <a:off x="1312" y="3477"/>
              <a:ext cx="92" cy="96"/>
            </a:xfrm>
            <a:custGeom>
              <a:avLst/>
              <a:gdLst>
                <a:gd name="T0" fmla="*/ 0 w 92"/>
                <a:gd name="T1" fmla="*/ 96 h 96"/>
                <a:gd name="T2" fmla="*/ 92 w 92"/>
                <a:gd name="T3" fmla="*/ 0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92" h="96">
                  <a:moveTo>
                    <a:pt x="0" y="96"/>
                  </a:moveTo>
                  <a:lnTo>
                    <a:pt x="92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6871" name="Freeform 135">
              <a:extLst>
                <a:ext uri="{FF2B5EF4-FFF2-40B4-BE49-F238E27FC236}">
                  <a16:creationId xmlns:a16="http://schemas.microsoft.com/office/drawing/2014/main" id="{620017EB-7D1C-45F6-9085-0896A5CD8382}"/>
                </a:ext>
              </a:extLst>
            </p:cNvPr>
            <p:cNvSpPr>
              <a:spLocks/>
            </p:cNvSpPr>
            <p:nvPr/>
          </p:nvSpPr>
          <p:spPr bwMode="auto">
            <a:xfrm>
              <a:off x="1338" y="3593"/>
              <a:ext cx="92" cy="87"/>
            </a:xfrm>
            <a:custGeom>
              <a:avLst/>
              <a:gdLst>
                <a:gd name="T0" fmla="*/ 0 w 92"/>
                <a:gd name="T1" fmla="*/ 87 h 87"/>
                <a:gd name="T2" fmla="*/ 92 w 92"/>
                <a:gd name="T3" fmla="*/ 0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92" h="87">
                  <a:moveTo>
                    <a:pt x="0" y="87"/>
                  </a:moveTo>
                  <a:lnTo>
                    <a:pt x="92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6872" name="Freeform 136">
              <a:extLst>
                <a:ext uri="{FF2B5EF4-FFF2-40B4-BE49-F238E27FC236}">
                  <a16:creationId xmlns:a16="http://schemas.microsoft.com/office/drawing/2014/main" id="{7C87736D-9A2D-4C58-A63B-1445425DE24E}"/>
                </a:ext>
              </a:extLst>
            </p:cNvPr>
            <p:cNvSpPr>
              <a:spLocks/>
            </p:cNvSpPr>
            <p:nvPr/>
          </p:nvSpPr>
          <p:spPr bwMode="auto">
            <a:xfrm>
              <a:off x="1658" y="3251"/>
              <a:ext cx="284" cy="284"/>
            </a:xfrm>
            <a:custGeom>
              <a:avLst/>
              <a:gdLst>
                <a:gd name="T0" fmla="*/ 0 w 284"/>
                <a:gd name="T1" fmla="*/ 284 h 284"/>
                <a:gd name="T2" fmla="*/ 284 w 284"/>
                <a:gd name="T3" fmla="*/ 0 h 2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84" h="284">
                  <a:moveTo>
                    <a:pt x="0" y="284"/>
                  </a:moveTo>
                  <a:lnTo>
                    <a:pt x="284" y="0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6873" name="Arc 137">
              <a:extLst>
                <a:ext uri="{FF2B5EF4-FFF2-40B4-BE49-F238E27FC236}">
                  <a16:creationId xmlns:a16="http://schemas.microsoft.com/office/drawing/2014/main" id="{5B17C5C3-5339-4B43-975E-8DC2F3AD8803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1544" y="3258"/>
              <a:ext cx="443" cy="333"/>
            </a:xfrm>
            <a:custGeom>
              <a:avLst/>
              <a:gdLst>
                <a:gd name="G0" fmla="+- 0 0 0"/>
                <a:gd name="G1" fmla="+- 18867 0 0"/>
                <a:gd name="G2" fmla="+- 21600 0 0"/>
                <a:gd name="T0" fmla="*/ 10517 w 21600"/>
                <a:gd name="T1" fmla="*/ 0 h 18867"/>
                <a:gd name="T2" fmla="*/ 21600 w 21600"/>
                <a:gd name="T3" fmla="*/ 18867 h 18867"/>
                <a:gd name="T4" fmla="*/ 0 w 21600"/>
                <a:gd name="T5" fmla="*/ 18867 h 188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8867" fill="none" extrusionOk="0">
                  <a:moveTo>
                    <a:pt x="10516" y="0"/>
                  </a:moveTo>
                  <a:cubicBezTo>
                    <a:pt x="17359" y="3814"/>
                    <a:pt x="21600" y="11033"/>
                    <a:pt x="21600" y="18867"/>
                  </a:cubicBezTo>
                </a:path>
                <a:path w="21600" h="18867" stroke="0" extrusionOk="0">
                  <a:moveTo>
                    <a:pt x="10516" y="0"/>
                  </a:moveTo>
                  <a:cubicBezTo>
                    <a:pt x="17359" y="3814"/>
                    <a:pt x="21600" y="11033"/>
                    <a:pt x="21600" y="18867"/>
                  </a:cubicBezTo>
                  <a:lnTo>
                    <a:pt x="0" y="18867"/>
                  </a:lnTo>
                  <a:close/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6874" name="Text Box 138">
              <a:extLst>
                <a:ext uri="{FF2B5EF4-FFF2-40B4-BE49-F238E27FC236}">
                  <a16:creationId xmlns:a16="http://schemas.microsoft.com/office/drawing/2014/main" id="{967C5F7B-3A08-4D1C-8563-E28E35502C1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79" y="2399"/>
              <a:ext cx="10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eaLnBrk="1" hangingPunct="1"/>
              <a:r>
                <a:rPr lang="en-US" altLang="zh-CN" i="1">
                  <a:latin typeface="宋体" panose="02010600030101010101" pitchFamily="2" charset="-122"/>
                </a:rPr>
                <a:t>B</a:t>
              </a:r>
              <a:r>
                <a:rPr lang="zh-CN" altLang="en-US">
                  <a:latin typeface="宋体" panose="02010600030101010101" pitchFamily="2" charset="-122"/>
                </a:rPr>
                <a:t>－</a:t>
              </a:r>
              <a:r>
                <a:rPr lang="en-US" altLang="zh-CN" i="1">
                  <a:latin typeface="宋体" panose="02010600030101010101" pitchFamily="2" charset="-122"/>
                </a:rPr>
                <a:t>B</a:t>
              </a:r>
            </a:p>
          </p:txBody>
        </p:sp>
        <p:grpSp>
          <p:nvGrpSpPr>
            <p:cNvPr id="116875" name="Group 139">
              <a:extLst>
                <a:ext uri="{FF2B5EF4-FFF2-40B4-BE49-F238E27FC236}">
                  <a16:creationId xmlns:a16="http://schemas.microsoft.com/office/drawing/2014/main" id="{66382223-A890-45BE-ABCD-D4579BEEE47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25" y="2049"/>
              <a:ext cx="75" cy="259"/>
              <a:chOff x="925" y="2049"/>
              <a:chExt cx="75" cy="259"/>
            </a:xfrm>
          </p:grpSpPr>
          <p:sp>
            <p:nvSpPr>
              <p:cNvPr id="116876" name="Line 140">
                <a:extLst>
                  <a:ext uri="{FF2B5EF4-FFF2-40B4-BE49-F238E27FC236}">
                    <a16:creationId xmlns:a16="http://schemas.microsoft.com/office/drawing/2014/main" id="{AB5D1EB0-96F4-4894-9F1E-67B5860FCAE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64" y="2049"/>
                <a:ext cx="0" cy="115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16877" name="Line 141">
                <a:extLst>
                  <a:ext uri="{FF2B5EF4-FFF2-40B4-BE49-F238E27FC236}">
                    <a16:creationId xmlns:a16="http://schemas.microsoft.com/office/drawing/2014/main" id="{1F3C5B6F-C885-413E-814D-DB6C5A5151B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52" y="2154"/>
                <a:ext cx="45" cy="31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16878" name="Line 142">
                <a:extLst>
                  <a:ext uri="{FF2B5EF4-FFF2-40B4-BE49-F238E27FC236}">
                    <a16:creationId xmlns:a16="http://schemas.microsoft.com/office/drawing/2014/main" id="{E1D84C32-6DE8-468F-8150-595D824914D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29" y="2201"/>
                <a:ext cx="36" cy="18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16879" name="Line 143">
                <a:extLst>
                  <a:ext uri="{FF2B5EF4-FFF2-40B4-BE49-F238E27FC236}">
                    <a16:creationId xmlns:a16="http://schemas.microsoft.com/office/drawing/2014/main" id="{09817D57-6FAA-4729-98CF-78C1B0FE5B8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63" y="2210"/>
                <a:ext cx="0" cy="98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16880" name="Line 144">
                <a:extLst>
                  <a:ext uri="{FF2B5EF4-FFF2-40B4-BE49-F238E27FC236}">
                    <a16:creationId xmlns:a16="http://schemas.microsoft.com/office/drawing/2014/main" id="{E0273633-1D93-4E2B-A29F-03B1FA331C3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925" y="2183"/>
                <a:ext cx="75" cy="19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116881" name="Group 145">
              <a:extLst>
                <a:ext uri="{FF2B5EF4-FFF2-40B4-BE49-F238E27FC236}">
                  <a16:creationId xmlns:a16="http://schemas.microsoft.com/office/drawing/2014/main" id="{715D2DBF-2219-4824-BC9F-B2EC2B221CF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62" y="752"/>
              <a:ext cx="72" cy="286"/>
              <a:chOff x="1170" y="760"/>
              <a:chExt cx="72" cy="286"/>
            </a:xfrm>
          </p:grpSpPr>
          <p:sp>
            <p:nvSpPr>
              <p:cNvPr id="116882" name="Freeform 146">
                <a:extLst>
                  <a:ext uri="{FF2B5EF4-FFF2-40B4-BE49-F238E27FC236}">
                    <a16:creationId xmlns:a16="http://schemas.microsoft.com/office/drawing/2014/main" id="{ECE8A8B8-41E9-4B2B-A0B8-863513EC514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10" y="760"/>
                <a:ext cx="1" cy="119"/>
              </a:xfrm>
              <a:custGeom>
                <a:avLst/>
                <a:gdLst>
                  <a:gd name="T0" fmla="*/ 0 w 1"/>
                  <a:gd name="T1" fmla="*/ 0 h 119"/>
                  <a:gd name="T2" fmla="*/ 0 w 1"/>
                  <a:gd name="T3" fmla="*/ 119 h 1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" h="119">
                    <a:moveTo>
                      <a:pt x="0" y="0"/>
                    </a:moveTo>
                    <a:lnTo>
                      <a:pt x="0" y="119"/>
                    </a:lnTo>
                  </a:path>
                </a:pathLst>
              </a:cu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16883" name="Line 147">
                <a:extLst>
                  <a:ext uri="{FF2B5EF4-FFF2-40B4-BE49-F238E27FC236}">
                    <a16:creationId xmlns:a16="http://schemas.microsoft.com/office/drawing/2014/main" id="{DD7287D7-AE52-4764-B5FF-151B64E862E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09" y="877"/>
                <a:ext cx="33" cy="18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16884" name="Line 148">
                <a:extLst>
                  <a:ext uri="{FF2B5EF4-FFF2-40B4-BE49-F238E27FC236}">
                    <a16:creationId xmlns:a16="http://schemas.microsoft.com/office/drawing/2014/main" id="{70DD1E67-D33D-4BE7-B90B-6887116BCB4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74" y="910"/>
                <a:ext cx="36" cy="1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16885" name="Freeform 149">
                <a:extLst>
                  <a:ext uri="{FF2B5EF4-FFF2-40B4-BE49-F238E27FC236}">
                    <a16:creationId xmlns:a16="http://schemas.microsoft.com/office/drawing/2014/main" id="{C9DAF53E-C72B-4F77-86FA-CFFF8BC460D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10" y="917"/>
                <a:ext cx="1" cy="129"/>
              </a:xfrm>
              <a:custGeom>
                <a:avLst/>
                <a:gdLst>
                  <a:gd name="T0" fmla="*/ 0 w 1"/>
                  <a:gd name="T1" fmla="*/ 0 h 129"/>
                  <a:gd name="T2" fmla="*/ 0 w 1"/>
                  <a:gd name="T3" fmla="*/ 129 h 1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" h="129">
                    <a:moveTo>
                      <a:pt x="0" y="0"/>
                    </a:moveTo>
                    <a:lnTo>
                      <a:pt x="0" y="129"/>
                    </a:lnTo>
                  </a:path>
                </a:pathLst>
              </a:cu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16886" name="Line 150">
                <a:extLst>
                  <a:ext uri="{FF2B5EF4-FFF2-40B4-BE49-F238E27FC236}">
                    <a16:creationId xmlns:a16="http://schemas.microsoft.com/office/drawing/2014/main" id="{33AA4DDF-27B0-45D5-922D-8DF6DC3379F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170" y="893"/>
                <a:ext cx="67" cy="18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</p:grpSp>
      </p:grpSp>
      <p:pic>
        <p:nvPicPr>
          <p:cNvPr id="116887" name="Picture 151">
            <a:extLst>
              <a:ext uri="{FF2B5EF4-FFF2-40B4-BE49-F238E27FC236}">
                <a16:creationId xmlns:a16="http://schemas.microsoft.com/office/drawing/2014/main" id="{EFF0BC3B-6C51-44A3-941E-754FF6C2AB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00FFFF"/>
              </a:clrFrom>
              <a:clrTo>
                <a:srgbClr val="00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37138" y="3502025"/>
            <a:ext cx="3687762" cy="3038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slow">
    <p:cover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67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6748" grpId="0" autoUpdateAnimBg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Text Box 2">
            <a:extLst>
              <a:ext uri="{FF2B5EF4-FFF2-40B4-BE49-F238E27FC236}">
                <a16:creationId xmlns:a16="http://schemas.microsoft.com/office/drawing/2014/main" id="{B9E775A6-1044-4AC6-B7DC-7D0B9BFAD5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11760" y="-37307"/>
            <a:ext cx="2478087" cy="6413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r>
              <a:rPr lang="zh-CN" altLang="en-US" sz="3600" dirty="0">
                <a:solidFill>
                  <a:schemeClr val="bg1"/>
                </a:solidFill>
              </a:rPr>
              <a:t>适用范围：</a:t>
            </a:r>
          </a:p>
        </p:txBody>
      </p:sp>
      <p:sp>
        <p:nvSpPr>
          <p:cNvPr id="117763" name="Text Box 3">
            <a:extLst>
              <a:ext uri="{FF2B5EF4-FFF2-40B4-BE49-F238E27FC236}">
                <a16:creationId xmlns:a16="http://schemas.microsoft.com/office/drawing/2014/main" id="{204FD945-1405-4716-B56C-0C46065157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8950" y="498475"/>
            <a:ext cx="8166100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l" eaLnBrk="1" hangingPunct="1"/>
            <a:r>
              <a:rPr lang="en-US" altLang="zh-CN" sz="3200">
                <a:latin typeface="宋体" panose="02010600030101010101" pitchFamily="2" charset="-122"/>
              </a:rPr>
              <a:t>    </a:t>
            </a:r>
            <a:r>
              <a:rPr lang="zh-CN" altLang="en-US" sz="3200">
                <a:latin typeface="宋体" panose="02010600030101010101" pitchFamily="2" charset="-122"/>
              </a:rPr>
              <a:t>局部剖是一种较灵活的表示方法，适用范围较广。</a:t>
            </a:r>
          </a:p>
        </p:txBody>
      </p:sp>
      <p:sp>
        <p:nvSpPr>
          <p:cNvPr id="117764" name="Text Box 4">
            <a:extLst>
              <a:ext uri="{FF2B5EF4-FFF2-40B4-BE49-F238E27FC236}">
                <a16:creationId xmlns:a16="http://schemas.microsoft.com/office/drawing/2014/main" id="{0E10EB81-F13C-4114-A558-260C4DD5F6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5775" y="1563688"/>
            <a:ext cx="8312150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l" eaLnBrk="1" hangingPunct="1"/>
            <a:r>
              <a:rPr lang="en-US" altLang="zh-CN" sz="3200">
                <a:latin typeface="宋体" panose="02010600030101010101" pitchFamily="2" charset="-122"/>
              </a:rPr>
              <a:t>(1) </a:t>
            </a:r>
            <a:r>
              <a:rPr lang="zh-CN" altLang="en-US" sz="3200">
                <a:latin typeface="宋体" panose="02010600030101010101" pitchFamily="2" charset="-122"/>
              </a:rPr>
              <a:t>只有局部内形需要剖切表示，而又不宜采</a:t>
            </a:r>
          </a:p>
          <a:p>
            <a:pPr algn="l" eaLnBrk="1" hangingPunct="1"/>
            <a:r>
              <a:rPr lang="zh-CN" altLang="en-US" sz="3200">
                <a:latin typeface="宋体" panose="02010600030101010101" pitchFamily="2" charset="-122"/>
              </a:rPr>
              <a:t>   用全剖视时。</a:t>
            </a:r>
          </a:p>
        </p:txBody>
      </p:sp>
      <p:grpSp>
        <p:nvGrpSpPr>
          <p:cNvPr id="117970" name="Group 210">
            <a:extLst>
              <a:ext uri="{FF2B5EF4-FFF2-40B4-BE49-F238E27FC236}">
                <a16:creationId xmlns:a16="http://schemas.microsoft.com/office/drawing/2014/main" id="{E6D37E16-F4BD-4A5D-864C-1844E7FBD89C}"/>
              </a:ext>
            </a:extLst>
          </p:cNvPr>
          <p:cNvGrpSpPr>
            <a:grpSpLocks/>
          </p:cNvGrpSpPr>
          <p:nvPr/>
        </p:nvGrpSpPr>
        <p:grpSpPr bwMode="auto">
          <a:xfrm>
            <a:off x="5092700" y="2955925"/>
            <a:ext cx="3690938" cy="2647950"/>
            <a:chOff x="597" y="1954"/>
            <a:chExt cx="2325" cy="1668"/>
          </a:xfrm>
        </p:grpSpPr>
        <p:sp>
          <p:nvSpPr>
            <p:cNvPr id="117767" name="Arc 7">
              <a:extLst>
                <a:ext uri="{FF2B5EF4-FFF2-40B4-BE49-F238E27FC236}">
                  <a16:creationId xmlns:a16="http://schemas.microsoft.com/office/drawing/2014/main" id="{FE159511-DB00-4A2C-ADFC-1E6598988A14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675" y="2133"/>
              <a:ext cx="185" cy="370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43196"/>
                <a:gd name="T2" fmla="*/ 411 w 21600"/>
                <a:gd name="T3" fmla="*/ 43196 h 43196"/>
                <a:gd name="T4" fmla="*/ 0 w 21600"/>
                <a:gd name="T5" fmla="*/ 21600 h 431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43196" fill="none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33369"/>
                    <a:pt x="12178" y="42972"/>
                    <a:pt x="411" y="43196"/>
                  </a:cubicBezTo>
                </a:path>
                <a:path w="21600" h="43196" stroke="0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33369"/>
                    <a:pt x="12178" y="42972"/>
                    <a:pt x="411" y="43196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7768" name="Oval 8">
              <a:extLst>
                <a:ext uri="{FF2B5EF4-FFF2-40B4-BE49-F238E27FC236}">
                  <a16:creationId xmlns:a16="http://schemas.microsoft.com/office/drawing/2014/main" id="{5C3569C0-BF7B-4B2C-A5EF-77D4BEBBD9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6" y="2249"/>
              <a:ext cx="139" cy="139"/>
            </a:xfrm>
            <a:prstGeom prst="ellips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7769" name="Freeform 9">
              <a:extLst>
                <a:ext uri="{FF2B5EF4-FFF2-40B4-BE49-F238E27FC236}">
                  <a16:creationId xmlns:a16="http://schemas.microsoft.com/office/drawing/2014/main" id="{D962561A-A8EF-4175-8232-85BECE43148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5" y="3349"/>
              <a:ext cx="223" cy="0"/>
            </a:xfrm>
            <a:custGeom>
              <a:avLst/>
              <a:gdLst>
                <a:gd name="T0" fmla="*/ 0 w 795"/>
                <a:gd name="T1" fmla="*/ 794 w 795"/>
                <a:gd name="T2" fmla="*/ 795 w 79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795">
                  <a:moveTo>
                    <a:pt x="0" y="0"/>
                  </a:moveTo>
                  <a:lnTo>
                    <a:pt x="794" y="0"/>
                  </a:lnTo>
                  <a:lnTo>
                    <a:pt x="795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7770" name="Arc 10">
              <a:extLst>
                <a:ext uri="{FF2B5EF4-FFF2-40B4-BE49-F238E27FC236}">
                  <a16:creationId xmlns:a16="http://schemas.microsoft.com/office/drawing/2014/main" id="{9E97603A-1696-4E97-956B-D6A33C39DEF7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6" y="3033"/>
              <a:ext cx="354" cy="357"/>
            </a:xfrm>
            <a:custGeom>
              <a:avLst/>
              <a:gdLst>
                <a:gd name="G0" fmla="+- 21243 0 0"/>
                <a:gd name="G1" fmla="+- 21600 0 0"/>
                <a:gd name="G2" fmla="+- 21600 0 0"/>
                <a:gd name="T0" fmla="*/ 0 w 42843"/>
                <a:gd name="T1" fmla="*/ 17690 h 43200"/>
                <a:gd name="T2" fmla="*/ 162 w 42843"/>
                <a:gd name="T3" fmla="*/ 26307 h 43200"/>
                <a:gd name="T4" fmla="*/ 21243 w 42843"/>
                <a:gd name="T5" fmla="*/ 21600 h 43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2843" h="43200" fill="none" extrusionOk="0">
                  <a:moveTo>
                    <a:pt x="-1" y="17689"/>
                  </a:moveTo>
                  <a:cubicBezTo>
                    <a:pt x="1886" y="7440"/>
                    <a:pt x="10821" y="0"/>
                    <a:pt x="21243" y="0"/>
                  </a:cubicBezTo>
                  <a:cubicBezTo>
                    <a:pt x="33172" y="0"/>
                    <a:pt x="42843" y="9670"/>
                    <a:pt x="42843" y="21600"/>
                  </a:cubicBezTo>
                  <a:cubicBezTo>
                    <a:pt x="42843" y="33529"/>
                    <a:pt x="33172" y="43200"/>
                    <a:pt x="21243" y="43200"/>
                  </a:cubicBezTo>
                  <a:cubicBezTo>
                    <a:pt x="11127" y="43199"/>
                    <a:pt x="2366" y="36179"/>
                    <a:pt x="162" y="26306"/>
                  </a:cubicBezTo>
                </a:path>
                <a:path w="42843" h="43200" stroke="0" extrusionOk="0">
                  <a:moveTo>
                    <a:pt x="-1" y="17689"/>
                  </a:moveTo>
                  <a:cubicBezTo>
                    <a:pt x="1886" y="7440"/>
                    <a:pt x="10821" y="0"/>
                    <a:pt x="21243" y="0"/>
                  </a:cubicBezTo>
                  <a:cubicBezTo>
                    <a:pt x="33172" y="0"/>
                    <a:pt x="42843" y="9670"/>
                    <a:pt x="42843" y="21600"/>
                  </a:cubicBezTo>
                  <a:cubicBezTo>
                    <a:pt x="42843" y="33529"/>
                    <a:pt x="33172" y="43200"/>
                    <a:pt x="21243" y="43200"/>
                  </a:cubicBezTo>
                  <a:cubicBezTo>
                    <a:pt x="11127" y="43199"/>
                    <a:pt x="2366" y="36179"/>
                    <a:pt x="162" y="26306"/>
                  </a:cubicBezTo>
                  <a:lnTo>
                    <a:pt x="21243" y="21600"/>
                  </a:lnTo>
                  <a:close/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7771" name="Arc 11">
              <a:extLst>
                <a:ext uri="{FF2B5EF4-FFF2-40B4-BE49-F238E27FC236}">
                  <a16:creationId xmlns:a16="http://schemas.microsoft.com/office/drawing/2014/main" id="{1A46F463-6700-4175-BAC9-E01A25FE3AB6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8" y="2885"/>
              <a:ext cx="601" cy="661"/>
            </a:xfrm>
            <a:custGeom>
              <a:avLst/>
              <a:gdLst>
                <a:gd name="G0" fmla="+- 18098 0 0"/>
                <a:gd name="G1" fmla="+- 21600 0 0"/>
                <a:gd name="G2" fmla="+- 21600 0 0"/>
                <a:gd name="T0" fmla="*/ 387 w 39698"/>
                <a:gd name="T1" fmla="*/ 9236 h 43200"/>
                <a:gd name="T2" fmla="*/ 0 w 39698"/>
                <a:gd name="T3" fmla="*/ 33391 h 43200"/>
                <a:gd name="T4" fmla="*/ 18098 w 39698"/>
                <a:gd name="T5" fmla="*/ 21600 h 43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698" h="43200" fill="none" extrusionOk="0">
                  <a:moveTo>
                    <a:pt x="386" y="9235"/>
                  </a:moveTo>
                  <a:cubicBezTo>
                    <a:pt x="4426" y="3448"/>
                    <a:pt x="11039" y="0"/>
                    <a:pt x="18098" y="0"/>
                  </a:cubicBezTo>
                  <a:cubicBezTo>
                    <a:pt x="30027" y="0"/>
                    <a:pt x="39698" y="9670"/>
                    <a:pt x="39698" y="21600"/>
                  </a:cubicBezTo>
                  <a:cubicBezTo>
                    <a:pt x="39698" y="33529"/>
                    <a:pt x="30027" y="43200"/>
                    <a:pt x="18098" y="43200"/>
                  </a:cubicBezTo>
                  <a:cubicBezTo>
                    <a:pt x="10795" y="43199"/>
                    <a:pt x="3986" y="39509"/>
                    <a:pt x="0" y="33390"/>
                  </a:cubicBezTo>
                </a:path>
                <a:path w="39698" h="43200" stroke="0" extrusionOk="0">
                  <a:moveTo>
                    <a:pt x="386" y="9235"/>
                  </a:moveTo>
                  <a:cubicBezTo>
                    <a:pt x="4426" y="3448"/>
                    <a:pt x="11039" y="0"/>
                    <a:pt x="18098" y="0"/>
                  </a:cubicBezTo>
                  <a:cubicBezTo>
                    <a:pt x="30027" y="0"/>
                    <a:pt x="39698" y="9670"/>
                    <a:pt x="39698" y="21600"/>
                  </a:cubicBezTo>
                  <a:cubicBezTo>
                    <a:pt x="39698" y="33529"/>
                    <a:pt x="30027" y="43200"/>
                    <a:pt x="18098" y="43200"/>
                  </a:cubicBezTo>
                  <a:cubicBezTo>
                    <a:pt x="10795" y="43199"/>
                    <a:pt x="3986" y="39509"/>
                    <a:pt x="0" y="33390"/>
                  </a:cubicBezTo>
                  <a:lnTo>
                    <a:pt x="18098" y="21600"/>
                  </a:lnTo>
                  <a:close/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7772" name="Oval 12">
              <a:extLst>
                <a:ext uri="{FF2B5EF4-FFF2-40B4-BE49-F238E27FC236}">
                  <a16:creationId xmlns:a16="http://schemas.microsoft.com/office/drawing/2014/main" id="{4B4BA28C-11FA-4E94-AC71-BEE2659F0F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35" y="3009"/>
              <a:ext cx="408" cy="401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7773" name="Freeform 13">
              <a:extLst>
                <a:ext uri="{FF2B5EF4-FFF2-40B4-BE49-F238E27FC236}">
                  <a16:creationId xmlns:a16="http://schemas.microsoft.com/office/drawing/2014/main" id="{D63FA0F2-C135-4881-A448-911EEDBE1361}"/>
                </a:ext>
              </a:extLst>
            </p:cNvPr>
            <p:cNvSpPr>
              <a:spLocks/>
            </p:cNvSpPr>
            <p:nvPr/>
          </p:nvSpPr>
          <p:spPr bwMode="auto">
            <a:xfrm>
              <a:off x="1525" y="2013"/>
              <a:ext cx="82" cy="82"/>
            </a:xfrm>
            <a:custGeom>
              <a:avLst/>
              <a:gdLst>
                <a:gd name="T0" fmla="*/ 0 w 295"/>
                <a:gd name="T1" fmla="*/ 294 h 294"/>
                <a:gd name="T2" fmla="*/ 294 w 295"/>
                <a:gd name="T3" fmla="*/ 0 h 294"/>
                <a:gd name="T4" fmla="*/ 295 w 295"/>
                <a:gd name="T5" fmla="*/ 0 h 2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95" h="294">
                  <a:moveTo>
                    <a:pt x="0" y="294"/>
                  </a:moveTo>
                  <a:lnTo>
                    <a:pt x="294" y="0"/>
                  </a:lnTo>
                  <a:lnTo>
                    <a:pt x="295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7774" name="Freeform 14">
              <a:extLst>
                <a:ext uri="{FF2B5EF4-FFF2-40B4-BE49-F238E27FC236}">
                  <a16:creationId xmlns:a16="http://schemas.microsoft.com/office/drawing/2014/main" id="{429A82AA-5459-4C5F-8087-626483AB7F04}"/>
                </a:ext>
              </a:extLst>
            </p:cNvPr>
            <p:cNvSpPr>
              <a:spLocks/>
            </p:cNvSpPr>
            <p:nvPr/>
          </p:nvSpPr>
          <p:spPr bwMode="auto">
            <a:xfrm>
              <a:off x="1562" y="2033"/>
              <a:ext cx="109" cy="109"/>
            </a:xfrm>
            <a:custGeom>
              <a:avLst/>
              <a:gdLst>
                <a:gd name="T0" fmla="*/ 0 w 390"/>
                <a:gd name="T1" fmla="*/ 389 h 389"/>
                <a:gd name="T2" fmla="*/ 389 w 390"/>
                <a:gd name="T3" fmla="*/ 0 h 389"/>
                <a:gd name="T4" fmla="*/ 390 w 390"/>
                <a:gd name="T5" fmla="*/ 0 h 3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0" h="389">
                  <a:moveTo>
                    <a:pt x="0" y="389"/>
                  </a:moveTo>
                  <a:lnTo>
                    <a:pt x="389" y="0"/>
                  </a:lnTo>
                  <a:lnTo>
                    <a:pt x="390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7775" name="Freeform 15">
              <a:extLst>
                <a:ext uri="{FF2B5EF4-FFF2-40B4-BE49-F238E27FC236}">
                  <a16:creationId xmlns:a16="http://schemas.microsoft.com/office/drawing/2014/main" id="{9CFF627E-EE05-4068-BAC7-6A92F73F96DF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" y="3025"/>
              <a:ext cx="75" cy="73"/>
            </a:xfrm>
            <a:custGeom>
              <a:avLst/>
              <a:gdLst>
                <a:gd name="T0" fmla="*/ 0 w 265"/>
                <a:gd name="T1" fmla="*/ 263 h 263"/>
                <a:gd name="T2" fmla="*/ 263 w 265"/>
                <a:gd name="T3" fmla="*/ 0 h 263"/>
                <a:gd name="T4" fmla="*/ 265 w 265"/>
                <a:gd name="T5" fmla="*/ 0 h 2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65" h="263">
                  <a:moveTo>
                    <a:pt x="0" y="263"/>
                  </a:moveTo>
                  <a:lnTo>
                    <a:pt x="263" y="0"/>
                  </a:lnTo>
                  <a:lnTo>
                    <a:pt x="265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7776" name="Freeform 16">
              <a:extLst>
                <a:ext uri="{FF2B5EF4-FFF2-40B4-BE49-F238E27FC236}">
                  <a16:creationId xmlns:a16="http://schemas.microsoft.com/office/drawing/2014/main" id="{3394327A-10E9-4623-B917-5D7E1975BD00}"/>
                </a:ext>
              </a:extLst>
            </p:cNvPr>
            <p:cNvSpPr>
              <a:spLocks/>
            </p:cNvSpPr>
            <p:nvPr/>
          </p:nvSpPr>
          <p:spPr bwMode="auto">
            <a:xfrm>
              <a:off x="679" y="3070"/>
              <a:ext cx="103" cy="103"/>
            </a:xfrm>
            <a:custGeom>
              <a:avLst/>
              <a:gdLst>
                <a:gd name="T0" fmla="*/ 0 w 367"/>
                <a:gd name="T1" fmla="*/ 367 h 367"/>
                <a:gd name="T2" fmla="*/ 366 w 367"/>
                <a:gd name="T3" fmla="*/ 0 h 367"/>
                <a:gd name="T4" fmla="*/ 367 w 367"/>
                <a:gd name="T5" fmla="*/ 0 h 3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67" h="367">
                  <a:moveTo>
                    <a:pt x="0" y="367"/>
                  </a:moveTo>
                  <a:lnTo>
                    <a:pt x="366" y="0"/>
                  </a:lnTo>
                  <a:lnTo>
                    <a:pt x="367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7777" name="Freeform 17">
              <a:extLst>
                <a:ext uri="{FF2B5EF4-FFF2-40B4-BE49-F238E27FC236}">
                  <a16:creationId xmlns:a16="http://schemas.microsoft.com/office/drawing/2014/main" id="{B0325843-6353-4241-8928-8F182ACB17B5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" y="3248"/>
              <a:ext cx="19" cy="17"/>
            </a:xfrm>
            <a:custGeom>
              <a:avLst/>
              <a:gdLst>
                <a:gd name="T0" fmla="*/ 0 w 65"/>
                <a:gd name="T1" fmla="*/ 63 h 63"/>
                <a:gd name="T2" fmla="*/ 64 w 65"/>
                <a:gd name="T3" fmla="*/ 0 h 63"/>
                <a:gd name="T4" fmla="*/ 65 w 65"/>
                <a:gd name="T5" fmla="*/ 0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5" h="63">
                  <a:moveTo>
                    <a:pt x="0" y="63"/>
                  </a:moveTo>
                  <a:lnTo>
                    <a:pt x="64" y="0"/>
                  </a:lnTo>
                  <a:lnTo>
                    <a:pt x="65" y="0"/>
                  </a:lnTo>
                </a:path>
              </a:pathLst>
            </a:custGeom>
            <a:noFill/>
            <a:ln w="0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7778" name="Freeform 18">
              <a:extLst>
                <a:ext uri="{FF2B5EF4-FFF2-40B4-BE49-F238E27FC236}">
                  <a16:creationId xmlns:a16="http://schemas.microsoft.com/office/drawing/2014/main" id="{CDE969BC-FD9F-490D-BE43-B18AF7ED3DAB}"/>
                </a:ext>
              </a:extLst>
            </p:cNvPr>
            <p:cNvSpPr>
              <a:spLocks/>
            </p:cNvSpPr>
            <p:nvPr/>
          </p:nvSpPr>
          <p:spPr bwMode="auto">
            <a:xfrm>
              <a:off x="763" y="3153"/>
              <a:ext cx="19" cy="20"/>
            </a:xfrm>
            <a:custGeom>
              <a:avLst/>
              <a:gdLst>
                <a:gd name="T0" fmla="*/ 0 w 70"/>
                <a:gd name="T1" fmla="*/ 69 h 69"/>
                <a:gd name="T2" fmla="*/ 69 w 70"/>
                <a:gd name="T3" fmla="*/ 0 h 69"/>
                <a:gd name="T4" fmla="*/ 70 w 70"/>
                <a:gd name="T5" fmla="*/ 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70" h="69">
                  <a:moveTo>
                    <a:pt x="0" y="69"/>
                  </a:moveTo>
                  <a:lnTo>
                    <a:pt x="69" y="0"/>
                  </a:lnTo>
                  <a:lnTo>
                    <a:pt x="70" y="0"/>
                  </a:lnTo>
                </a:path>
              </a:pathLst>
            </a:custGeom>
            <a:noFill/>
            <a:ln w="0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7779" name="Freeform 19">
              <a:extLst>
                <a:ext uri="{FF2B5EF4-FFF2-40B4-BE49-F238E27FC236}">
                  <a16:creationId xmlns:a16="http://schemas.microsoft.com/office/drawing/2014/main" id="{94EBA59F-BF3C-4655-87D3-2427328E4115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" y="3248"/>
              <a:ext cx="102" cy="101"/>
            </a:xfrm>
            <a:custGeom>
              <a:avLst/>
              <a:gdLst>
                <a:gd name="T0" fmla="*/ 0 w 362"/>
                <a:gd name="T1" fmla="*/ 361 h 361"/>
                <a:gd name="T2" fmla="*/ 361 w 362"/>
                <a:gd name="T3" fmla="*/ 0 h 361"/>
                <a:gd name="T4" fmla="*/ 362 w 362"/>
                <a:gd name="T5" fmla="*/ 0 h 3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62" h="361">
                  <a:moveTo>
                    <a:pt x="0" y="361"/>
                  </a:moveTo>
                  <a:lnTo>
                    <a:pt x="361" y="0"/>
                  </a:lnTo>
                  <a:lnTo>
                    <a:pt x="362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7780" name="Freeform 20">
              <a:extLst>
                <a:ext uri="{FF2B5EF4-FFF2-40B4-BE49-F238E27FC236}">
                  <a16:creationId xmlns:a16="http://schemas.microsoft.com/office/drawing/2014/main" id="{9C9C0CC2-1481-43B0-B7FC-496A00B0587D}"/>
                </a:ext>
              </a:extLst>
            </p:cNvPr>
            <p:cNvSpPr>
              <a:spLocks/>
            </p:cNvSpPr>
            <p:nvPr/>
          </p:nvSpPr>
          <p:spPr bwMode="auto">
            <a:xfrm>
              <a:off x="930" y="3025"/>
              <a:ext cx="65" cy="64"/>
            </a:xfrm>
            <a:custGeom>
              <a:avLst/>
              <a:gdLst>
                <a:gd name="T0" fmla="*/ 0 w 229"/>
                <a:gd name="T1" fmla="*/ 228 h 228"/>
                <a:gd name="T2" fmla="*/ 228 w 229"/>
                <a:gd name="T3" fmla="*/ 0 h 228"/>
                <a:gd name="T4" fmla="*/ 229 w 229"/>
                <a:gd name="T5" fmla="*/ 0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29" h="228">
                  <a:moveTo>
                    <a:pt x="0" y="228"/>
                  </a:moveTo>
                  <a:lnTo>
                    <a:pt x="228" y="0"/>
                  </a:lnTo>
                  <a:lnTo>
                    <a:pt x="229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7781" name="Freeform 21">
              <a:extLst>
                <a:ext uri="{FF2B5EF4-FFF2-40B4-BE49-F238E27FC236}">
                  <a16:creationId xmlns:a16="http://schemas.microsoft.com/office/drawing/2014/main" id="{0CC8A1D4-EACD-419A-8872-919B0263202B}"/>
                </a:ext>
              </a:extLst>
            </p:cNvPr>
            <p:cNvSpPr>
              <a:spLocks/>
            </p:cNvSpPr>
            <p:nvPr/>
          </p:nvSpPr>
          <p:spPr bwMode="auto">
            <a:xfrm>
              <a:off x="706" y="3358"/>
              <a:ext cx="39" cy="38"/>
            </a:xfrm>
            <a:custGeom>
              <a:avLst/>
              <a:gdLst>
                <a:gd name="T0" fmla="*/ 0 w 138"/>
                <a:gd name="T1" fmla="*/ 137 h 137"/>
                <a:gd name="T2" fmla="*/ 137 w 138"/>
                <a:gd name="T3" fmla="*/ 0 h 137"/>
                <a:gd name="T4" fmla="*/ 138 w 138"/>
                <a:gd name="T5" fmla="*/ 0 h 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38" h="137">
                  <a:moveTo>
                    <a:pt x="0" y="137"/>
                  </a:moveTo>
                  <a:lnTo>
                    <a:pt x="137" y="0"/>
                  </a:lnTo>
                  <a:lnTo>
                    <a:pt x="138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7782" name="Freeform 22">
              <a:extLst>
                <a:ext uri="{FF2B5EF4-FFF2-40B4-BE49-F238E27FC236}">
                  <a16:creationId xmlns:a16="http://schemas.microsoft.com/office/drawing/2014/main" id="{66758CB3-9960-4CAB-AA33-1D5D5B58B55E}"/>
                </a:ext>
              </a:extLst>
            </p:cNvPr>
            <p:cNvSpPr>
              <a:spLocks/>
            </p:cNvSpPr>
            <p:nvPr/>
          </p:nvSpPr>
          <p:spPr bwMode="auto">
            <a:xfrm>
              <a:off x="930" y="2935"/>
              <a:ext cx="233" cy="237"/>
            </a:xfrm>
            <a:custGeom>
              <a:avLst/>
              <a:gdLst>
                <a:gd name="T0" fmla="*/ 0 w 277"/>
                <a:gd name="T1" fmla="*/ 282 h 282"/>
                <a:gd name="T2" fmla="*/ 277 w 277"/>
                <a:gd name="T3" fmla="*/ 0 h 2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77" h="282">
                  <a:moveTo>
                    <a:pt x="0" y="282"/>
                  </a:moveTo>
                  <a:lnTo>
                    <a:pt x="277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7783" name="Freeform 23">
              <a:extLst>
                <a:ext uri="{FF2B5EF4-FFF2-40B4-BE49-F238E27FC236}">
                  <a16:creationId xmlns:a16="http://schemas.microsoft.com/office/drawing/2014/main" id="{6836978A-9E37-470D-B381-4646A5C4F2B3}"/>
                </a:ext>
              </a:extLst>
            </p:cNvPr>
            <p:cNvSpPr>
              <a:spLocks/>
            </p:cNvSpPr>
            <p:nvPr/>
          </p:nvSpPr>
          <p:spPr bwMode="auto">
            <a:xfrm>
              <a:off x="753" y="3320"/>
              <a:ext cx="29" cy="29"/>
            </a:xfrm>
            <a:custGeom>
              <a:avLst/>
              <a:gdLst>
                <a:gd name="T0" fmla="*/ 0 w 102"/>
                <a:gd name="T1" fmla="*/ 102 h 102"/>
                <a:gd name="T2" fmla="*/ 101 w 102"/>
                <a:gd name="T3" fmla="*/ 0 h 102"/>
                <a:gd name="T4" fmla="*/ 102 w 102"/>
                <a:gd name="T5" fmla="*/ 0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02" h="102">
                  <a:moveTo>
                    <a:pt x="0" y="102"/>
                  </a:moveTo>
                  <a:lnTo>
                    <a:pt x="101" y="0"/>
                  </a:lnTo>
                  <a:lnTo>
                    <a:pt x="102" y="0"/>
                  </a:lnTo>
                </a:path>
              </a:pathLst>
            </a:custGeom>
            <a:noFill/>
            <a:ln w="0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7784" name="Freeform 24">
              <a:extLst>
                <a:ext uri="{FF2B5EF4-FFF2-40B4-BE49-F238E27FC236}">
                  <a16:creationId xmlns:a16="http://schemas.microsoft.com/office/drawing/2014/main" id="{A5F2D2D4-4461-49B0-9ED2-A84CC85022A1}"/>
                </a:ext>
              </a:extLst>
            </p:cNvPr>
            <p:cNvSpPr>
              <a:spLocks/>
            </p:cNvSpPr>
            <p:nvPr/>
          </p:nvSpPr>
          <p:spPr bwMode="auto">
            <a:xfrm>
              <a:off x="930" y="3248"/>
              <a:ext cx="9" cy="7"/>
            </a:xfrm>
            <a:custGeom>
              <a:avLst/>
              <a:gdLst>
                <a:gd name="T0" fmla="*/ 0 w 29"/>
                <a:gd name="T1" fmla="*/ 27 h 27"/>
                <a:gd name="T2" fmla="*/ 28 w 29"/>
                <a:gd name="T3" fmla="*/ 0 h 27"/>
                <a:gd name="T4" fmla="*/ 29 w 29"/>
                <a:gd name="T5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9" h="27">
                  <a:moveTo>
                    <a:pt x="0" y="27"/>
                  </a:moveTo>
                  <a:lnTo>
                    <a:pt x="28" y="0"/>
                  </a:lnTo>
                  <a:lnTo>
                    <a:pt x="29" y="0"/>
                  </a:lnTo>
                </a:path>
              </a:pathLst>
            </a:custGeom>
            <a:noFill/>
            <a:ln w="0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7785" name="Freeform 25">
              <a:extLst>
                <a:ext uri="{FF2B5EF4-FFF2-40B4-BE49-F238E27FC236}">
                  <a16:creationId xmlns:a16="http://schemas.microsoft.com/office/drawing/2014/main" id="{ECFAFFAE-B0C2-4C5A-A1CB-CDA7C486FFE0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3" y="3000"/>
              <a:ext cx="172" cy="173"/>
            </a:xfrm>
            <a:custGeom>
              <a:avLst/>
              <a:gdLst>
                <a:gd name="T0" fmla="*/ 0 w 615"/>
                <a:gd name="T1" fmla="*/ 615 h 615"/>
                <a:gd name="T2" fmla="*/ 614 w 615"/>
                <a:gd name="T3" fmla="*/ 0 h 615"/>
                <a:gd name="T4" fmla="*/ 615 w 615"/>
                <a:gd name="T5" fmla="*/ 0 h 6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15" h="615">
                  <a:moveTo>
                    <a:pt x="0" y="615"/>
                  </a:moveTo>
                  <a:lnTo>
                    <a:pt x="614" y="0"/>
                  </a:lnTo>
                  <a:lnTo>
                    <a:pt x="615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7786" name="Freeform 26">
              <a:extLst>
                <a:ext uri="{FF2B5EF4-FFF2-40B4-BE49-F238E27FC236}">
                  <a16:creationId xmlns:a16="http://schemas.microsoft.com/office/drawing/2014/main" id="{3914327F-419D-4532-BCC3-5F68BB4EFF5F}"/>
                </a:ext>
              </a:extLst>
            </p:cNvPr>
            <p:cNvSpPr>
              <a:spLocks/>
            </p:cNvSpPr>
            <p:nvPr/>
          </p:nvSpPr>
          <p:spPr bwMode="auto">
            <a:xfrm>
              <a:off x="930" y="3248"/>
              <a:ext cx="92" cy="91"/>
            </a:xfrm>
            <a:custGeom>
              <a:avLst/>
              <a:gdLst>
                <a:gd name="T0" fmla="*/ 0 w 327"/>
                <a:gd name="T1" fmla="*/ 326 h 326"/>
                <a:gd name="T2" fmla="*/ 326 w 327"/>
                <a:gd name="T3" fmla="*/ 0 h 326"/>
                <a:gd name="T4" fmla="*/ 327 w 327"/>
                <a:gd name="T5" fmla="*/ 0 h 3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27" h="326">
                  <a:moveTo>
                    <a:pt x="0" y="326"/>
                  </a:moveTo>
                  <a:lnTo>
                    <a:pt x="326" y="0"/>
                  </a:lnTo>
                  <a:lnTo>
                    <a:pt x="327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7787" name="Freeform 27">
              <a:extLst>
                <a:ext uri="{FF2B5EF4-FFF2-40B4-BE49-F238E27FC236}">
                  <a16:creationId xmlns:a16="http://schemas.microsoft.com/office/drawing/2014/main" id="{E1CB5285-C5EB-4755-A419-B6BF789BAE3F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6" y="3069"/>
              <a:ext cx="105" cy="104"/>
            </a:xfrm>
            <a:custGeom>
              <a:avLst/>
              <a:gdLst>
                <a:gd name="T0" fmla="*/ 0 w 375"/>
                <a:gd name="T1" fmla="*/ 374 h 374"/>
                <a:gd name="T2" fmla="*/ 374 w 375"/>
                <a:gd name="T3" fmla="*/ 0 h 374"/>
                <a:gd name="T4" fmla="*/ 375 w 375"/>
                <a:gd name="T5" fmla="*/ 0 h 3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75" h="374">
                  <a:moveTo>
                    <a:pt x="0" y="374"/>
                  </a:moveTo>
                  <a:lnTo>
                    <a:pt x="374" y="0"/>
                  </a:lnTo>
                  <a:lnTo>
                    <a:pt x="375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7788" name="Freeform 28">
              <a:extLst>
                <a:ext uri="{FF2B5EF4-FFF2-40B4-BE49-F238E27FC236}">
                  <a16:creationId xmlns:a16="http://schemas.microsoft.com/office/drawing/2014/main" id="{F487E178-83B4-4E4C-BBEB-F955A1F0FA94}"/>
                </a:ext>
              </a:extLst>
            </p:cNvPr>
            <p:cNvSpPr>
              <a:spLocks/>
            </p:cNvSpPr>
            <p:nvPr/>
          </p:nvSpPr>
          <p:spPr bwMode="auto">
            <a:xfrm>
              <a:off x="967" y="3248"/>
              <a:ext cx="138" cy="137"/>
            </a:xfrm>
            <a:custGeom>
              <a:avLst/>
              <a:gdLst>
                <a:gd name="T0" fmla="*/ 0 w 492"/>
                <a:gd name="T1" fmla="*/ 491 h 491"/>
                <a:gd name="T2" fmla="*/ 491 w 492"/>
                <a:gd name="T3" fmla="*/ 0 h 491"/>
                <a:gd name="T4" fmla="*/ 492 w 492"/>
                <a:gd name="T5" fmla="*/ 0 h 4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92" h="491">
                  <a:moveTo>
                    <a:pt x="0" y="491"/>
                  </a:moveTo>
                  <a:lnTo>
                    <a:pt x="491" y="0"/>
                  </a:lnTo>
                  <a:lnTo>
                    <a:pt x="492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7789" name="Freeform 29">
              <a:extLst>
                <a:ext uri="{FF2B5EF4-FFF2-40B4-BE49-F238E27FC236}">
                  <a16:creationId xmlns:a16="http://schemas.microsoft.com/office/drawing/2014/main" id="{E49D2FBE-8375-43E8-85E4-6DD5142AC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1039" y="3272"/>
              <a:ext cx="125" cy="124"/>
            </a:xfrm>
            <a:custGeom>
              <a:avLst/>
              <a:gdLst>
                <a:gd name="T0" fmla="*/ 0 w 443"/>
                <a:gd name="T1" fmla="*/ 442 h 442"/>
                <a:gd name="T2" fmla="*/ 442 w 443"/>
                <a:gd name="T3" fmla="*/ 0 h 442"/>
                <a:gd name="T4" fmla="*/ 443 w 443"/>
                <a:gd name="T5" fmla="*/ 0 h 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3" h="442">
                  <a:moveTo>
                    <a:pt x="0" y="442"/>
                  </a:moveTo>
                  <a:lnTo>
                    <a:pt x="442" y="0"/>
                  </a:lnTo>
                  <a:lnTo>
                    <a:pt x="443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7790" name="Freeform 30">
              <a:extLst>
                <a:ext uri="{FF2B5EF4-FFF2-40B4-BE49-F238E27FC236}">
                  <a16:creationId xmlns:a16="http://schemas.microsoft.com/office/drawing/2014/main" id="{7BB93EA6-BCD0-4CC7-A507-64DF3607B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8" y="3326"/>
              <a:ext cx="105" cy="105"/>
            </a:xfrm>
            <a:custGeom>
              <a:avLst/>
              <a:gdLst>
                <a:gd name="T0" fmla="*/ 0 w 376"/>
                <a:gd name="T1" fmla="*/ 377 h 377"/>
                <a:gd name="T2" fmla="*/ 375 w 376"/>
                <a:gd name="T3" fmla="*/ 0 h 377"/>
                <a:gd name="T4" fmla="*/ 376 w 376"/>
                <a:gd name="T5" fmla="*/ 0 h 3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76" h="377">
                  <a:moveTo>
                    <a:pt x="0" y="377"/>
                  </a:moveTo>
                  <a:lnTo>
                    <a:pt x="375" y="0"/>
                  </a:lnTo>
                  <a:lnTo>
                    <a:pt x="376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7791" name="Freeform 31">
              <a:extLst>
                <a:ext uri="{FF2B5EF4-FFF2-40B4-BE49-F238E27FC236}">
                  <a16:creationId xmlns:a16="http://schemas.microsoft.com/office/drawing/2014/main" id="{DC0CC439-BF7C-4EE5-9D7E-C28DACB86E9F}"/>
                </a:ext>
              </a:extLst>
            </p:cNvPr>
            <p:cNvSpPr>
              <a:spLocks/>
            </p:cNvSpPr>
            <p:nvPr/>
          </p:nvSpPr>
          <p:spPr bwMode="auto">
            <a:xfrm>
              <a:off x="1131" y="3365"/>
              <a:ext cx="106" cy="106"/>
            </a:xfrm>
            <a:custGeom>
              <a:avLst/>
              <a:gdLst>
                <a:gd name="T0" fmla="*/ 0 w 380"/>
                <a:gd name="T1" fmla="*/ 379 h 379"/>
                <a:gd name="T2" fmla="*/ 379 w 380"/>
                <a:gd name="T3" fmla="*/ 0 h 379"/>
                <a:gd name="T4" fmla="*/ 380 w 380"/>
                <a:gd name="T5" fmla="*/ 0 h 3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80" h="379">
                  <a:moveTo>
                    <a:pt x="0" y="379"/>
                  </a:moveTo>
                  <a:lnTo>
                    <a:pt x="379" y="0"/>
                  </a:lnTo>
                  <a:lnTo>
                    <a:pt x="380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7792" name="Freeform 32">
              <a:extLst>
                <a:ext uri="{FF2B5EF4-FFF2-40B4-BE49-F238E27FC236}">
                  <a16:creationId xmlns:a16="http://schemas.microsoft.com/office/drawing/2014/main" id="{7BA75543-C257-45E8-9675-17A70657EE30}"/>
                </a:ext>
              </a:extLst>
            </p:cNvPr>
            <p:cNvSpPr>
              <a:spLocks/>
            </p:cNvSpPr>
            <p:nvPr/>
          </p:nvSpPr>
          <p:spPr bwMode="auto">
            <a:xfrm>
              <a:off x="2487" y="2177"/>
              <a:ext cx="40" cy="40"/>
            </a:xfrm>
            <a:custGeom>
              <a:avLst/>
              <a:gdLst>
                <a:gd name="T0" fmla="*/ 0 w 143"/>
                <a:gd name="T1" fmla="*/ 144 h 144"/>
                <a:gd name="T2" fmla="*/ 142 w 143"/>
                <a:gd name="T3" fmla="*/ 0 h 144"/>
                <a:gd name="T4" fmla="*/ 143 w 143"/>
                <a:gd name="T5" fmla="*/ 0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43" h="144">
                  <a:moveTo>
                    <a:pt x="0" y="144"/>
                  </a:moveTo>
                  <a:lnTo>
                    <a:pt x="142" y="0"/>
                  </a:lnTo>
                  <a:lnTo>
                    <a:pt x="143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7793" name="Freeform 33">
              <a:extLst>
                <a:ext uri="{FF2B5EF4-FFF2-40B4-BE49-F238E27FC236}">
                  <a16:creationId xmlns:a16="http://schemas.microsoft.com/office/drawing/2014/main" id="{431535A6-1B94-4D72-91BE-7FEDCA1132F2}"/>
                </a:ext>
              </a:extLst>
            </p:cNvPr>
            <p:cNvSpPr>
              <a:spLocks/>
            </p:cNvSpPr>
            <p:nvPr/>
          </p:nvSpPr>
          <p:spPr bwMode="auto">
            <a:xfrm>
              <a:off x="1181" y="3410"/>
              <a:ext cx="95" cy="95"/>
            </a:xfrm>
            <a:custGeom>
              <a:avLst/>
              <a:gdLst>
                <a:gd name="T0" fmla="*/ 0 w 338"/>
                <a:gd name="T1" fmla="*/ 338 h 338"/>
                <a:gd name="T2" fmla="*/ 337 w 338"/>
                <a:gd name="T3" fmla="*/ 0 h 338"/>
                <a:gd name="T4" fmla="*/ 338 w 338"/>
                <a:gd name="T5" fmla="*/ 0 h 3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38" h="338">
                  <a:moveTo>
                    <a:pt x="0" y="338"/>
                  </a:moveTo>
                  <a:lnTo>
                    <a:pt x="337" y="0"/>
                  </a:lnTo>
                  <a:lnTo>
                    <a:pt x="338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7794" name="Freeform 34">
              <a:extLst>
                <a:ext uri="{FF2B5EF4-FFF2-40B4-BE49-F238E27FC236}">
                  <a16:creationId xmlns:a16="http://schemas.microsoft.com/office/drawing/2014/main" id="{48CA2AF3-AC1D-4E54-B07A-651D12B0CBAB}"/>
                </a:ext>
              </a:extLst>
            </p:cNvPr>
            <p:cNvSpPr>
              <a:spLocks/>
            </p:cNvSpPr>
            <p:nvPr/>
          </p:nvSpPr>
          <p:spPr bwMode="auto">
            <a:xfrm>
              <a:off x="1240" y="3514"/>
              <a:ext cx="16" cy="15"/>
            </a:xfrm>
            <a:custGeom>
              <a:avLst/>
              <a:gdLst>
                <a:gd name="T0" fmla="*/ 0 w 56"/>
                <a:gd name="T1" fmla="*/ 54 h 54"/>
                <a:gd name="T2" fmla="*/ 55 w 56"/>
                <a:gd name="T3" fmla="*/ 0 h 54"/>
                <a:gd name="T4" fmla="*/ 56 w 56"/>
                <a:gd name="T5" fmla="*/ 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6" h="54">
                  <a:moveTo>
                    <a:pt x="0" y="54"/>
                  </a:moveTo>
                  <a:lnTo>
                    <a:pt x="55" y="0"/>
                  </a:lnTo>
                  <a:lnTo>
                    <a:pt x="56" y="0"/>
                  </a:lnTo>
                </a:path>
              </a:pathLst>
            </a:custGeom>
            <a:noFill/>
            <a:ln w="0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7795" name="Freeform 35">
              <a:extLst>
                <a:ext uri="{FF2B5EF4-FFF2-40B4-BE49-F238E27FC236}">
                  <a16:creationId xmlns:a16="http://schemas.microsoft.com/office/drawing/2014/main" id="{A9D9ECC0-F673-4C4D-8532-1A697518A90C}"/>
                </a:ext>
              </a:extLst>
            </p:cNvPr>
            <p:cNvSpPr>
              <a:spLocks/>
            </p:cNvSpPr>
            <p:nvPr/>
          </p:nvSpPr>
          <p:spPr bwMode="auto">
            <a:xfrm>
              <a:off x="2750" y="2174"/>
              <a:ext cx="31" cy="30"/>
            </a:xfrm>
            <a:custGeom>
              <a:avLst/>
              <a:gdLst>
                <a:gd name="T0" fmla="*/ 0 w 110"/>
                <a:gd name="T1" fmla="*/ 109 h 109"/>
                <a:gd name="T2" fmla="*/ 109 w 110"/>
                <a:gd name="T3" fmla="*/ 0 h 109"/>
                <a:gd name="T4" fmla="*/ 110 w 110"/>
                <a:gd name="T5" fmla="*/ 0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10" h="109">
                  <a:moveTo>
                    <a:pt x="0" y="109"/>
                  </a:moveTo>
                  <a:lnTo>
                    <a:pt x="109" y="0"/>
                  </a:lnTo>
                  <a:lnTo>
                    <a:pt x="110" y="0"/>
                  </a:lnTo>
                </a:path>
              </a:pathLst>
            </a:custGeom>
            <a:noFill/>
            <a:ln w="127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7796" name="Freeform 36">
              <a:extLst>
                <a:ext uri="{FF2B5EF4-FFF2-40B4-BE49-F238E27FC236}">
                  <a16:creationId xmlns:a16="http://schemas.microsoft.com/office/drawing/2014/main" id="{78A03A06-E098-4524-96DC-3ED661E1FA3B}"/>
                </a:ext>
              </a:extLst>
            </p:cNvPr>
            <p:cNvSpPr>
              <a:spLocks/>
            </p:cNvSpPr>
            <p:nvPr/>
          </p:nvSpPr>
          <p:spPr bwMode="auto">
            <a:xfrm>
              <a:off x="2750" y="2195"/>
              <a:ext cx="93" cy="93"/>
            </a:xfrm>
            <a:custGeom>
              <a:avLst/>
              <a:gdLst>
                <a:gd name="T0" fmla="*/ 0 w 332"/>
                <a:gd name="T1" fmla="*/ 332 h 332"/>
                <a:gd name="T2" fmla="*/ 331 w 332"/>
                <a:gd name="T3" fmla="*/ 0 h 332"/>
                <a:gd name="T4" fmla="*/ 332 w 332"/>
                <a:gd name="T5" fmla="*/ 0 h 3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32" h="332">
                  <a:moveTo>
                    <a:pt x="0" y="332"/>
                  </a:moveTo>
                  <a:lnTo>
                    <a:pt x="331" y="0"/>
                  </a:lnTo>
                  <a:lnTo>
                    <a:pt x="332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7797" name="Freeform 37">
              <a:extLst>
                <a:ext uri="{FF2B5EF4-FFF2-40B4-BE49-F238E27FC236}">
                  <a16:creationId xmlns:a16="http://schemas.microsoft.com/office/drawing/2014/main" id="{C9107572-E15C-4A84-84C8-35D8DBDB73A1}"/>
                </a:ext>
              </a:extLst>
            </p:cNvPr>
            <p:cNvSpPr>
              <a:spLocks/>
            </p:cNvSpPr>
            <p:nvPr/>
          </p:nvSpPr>
          <p:spPr bwMode="auto">
            <a:xfrm>
              <a:off x="2750" y="2278"/>
              <a:ext cx="93" cy="93"/>
            </a:xfrm>
            <a:custGeom>
              <a:avLst/>
              <a:gdLst>
                <a:gd name="T0" fmla="*/ 0 w 332"/>
                <a:gd name="T1" fmla="*/ 331 h 331"/>
                <a:gd name="T2" fmla="*/ 331 w 332"/>
                <a:gd name="T3" fmla="*/ 0 h 331"/>
                <a:gd name="T4" fmla="*/ 332 w 332"/>
                <a:gd name="T5" fmla="*/ 0 h 3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32" h="331">
                  <a:moveTo>
                    <a:pt x="0" y="331"/>
                  </a:moveTo>
                  <a:lnTo>
                    <a:pt x="331" y="0"/>
                  </a:lnTo>
                  <a:lnTo>
                    <a:pt x="332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7798" name="Freeform 38">
              <a:extLst>
                <a:ext uri="{FF2B5EF4-FFF2-40B4-BE49-F238E27FC236}">
                  <a16:creationId xmlns:a16="http://schemas.microsoft.com/office/drawing/2014/main" id="{21C3BDF9-2DA6-4833-A830-43701D209E72}"/>
                </a:ext>
              </a:extLst>
            </p:cNvPr>
            <p:cNvSpPr>
              <a:spLocks/>
            </p:cNvSpPr>
            <p:nvPr/>
          </p:nvSpPr>
          <p:spPr bwMode="auto">
            <a:xfrm>
              <a:off x="2750" y="2361"/>
              <a:ext cx="93" cy="93"/>
            </a:xfrm>
            <a:custGeom>
              <a:avLst/>
              <a:gdLst>
                <a:gd name="T0" fmla="*/ 0 w 332"/>
                <a:gd name="T1" fmla="*/ 331 h 331"/>
                <a:gd name="T2" fmla="*/ 331 w 332"/>
                <a:gd name="T3" fmla="*/ 0 h 331"/>
                <a:gd name="T4" fmla="*/ 332 w 332"/>
                <a:gd name="T5" fmla="*/ 0 h 3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32" h="331">
                  <a:moveTo>
                    <a:pt x="0" y="331"/>
                  </a:moveTo>
                  <a:lnTo>
                    <a:pt x="331" y="0"/>
                  </a:lnTo>
                  <a:lnTo>
                    <a:pt x="332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7799" name="Freeform 39">
              <a:extLst>
                <a:ext uri="{FF2B5EF4-FFF2-40B4-BE49-F238E27FC236}">
                  <a16:creationId xmlns:a16="http://schemas.microsoft.com/office/drawing/2014/main" id="{B96D0F79-B668-4FCF-BEC8-8778EBCB5512}"/>
                </a:ext>
              </a:extLst>
            </p:cNvPr>
            <p:cNvSpPr>
              <a:spLocks/>
            </p:cNvSpPr>
            <p:nvPr/>
          </p:nvSpPr>
          <p:spPr bwMode="auto">
            <a:xfrm>
              <a:off x="2822" y="2444"/>
              <a:ext cx="21" cy="21"/>
            </a:xfrm>
            <a:custGeom>
              <a:avLst/>
              <a:gdLst>
                <a:gd name="T0" fmla="*/ 0 w 75"/>
                <a:gd name="T1" fmla="*/ 74 h 74"/>
                <a:gd name="T2" fmla="*/ 74 w 75"/>
                <a:gd name="T3" fmla="*/ 0 h 74"/>
                <a:gd name="T4" fmla="*/ 75 w 75"/>
                <a:gd name="T5" fmla="*/ 0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75" h="74">
                  <a:moveTo>
                    <a:pt x="0" y="74"/>
                  </a:moveTo>
                  <a:lnTo>
                    <a:pt x="74" y="0"/>
                  </a:lnTo>
                  <a:lnTo>
                    <a:pt x="75" y="0"/>
                  </a:lnTo>
                </a:path>
              </a:pathLst>
            </a:custGeom>
            <a:noFill/>
            <a:ln w="0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7800" name="Freeform 40">
              <a:extLst>
                <a:ext uri="{FF2B5EF4-FFF2-40B4-BE49-F238E27FC236}">
                  <a16:creationId xmlns:a16="http://schemas.microsoft.com/office/drawing/2014/main" id="{CB9E22D7-A318-4AF8-9BDD-1209A186FFA1}"/>
                </a:ext>
              </a:extLst>
            </p:cNvPr>
            <p:cNvSpPr>
              <a:spLocks/>
            </p:cNvSpPr>
            <p:nvPr/>
          </p:nvSpPr>
          <p:spPr bwMode="auto">
            <a:xfrm>
              <a:off x="1706" y="2190"/>
              <a:ext cx="763" cy="57"/>
            </a:xfrm>
            <a:custGeom>
              <a:avLst/>
              <a:gdLst>
                <a:gd name="T0" fmla="*/ 0 w 2724"/>
                <a:gd name="T1" fmla="*/ 0 h 204"/>
                <a:gd name="T2" fmla="*/ 2723 w 2724"/>
                <a:gd name="T3" fmla="*/ 204 h 204"/>
                <a:gd name="T4" fmla="*/ 2724 w 2724"/>
                <a:gd name="T5" fmla="*/ 204 h 2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724" h="204">
                  <a:moveTo>
                    <a:pt x="0" y="0"/>
                  </a:moveTo>
                  <a:lnTo>
                    <a:pt x="2723" y="204"/>
                  </a:lnTo>
                  <a:lnTo>
                    <a:pt x="2724" y="204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7801" name="Freeform 41">
              <a:extLst>
                <a:ext uri="{FF2B5EF4-FFF2-40B4-BE49-F238E27FC236}">
                  <a16:creationId xmlns:a16="http://schemas.microsoft.com/office/drawing/2014/main" id="{BDE5D921-EB2C-4330-B85F-F9222E9B08FF}"/>
                </a:ext>
              </a:extLst>
            </p:cNvPr>
            <p:cNvSpPr>
              <a:spLocks/>
            </p:cNvSpPr>
            <p:nvPr/>
          </p:nvSpPr>
          <p:spPr bwMode="auto">
            <a:xfrm>
              <a:off x="1608" y="3353"/>
              <a:ext cx="866" cy="79"/>
            </a:xfrm>
            <a:custGeom>
              <a:avLst/>
              <a:gdLst>
                <a:gd name="T0" fmla="*/ 0 w 3089"/>
                <a:gd name="T1" fmla="*/ 283 h 283"/>
                <a:gd name="T2" fmla="*/ 3088 w 3089"/>
                <a:gd name="T3" fmla="*/ 0 h 283"/>
                <a:gd name="T4" fmla="*/ 3089 w 3089"/>
                <a:gd name="T5" fmla="*/ 0 h 2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089" h="283">
                  <a:moveTo>
                    <a:pt x="0" y="283"/>
                  </a:moveTo>
                  <a:lnTo>
                    <a:pt x="3088" y="0"/>
                  </a:lnTo>
                  <a:lnTo>
                    <a:pt x="3089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7802" name="Freeform 42">
              <a:extLst>
                <a:ext uri="{FF2B5EF4-FFF2-40B4-BE49-F238E27FC236}">
                  <a16:creationId xmlns:a16="http://schemas.microsoft.com/office/drawing/2014/main" id="{7A434D23-5E02-4C42-B286-1B242FB7E01B}"/>
                </a:ext>
              </a:extLst>
            </p:cNvPr>
            <p:cNvSpPr>
              <a:spLocks/>
            </p:cNvSpPr>
            <p:nvPr/>
          </p:nvSpPr>
          <p:spPr bwMode="auto">
            <a:xfrm>
              <a:off x="1706" y="2392"/>
              <a:ext cx="763" cy="58"/>
            </a:xfrm>
            <a:custGeom>
              <a:avLst/>
              <a:gdLst>
                <a:gd name="T0" fmla="*/ 0 w 2724"/>
                <a:gd name="T1" fmla="*/ 205 h 205"/>
                <a:gd name="T2" fmla="*/ 2723 w 2724"/>
                <a:gd name="T3" fmla="*/ 0 h 205"/>
                <a:gd name="T4" fmla="*/ 2724 w 2724"/>
                <a:gd name="T5" fmla="*/ 0 h 2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724" h="205">
                  <a:moveTo>
                    <a:pt x="0" y="205"/>
                  </a:moveTo>
                  <a:lnTo>
                    <a:pt x="2723" y="0"/>
                  </a:lnTo>
                  <a:lnTo>
                    <a:pt x="2724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7803" name="Freeform 43">
              <a:extLst>
                <a:ext uri="{FF2B5EF4-FFF2-40B4-BE49-F238E27FC236}">
                  <a16:creationId xmlns:a16="http://schemas.microsoft.com/office/drawing/2014/main" id="{C0BFEDD0-D894-4335-BCBB-68B96DC564CD}"/>
                </a:ext>
              </a:extLst>
            </p:cNvPr>
            <p:cNvSpPr>
              <a:spLocks/>
            </p:cNvSpPr>
            <p:nvPr/>
          </p:nvSpPr>
          <p:spPr bwMode="auto">
            <a:xfrm>
              <a:off x="1608" y="2989"/>
              <a:ext cx="866" cy="79"/>
            </a:xfrm>
            <a:custGeom>
              <a:avLst/>
              <a:gdLst>
                <a:gd name="T0" fmla="*/ 0 w 3089"/>
                <a:gd name="T1" fmla="*/ 0 h 282"/>
                <a:gd name="T2" fmla="*/ 3088 w 3089"/>
                <a:gd name="T3" fmla="*/ 282 h 282"/>
                <a:gd name="T4" fmla="*/ 3089 w 3089"/>
                <a:gd name="T5" fmla="*/ 282 h 2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089" h="282">
                  <a:moveTo>
                    <a:pt x="0" y="0"/>
                  </a:moveTo>
                  <a:lnTo>
                    <a:pt x="3088" y="282"/>
                  </a:lnTo>
                  <a:lnTo>
                    <a:pt x="3089" y="282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7804" name="Freeform 44">
              <a:extLst>
                <a:ext uri="{FF2B5EF4-FFF2-40B4-BE49-F238E27FC236}">
                  <a16:creationId xmlns:a16="http://schemas.microsoft.com/office/drawing/2014/main" id="{CF355D20-C349-4D4A-8097-8F2D8988D397}"/>
                </a:ext>
              </a:extLst>
            </p:cNvPr>
            <p:cNvSpPr>
              <a:spLocks/>
            </p:cNvSpPr>
            <p:nvPr/>
          </p:nvSpPr>
          <p:spPr bwMode="auto">
            <a:xfrm>
              <a:off x="1793" y="3210"/>
              <a:ext cx="547" cy="1"/>
            </a:xfrm>
            <a:custGeom>
              <a:avLst/>
              <a:gdLst>
                <a:gd name="T0" fmla="*/ 0 w 650"/>
                <a:gd name="T1" fmla="*/ 1 h 1"/>
                <a:gd name="T2" fmla="*/ 650 w 650"/>
                <a:gd name="T3" fmla="*/ 0 h 1"/>
                <a:gd name="T4" fmla="*/ 650 w 650"/>
                <a:gd name="T5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50" h="1">
                  <a:moveTo>
                    <a:pt x="0" y="1"/>
                  </a:moveTo>
                  <a:lnTo>
                    <a:pt x="650" y="0"/>
                  </a:lnTo>
                  <a:lnTo>
                    <a:pt x="650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7805" name="Freeform 45">
              <a:extLst>
                <a:ext uri="{FF2B5EF4-FFF2-40B4-BE49-F238E27FC236}">
                  <a16:creationId xmlns:a16="http://schemas.microsoft.com/office/drawing/2014/main" id="{5E8200BD-0F8B-4130-865A-A199310B48C3}"/>
                </a:ext>
              </a:extLst>
            </p:cNvPr>
            <p:cNvSpPr>
              <a:spLocks/>
            </p:cNvSpPr>
            <p:nvPr/>
          </p:nvSpPr>
          <p:spPr bwMode="auto">
            <a:xfrm>
              <a:off x="1253" y="3371"/>
              <a:ext cx="24" cy="164"/>
            </a:xfrm>
            <a:custGeom>
              <a:avLst/>
              <a:gdLst>
                <a:gd name="T0" fmla="*/ 19 w 82"/>
                <a:gd name="T1" fmla="*/ 0 h 585"/>
                <a:gd name="T2" fmla="*/ 82 w 82"/>
                <a:gd name="T3" fmla="*/ 254 h 585"/>
                <a:gd name="T4" fmla="*/ 21 w 82"/>
                <a:gd name="T5" fmla="*/ 377 h 585"/>
                <a:gd name="T6" fmla="*/ 0 w 82"/>
                <a:gd name="T7" fmla="*/ 439 h 585"/>
                <a:gd name="T8" fmla="*/ 25 w 82"/>
                <a:gd name="T9" fmla="*/ 585 h 585"/>
                <a:gd name="T10" fmla="*/ 26 w 82"/>
                <a:gd name="T11" fmla="*/ 585 h 5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2" h="585">
                  <a:moveTo>
                    <a:pt x="19" y="0"/>
                  </a:moveTo>
                  <a:lnTo>
                    <a:pt x="82" y="254"/>
                  </a:lnTo>
                  <a:lnTo>
                    <a:pt x="21" y="377"/>
                  </a:lnTo>
                  <a:lnTo>
                    <a:pt x="0" y="439"/>
                  </a:lnTo>
                  <a:lnTo>
                    <a:pt x="25" y="585"/>
                  </a:lnTo>
                  <a:lnTo>
                    <a:pt x="26" y="585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7806" name="Freeform 46">
              <a:extLst>
                <a:ext uri="{FF2B5EF4-FFF2-40B4-BE49-F238E27FC236}">
                  <a16:creationId xmlns:a16="http://schemas.microsoft.com/office/drawing/2014/main" id="{381A34E9-9FD0-46A3-B55D-162A6659628D}"/>
                </a:ext>
              </a:extLst>
            </p:cNvPr>
            <p:cNvSpPr>
              <a:spLocks/>
            </p:cNvSpPr>
            <p:nvPr/>
          </p:nvSpPr>
          <p:spPr bwMode="auto">
            <a:xfrm>
              <a:off x="1339" y="3348"/>
              <a:ext cx="1" cy="274"/>
            </a:xfrm>
            <a:custGeom>
              <a:avLst/>
              <a:gdLst>
                <a:gd name="T0" fmla="*/ 0 w 2"/>
                <a:gd name="T1" fmla="*/ 0 h 978"/>
                <a:gd name="T2" fmla="*/ 0 w 2"/>
                <a:gd name="T3" fmla="*/ 978 h 978"/>
                <a:gd name="T4" fmla="*/ 2 w 2"/>
                <a:gd name="T5" fmla="*/ 978 h 9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978">
                  <a:moveTo>
                    <a:pt x="0" y="0"/>
                  </a:moveTo>
                  <a:lnTo>
                    <a:pt x="0" y="978"/>
                  </a:lnTo>
                  <a:lnTo>
                    <a:pt x="2" y="978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7807" name="Freeform 47">
              <a:extLst>
                <a:ext uri="{FF2B5EF4-FFF2-40B4-BE49-F238E27FC236}">
                  <a16:creationId xmlns:a16="http://schemas.microsoft.com/office/drawing/2014/main" id="{25868F19-EEC2-42AE-B91A-9C5BCE5F36DE}"/>
                </a:ext>
              </a:extLst>
            </p:cNvPr>
            <p:cNvSpPr>
              <a:spLocks/>
            </p:cNvSpPr>
            <p:nvPr/>
          </p:nvSpPr>
          <p:spPr bwMode="auto">
            <a:xfrm>
              <a:off x="967" y="3344"/>
              <a:ext cx="1" cy="48"/>
            </a:xfrm>
            <a:custGeom>
              <a:avLst/>
              <a:gdLst>
                <a:gd name="T0" fmla="*/ 0 w 1"/>
                <a:gd name="T1" fmla="*/ 0 h 168"/>
                <a:gd name="T2" fmla="*/ 0 w 1"/>
                <a:gd name="T3" fmla="*/ 168 h 168"/>
                <a:gd name="T4" fmla="*/ 1 w 1"/>
                <a:gd name="T5" fmla="*/ 168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168">
                  <a:moveTo>
                    <a:pt x="0" y="0"/>
                  </a:moveTo>
                  <a:lnTo>
                    <a:pt x="0" y="168"/>
                  </a:lnTo>
                  <a:lnTo>
                    <a:pt x="1" y="168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7808" name="Freeform 48">
              <a:extLst>
                <a:ext uri="{FF2B5EF4-FFF2-40B4-BE49-F238E27FC236}">
                  <a16:creationId xmlns:a16="http://schemas.microsoft.com/office/drawing/2014/main" id="{79765FE0-F3A5-4CF5-A765-2BE282F524C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6" y="3141"/>
              <a:ext cx="1" cy="325"/>
            </a:xfrm>
            <a:custGeom>
              <a:avLst/>
              <a:gdLst>
                <a:gd name="T0" fmla="*/ 0 w 1"/>
                <a:gd name="T1" fmla="*/ 0 h 1158"/>
                <a:gd name="T2" fmla="*/ 0 w 1"/>
                <a:gd name="T3" fmla="*/ 1158 h 1158"/>
                <a:gd name="T4" fmla="*/ 1 w 1"/>
                <a:gd name="T5" fmla="*/ 1158 h 1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1158">
                  <a:moveTo>
                    <a:pt x="0" y="0"/>
                  </a:moveTo>
                  <a:lnTo>
                    <a:pt x="0" y="1158"/>
                  </a:lnTo>
                  <a:lnTo>
                    <a:pt x="1" y="1158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7809" name="Freeform 49">
              <a:extLst>
                <a:ext uri="{FF2B5EF4-FFF2-40B4-BE49-F238E27FC236}">
                  <a16:creationId xmlns:a16="http://schemas.microsoft.com/office/drawing/2014/main" id="{BFF0B870-2FF8-4C39-940F-0B1C31AEFFC0}"/>
                </a:ext>
              </a:extLst>
            </p:cNvPr>
            <p:cNvSpPr>
              <a:spLocks/>
            </p:cNvSpPr>
            <p:nvPr/>
          </p:nvSpPr>
          <p:spPr bwMode="auto">
            <a:xfrm>
              <a:off x="745" y="3344"/>
              <a:ext cx="1" cy="48"/>
            </a:xfrm>
            <a:custGeom>
              <a:avLst/>
              <a:gdLst>
                <a:gd name="T0" fmla="*/ 0 w 1"/>
                <a:gd name="T1" fmla="*/ 0 h 168"/>
                <a:gd name="T2" fmla="*/ 0 w 1"/>
                <a:gd name="T3" fmla="*/ 168 h 168"/>
                <a:gd name="T4" fmla="*/ 1 w 1"/>
                <a:gd name="T5" fmla="*/ 168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168">
                  <a:moveTo>
                    <a:pt x="0" y="0"/>
                  </a:moveTo>
                  <a:lnTo>
                    <a:pt x="0" y="168"/>
                  </a:lnTo>
                  <a:lnTo>
                    <a:pt x="1" y="168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7810" name="Freeform 50">
              <a:extLst>
                <a:ext uri="{FF2B5EF4-FFF2-40B4-BE49-F238E27FC236}">
                  <a16:creationId xmlns:a16="http://schemas.microsoft.com/office/drawing/2014/main" id="{3D7DDE7C-2FBB-43B0-A226-48E0DDCAFB32}"/>
                </a:ext>
              </a:extLst>
            </p:cNvPr>
            <p:cNvSpPr>
              <a:spLocks/>
            </p:cNvSpPr>
            <p:nvPr/>
          </p:nvSpPr>
          <p:spPr bwMode="auto">
            <a:xfrm>
              <a:off x="671" y="3246"/>
              <a:ext cx="1" cy="157"/>
            </a:xfrm>
            <a:custGeom>
              <a:avLst/>
              <a:gdLst>
                <a:gd name="T0" fmla="*/ 0 w 1"/>
                <a:gd name="T1" fmla="*/ 187 h 187"/>
                <a:gd name="T2" fmla="*/ 0 w 1"/>
                <a:gd name="T3" fmla="*/ 11 h 187"/>
                <a:gd name="T4" fmla="*/ 0 w 1"/>
                <a:gd name="T5" fmla="*/ 0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187">
                  <a:moveTo>
                    <a:pt x="0" y="187"/>
                  </a:moveTo>
                  <a:lnTo>
                    <a:pt x="0" y="11"/>
                  </a:lnTo>
                  <a:lnTo>
                    <a:pt x="0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7811" name="Freeform 51">
              <a:extLst>
                <a:ext uri="{FF2B5EF4-FFF2-40B4-BE49-F238E27FC236}">
                  <a16:creationId xmlns:a16="http://schemas.microsoft.com/office/drawing/2014/main" id="{B816578A-C11E-4942-83AB-F71BA9457360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" y="3396"/>
              <a:ext cx="407" cy="1"/>
            </a:xfrm>
            <a:custGeom>
              <a:avLst/>
              <a:gdLst>
                <a:gd name="T0" fmla="*/ 0 w 484"/>
                <a:gd name="T1" fmla="*/ 0 h 1"/>
                <a:gd name="T2" fmla="*/ 484 w 484"/>
                <a:gd name="T3" fmla="*/ 1 h 1"/>
                <a:gd name="T4" fmla="*/ 442 w 484"/>
                <a:gd name="T5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84" h="1">
                  <a:moveTo>
                    <a:pt x="0" y="0"/>
                  </a:moveTo>
                  <a:lnTo>
                    <a:pt x="484" y="1"/>
                  </a:lnTo>
                  <a:lnTo>
                    <a:pt x="442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7812" name="Freeform 52">
              <a:extLst>
                <a:ext uri="{FF2B5EF4-FFF2-40B4-BE49-F238E27FC236}">
                  <a16:creationId xmlns:a16="http://schemas.microsoft.com/office/drawing/2014/main" id="{154C2373-DF3D-419B-B09B-60D16545612F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" y="3247"/>
              <a:ext cx="500" cy="1"/>
            </a:xfrm>
            <a:custGeom>
              <a:avLst/>
              <a:gdLst>
                <a:gd name="T0" fmla="*/ 0 w 594"/>
                <a:gd name="T1" fmla="*/ 1 h 1"/>
                <a:gd name="T2" fmla="*/ 594 w 594"/>
                <a:gd name="T3" fmla="*/ 0 h 1"/>
                <a:gd name="T4" fmla="*/ 579 w 594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94" h="1">
                  <a:moveTo>
                    <a:pt x="0" y="1"/>
                  </a:moveTo>
                  <a:lnTo>
                    <a:pt x="594" y="0"/>
                  </a:lnTo>
                  <a:lnTo>
                    <a:pt x="579" y="1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7813" name="Freeform 53">
              <a:extLst>
                <a:ext uri="{FF2B5EF4-FFF2-40B4-BE49-F238E27FC236}">
                  <a16:creationId xmlns:a16="http://schemas.microsoft.com/office/drawing/2014/main" id="{B990F6EC-664F-4274-B5A5-1BBAA7356707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" y="3025"/>
              <a:ext cx="403" cy="1"/>
            </a:xfrm>
            <a:custGeom>
              <a:avLst/>
              <a:gdLst>
                <a:gd name="T0" fmla="*/ 0 w 479"/>
                <a:gd name="T1" fmla="*/ 0 h 1"/>
                <a:gd name="T2" fmla="*/ 479 w 479"/>
                <a:gd name="T3" fmla="*/ 0 h 1"/>
                <a:gd name="T4" fmla="*/ 442 w 479"/>
                <a:gd name="T5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79" h="1">
                  <a:moveTo>
                    <a:pt x="0" y="0"/>
                  </a:moveTo>
                  <a:lnTo>
                    <a:pt x="479" y="0"/>
                  </a:lnTo>
                  <a:lnTo>
                    <a:pt x="442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7814" name="Freeform 54">
              <a:extLst>
                <a:ext uri="{FF2B5EF4-FFF2-40B4-BE49-F238E27FC236}">
                  <a16:creationId xmlns:a16="http://schemas.microsoft.com/office/drawing/2014/main" id="{D8487112-EF56-4E7B-A6CA-2BF5A207D65A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" y="3173"/>
              <a:ext cx="500" cy="2"/>
            </a:xfrm>
            <a:custGeom>
              <a:avLst/>
              <a:gdLst>
                <a:gd name="T0" fmla="*/ 0 w 594"/>
                <a:gd name="T1" fmla="*/ 0 h 2"/>
                <a:gd name="T2" fmla="*/ 594 w 594"/>
                <a:gd name="T3" fmla="*/ 2 h 2"/>
                <a:gd name="T4" fmla="*/ 579 w 594"/>
                <a:gd name="T5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94" h="2">
                  <a:moveTo>
                    <a:pt x="0" y="0"/>
                  </a:moveTo>
                  <a:lnTo>
                    <a:pt x="594" y="2"/>
                  </a:lnTo>
                  <a:lnTo>
                    <a:pt x="579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7815" name="Freeform 55">
              <a:extLst>
                <a:ext uri="{FF2B5EF4-FFF2-40B4-BE49-F238E27FC236}">
                  <a16:creationId xmlns:a16="http://schemas.microsoft.com/office/drawing/2014/main" id="{386B9AFC-2862-47EB-803C-4660179544EC}"/>
                </a:ext>
              </a:extLst>
            </p:cNvPr>
            <p:cNvSpPr>
              <a:spLocks/>
            </p:cNvSpPr>
            <p:nvPr/>
          </p:nvSpPr>
          <p:spPr bwMode="auto">
            <a:xfrm>
              <a:off x="930" y="3025"/>
              <a:ext cx="1" cy="148"/>
            </a:xfrm>
            <a:custGeom>
              <a:avLst/>
              <a:gdLst>
                <a:gd name="T0" fmla="*/ 0 w 1"/>
                <a:gd name="T1" fmla="*/ 0 h 530"/>
                <a:gd name="T2" fmla="*/ 0 w 1"/>
                <a:gd name="T3" fmla="*/ 530 h 530"/>
                <a:gd name="T4" fmla="*/ 1 w 1"/>
                <a:gd name="T5" fmla="*/ 530 h 5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530">
                  <a:moveTo>
                    <a:pt x="0" y="0"/>
                  </a:moveTo>
                  <a:lnTo>
                    <a:pt x="0" y="530"/>
                  </a:lnTo>
                  <a:lnTo>
                    <a:pt x="1" y="53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7816" name="Freeform 56">
              <a:extLst>
                <a:ext uri="{FF2B5EF4-FFF2-40B4-BE49-F238E27FC236}">
                  <a16:creationId xmlns:a16="http://schemas.microsoft.com/office/drawing/2014/main" id="{F82220B5-B08C-4593-8A75-71A762F70682}"/>
                </a:ext>
              </a:extLst>
            </p:cNvPr>
            <p:cNvSpPr>
              <a:spLocks/>
            </p:cNvSpPr>
            <p:nvPr/>
          </p:nvSpPr>
          <p:spPr bwMode="auto">
            <a:xfrm>
              <a:off x="782" y="3025"/>
              <a:ext cx="1" cy="148"/>
            </a:xfrm>
            <a:custGeom>
              <a:avLst/>
              <a:gdLst>
                <a:gd name="T0" fmla="*/ 0 w 1"/>
                <a:gd name="T1" fmla="*/ 0 h 530"/>
                <a:gd name="T2" fmla="*/ 0 w 1"/>
                <a:gd name="T3" fmla="*/ 530 h 530"/>
                <a:gd name="T4" fmla="*/ 1 w 1"/>
                <a:gd name="T5" fmla="*/ 530 h 5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530">
                  <a:moveTo>
                    <a:pt x="0" y="0"/>
                  </a:moveTo>
                  <a:lnTo>
                    <a:pt x="0" y="530"/>
                  </a:lnTo>
                  <a:lnTo>
                    <a:pt x="1" y="53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7817" name="Freeform 57">
              <a:extLst>
                <a:ext uri="{FF2B5EF4-FFF2-40B4-BE49-F238E27FC236}">
                  <a16:creationId xmlns:a16="http://schemas.microsoft.com/office/drawing/2014/main" id="{B2FBABAA-9D52-42FF-BE52-DC9C25E1C907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" y="3025"/>
              <a:ext cx="1" cy="148"/>
            </a:xfrm>
            <a:custGeom>
              <a:avLst/>
              <a:gdLst>
                <a:gd name="T0" fmla="*/ 0 w 1"/>
                <a:gd name="T1" fmla="*/ 0 h 530"/>
                <a:gd name="T2" fmla="*/ 0 w 1"/>
                <a:gd name="T3" fmla="*/ 530 h 530"/>
                <a:gd name="T4" fmla="*/ 1 w 1"/>
                <a:gd name="T5" fmla="*/ 530 h 5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530">
                  <a:moveTo>
                    <a:pt x="0" y="0"/>
                  </a:moveTo>
                  <a:lnTo>
                    <a:pt x="0" y="530"/>
                  </a:lnTo>
                  <a:lnTo>
                    <a:pt x="1" y="53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7818" name="Freeform 58">
              <a:extLst>
                <a:ext uri="{FF2B5EF4-FFF2-40B4-BE49-F238E27FC236}">
                  <a16:creationId xmlns:a16="http://schemas.microsoft.com/office/drawing/2014/main" id="{8E0EA505-A2E1-4FD2-8842-8BEE51D096BA}"/>
                </a:ext>
              </a:extLst>
            </p:cNvPr>
            <p:cNvSpPr>
              <a:spLocks/>
            </p:cNvSpPr>
            <p:nvPr/>
          </p:nvSpPr>
          <p:spPr bwMode="auto">
            <a:xfrm>
              <a:off x="782" y="3248"/>
              <a:ext cx="1" cy="101"/>
            </a:xfrm>
            <a:custGeom>
              <a:avLst/>
              <a:gdLst>
                <a:gd name="T0" fmla="*/ 0 w 1"/>
                <a:gd name="T1" fmla="*/ 362 h 362"/>
                <a:gd name="T2" fmla="*/ 0 w 1"/>
                <a:gd name="T3" fmla="*/ 0 h 362"/>
                <a:gd name="T4" fmla="*/ 1 w 1"/>
                <a:gd name="T5" fmla="*/ 0 h 3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362">
                  <a:moveTo>
                    <a:pt x="0" y="362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7819" name="Freeform 59">
              <a:extLst>
                <a:ext uri="{FF2B5EF4-FFF2-40B4-BE49-F238E27FC236}">
                  <a16:creationId xmlns:a16="http://schemas.microsoft.com/office/drawing/2014/main" id="{388C1C82-C618-48CD-8624-1F17BAF8DDC8}"/>
                </a:ext>
              </a:extLst>
            </p:cNvPr>
            <p:cNvSpPr>
              <a:spLocks/>
            </p:cNvSpPr>
            <p:nvPr/>
          </p:nvSpPr>
          <p:spPr bwMode="auto">
            <a:xfrm>
              <a:off x="930" y="3248"/>
              <a:ext cx="1" cy="101"/>
            </a:xfrm>
            <a:custGeom>
              <a:avLst/>
              <a:gdLst>
                <a:gd name="T0" fmla="*/ 0 w 1"/>
                <a:gd name="T1" fmla="*/ 362 h 362"/>
                <a:gd name="T2" fmla="*/ 0 w 1"/>
                <a:gd name="T3" fmla="*/ 0 h 362"/>
                <a:gd name="T4" fmla="*/ 1 w 1"/>
                <a:gd name="T5" fmla="*/ 0 h 3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362">
                  <a:moveTo>
                    <a:pt x="0" y="362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7820" name="Freeform 60">
              <a:extLst>
                <a:ext uri="{FF2B5EF4-FFF2-40B4-BE49-F238E27FC236}">
                  <a16:creationId xmlns:a16="http://schemas.microsoft.com/office/drawing/2014/main" id="{441845FF-6E8C-4A11-9553-D404FEC16137}"/>
                </a:ext>
              </a:extLst>
            </p:cNvPr>
            <p:cNvSpPr>
              <a:spLocks/>
            </p:cNvSpPr>
            <p:nvPr/>
          </p:nvSpPr>
          <p:spPr bwMode="auto">
            <a:xfrm>
              <a:off x="856" y="3114"/>
              <a:ext cx="1" cy="13"/>
            </a:xfrm>
            <a:custGeom>
              <a:avLst/>
              <a:gdLst>
                <a:gd name="T0" fmla="*/ 0 w 1"/>
                <a:gd name="T1" fmla="*/ 0 h 47"/>
                <a:gd name="T2" fmla="*/ 0 w 1"/>
                <a:gd name="T3" fmla="*/ 47 h 47"/>
                <a:gd name="T4" fmla="*/ 1 w 1"/>
                <a:gd name="T5" fmla="*/ 47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47">
                  <a:moveTo>
                    <a:pt x="0" y="0"/>
                  </a:moveTo>
                  <a:lnTo>
                    <a:pt x="0" y="47"/>
                  </a:lnTo>
                  <a:lnTo>
                    <a:pt x="1" y="47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7821" name="Freeform 61">
              <a:extLst>
                <a:ext uri="{FF2B5EF4-FFF2-40B4-BE49-F238E27FC236}">
                  <a16:creationId xmlns:a16="http://schemas.microsoft.com/office/drawing/2014/main" id="{95CA3EB8-C0E9-42F4-BF10-3417D29410C1}"/>
                </a:ext>
              </a:extLst>
            </p:cNvPr>
            <p:cNvSpPr>
              <a:spLocks/>
            </p:cNvSpPr>
            <p:nvPr/>
          </p:nvSpPr>
          <p:spPr bwMode="auto">
            <a:xfrm>
              <a:off x="856" y="2987"/>
              <a:ext cx="1" cy="110"/>
            </a:xfrm>
            <a:custGeom>
              <a:avLst/>
              <a:gdLst>
                <a:gd name="T0" fmla="*/ 0 w 1"/>
                <a:gd name="T1" fmla="*/ 0 h 392"/>
                <a:gd name="T2" fmla="*/ 0 w 1"/>
                <a:gd name="T3" fmla="*/ 392 h 392"/>
                <a:gd name="T4" fmla="*/ 1 w 1"/>
                <a:gd name="T5" fmla="*/ 392 h 3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392">
                  <a:moveTo>
                    <a:pt x="0" y="0"/>
                  </a:moveTo>
                  <a:lnTo>
                    <a:pt x="0" y="392"/>
                  </a:lnTo>
                  <a:lnTo>
                    <a:pt x="1" y="392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7822" name="Freeform 62">
              <a:extLst>
                <a:ext uri="{FF2B5EF4-FFF2-40B4-BE49-F238E27FC236}">
                  <a16:creationId xmlns:a16="http://schemas.microsoft.com/office/drawing/2014/main" id="{741A245D-74DF-406C-B515-5B767F9D09A6}"/>
                </a:ext>
              </a:extLst>
            </p:cNvPr>
            <p:cNvSpPr>
              <a:spLocks/>
            </p:cNvSpPr>
            <p:nvPr/>
          </p:nvSpPr>
          <p:spPr bwMode="auto">
            <a:xfrm>
              <a:off x="1182" y="2899"/>
              <a:ext cx="36" cy="178"/>
            </a:xfrm>
            <a:custGeom>
              <a:avLst/>
              <a:gdLst>
                <a:gd name="T0" fmla="*/ 129 w 129"/>
                <a:gd name="T1" fmla="*/ 0 h 636"/>
                <a:gd name="T2" fmla="*/ 16 w 129"/>
                <a:gd name="T3" fmla="*/ 348 h 636"/>
                <a:gd name="T4" fmla="*/ 0 w 129"/>
                <a:gd name="T5" fmla="*/ 505 h 636"/>
                <a:gd name="T6" fmla="*/ 98 w 129"/>
                <a:gd name="T7" fmla="*/ 636 h 636"/>
                <a:gd name="T8" fmla="*/ 99 w 129"/>
                <a:gd name="T9" fmla="*/ 636 h 6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9" h="636">
                  <a:moveTo>
                    <a:pt x="129" y="0"/>
                  </a:moveTo>
                  <a:lnTo>
                    <a:pt x="16" y="348"/>
                  </a:lnTo>
                  <a:lnTo>
                    <a:pt x="0" y="505"/>
                  </a:lnTo>
                  <a:lnTo>
                    <a:pt x="98" y="636"/>
                  </a:lnTo>
                  <a:lnTo>
                    <a:pt x="99" y="636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7823" name="Freeform 63">
              <a:extLst>
                <a:ext uri="{FF2B5EF4-FFF2-40B4-BE49-F238E27FC236}">
                  <a16:creationId xmlns:a16="http://schemas.microsoft.com/office/drawing/2014/main" id="{1A7BA2C3-F01F-4B3D-811B-90A4A8CF536A}"/>
                </a:ext>
              </a:extLst>
            </p:cNvPr>
            <p:cNvSpPr>
              <a:spLocks/>
            </p:cNvSpPr>
            <p:nvPr/>
          </p:nvSpPr>
          <p:spPr bwMode="auto">
            <a:xfrm>
              <a:off x="1339" y="2825"/>
              <a:ext cx="1" cy="466"/>
            </a:xfrm>
            <a:custGeom>
              <a:avLst/>
              <a:gdLst>
                <a:gd name="T0" fmla="*/ 0 w 2"/>
                <a:gd name="T1" fmla="*/ 0 h 1658"/>
                <a:gd name="T2" fmla="*/ 0 w 2"/>
                <a:gd name="T3" fmla="*/ 1658 h 1658"/>
                <a:gd name="T4" fmla="*/ 2 w 2"/>
                <a:gd name="T5" fmla="*/ 1658 h 16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1658">
                  <a:moveTo>
                    <a:pt x="0" y="0"/>
                  </a:moveTo>
                  <a:lnTo>
                    <a:pt x="0" y="1658"/>
                  </a:lnTo>
                  <a:lnTo>
                    <a:pt x="2" y="1658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7824" name="Freeform 64">
              <a:extLst>
                <a:ext uri="{FF2B5EF4-FFF2-40B4-BE49-F238E27FC236}">
                  <a16:creationId xmlns:a16="http://schemas.microsoft.com/office/drawing/2014/main" id="{024AAB91-91B3-49CB-B2CC-D6DB22E09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621" y="3210"/>
              <a:ext cx="585" cy="1"/>
            </a:xfrm>
            <a:custGeom>
              <a:avLst/>
              <a:gdLst>
                <a:gd name="T0" fmla="*/ 0 w 696"/>
                <a:gd name="T1" fmla="*/ 1 h 1"/>
                <a:gd name="T2" fmla="*/ 696 w 696"/>
                <a:gd name="T3" fmla="*/ 0 h 1"/>
                <a:gd name="T4" fmla="*/ 696 w 696"/>
                <a:gd name="T5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96" h="1">
                  <a:moveTo>
                    <a:pt x="0" y="1"/>
                  </a:moveTo>
                  <a:lnTo>
                    <a:pt x="696" y="0"/>
                  </a:lnTo>
                  <a:lnTo>
                    <a:pt x="696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7825" name="Freeform 65">
              <a:extLst>
                <a:ext uri="{FF2B5EF4-FFF2-40B4-BE49-F238E27FC236}">
                  <a16:creationId xmlns:a16="http://schemas.microsoft.com/office/drawing/2014/main" id="{7773EE72-7952-42E9-8BE3-0E5A00203D57}"/>
                </a:ext>
              </a:extLst>
            </p:cNvPr>
            <p:cNvSpPr>
              <a:spLocks/>
            </p:cNvSpPr>
            <p:nvPr/>
          </p:nvSpPr>
          <p:spPr bwMode="auto">
            <a:xfrm>
              <a:off x="1339" y="3302"/>
              <a:ext cx="1" cy="26"/>
            </a:xfrm>
            <a:custGeom>
              <a:avLst/>
              <a:gdLst>
                <a:gd name="T0" fmla="*/ 0 w 1"/>
                <a:gd name="T1" fmla="*/ 0 h 31"/>
                <a:gd name="T2" fmla="*/ 1 w 1"/>
                <a:gd name="T3" fmla="*/ 31 h 31"/>
                <a:gd name="T4" fmla="*/ 1 w 1"/>
                <a:gd name="T5" fmla="*/ 17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31">
                  <a:moveTo>
                    <a:pt x="0" y="0"/>
                  </a:moveTo>
                  <a:lnTo>
                    <a:pt x="1" y="31"/>
                  </a:lnTo>
                  <a:lnTo>
                    <a:pt x="1" y="17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7826" name="Freeform 66">
              <a:extLst>
                <a:ext uri="{FF2B5EF4-FFF2-40B4-BE49-F238E27FC236}">
                  <a16:creationId xmlns:a16="http://schemas.microsoft.com/office/drawing/2014/main" id="{9D7BECDA-BBFC-4B9B-B9F6-3CB0AA0DC870}"/>
                </a:ext>
              </a:extLst>
            </p:cNvPr>
            <p:cNvSpPr>
              <a:spLocks/>
            </p:cNvSpPr>
            <p:nvPr/>
          </p:nvSpPr>
          <p:spPr bwMode="auto">
            <a:xfrm>
              <a:off x="1574" y="3432"/>
              <a:ext cx="34" cy="16"/>
            </a:xfrm>
            <a:custGeom>
              <a:avLst/>
              <a:gdLst>
                <a:gd name="T0" fmla="*/ 122 w 122"/>
                <a:gd name="T1" fmla="*/ 0 h 57"/>
                <a:gd name="T2" fmla="*/ 0 w 122"/>
                <a:gd name="T3" fmla="*/ 57 h 57"/>
                <a:gd name="T4" fmla="*/ 1 w 122"/>
                <a:gd name="T5" fmla="*/ 57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22" h="57">
                  <a:moveTo>
                    <a:pt x="122" y="0"/>
                  </a:moveTo>
                  <a:lnTo>
                    <a:pt x="0" y="57"/>
                  </a:lnTo>
                  <a:lnTo>
                    <a:pt x="1" y="57"/>
                  </a:lnTo>
                </a:path>
              </a:pathLst>
            </a:custGeom>
            <a:noFill/>
            <a:ln w="0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7827" name="Freeform 67">
              <a:extLst>
                <a:ext uri="{FF2B5EF4-FFF2-40B4-BE49-F238E27FC236}">
                  <a16:creationId xmlns:a16="http://schemas.microsoft.com/office/drawing/2014/main" id="{3ABF5079-B1D2-459E-9498-A51CAFC31ADF}"/>
                </a:ext>
              </a:extLst>
            </p:cNvPr>
            <p:cNvSpPr>
              <a:spLocks/>
            </p:cNvSpPr>
            <p:nvPr/>
          </p:nvSpPr>
          <p:spPr bwMode="auto">
            <a:xfrm>
              <a:off x="1272" y="3210"/>
              <a:ext cx="444" cy="1"/>
            </a:xfrm>
            <a:custGeom>
              <a:avLst/>
              <a:gdLst>
                <a:gd name="T0" fmla="*/ 0 w 528"/>
                <a:gd name="T1" fmla="*/ 1 h 1"/>
                <a:gd name="T2" fmla="*/ 528 w 528"/>
                <a:gd name="T3" fmla="*/ 0 h 1"/>
                <a:gd name="T4" fmla="*/ 528 w 528"/>
                <a:gd name="T5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28" h="1">
                  <a:moveTo>
                    <a:pt x="0" y="1"/>
                  </a:moveTo>
                  <a:lnTo>
                    <a:pt x="528" y="0"/>
                  </a:lnTo>
                  <a:lnTo>
                    <a:pt x="528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7828" name="Freeform 68">
              <a:extLst>
                <a:ext uri="{FF2B5EF4-FFF2-40B4-BE49-F238E27FC236}">
                  <a16:creationId xmlns:a16="http://schemas.microsoft.com/office/drawing/2014/main" id="{4D968D5E-FBAF-402E-A424-A2AB5EE13CF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32" y="3210"/>
              <a:ext cx="20" cy="1"/>
            </a:xfrm>
            <a:custGeom>
              <a:avLst/>
              <a:gdLst>
                <a:gd name="T0" fmla="*/ 0 w 72"/>
                <a:gd name="T1" fmla="*/ 71 w 72"/>
                <a:gd name="T2" fmla="*/ 72 w 7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72">
                  <a:moveTo>
                    <a:pt x="0" y="0"/>
                  </a:moveTo>
                  <a:lnTo>
                    <a:pt x="71" y="0"/>
                  </a:lnTo>
                  <a:lnTo>
                    <a:pt x="72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7829" name="Freeform 69">
              <a:extLst>
                <a:ext uri="{FF2B5EF4-FFF2-40B4-BE49-F238E27FC236}">
                  <a16:creationId xmlns:a16="http://schemas.microsoft.com/office/drawing/2014/main" id="{3AB6B466-C323-4A3B-93D7-541B8ED69731}"/>
                </a:ext>
              </a:extLst>
            </p:cNvPr>
            <p:cNvSpPr>
              <a:spLocks/>
            </p:cNvSpPr>
            <p:nvPr/>
          </p:nvSpPr>
          <p:spPr bwMode="auto">
            <a:xfrm>
              <a:off x="1546" y="2952"/>
              <a:ext cx="62" cy="37"/>
            </a:xfrm>
            <a:custGeom>
              <a:avLst/>
              <a:gdLst>
                <a:gd name="T0" fmla="*/ 0 w 74"/>
                <a:gd name="T1" fmla="*/ 0 h 43"/>
                <a:gd name="T2" fmla="*/ 32 w 74"/>
                <a:gd name="T3" fmla="*/ 32 h 43"/>
                <a:gd name="T4" fmla="*/ 74 w 74"/>
                <a:gd name="T5" fmla="*/ 43 h 43"/>
                <a:gd name="T6" fmla="*/ 74 w 74"/>
                <a:gd name="T7" fmla="*/ 4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4" h="43">
                  <a:moveTo>
                    <a:pt x="0" y="0"/>
                  </a:moveTo>
                  <a:lnTo>
                    <a:pt x="32" y="32"/>
                  </a:lnTo>
                  <a:lnTo>
                    <a:pt x="74" y="43"/>
                  </a:lnTo>
                  <a:lnTo>
                    <a:pt x="74" y="43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7830" name="Freeform 70">
              <a:extLst>
                <a:ext uri="{FF2B5EF4-FFF2-40B4-BE49-F238E27FC236}">
                  <a16:creationId xmlns:a16="http://schemas.microsoft.com/office/drawing/2014/main" id="{3E351A18-444B-43C2-9A04-22EDE67D18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744" y="3210"/>
              <a:ext cx="20" cy="1"/>
            </a:xfrm>
            <a:custGeom>
              <a:avLst/>
              <a:gdLst>
                <a:gd name="T0" fmla="*/ 0 w 71"/>
                <a:gd name="T1" fmla="*/ 70 w 71"/>
                <a:gd name="T2" fmla="*/ 71 w 7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71">
                  <a:moveTo>
                    <a:pt x="0" y="0"/>
                  </a:moveTo>
                  <a:lnTo>
                    <a:pt x="70" y="0"/>
                  </a:lnTo>
                  <a:lnTo>
                    <a:pt x="71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7831" name="Freeform 71">
              <a:extLst>
                <a:ext uri="{FF2B5EF4-FFF2-40B4-BE49-F238E27FC236}">
                  <a16:creationId xmlns:a16="http://schemas.microsoft.com/office/drawing/2014/main" id="{F175D95C-F6EA-4D5D-9B34-E8B875423712}"/>
                </a:ext>
              </a:extLst>
            </p:cNvPr>
            <p:cNvSpPr>
              <a:spLocks/>
            </p:cNvSpPr>
            <p:nvPr/>
          </p:nvSpPr>
          <p:spPr bwMode="auto">
            <a:xfrm>
              <a:off x="1398" y="2094"/>
              <a:ext cx="273" cy="532"/>
            </a:xfrm>
            <a:custGeom>
              <a:avLst/>
              <a:gdLst>
                <a:gd name="T0" fmla="*/ 974 w 974"/>
                <a:gd name="T1" fmla="*/ 0 h 1894"/>
                <a:gd name="T2" fmla="*/ 676 w 974"/>
                <a:gd name="T3" fmla="*/ 133 h 1894"/>
                <a:gd name="T4" fmla="*/ 460 w 974"/>
                <a:gd name="T5" fmla="*/ 289 h 1894"/>
                <a:gd name="T6" fmla="*/ 319 w 974"/>
                <a:gd name="T7" fmla="*/ 438 h 1894"/>
                <a:gd name="T8" fmla="*/ 249 w 974"/>
                <a:gd name="T9" fmla="*/ 559 h 1894"/>
                <a:gd name="T10" fmla="*/ 216 w 974"/>
                <a:gd name="T11" fmla="*/ 894 h 1894"/>
                <a:gd name="T12" fmla="*/ 153 w 974"/>
                <a:gd name="T13" fmla="*/ 1274 h 1894"/>
                <a:gd name="T14" fmla="*/ 170 w 974"/>
                <a:gd name="T15" fmla="*/ 1492 h 1894"/>
                <a:gd name="T16" fmla="*/ 128 w 974"/>
                <a:gd name="T17" fmla="*/ 1627 h 1894"/>
                <a:gd name="T18" fmla="*/ 75 w 974"/>
                <a:gd name="T19" fmla="*/ 1705 h 1894"/>
                <a:gd name="T20" fmla="*/ 39 w 974"/>
                <a:gd name="T21" fmla="*/ 1761 h 1894"/>
                <a:gd name="T22" fmla="*/ 0 w 974"/>
                <a:gd name="T23" fmla="*/ 1894 h 1894"/>
                <a:gd name="T24" fmla="*/ 1 w 974"/>
                <a:gd name="T25" fmla="*/ 1894 h 18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74" h="1894">
                  <a:moveTo>
                    <a:pt x="974" y="0"/>
                  </a:moveTo>
                  <a:lnTo>
                    <a:pt x="676" y="133"/>
                  </a:lnTo>
                  <a:lnTo>
                    <a:pt x="460" y="289"/>
                  </a:lnTo>
                  <a:lnTo>
                    <a:pt x="319" y="438"/>
                  </a:lnTo>
                  <a:lnTo>
                    <a:pt x="249" y="559"/>
                  </a:lnTo>
                  <a:lnTo>
                    <a:pt x="216" y="894"/>
                  </a:lnTo>
                  <a:lnTo>
                    <a:pt x="153" y="1274"/>
                  </a:lnTo>
                  <a:lnTo>
                    <a:pt x="170" y="1492"/>
                  </a:lnTo>
                  <a:lnTo>
                    <a:pt x="128" y="1627"/>
                  </a:lnTo>
                  <a:lnTo>
                    <a:pt x="75" y="1705"/>
                  </a:lnTo>
                  <a:lnTo>
                    <a:pt x="39" y="1761"/>
                  </a:lnTo>
                  <a:lnTo>
                    <a:pt x="0" y="1894"/>
                  </a:lnTo>
                  <a:lnTo>
                    <a:pt x="1" y="1894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7832" name="Freeform 72">
              <a:extLst>
                <a:ext uri="{FF2B5EF4-FFF2-40B4-BE49-F238E27FC236}">
                  <a16:creationId xmlns:a16="http://schemas.microsoft.com/office/drawing/2014/main" id="{0F5759FD-66D8-4279-A86F-742C73797E4E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0" y="2622"/>
              <a:ext cx="611" cy="1"/>
            </a:xfrm>
            <a:custGeom>
              <a:avLst/>
              <a:gdLst>
                <a:gd name="T0" fmla="*/ 0 w 2177"/>
                <a:gd name="T1" fmla="*/ 2176 w 2177"/>
                <a:gd name="T2" fmla="*/ 2177 w 2177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2177">
                  <a:moveTo>
                    <a:pt x="0" y="0"/>
                  </a:moveTo>
                  <a:lnTo>
                    <a:pt x="2176" y="0"/>
                  </a:lnTo>
                  <a:lnTo>
                    <a:pt x="2177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7833" name="Freeform 73">
              <a:extLst>
                <a:ext uri="{FF2B5EF4-FFF2-40B4-BE49-F238E27FC236}">
                  <a16:creationId xmlns:a16="http://schemas.microsoft.com/office/drawing/2014/main" id="{6CD49414-356A-4EF3-AF6C-FC7AE9D5DCD9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0" y="2017"/>
              <a:ext cx="611" cy="1"/>
            </a:xfrm>
            <a:custGeom>
              <a:avLst/>
              <a:gdLst>
                <a:gd name="T0" fmla="*/ 0 w 2177"/>
                <a:gd name="T1" fmla="*/ 2176 w 2177"/>
                <a:gd name="T2" fmla="*/ 2177 w 2177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2177">
                  <a:moveTo>
                    <a:pt x="0" y="0"/>
                  </a:moveTo>
                  <a:lnTo>
                    <a:pt x="2176" y="0"/>
                  </a:lnTo>
                  <a:lnTo>
                    <a:pt x="2177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7834" name="Freeform 74">
              <a:extLst>
                <a:ext uri="{FF2B5EF4-FFF2-40B4-BE49-F238E27FC236}">
                  <a16:creationId xmlns:a16="http://schemas.microsoft.com/office/drawing/2014/main" id="{2AF9F684-29E0-400B-980F-11297598AED3}"/>
                </a:ext>
              </a:extLst>
            </p:cNvPr>
            <p:cNvSpPr>
              <a:spLocks/>
            </p:cNvSpPr>
            <p:nvPr/>
          </p:nvSpPr>
          <p:spPr bwMode="auto">
            <a:xfrm>
              <a:off x="1339" y="1954"/>
              <a:ext cx="1" cy="368"/>
            </a:xfrm>
            <a:custGeom>
              <a:avLst/>
              <a:gdLst>
                <a:gd name="T0" fmla="*/ 0 w 2"/>
                <a:gd name="T1" fmla="*/ 0 h 1315"/>
                <a:gd name="T2" fmla="*/ 0 w 2"/>
                <a:gd name="T3" fmla="*/ 1315 h 1315"/>
                <a:gd name="T4" fmla="*/ 2 w 2"/>
                <a:gd name="T5" fmla="*/ 1315 h 1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1315">
                  <a:moveTo>
                    <a:pt x="0" y="0"/>
                  </a:moveTo>
                  <a:lnTo>
                    <a:pt x="0" y="1315"/>
                  </a:lnTo>
                  <a:lnTo>
                    <a:pt x="2" y="1315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7835" name="Freeform 75">
              <a:extLst>
                <a:ext uri="{FF2B5EF4-FFF2-40B4-BE49-F238E27FC236}">
                  <a16:creationId xmlns:a16="http://schemas.microsoft.com/office/drawing/2014/main" id="{40DD0429-0C1A-4137-8E1D-1A5B9AF746F7}"/>
                </a:ext>
              </a:extLst>
            </p:cNvPr>
            <p:cNvSpPr>
              <a:spLocks/>
            </p:cNvSpPr>
            <p:nvPr/>
          </p:nvSpPr>
          <p:spPr bwMode="auto">
            <a:xfrm>
              <a:off x="856" y="2063"/>
              <a:ext cx="1" cy="522"/>
            </a:xfrm>
            <a:custGeom>
              <a:avLst/>
              <a:gdLst>
                <a:gd name="T0" fmla="*/ 0 w 1"/>
                <a:gd name="T1" fmla="*/ 0 h 1863"/>
                <a:gd name="T2" fmla="*/ 0 w 1"/>
                <a:gd name="T3" fmla="*/ 1863 h 1863"/>
                <a:gd name="T4" fmla="*/ 1 w 1"/>
                <a:gd name="T5" fmla="*/ 1863 h 18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1863">
                  <a:moveTo>
                    <a:pt x="0" y="0"/>
                  </a:moveTo>
                  <a:lnTo>
                    <a:pt x="0" y="1863"/>
                  </a:lnTo>
                  <a:lnTo>
                    <a:pt x="1" y="1863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7836" name="Freeform 76">
              <a:extLst>
                <a:ext uri="{FF2B5EF4-FFF2-40B4-BE49-F238E27FC236}">
                  <a16:creationId xmlns:a16="http://schemas.microsoft.com/office/drawing/2014/main" id="{AD4E6DD3-E4DF-4193-8B5B-82342B04B4EF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7" y="2013"/>
              <a:ext cx="1" cy="613"/>
            </a:xfrm>
            <a:custGeom>
              <a:avLst/>
              <a:gdLst>
                <a:gd name="T0" fmla="*/ 0 w 1"/>
                <a:gd name="T1" fmla="*/ 2185 h 2185"/>
                <a:gd name="T2" fmla="*/ 0 w 1"/>
                <a:gd name="T3" fmla="*/ 0 h 2185"/>
                <a:gd name="T4" fmla="*/ 1 w 1"/>
                <a:gd name="T5" fmla="*/ 0 h 21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2185">
                  <a:moveTo>
                    <a:pt x="0" y="2185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7837" name="Freeform 77">
              <a:extLst>
                <a:ext uri="{FF2B5EF4-FFF2-40B4-BE49-F238E27FC236}">
                  <a16:creationId xmlns:a16="http://schemas.microsoft.com/office/drawing/2014/main" id="{587DB7BC-E75D-4798-B920-979CAFCB6E4C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" y="2320"/>
              <a:ext cx="463" cy="1"/>
            </a:xfrm>
            <a:custGeom>
              <a:avLst/>
              <a:gdLst>
                <a:gd name="T0" fmla="*/ 0 w 1652"/>
                <a:gd name="T1" fmla="*/ 1651 w 1652"/>
                <a:gd name="T2" fmla="*/ 1652 w 165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1652">
                  <a:moveTo>
                    <a:pt x="0" y="0"/>
                  </a:moveTo>
                  <a:lnTo>
                    <a:pt x="1651" y="0"/>
                  </a:lnTo>
                  <a:lnTo>
                    <a:pt x="1652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7838" name="Freeform 78">
              <a:extLst>
                <a:ext uri="{FF2B5EF4-FFF2-40B4-BE49-F238E27FC236}">
                  <a16:creationId xmlns:a16="http://schemas.microsoft.com/office/drawing/2014/main" id="{261811C3-A83A-4453-AF9E-E4B3723E9E71}"/>
                </a:ext>
              </a:extLst>
            </p:cNvPr>
            <p:cNvSpPr>
              <a:spLocks/>
            </p:cNvSpPr>
            <p:nvPr/>
          </p:nvSpPr>
          <p:spPr bwMode="auto">
            <a:xfrm>
              <a:off x="856" y="2505"/>
              <a:ext cx="168" cy="1"/>
            </a:xfrm>
            <a:custGeom>
              <a:avLst/>
              <a:gdLst>
                <a:gd name="T0" fmla="*/ 0 w 599"/>
                <a:gd name="T1" fmla="*/ 598 w 599"/>
                <a:gd name="T2" fmla="*/ 599 w 599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599">
                  <a:moveTo>
                    <a:pt x="0" y="0"/>
                  </a:moveTo>
                  <a:lnTo>
                    <a:pt x="598" y="0"/>
                  </a:lnTo>
                  <a:lnTo>
                    <a:pt x="599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7839" name="Freeform 79">
              <a:extLst>
                <a:ext uri="{FF2B5EF4-FFF2-40B4-BE49-F238E27FC236}">
                  <a16:creationId xmlns:a16="http://schemas.microsoft.com/office/drawing/2014/main" id="{DDCFFA4A-938E-46EE-8917-48A5403B48E8}"/>
                </a:ext>
              </a:extLst>
            </p:cNvPr>
            <p:cNvSpPr>
              <a:spLocks/>
            </p:cNvSpPr>
            <p:nvPr/>
          </p:nvSpPr>
          <p:spPr bwMode="auto">
            <a:xfrm>
              <a:off x="1339" y="2383"/>
              <a:ext cx="1" cy="330"/>
            </a:xfrm>
            <a:custGeom>
              <a:avLst/>
              <a:gdLst>
                <a:gd name="T0" fmla="*/ 0 w 2"/>
                <a:gd name="T1" fmla="*/ 0 h 1175"/>
                <a:gd name="T2" fmla="*/ 0 w 2"/>
                <a:gd name="T3" fmla="*/ 1175 h 1175"/>
                <a:gd name="T4" fmla="*/ 2 w 2"/>
                <a:gd name="T5" fmla="*/ 1175 h 1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1175">
                  <a:moveTo>
                    <a:pt x="0" y="0"/>
                  </a:moveTo>
                  <a:lnTo>
                    <a:pt x="0" y="1175"/>
                  </a:lnTo>
                  <a:lnTo>
                    <a:pt x="2" y="1175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7840" name="Freeform 80">
              <a:extLst>
                <a:ext uri="{FF2B5EF4-FFF2-40B4-BE49-F238E27FC236}">
                  <a16:creationId xmlns:a16="http://schemas.microsoft.com/office/drawing/2014/main" id="{EB939C8A-4FD4-498E-8562-D9132F35838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0" y="2543"/>
              <a:ext cx="1" cy="83"/>
            </a:xfrm>
            <a:custGeom>
              <a:avLst/>
              <a:gdLst>
                <a:gd name="T0" fmla="*/ 0 w 1"/>
                <a:gd name="T1" fmla="*/ 297 h 297"/>
                <a:gd name="T2" fmla="*/ 0 w 1"/>
                <a:gd name="T3" fmla="*/ 0 h 297"/>
                <a:gd name="T4" fmla="*/ 1 w 1"/>
                <a:gd name="T5" fmla="*/ 0 h 2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297">
                  <a:moveTo>
                    <a:pt x="0" y="297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7841" name="Freeform 81">
              <a:extLst>
                <a:ext uri="{FF2B5EF4-FFF2-40B4-BE49-F238E27FC236}">
                  <a16:creationId xmlns:a16="http://schemas.microsoft.com/office/drawing/2014/main" id="{16F39D83-29E3-4B6E-BF39-B5A67E79DDED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5" y="2613"/>
              <a:ext cx="12" cy="13"/>
            </a:xfrm>
            <a:custGeom>
              <a:avLst/>
              <a:gdLst>
                <a:gd name="T0" fmla="*/ 0 w 44"/>
                <a:gd name="T1" fmla="*/ 43 h 43"/>
                <a:gd name="T2" fmla="*/ 43 w 44"/>
                <a:gd name="T3" fmla="*/ 0 h 43"/>
                <a:gd name="T4" fmla="*/ 44 w 44"/>
                <a:gd name="T5" fmla="*/ 0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43">
                  <a:moveTo>
                    <a:pt x="0" y="43"/>
                  </a:moveTo>
                  <a:lnTo>
                    <a:pt x="43" y="0"/>
                  </a:lnTo>
                  <a:lnTo>
                    <a:pt x="44" y="0"/>
                  </a:lnTo>
                </a:path>
              </a:pathLst>
            </a:custGeom>
            <a:noFill/>
            <a:ln w="0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7842" name="Freeform 82">
              <a:extLst>
                <a:ext uri="{FF2B5EF4-FFF2-40B4-BE49-F238E27FC236}">
                  <a16:creationId xmlns:a16="http://schemas.microsoft.com/office/drawing/2014/main" id="{AF4AF09E-3199-47AE-B94E-C71C8C689B91}"/>
                </a:ext>
              </a:extLst>
            </p:cNvPr>
            <p:cNvSpPr>
              <a:spLocks/>
            </p:cNvSpPr>
            <p:nvPr/>
          </p:nvSpPr>
          <p:spPr bwMode="auto">
            <a:xfrm>
              <a:off x="1023" y="2505"/>
              <a:ext cx="37" cy="38"/>
            </a:xfrm>
            <a:custGeom>
              <a:avLst/>
              <a:gdLst>
                <a:gd name="T0" fmla="*/ 132 w 132"/>
                <a:gd name="T1" fmla="*/ 133 h 133"/>
                <a:gd name="T2" fmla="*/ 94 w 132"/>
                <a:gd name="T3" fmla="*/ 39 h 133"/>
                <a:gd name="T4" fmla="*/ 0 w 132"/>
                <a:gd name="T5" fmla="*/ 0 h 133"/>
                <a:gd name="T6" fmla="*/ 1 w 132"/>
                <a:gd name="T7" fmla="*/ 0 h 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2" h="133">
                  <a:moveTo>
                    <a:pt x="132" y="133"/>
                  </a:moveTo>
                  <a:lnTo>
                    <a:pt x="94" y="39"/>
                  </a:ln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7843" name="Freeform 83">
              <a:extLst>
                <a:ext uri="{FF2B5EF4-FFF2-40B4-BE49-F238E27FC236}">
                  <a16:creationId xmlns:a16="http://schemas.microsoft.com/office/drawing/2014/main" id="{17B11E50-5ACF-4088-A2EF-4A1C0343CBA3}"/>
                </a:ext>
              </a:extLst>
            </p:cNvPr>
            <p:cNvSpPr>
              <a:spLocks/>
            </p:cNvSpPr>
            <p:nvPr/>
          </p:nvSpPr>
          <p:spPr bwMode="auto">
            <a:xfrm>
              <a:off x="1339" y="2338"/>
              <a:ext cx="1" cy="23"/>
            </a:xfrm>
            <a:custGeom>
              <a:avLst/>
              <a:gdLst>
                <a:gd name="T0" fmla="*/ 0 w 2"/>
                <a:gd name="T1" fmla="*/ 0 h 82"/>
                <a:gd name="T2" fmla="*/ 0 w 2"/>
                <a:gd name="T3" fmla="*/ 82 h 82"/>
                <a:gd name="T4" fmla="*/ 2 w 2"/>
                <a:gd name="T5" fmla="*/ 82 h 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82">
                  <a:moveTo>
                    <a:pt x="0" y="0"/>
                  </a:moveTo>
                  <a:lnTo>
                    <a:pt x="0" y="82"/>
                  </a:lnTo>
                  <a:lnTo>
                    <a:pt x="2" y="82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7844" name="Freeform 84">
              <a:extLst>
                <a:ext uri="{FF2B5EF4-FFF2-40B4-BE49-F238E27FC236}">
                  <a16:creationId xmlns:a16="http://schemas.microsoft.com/office/drawing/2014/main" id="{61AF1B0C-0D85-4E38-B036-C5EDC4506787}"/>
                </a:ext>
              </a:extLst>
            </p:cNvPr>
            <p:cNvSpPr>
              <a:spLocks/>
            </p:cNvSpPr>
            <p:nvPr/>
          </p:nvSpPr>
          <p:spPr bwMode="auto">
            <a:xfrm>
              <a:off x="856" y="2134"/>
              <a:ext cx="168" cy="1"/>
            </a:xfrm>
            <a:custGeom>
              <a:avLst/>
              <a:gdLst>
                <a:gd name="T0" fmla="*/ 0 w 599"/>
                <a:gd name="T1" fmla="*/ 598 w 599"/>
                <a:gd name="T2" fmla="*/ 599 w 599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599">
                  <a:moveTo>
                    <a:pt x="0" y="0"/>
                  </a:moveTo>
                  <a:lnTo>
                    <a:pt x="598" y="0"/>
                  </a:lnTo>
                  <a:lnTo>
                    <a:pt x="599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7845" name="Freeform 85">
              <a:extLst>
                <a:ext uri="{FF2B5EF4-FFF2-40B4-BE49-F238E27FC236}">
                  <a16:creationId xmlns:a16="http://schemas.microsoft.com/office/drawing/2014/main" id="{B7CA3E31-033F-40DE-ABCF-3D51BB876683}"/>
                </a:ext>
              </a:extLst>
            </p:cNvPr>
            <p:cNvSpPr>
              <a:spLocks/>
            </p:cNvSpPr>
            <p:nvPr/>
          </p:nvSpPr>
          <p:spPr bwMode="auto">
            <a:xfrm>
              <a:off x="1023" y="2097"/>
              <a:ext cx="42" cy="37"/>
            </a:xfrm>
            <a:custGeom>
              <a:avLst/>
              <a:gdLst>
                <a:gd name="T0" fmla="*/ 0 w 49"/>
                <a:gd name="T1" fmla="*/ 44 h 44"/>
                <a:gd name="T2" fmla="*/ 32 w 49"/>
                <a:gd name="T3" fmla="*/ 31 h 44"/>
                <a:gd name="T4" fmla="*/ 49 w 49"/>
                <a:gd name="T5" fmla="*/ 0 h 44"/>
                <a:gd name="T6" fmla="*/ 45 w 49"/>
                <a:gd name="T7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9" h="44">
                  <a:moveTo>
                    <a:pt x="0" y="44"/>
                  </a:moveTo>
                  <a:lnTo>
                    <a:pt x="32" y="31"/>
                  </a:lnTo>
                  <a:lnTo>
                    <a:pt x="49" y="0"/>
                  </a:lnTo>
                  <a:lnTo>
                    <a:pt x="45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7846" name="Freeform 86">
              <a:extLst>
                <a:ext uri="{FF2B5EF4-FFF2-40B4-BE49-F238E27FC236}">
                  <a16:creationId xmlns:a16="http://schemas.microsoft.com/office/drawing/2014/main" id="{4922DB32-2F2E-4AD6-85E9-DB1481824AED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1" y="2013"/>
              <a:ext cx="4" cy="97"/>
            </a:xfrm>
            <a:custGeom>
              <a:avLst/>
              <a:gdLst>
                <a:gd name="T0" fmla="*/ 4 w 4"/>
                <a:gd name="T1" fmla="*/ 115 h 115"/>
                <a:gd name="T2" fmla="*/ 4 w 4"/>
                <a:gd name="T3" fmla="*/ 4 h 115"/>
                <a:gd name="T4" fmla="*/ 0 w 4"/>
                <a:gd name="T5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" h="115">
                  <a:moveTo>
                    <a:pt x="4" y="115"/>
                  </a:moveTo>
                  <a:lnTo>
                    <a:pt x="4" y="4"/>
                  </a:lnTo>
                  <a:lnTo>
                    <a:pt x="0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7847" name="Freeform 87">
              <a:extLst>
                <a:ext uri="{FF2B5EF4-FFF2-40B4-BE49-F238E27FC236}">
                  <a16:creationId xmlns:a16="http://schemas.microsoft.com/office/drawing/2014/main" id="{CCB41340-1D46-4536-96CD-4EDD2EEEC1BA}"/>
                </a:ext>
              </a:extLst>
            </p:cNvPr>
            <p:cNvSpPr>
              <a:spLocks/>
            </p:cNvSpPr>
            <p:nvPr/>
          </p:nvSpPr>
          <p:spPr bwMode="auto">
            <a:xfrm>
              <a:off x="1587" y="2209"/>
              <a:ext cx="1" cy="221"/>
            </a:xfrm>
            <a:custGeom>
              <a:avLst/>
              <a:gdLst>
                <a:gd name="T0" fmla="*/ 0 w 1"/>
                <a:gd name="T1" fmla="*/ 788 h 788"/>
                <a:gd name="T2" fmla="*/ 0 w 1"/>
                <a:gd name="T3" fmla="*/ 0 h 788"/>
                <a:gd name="T4" fmla="*/ 1 w 1"/>
                <a:gd name="T5" fmla="*/ 0 h 7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788">
                  <a:moveTo>
                    <a:pt x="0" y="788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7848" name="Freeform 88">
              <a:extLst>
                <a:ext uri="{FF2B5EF4-FFF2-40B4-BE49-F238E27FC236}">
                  <a16:creationId xmlns:a16="http://schemas.microsoft.com/office/drawing/2014/main" id="{F17CEC27-B460-421D-BDA1-6D8883F28FA5}"/>
                </a:ext>
              </a:extLst>
            </p:cNvPr>
            <p:cNvSpPr>
              <a:spLocks/>
            </p:cNvSpPr>
            <p:nvPr/>
          </p:nvSpPr>
          <p:spPr bwMode="auto">
            <a:xfrm>
              <a:off x="1671" y="2487"/>
              <a:ext cx="1" cy="139"/>
            </a:xfrm>
            <a:custGeom>
              <a:avLst/>
              <a:gdLst>
                <a:gd name="T0" fmla="*/ 0 w 1"/>
                <a:gd name="T1" fmla="*/ 0 h 495"/>
                <a:gd name="T2" fmla="*/ 0 w 1"/>
                <a:gd name="T3" fmla="*/ 495 h 495"/>
                <a:gd name="T4" fmla="*/ 1 w 1"/>
                <a:gd name="T5" fmla="*/ 495 h 4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495">
                  <a:moveTo>
                    <a:pt x="0" y="0"/>
                  </a:moveTo>
                  <a:lnTo>
                    <a:pt x="0" y="495"/>
                  </a:lnTo>
                  <a:lnTo>
                    <a:pt x="1" y="495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7849" name="Freeform 89">
              <a:extLst>
                <a:ext uri="{FF2B5EF4-FFF2-40B4-BE49-F238E27FC236}">
                  <a16:creationId xmlns:a16="http://schemas.microsoft.com/office/drawing/2014/main" id="{5158D0C9-CD4A-49EF-B597-C15A8B0D22E2}"/>
                </a:ext>
              </a:extLst>
            </p:cNvPr>
            <p:cNvSpPr>
              <a:spLocks/>
            </p:cNvSpPr>
            <p:nvPr/>
          </p:nvSpPr>
          <p:spPr bwMode="auto">
            <a:xfrm>
              <a:off x="1587" y="2450"/>
              <a:ext cx="119" cy="9"/>
            </a:xfrm>
            <a:custGeom>
              <a:avLst/>
              <a:gdLst>
                <a:gd name="T0" fmla="*/ 0 w 423"/>
                <a:gd name="T1" fmla="*/ 32 h 32"/>
                <a:gd name="T2" fmla="*/ 422 w 423"/>
                <a:gd name="T3" fmla="*/ 0 h 32"/>
                <a:gd name="T4" fmla="*/ 423 w 423"/>
                <a:gd name="T5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23" h="32">
                  <a:moveTo>
                    <a:pt x="0" y="32"/>
                  </a:moveTo>
                  <a:lnTo>
                    <a:pt x="422" y="0"/>
                  </a:lnTo>
                  <a:lnTo>
                    <a:pt x="423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7850" name="Freeform 90">
              <a:extLst>
                <a:ext uri="{FF2B5EF4-FFF2-40B4-BE49-F238E27FC236}">
                  <a16:creationId xmlns:a16="http://schemas.microsoft.com/office/drawing/2014/main" id="{A400ACC5-D5D3-41BE-8795-0729F3C5AF4A}"/>
                </a:ext>
              </a:extLst>
            </p:cNvPr>
            <p:cNvSpPr>
              <a:spLocks/>
            </p:cNvSpPr>
            <p:nvPr/>
          </p:nvSpPr>
          <p:spPr bwMode="auto">
            <a:xfrm>
              <a:off x="1564" y="2459"/>
              <a:ext cx="23" cy="5"/>
            </a:xfrm>
            <a:custGeom>
              <a:avLst/>
              <a:gdLst>
                <a:gd name="T0" fmla="*/ 85 w 85"/>
                <a:gd name="T1" fmla="*/ 0 h 16"/>
                <a:gd name="T2" fmla="*/ 0 w 85"/>
                <a:gd name="T3" fmla="*/ 16 h 16"/>
                <a:gd name="T4" fmla="*/ 1 w 85"/>
                <a:gd name="T5" fmla="*/ 16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85" h="16">
                  <a:moveTo>
                    <a:pt x="85" y="0"/>
                  </a:moveTo>
                  <a:lnTo>
                    <a:pt x="0" y="16"/>
                  </a:lnTo>
                  <a:lnTo>
                    <a:pt x="1" y="16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7851" name="Freeform 91">
              <a:extLst>
                <a:ext uri="{FF2B5EF4-FFF2-40B4-BE49-F238E27FC236}">
                  <a16:creationId xmlns:a16="http://schemas.microsoft.com/office/drawing/2014/main" id="{B85DEED6-CDDC-405A-A97E-750DCC8946BE}"/>
                </a:ext>
              </a:extLst>
            </p:cNvPr>
            <p:cNvSpPr>
              <a:spLocks/>
            </p:cNvSpPr>
            <p:nvPr/>
          </p:nvSpPr>
          <p:spPr bwMode="auto">
            <a:xfrm>
              <a:off x="1671" y="2450"/>
              <a:ext cx="35" cy="37"/>
            </a:xfrm>
            <a:custGeom>
              <a:avLst/>
              <a:gdLst>
                <a:gd name="T0" fmla="*/ 123 w 123"/>
                <a:gd name="T1" fmla="*/ 0 h 132"/>
                <a:gd name="T2" fmla="*/ 35 w 123"/>
                <a:gd name="T3" fmla="*/ 43 h 132"/>
                <a:gd name="T4" fmla="*/ 0 w 123"/>
                <a:gd name="T5" fmla="*/ 132 h 132"/>
                <a:gd name="T6" fmla="*/ 1 w 123"/>
                <a:gd name="T7" fmla="*/ 132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132">
                  <a:moveTo>
                    <a:pt x="123" y="0"/>
                  </a:moveTo>
                  <a:lnTo>
                    <a:pt x="35" y="43"/>
                  </a:lnTo>
                  <a:lnTo>
                    <a:pt x="0" y="132"/>
                  </a:lnTo>
                  <a:lnTo>
                    <a:pt x="1" y="132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7852" name="Freeform 92">
              <a:extLst>
                <a:ext uri="{FF2B5EF4-FFF2-40B4-BE49-F238E27FC236}">
                  <a16:creationId xmlns:a16="http://schemas.microsoft.com/office/drawing/2014/main" id="{77253C52-EBA0-4CA1-8D2C-14C83DB7528C}"/>
                </a:ext>
              </a:extLst>
            </p:cNvPr>
            <p:cNvSpPr>
              <a:spLocks/>
            </p:cNvSpPr>
            <p:nvPr/>
          </p:nvSpPr>
          <p:spPr bwMode="auto">
            <a:xfrm>
              <a:off x="1587" y="2180"/>
              <a:ext cx="119" cy="10"/>
            </a:xfrm>
            <a:custGeom>
              <a:avLst/>
              <a:gdLst>
                <a:gd name="T0" fmla="*/ 0 w 423"/>
                <a:gd name="T1" fmla="*/ 0 h 32"/>
                <a:gd name="T2" fmla="*/ 422 w 423"/>
                <a:gd name="T3" fmla="*/ 32 h 32"/>
                <a:gd name="T4" fmla="*/ 423 w 423"/>
                <a:gd name="T5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23" h="32">
                  <a:moveTo>
                    <a:pt x="0" y="0"/>
                  </a:moveTo>
                  <a:lnTo>
                    <a:pt x="422" y="32"/>
                  </a:lnTo>
                  <a:lnTo>
                    <a:pt x="423" y="32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7853" name="Freeform 93">
              <a:extLst>
                <a:ext uri="{FF2B5EF4-FFF2-40B4-BE49-F238E27FC236}">
                  <a16:creationId xmlns:a16="http://schemas.microsoft.com/office/drawing/2014/main" id="{54B84950-4EF4-4258-8627-A34CE1E53A7A}"/>
                </a:ext>
              </a:extLst>
            </p:cNvPr>
            <p:cNvSpPr>
              <a:spLocks/>
            </p:cNvSpPr>
            <p:nvPr/>
          </p:nvSpPr>
          <p:spPr bwMode="auto">
            <a:xfrm>
              <a:off x="1525" y="2013"/>
              <a:ext cx="1" cy="165"/>
            </a:xfrm>
            <a:custGeom>
              <a:avLst/>
              <a:gdLst>
                <a:gd name="T0" fmla="*/ 1 w 1"/>
                <a:gd name="T1" fmla="*/ 196 h 196"/>
                <a:gd name="T2" fmla="*/ 0 w 1"/>
                <a:gd name="T3" fmla="*/ 0 h 196"/>
                <a:gd name="T4" fmla="*/ 1 w 1"/>
                <a:gd name="T5" fmla="*/ 0 h 1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196">
                  <a:moveTo>
                    <a:pt x="1" y="196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7854" name="Freeform 94">
              <a:extLst>
                <a:ext uri="{FF2B5EF4-FFF2-40B4-BE49-F238E27FC236}">
                  <a16:creationId xmlns:a16="http://schemas.microsoft.com/office/drawing/2014/main" id="{4A21EBC2-9B73-423C-8137-2A25634CDD50}"/>
                </a:ext>
              </a:extLst>
            </p:cNvPr>
            <p:cNvSpPr>
              <a:spLocks/>
            </p:cNvSpPr>
            <p:nvPr/>
          </p:nvSpPr>
          <p:spPr bwMode="auto">
            <a:xfrm>
              <a:off x="1564" y="2176"/>
              <a:ext cx="23" cy="4"/>
            </a:xfrm>
            <a:custGeom>
              <a:avLst/>
              <a:gdLst>
                <a:gd name="T0" fmla="*/ 0 w 86"/>
                <a:gd name="T1" fmla="*/ 0 h 16"/>
                <a:gd name="T2" fmla="*/ 85 w 86"/>
                <a:gd name="T3" fmla="*/ 16 h 16"/>
                <a:gd name="T4" fmla="*/ 86 w 86"/>
                <a:gd name="T5" fmla="*/ 16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86" h="16">
                  <a:moveTo>
                    <a:pt x="0" y="0"/>
                  </a:moveTo>
                  <a:lnTo>
                    <a:pt x="85" y="16"/>
                  </a:lnTo>
                  <a:lnTo>
                    <a:pt x="86" y="16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7855" name="Freeform 95">
              <a:extLst>
                <a:ext uri="{FF2B5EF4-FFF2-40B4-BE49-F238E27FC236}">
                  <a16:creationId xmlns:a16="http://schemas.microsoft.com/office/drawing/2014/main" id="{0423631C-1298-4101-8B6E-A318C711DA11}"/>
                </a:ext>
              </a:extLst>
            </p:cNvPr>
            <p:cNvSpPr>
              <a:spLocks/>
            </p:cNvSpPr>
            <p:nvPr/>
          </p:nvSpPr>
          <p:spPr bwMode="auto">
            <a:xfrm>
              <a:off x="1670" y="2013"/>
              <a:ext cx="2" cy="145"/>
            </a:xfrm>
            <a:custGeom>
              <a:avLst/>
              <a:gdLst>
                <a:gd name="T0" fmla="*/ 0 w 2"/>
                <a:gd name="T1" fmla="*/ 172 h 172"/>
                <a:gd name="T2" fmla="*/ 1 w 2"/>
                <a:gd name="T3" fmla="*/ 0 h 172"/>
                <a:gd name="T4" fmla="*/ 2 w 2"/>
                <a:gd name="T5" fmla="*/ 0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172">
                  <a:moveTo>
                    <a:pt x="0" y="172"/>
                  </a:moveTo>
                  <a:lnTo>
                    <a:pt x="1" y="0"/>
                  </a:lnTo>
                  <a:lnTo>
                    <a:pt x="2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7856" name="Freeform 96">
              <a:extLst>
                <a:ext uri="{FF2B5EF4-FFF2-40B4-BE49-F238E27FC236}">
                  <a16:creationId xmlns:a16="http://schemas.microsoft.com/office/drawing/2014/main" id="{2C870F92-D373-450F-89F6-D1E5D431A826}"/>
                </a:ext>
              </a:extLst>
            </p:cNvPr>
            <p:cNvSpPr>
              <a:spLocks/>
            </p:cNvSpPr>
            <p:nvPr/>
          </p:nvSpPr>
          <p:spPr bwMode="auto">
            <a:xfrm>
              <a:off x="1671" y="2153"/>
              <a:ext cx="35" cy="37"/>
            </a:xfrm>
            <a:custGeom>
              <a:avLst/>
              <a:gdLst>
                <a:gd name="T0" fmla="*/ 0 w 124"/>
                <a:gd name="T1" fmla="*/ 0 h 132"/>
                <a:gd name="T2" fmla="*/ 35 w 124"/>
                <a:gd name="T3" fmla="*/ 90 h 132"/>
                <a:gd name="T4" fmla="*/ 123 w 124"/>
                <a:gd name="T5" fmla="*/ 132 h 132"/>
                <a:gd name="T6" fmla="*/ 124 w 124"/>
                <a:gd name="T7" fmla="*/ 132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4" h="132">
                  <a:moveTo>
                    <a:pt x="0" y="0"/>
                  </a:moveTo>
                  <a:lnTo>
                    <a:pt x="35" y="90"/>
                  </a:lnTo>
                  <a:lnTo>
                    <a:pt x="123" y="132"/>
                  </a:lnTo>
                  <a:lnTo>
                    <a:pt x="124" y="132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7857" name="Freeform 97">
              <a:extLst>
                <a:ext uri="{FF2B5EF4-FFF2-40B4-BE49-F238E27FC236}">
                  <a16:creationId xmlns:a16="http://schemas.microsoft.com/office/drawing/2014/main" id="{F53733D7-9B5D-48D2-8561-CE894E1C0B7B}"/>
                </a:ext>
              </a:extLst>
            </p:cNvPr>
            <p:cNvSpPr>
              <a:spLocks/>
            </p:cNvSpPr>
            <p:nvPr/>
          </p:nvSpPr>
          <p:spPr bwMode="auto">
            <a:xfrm>
              <a:off x="2639" y="2945"/>
              <a:ext cx="0" cy="542"/>
            </a:xfrm>
            <a:custGeom>
              <a:avLst/>
              <a:gdLst>
                <a:gd name="T0" fmla="*/ 0 w 1"/>
                <a:gd name="T1" fmla="*/ 0 h 1935"/>
                <a:gd name="T2" fmla="*/ 0 w 1"/>
                <a:gd name="T3" fmla="*/ 1935 h 1935"/>
                <a:gd name="T4" fmla="*/ 1 w 1"/>
                <a:gd name="T5" fmla="*/ 1935 h 19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1935">
                  <a:moveTo>
                    <a:pt x="0" y="0"/>
                  </a:moveTo>
                  <a:lnTo>
                    <a:pt x="0" y="1935"/>
                  </a:lnTo>
                  <a:lnTo>
                    <a:pt x="1" y="1935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7858" name="Freeform 98">
              <a:extLst>
                <a:ext uri="{FF2B5EF4-FFF2-40B4-BE49-F238E27FC236}">
                  <a16:creationId xmlns:a16="http://schemas.microsoft.com/office/drawing/2014/main" id="{E3C8ACB7-8328-48F4-8EF7-0DC1E9217992}"/>
                </a:ext>
              </a:extLst>
            </p:cNvPr>
            <p:cNvSpPr>
              <a:spLocks/>
            </p:cNvSpPr>
            <p:nvPr/>
          </p:nvSpPr>
          <p:spPr bwMode="auto">
            <a:xfrm>
              <a:off x="2403" y="3210"/>
              <a:ext cx="519" cy="1"/>
            </a:xfrm>
            <a:custGeom>
              <a:avLst/>
              <a:gdLst>
                <a:gd name="T0" fmla="*/ 0 w 617"/>
                <a:gd name="T1" fmla="*/ 0 h 1"/>
                <a:gd name="T2" fmla="*/ 617 w 617"/>
                <a:gd name="T3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617" h="1">
                  <a:moveTo>
                    <a:pt x="0" y="0"/>
                  </a:moveTo>
                  <a:lnTo>
                    <a:pt x="617" y="1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7859" name="Freeform 99">
              <a:extLst>
                <a:ext uri="{FF2B5EF4-FFF2-40B4-BE49-F238E27FC236}">
                  <a16:creationId xmlns:a16="http://schemas.microsoft.com/office/drawing/2014/main" id="{3E481159-677A-4525-AF8E-E6651A9B8BDA}"/>
                </a:ext>
              </a:extLst>
            </p:cNvPr>
            <p:cNvSpPr>
              <a:spLocks/>
            </p:cNvSpPr>
            <p:nvPr/>
          </p:nvSpPr>
          <p:spPr bwMode="auto">
            <a:xfrm>
              <a:off x="2474" y="3353"/>
              <a:ext cx="28" cy="9"/>
            </a:xfrm>
            <a:custGeom>
              <a:avLst/>
              <a:gdLst>
                <a:gd name="T0" fmla="*/ 102 w 102"/>
                <a:gd name="T1" fmla="*/ 34 h 34"/>
                <a:gd name="T2" fmla="*/ 0 w 102"/>
                <a:gd name="T3" fmla="*/ 0 h 34"/>
                <a:gd name="T4" fmla="*/ 1 w 102"/>
                <a:gd name="T5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02" h="34">
                  <a:moveTo>
                    <a:pt x="102" y="34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7860" name="Freeform 100">
              <a:extLst>
                <a:ext uri="{FF2B5EF4-FFF2-40B4-BE49-F238E27FC236}">
                  <a16:creationId xmlns:a16="http://schemas.microsoft.com/office/drawing/2014/main" id="{DBF73BA5-8BF9-410C-A60F-C346747D6EF8}"/>
                </a:ext>
              </a:extLst>
            </p:cNvPr>
            <p:cNvSpPr>
              <a:spLocks/>
            </p:cNvSpPr>
            <p:nvPr/>
          </p:nvSpPr>
          <p:spPr bwMode="auto">
            <a:xfrm>
              <a:off x="2360" y="3210"/>
              <a:ext cx="23" cy="1"/>
            </a:xfrm>
            <a:custGeom>
              <a:avLst/>
              <a:gdLst>
                <a:gd name="T0" fmla="*/ 0 w 83"/>
                <a:gd name="T1" fmla="*/ 82 w 83"/>
                <a:gd name="T2" fmla="*/ 83 w 8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83">
                  <a:moveTo>
                    <a:pt x="0" y="0"/>
                  </a:moveTo>
                  <a:lnTo>
                    <a:pt x="82" y="0"/>
                  </a:lnTo>
                  <a:lnTo>
                    <a:pt x="83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7861" name="Freeform 101">
              <a:extLst>
                <a:ext uri="{FF2B5EF4-FFF2-40B4-BE49-F238E27FC236}">
                  <a16:creationId xmlns:a16="http://schemas.microsoft.com/office/drawing/2014/main" id="{9C62231C-15CC-4437-AD4E-314B4E95BF4A}"/>
                </a:ext>
              </a:extLst>
            </p:cNvPr>
            <p:cNvSpPr>
              <a:spLocks/>
            </p:cNvSpPr>
            <p:nvPr/>
          </p:nvSpPr>
          <p:spPr bwMode="auto">
            <a:xfrm>
              <a:off x="2474" y="3058"/>
              <a:ext cx="28" cy="10"/>
            </a:xfrm>
            <a:custGeom>
              <a:avLst/>
              <a:gdLst>
                <a:gd name="T0" fmla="*/ 0 w 103"/>
                <a:gd name="T1" fmla="*/ 33 h 33"/>
                <a:gd name="T2" fmla="*/ 102 w 103"/>
                <a:gd name="T3" fmla="*/ 0 h 33"/>
                <a:gd name="T4" fmla="*/ 103 w 103"/>
                <a:gd name="T5" fmla="*/ 0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03" h="33">
                  <a:moveTo>
                    <a:pt x="0" y="33"/>
                  </a:moveTo>
                  <a:lnTo>
                    <a:pt x="102" y="0"/>
                  </a:lnTo>
                  <a:lnTo>
                    <a:pt x="103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7862" name="Freeform 102">
              <a:extLst>
                <a:ext uri="{FF2B5EF4-FFF2-40B4-BE49-F238E27FC236}">
                  <a16:creationId xmlns:a16="http://schemas.microsoft.com/office/drawing/2014/main" id="{7A9374AA-D171-4F2D-8E92-63683657EA45}"/>
                </a:ext>
              </a:extLst>
            </p:cNvPr>
            <p:cNvSpPr>
              <a:spLocks/>
            </p:cNvSpPr>
            <p:nvPr/>
          </p:nvSpPr>
          <p:spPr bwMode="auto">
            <a:xfrm>
              <a:off x="2639" y="2117"/>
              <a:ext cx="0" cy="192"/>
            </a:xfrm>
            <a:custGeom>
              <a:avLst/>
              <a:gdLst>
                <a:gd name="T0" fmla="*/ 0 w 1"/>
                <a:gd name="T1" fmla="*/ 0 h 685"/>
                <a:gd name="T2" fmla="*/ 0 w 1"/>
                <a:gd name="T3" fmla="*/ 685 h 685"/>
                <a:gd name="T4" fmla="*/ 1 w 1"/>
                <a:gd name="T5" fmla="*/ 685 h 6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685">
                  <a:moveTo>
                    <a:pt x="0" y="0"/>
                  </a:moveTo>
                  <a:lnTo>
                    <a:pt x="0" y="685"/>
                  </a:lnTo>
                  <a:lnTo>
                    <a:pt x="1" y="685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7863" name="Freeform 103">
              <a:extLst>
                <a:ext uri="{FF2B5EF4-FFF2-40B4-BE49-F238E27FC236}">
                  <a16:creationId xmlns:a16="http://schemas.microsoft.com/office/drawing/2014/main" id="{501BF3DB-D00C-43A9-90C0-39B64C0989A5}"/>
                </a:ext>
              </a:extLst>
            </p:cNvPr>
            <p:cNvSpPr>
              <a:spLocks/>
            </p:cNvSpPr>
            <p:nvPr/>
          </p:nvSpPr>
          <p:spPr bwMode="auto">
            <a:xfrm>
              <a:off x="2452" y="2174"/>
              <a:ext cx="124" cy="291"/>
            </a:xfrm>
            <a:custGeom>
              <a:avLst/>
              <a:gdLst>
                <a:gd name="T0" fmla="*/ 0 w 445"/>
                <a:gd name="T1" fmla="*/ 0 h 1041"/>
                <a:gd name="T2" fmla="*/ 166 w 445"/>
                <a:gd name="T3" fmla="*/ 202 h 1041"/>
                <a:gd name="T4" fmla="*/ 245 w 445"/>
                <a:gd name="T5" fmla="*/ 284 h 1041"/>
                <a:gd name="T6" fmla="*/ 325 w 445"/>
                <a:gd name="T7" fmla="*/ 391 h 1041"/>
                <a:gd name="T8" fmla="*/ 378 w 445"/>
                <a:gd name="T9" fmla="*/ 600 h 1041"/>
                <a:gd name="T10" fmla="*/ 424 w 445"/>
                <a:gd name="T11" fmla="*/ 782 h 1041"/>
                <a:gd name="T12" fmla="*/ 445 w 445"/>
                <a:gd name="T13" fmla="*/ 886 h 1041"/>
                <a:gd name="T14" fmla="*/ 420 w 445"/>
                <a:gd name="T15" fmla="*/ 1041 h 1041"/>
                <a:gd name="T16" fmla="*/ 421 w 445"/>
                <a:gd name="T17" fmla="*/ 1041 h 10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45" h="1041">
                  <a:moveTo>
                    <a:pt x="0" y="0"/>
                  </a:moveTo>
                  <a:lnTo>
                    <a:pt x="166" y="202"/>
                  </a:lnTo>
                  <a:lnTo>
                    <a:pt x="245" y="284"/>
                  </a:lnTo>
                  <a:lnTo>
                    <a:pt x="325" y="391"/>
                  </a:lnTo>
                  <a:lnTo>
                    <a:pt x="378" y="600"/>
                  </a:lnTo>
                  <a:lnTo>
                    <a:pt x="424" y="782"/>
                  </a:lnTo>
                  <a:lnTo>
                    <a:pt x="445" y="886"/>
                  </a:lnTo>
                  <a:lnTo>
                    <a:pt x="420" y="1041"/>
                  </a:lnTo>
                  <a:lnTo>
                    <a:pt x="421" y="1041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7864" name="Freeform 104">
              <a:extLst>
                <a:ext uri="{FF2B5EF4-FFF2-40B4-BE49-F238E27FC236}">
                  <a16:creationId xmlns:a16="http://schemas.microsoft.com/office/drawing/2014/main" id="{532E22F1-BC55-4AF4-853F-9CDC2A341C99}"/>
                </a:ext>
              </a:extLst>
            </p:cNvPr>
            <p:cNvSpPr>
              <a:spLocks/>
            </p:cNvSpPr>
            <p:nvPr/>
          </p:nvSpPr>
          <p:spPr bwMode="auto">
            <a:xfrm>
              <a:off x="2750" y="2174"/>
              <a:ext cx="0" cy="291"/>
            </a:xfrm>
            <a:custGeom>
              <a:avLst/>
              <a:gdLst>
                <a:gd name="T0" fmla="*/ 0 w 1"/>
                <a:gd name="T1" fmla="*/ 1041 h 1041"/>
                <a:gd name="T2" fmla="*/ 0 w 1"/>
                <a:gd name="T3" fmla="*/ 0 h 1041"/>
                <a:gd name="T4" fmla="*/ 1 w 1"/>
                <a:gd name="T5" fmla="*/ 0 h 10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1041">
                  <a:moveTo>
                    <a:pt x="0" y="1041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7865" name="Freeform 105">
              <a:extLst>
                <a:ext uri="{FF2B5EF4-FFF2-40B4-BE49-F238E27FC236}">
                  <a16:creationId xmlns:a16="http://schemas.microsoft.com/office/drawing/2014/main" id="{AE0CB7A2-724A-4AE6-A097-5DBDB2567E55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1" y="2169"/>
              <a:ext cx="3" cy="304"/>
            </a:xfrm>
            <a:custGeom>
              <a:avLst/>
              <a:gdLst>
                <a:gd name="T0" fmla="*/ 0 w 3"/>
                <a:gd name="T1" fmla="*/ 361 h 361"/>
                <a:gd name="T2" fmla="*/ 0 w 3"/>
                <a:gd name="T3" fmla="*/ 6 h 361"/>
                <a:gd name="T4" fmla="*/ 3 w 3"/>
                <a:gd name="T5" fmla="*/ 0 h 3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" h="361">
                  <a:moveTo>
                    <a:pt x="0" y="361"/>
                  </a:moveTo>
                  <a:lnTo>
                    <a:pt x="0" y="6"/>
                  </a:lnTo>
                  <a:lnTo>
                    <a:pt x="3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7866" name="Freeform 106">
              <a:extLst>
                <a:ext uri="{FF2B5EF4-FFF2-40B4-BE49-F238E27FC236}">
                  <a16:creationId xmlns:a16="http://schemas.microsoft.com/office/drawing/2014/main" id="{A79C4E28-DC3D-4FF8-9EFC-BEAE01B6B876}"/>
                </a:ext>
              </a:extLst>
            </p:cNvPr>
            <p:cNvSpPr>
              <a:spLocks/>
            </p:cNvSpPr>
            <p:nvPr/>
          </p:nvSpPr>
          <p:spPr bwMode="auto">
            <a:xfrm>
              <a:off x="2478" y="2263"/>
              <a:ext cx="2" cy="112"/>
            </a:xfrm>
            <a:custGeom>
              <a:avLst/>
              <a:gdLst>
                <a:gd name="T0" fmla="*/ 0 w 3"/>
                <a:gd name="T1" fmla="*/ 0 h 134"/>
                <a:gd name="T2" fmla="*/ 0 w 3"/>
                <a:gd name="T3" fmla="*/ 130 h 134"/>
                <a:gd name="T4" fmla="*/ 3 w 3"/>
                <a:gd name="T5" fmla="*/ 134 h 1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" h="134">
                  <a:moveTo>
                    <a:pt x="0" y="0"/>
                  </a:moveTo>
                  <a:lnTo>
                    <a:pt x="0" y="130"/>
                  </a:lnTo>
                  <a:lnTo>
                    <a:pt x="3" y="134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7867" name="Freeform 107">
              <a:extLst>
                <a:ext uri="{FF2B5EF4-FFF2-40B4-BE49-F238E27FC236}">
                  <a16:creationId xmlns:a16="http://schemas.microsoft.com/office/drawing/2014/main" id="{ED7CE274-E0C6-4FAC-BD22-B03E29B02DC1}"/>
                </a:ext>
              </a:extLst>
            </p:cNvPr>
            <p:cNvSpPr>
              <a:spLocks/>
            </p:cNvSpPr>
            <p:nvPr/>
          </p:nvSpPr>
          <p:spPr bwMode="auto">
            <a:xfrm>
              <a:off x="2434" y="2465"/>
              <a:ext cx="409" cy="1"/>
            </a:xfrm>
            <a:custGeom>
              <a:avLst/>
              <a:gdLst>
                <a:gd name="T0" fmla="*/ 0 w 1458"/>
                <a:gd name="T1" fmla="*/ 1457 w 1458"/>
                <a:gd name="T2" fmla="*/ 1458 w 1458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1458">
                  <a:moveTo>
                    <a:pt x="0" y="0"/>
                  </a:moveTo>
                  <a:lnTo>
                    <a:pt x="1457" y="0"/>
                  </a:lnTo>
                  <a:lnTo>
                    <a:pt x="1458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7868" name="Freeform 108">
              <a:extLst>
                <a:ext uri="{FF2B5EF4-FFF2-40B4-BE49-F238E27FC236}">
                  <a16:creationId xmlns:a16="http://schemas.microsoft.com/office/drawing/2014/main" id="{36329D87-989C-4701-A995-CFFC4D91383A}"/>
                </a:ext>
              </a:extLst>
            </p:cNvPr>
            <p:cNvSpPr>
              <a:spLocks/>
            </p:cNvSpPr>
            <p:nvPr/>
          </p:nvSpPr>
          <p:spPr bwMode="auto">
            <a:xfrm>
              <a:off x="2469" y="2392"/>
              <a:ext cx="20" cy="20"/>
            </a:xfrm>
            <a:custGeom>
              <a:avLst/>
              <a:gdLst>
                <a:gd name="T0" fmla="*/ 71 w 71"/>
                <a:gd name="T1" fmla="*/ 67 h 67"/>
                <a:gd name="T2" fmla="*/ 50 w 71"/>
                <a:gd name="T3" fmla="*/ 18 h 67"/>
                <a:gd name="T4" fmla="*/ 0 w 71"/>
                <a:gd name="T5" fmla="*/ 0 h 67"/>
                <a:gd name="T6" fmla="*/ 1 w 71"/>
                <a:gd name="T7" fmla="*/ 0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1" h="67">
                  <a:moveTo>
                    <a:pt x="71" y="67"/>
                  </a:moveTo>
                  <a:lnTo>
                    <a:pt x="50" y="18"/>
                  </a:ln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7869" name="Freeform 109">
              <a:extLst>
                <a:ext uri="{FF2B5EF4-FFF2-40B4-BE49-F238E27FC236}">
                  <a16:creationId xmlns:a16="http://schemas.microsoft.com/office/drawing/2014/main" id="{7E6A82AE-B496-430F-A6C9-DC568998C29E}"/>
                </a:ext>
              </a:extLst>
            </p:cNvPr>
            <p:cNvSpPr>
              <a:spLocks/>
            </p:cNvSpPr>
            <p:nvPr/>
          </p:nvSpPr>
          <p:spPr bwMode="auto">
            <a:xfrm>
              <a:off x="2395" y="2398"/>
              <a:ext cx="39" cy="37"/>
            </a:xfrm>
            <a:custGeom>
              <a:avLst/>
              <a:gdLst>
                <a:gd name="T0" fmla="*/ 141 w 141"/>
                <a:gd name="T1" fmla="*/ 132 h 132"/>
                <a:gd name="T2" fmla="*/ 99 w 141"/>
                <a:gd name="T3" fmla="*/ 35 h 132"/>
                <a:gd name="T4" fmla="*/ 0 w 141"/>
                <a:gd name="T5" fmla="*/ 0 h 132"/>
                <a:gd name="T6" fmla="*/ 1 w 141"/>
                <a:gd name="T7" fmla="*/ 0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1" h="132">
                  <a:moveTo>
                    <a:pt x="141" y="132"/>
                  </a:moveTo>
                  <a:lnTo>
                    <a:pt x="99" y="35"/>
                  </a:ln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7870" name="Freeform 110">
              <a:extLst>
                <a:ext uri="{FF2B5EF4-FFF2-40B4-BE49-F238E27FC236}">
                  <a16:creationId xmlns:a16="http://schemas.microsoft.com/office/drawing/2014/main" id="{D43B2CD8-0D8E-4EB0-B765-4BE9D8102BD0}"/>
                </a:ext>
              </a:extLst>
            </p:cNvPr>
            <p:cNvSpPr>
              <a:spLocks/>
            </p:cNvSpPr>
            <p:nvPr/>
          </p:nvSpPr>
          <p:spPr bwMode="auto">
            <a:xfrm>
              <a:off x="2434" y="2435"/>
              <a:ext cx="1" cy="30"/>
            </a:xfrm>
            <a:custGeom>
              <a:avLst/>
              <a:gdLst>
                <a:gd name="T0" fmla="*/ 0 w 1"/>
                <a:gd name="T1" fmla="*/ 0 h 108"/>
                <a:gd name="T2" fmla="*/ 0 w 1"/>
                <a:gd name="T3" fmla="*/ 108 h 108"/>
                <a:gd name="T4" fmla="*/ 1 w 1"/>
                <a:gd name="T5" fmla="*/ 108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108">
                  <a:moveTo>
                    <a:pt x="0" y="0"/>
                  </a:moveTo>
                  <a:lnTo>
                    <a:pt x="0" y="108"/>
                  </a:lnTo>
                  <a:lnTo>
                    <a:pt x="1" y="108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7871" name="Freeform 111">
              <a:extLst>
                <a:ext uri="{FF2B5EF4-FFF2-40B4-BE49-F238E27FC236}">
                  <a16:creationId xmlns:a16="http://schemas.microsoft.com/office/drawing/2014/main" id="{EF0EC780-0A30-4F52-9F82-12E47F9E8906}"/>
                </a:ext>
              </a:extLst>
            </p:cNvPr>
            <p:cNvSpPr>
              <a:spLocks/>
            </p:cNvSpPr>
            <p:nvPr/>
          </p:nvSpPr>
          <p:spPr bwMode="auto">
            <a:xfrm>
              <a:off x="2639" y="2370"/>
              <a:ext cx="0" cy="151"/>
            </a:xfrm>
            <a:custGeom>
              <a:avLst/>
              <a:gdLst>
                <a:gd name="T0" fmla="*/ 0 w 1"/>
                <a:gd name="T1" fmla="*/ 0 h 542"/>
                <a:gd name="T2" fmla="*/ 0 w 1"/>
                <a:gd name="T3" fmla="*/ 542 h 542"/>
                <a:gd name="T4" fmla="*/ 1 w 1"/>
                <a:gd name="T5" fmla="*/ 542 h 5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542">
                  <a:moveTo>
                    <a:pt x="0" y="0"/>
                  </a:moveTo>
                  <a:lnTo>
                    <a:pt x="0" y="542"/>
                  </a:lnTo>
                  <a:lnTo>
                    <a:pt x="1" y="542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7872" name="Freeform 112">
              <a:extLst>
                <a:ext uri="{FF2B5EF4-FFF2-40B4-BE49-F238E27FC236}">
                  <a16:creationId xmlns:a16="http://schemas.microsoft.com/office/drawing/2014/main" id="{81100148-7678-49B2-940F-3F0C42D9C2B8}"/>
                </a:ext>
              </a:extLst>
            </p:cNvPr>
            <p:cNvSpPr>
              <a:spLocks/>
            </p:cNvSpPr>
            <p:nvPr/>
          </p:nvSpPr>
          <p:spPr bwMode="auto">
            <a:xfrm>
              <a:off x="2639" y="2333"/>
              <a:ext cx="0" cy="16"/>
            </a:xfrm>
            <a:custGeom>
              <a:avLst/>
              <a:gdLst>
                <a:gd name="T0" fmla="*/ 0 w 1"/>
                <a:gd name="T1" fmla="*/ 0 h 59"/>
                <a:gd name="T2" fmla="*/ 0 w 1"/>
                <a:gd name="T3" fmla="*/ 59 h 59"/>
                <a:gd name="T4" fmla="*/ 1 w 1"/>
                <a:gd name="T5" fmla="*/ 59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59">
                  <a:moveTo>
                    <a:pt x="0" y="0"/>
                  </a:moveTo>
                  <a:lnTo>
                    <a:pt x="0" y="59"/>
                  </a:lnTo>
                  <a:lnTo>
                    <a:pt x="1" y="59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7873" name="Freeform 113">
              <a:extLst>
                <a:ext uri="{FF2B5EF4-FFF2-40B4-BE49-F238E27FC236}">
                  <a16:creationId xmlns:a16="http://schemas.microsoft.com/office/drawing/2014/main" id="{91B0E0BE-4A52-4ED6-8841-18AF38CEE2EB}"/>
                </a:ext>
              </a:extLst>
            </p:cNvPr>
            <p:cNvSpPr>
              <a:spLocks/>
            </p:cNvSpPr>
            <p:nvPr/>
          </p:nvSpPr>
          <p:spPr bwMode="auto">
            <a:xfrm>
              <a:off x="2434" y="2174"/>
              <a:ext cx="409" cy="0"/>
            </a:xfrm>
            <a:custGeom>
              <a:avLst/>
              <a:gdLst>
                <a:gd name="T0" fmla="*/ 0 w 1458"/>
                <a:gd name="T1" fmla="*/ 1457 w 1458"/>
                <a:gd name="T2" fmla="*/ 1458 w 1458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1458">
                  <a:moveTo>
                    <a:pt x="0" y="0"/>
                  </a:moveTo>
                  <a:lnTo>
                    <a:pt x="1457" y="0"/>
                  </a:lnTo>
                  <a:lnTo>
                    <a:pt x="1458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7874" name="Freeform 114">
              <a:extLst>
                <a:ext uri="{FF2B5EF4-FFF2-40B4-BE49-F238E27FC236}">
                  <a16:creationId xmlns:a16="http://schemas.microsoft.com/office/drawing/2014/main" id="{77049A7B-1231-41CB-AAEE-24BFE736ED8C}"/>
                </a:ext>
              </a:extLst>
            </p:cNvPr>
            <p:cNvSpPr>
              <a:spLocks/>
            </p:cNvSpPr>
            <p:nvPr/>
          </p:nvSpPr>
          <p:spPr bwMode="auto">
            <a:xfrm>
              <a:off x="2469" y="2228"/>
              <a:ext cx="20" cy="19"/>
            </a:xfrm>
            <a:custGeom>
              <a:avLst/>
              <a:gdLst>
                <a:gd name="T0" fmla="*/ 0 w 72"/>
                <a:gd name="T1" fmla="*/ 66 h 66"/>
                <a:gd name="T2" fmla="*/ 50 w 72"/>
                <a:gd name="T3" fmla="*/ 49 h 66"/>
                <a:gd name="T4" fmla="*/ 71 w 72"/>
                <a:gd name="T5" fmla="*/ 0 h 66"/>
                <a:gd name="T6" fmla="*/ 72 w 72"/>
                <a:gd name="T7" fmla="*/ 0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2" h="66">
                  <a:moveTo>
                    <a:pt x="0" y="66"/>
                  </a:moveTo>
                  <a:lnTo>
                    <a:pt x="50" y="49"/>
                  </a:lnTo>
                  <a:lnTo>
                    <a:pt x="71" y="0"/>
                  </a:lnTo>
                  <a:lnTo>
                    <a:pt x="72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7875" name="Freeform 115">
              <a:extLst>
                <a:ext uri="{FF2B5EF4-FFF2-40B4-BE49-F238E27FC236}">
                  <a16:creationId xmlns:a16="http://schemas.microsoft.com/office/drawing/2014/main" id="{6E7F3BB8-FE6A-4F21-B771-04CACB87F7ED}"/>
                </a:ext>
              </a:extLst>
            </p:cNvPr>
            <p:cNvSpPr>
              <a:spLocks/>
            </p:cNvSpPr>
            <p:nvPr/>
          </p:nvSpPr>
          <p:spPr bwMode="auto">
            <a:xfrm>
              <a:off x="2395" y="2204"/>
              <a:ext cx="39" cy="37"/>
            </a:xfrm>
            <a:custGeom>
              <a:avLst/>
              <a:gdLst>
                <a:gd name="T0" fmla="*/ 0 w 142"/>
                <a:gd name="T1" fmla="*/ 131 h 131"/>
                <a:gd name="T2" fmla="*/ 99 w 142"/>
                <a:gd name="T3" fmla="*/ 96 h 131"/>
                <a:gd name="T4" fmla="*/ 141 w 142"/>
                <a:gd name="T5" fmla="*/ 0 h 131"/>
                <a:gd name="T6" fmla="*/ 142 w 142"/>
                <a:gd name="T7" fmla="*/ 0 h 1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2" h="131">
                  <a:moveTo>
                    <a:pt x="0" y="131"/>
                  </a:moveTo>
                  <a:lnTo>
                    <a:pt x="99" y="96"/>
                  </a:lnTo>
                  <a:lnTo>
                    <a:pt x="141" y="0"/>
                  </a:lnTo>
                  <a:lnTo>
                    <a:pt x="142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7876" name="Freeform 116">
              <a:extLst>
                <a:ext uri="{FF2B5EF4-FFF2-40B4-BE49-F238E27FC236}">
                  <a16:creationId xmlns:a16="http://schemas.microsoft.com/office/drawing/2014/main" id="{6F5EB594-CD4A-4ED3-B61A-BDA5103A76FF}"/>
                </a:ext>
              </a:extLst>
            </p:cNvPr>
            <p:cNvSpPr>
              <a:spLocks/>
            </p:cNvSpPr>
            <p:nvPr/>
          </p:nvSpPr>
          <p:spPr bwMode="auto">
            <a:xfrm>
              <a:off x="2434" y="2169"/>
              <a:ext cx="1" cy="43"/>
            </a:xfrm>
            <a:custGeom>
              <a:avLst/>
              <a:gdLst>
                <a:gd name="T0" fmla="*/ 0 w 1"/>
                <a:gd name="T1" fmla="*/ 51 h 51"/>
                <a:gd name="T2" fmla="*/ 0 w 1"/>
                <a:gd name="T3" fmla="*/ 0 h 51"/>
                <a:gd name="T4" fmla="*/ 1 w 1"/>
                <a:gd name="T5" fmla="*/ 0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51">
                  <a:moveTo>
                    <a:pt x="0" y="51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7877" name="Freeform 117">
              <a:extLst>
                <a:ext uri="{FF2B5EF4-FFF2-40B4-BE49-F238E27FC236}">
                  <a16:creationId xmlns:a16="http://schemas.microsoft.com/office/drawing/2014/main" id="{76242CCA-FD2B-48DD-955B-C37F2A415325}"/>
                </a:ext>
              </a:extLst>
            </p:cNvPr>
            <p:cNvSpPr>
              <a:spLocks/>
            </p:cNvSpPr>
            <p:nvPr/>
          </p:nvSpPr>
          <p:spPr bwMode="auto">
            <a:xfrm>
              <a:off x="2527" y="2174"/>
              <a:ext cx="0" cy="86"/>
            </a:xfrm>
            <a:custGeom>
              <a:avLst/>
              <a:gdLst>
                <a:gd name="T0" fmla="*/ 0 w 1"/>
                <a:gd name="T1" fmla="*/ 308 h 308"/>
                <a:gd name="T2" fmla="*/ 0 w 1"/>
                <a:gd name="T3" fmla="*/ 0 h 308"/>
                <a:gd name="T4" fmla="*/ 1 w 1"/>
                <a:gd name="T5" fmla="*/ 0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308">
                  <a:moveTo>
                    <a:pt x="0" y="308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7878" name="Oval 118">
              <a:extLst>
                <a:ext uri="{FF2B5EF4-FFF2-40B4-BE49-F238E27FC236}">
                  <a16:creationId xmlns:a16="http://schemas.microsoft.com/office/drawing/2014/main" id="{869D04E0-B0CF-43A5-B254-03809E4D64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37" y="3106"/>
              <a:ext cx="213" cy="220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pic>
        <p:nvPicPr>
          <p:cNvPr id="117971" name="Picture 211">
            <a:extLst>
              <a:ext uri="{FF2B5EF4-FFF2-40B4-BE49-F238E27FC236}">
                <a16:creationId xmlns:a16="http://schemas.microsoft.com/office/drawing/2014/main" id="{73179C01-8B64-4D92-B95E-980C234FAA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9288" y="4637088"/>
            <a:ext cx="3954462" cy="19954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7972" name="Picture 212">
            <a:extLst>
              <a:ext uri="{FF2B5EF4-FFF2-40B4-BE49-F238E27FC236}">
                <a16:creationId xmlns:a16="http://schemas.microsoft.com/office/drawing/2014/main" id="{8B81F18A-0AC9-408F-9B2B-4AC5896387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4263" y="2717800"/>
            <a:ext cx="2936875" cy="2044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slow">
    <p:cover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77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177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1179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2" dur="500"/>
                                        <p:tgtEl>
                                          <p:spTgt spid="1179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179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7763" grpId="0" autoUpdateAnimBg="0"/>
      <p:bldP spid="117764" grpId="0" autoUpdateAnimBg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Text Box 2">
            <a:extLst>
              <a:ext uri="{FF2B5EF4-FFF2-40B4-BE49-F238E27FC236}">
                <a16:creationId xmlns:a16="http://schemas.microsoft.com/office/drawing/2014/main" id="{BD2B5F39-BFE7-43BD-A4E9-608B85AEDB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4350" y="473299"/>
            <a:ext cx="831215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l" eaLnBrk="1" hangingPunct="1"/>
            <a:r>
              <a:rPr lang="en-US" altLang="zh-CN" sz="3200" dirty="0">
                <a:latin typeface="宋体" panose="02010600030101010101" pitchFamily="2" charset="-122"/>
              </a:rPr>
              <a:t>(2) </a:t>
            </a:r>
            <a:r>
              <a:rPr lang="zh-CN" altLang="en-US" sz="3200" dirty="0">
                <a:latin typeface="宋体" panose="02010600030101010101" pitchFamily="2" charset="-122"/>
              </a:rPr>
              <a:t>当不对称机件的内、外形都需要表达时。</a:t>
            </a:r>
          </a:p>
        </p:txBody>
      </p:sp>
      <p:grpSp>
        <p:nvGrpSpPr>
          <p:cNvPr id="118787" name="Group 3">
            <a:extLst>
              <a:ext uri="{FF2B5EF4-FFF2-40B4-BE49-F238E27FC236}">
                <a16:creationId xmlns:a16="http://schemas.microsoft.com/office/drawing/2014/main" id="{E76AA084-D01A-4910-B2F2-CC45E1523AAA}"/>
              </a:ext>
            </a:extLst>
          </p:cNvPr>
          <p:cNvGrpSpPr>
            <a:grpSpLocks/>
          </p:cNvGrpSpPr>
          <p:nvPr/>
        </p:nvGrpSpPr>
        <p:grpSpPr bwMode="auto">
          <a:xfrm>
            <a:off x="581025" y="989013"/>
            <a:ext cx="4262438" cy="5175250"/>
            <a:chOff x="1343" y="715"/>
            <a:chExt cx="2685" cy="3260"/>
          </a:xfrm>
        </p:grpSpPr>
        <p:sp>
          <p:nvSpPr>
            <p:cNvPr id="118788" name="Arc 4">
              <a:extLst>
                <a:ext uri="{FF2B5EF4-FFF2-40B4-BE49-F238E27FC236}">
                  <a16:creationId xmlns:a16="http://schemas.microsoft.com/office/drawing/2014/main" id="{5532570E-0EE6-45AF-B43B-E2C1F759E567}"/>
                </a:ext>
              </a:extLst>
            </p:cNvPr>
            <p:cNvSpPr>
              <a:spLocks/>
            </p:cNvSpPr>
            <p:nvPr/>
          </p:nvSpPr>
          <p:spPr bwMode="auto">
            <a:xfrm flipH="1" flipV="1">
              <a:off x="1779" y="1251"/>
              <a:ext cx="141" cy="285"/>
            </a:xfrm>
            <a:custGeom>
              <a:avLst/>
              <a:gdLst>
                <a:gd name="G0" fmla="+- 0 0 0"/>
                <a:gd name="G1" fmla="+- 21228 0 0"/>
                <a:gd name="G2" fmla="+- 21600 0 0"/>
                <a:gd name="T0" fmla="*/ 3993 w 21600"/>
                <a:gd name="T1" fmla="*/ 0 h 41871"/>
                <a:gd name="T2" fmla="*/ 6358 w 21600"/>
                <a:gd name="T3" fmla="*/ 41871 h 41871"/>
                <a:gd name="T4" fmla="*/ 0 w 21600"/>
                <a:gd name="T5" fmla="*/ 21228 h 418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41871" fill="none" extrusionOk="0">
                  <a:moveTo>
                    <a:pt x="3992" y="0"/>
                  </a:moveTo>
                  <a:cubicBezTo>
                    <a:pt x="14203" y="1920"/>
                    <a:pt x="21600" y="10838"/>
                    <a:pt x="21600" y="21228"/>
                  </a:cubicBezTo>
                  <a:cubicBezTo>
                    <a:pt x="21600" y="30708"/>
                    <a:pt x="15418" y="39080"/>
                    <a:pt x="6358" y="41871"/>
                  </a:cubicBezTo>
                </a:path>
                <a:path w="21600" h="41871" stroke="0" extrusionOk="0">
                  <a:moveTo>
                    <a:pt x="3992" y="0"/>
                  </a:moveTo>
                  <a:cubicBezTo>
                    <a:pt x="14203" y="1920"/>
                    <a:pt x="21600" y="10838"/>
                    <a:pt x="21600" y="21228"/>
                  </a:cubicBezTo>
                  <a:cubicBezTo>
                    <a:pt x="21600" y="30708"/>
                    <a:pt x="15418" y="39080"/>
                    <a:pt x="6358" y="41871"/>
                  </a:cubicBezTo>
                  <a:lnTo>
                    <a:pt x="0" y="21228"/>
                  </a:lnTo>
                  <a:close/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8789" name="Arc 5">
              <a:extLst>
                <a:ext uri="{FF2B5EF4-FFF2-40B4-BE49-F238E27FC236}">
                  <a16:creationId xmlns:a16="http://schemas.microsoft.com/office/drawing/2014/main" id="{D034DE71-B7DB-4C15-BF87-B973892191B7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2658" y="1256"/>
              <a:ext cx="141" cy="281"/>
            </a:xfrm>
            <a:custGeom>
              <a:avLst/>
              <a:gdLst>
                <a:gd name="G0" fmla="+- 0 0 0"/>
                <a:gd name="G1" fmla="+- 20563 0 0"/>
                <a:gd name="G2" fmla="+- 21600 0 0"/>
                <a:gd name="T0" fmla="*/ 6611 w 21600"/>
                <a:gd name="T1" fmla="*/ 0 h 41227"/>
                <a:gd name="T2" fmla="*/ 6290 w 21600"/>
                <a:gd name="T3" fmla="*/ 41227 h 41227"/>
                <a:gd name="T4" fmla="*/ 0 w 21600"/>
                <a:gd name="T5" fmla="*/ 20563 h 412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41227" fill="none" extrusionOk="0">
                  <a:moveTo>
                    <a:pt x="6611" y="-1"/>
                  </a:moveTo>
                  <a:cubicBezTo>
                    <a:pt x="15543" y="2871"/>
                    <a:pt x="21600" y="11180"/>
                    <a:pt x="21600" y="20563"/>
                  </a:cubicBezTo>
                  <a:cubicBezTo>
                    <a:pt x="21600" y="30069"/>
                    <a:pt x="15384" y="38458"/>
                    <a:pt x="6289" y="41226"/>
                  </a:cubicBezTo>
                </a:path>
                <a:path w="21600" h="41227" stroke="0" extrusionOk="0">
                  <a:moveTo>
                    <a:pt x="6611" y="-1"/>
                  </a:moveTo>
                  <a:cubicBezTo>
                    <a:pt x="15543" y="2871"/>
                    <a:pt x="21600" y="11180"/>
                    <a:pt x="21600" y="20563"/>
                  </a:cubicBezTo>
                  <a:cubicBezTo>
                    <a:pt x="21600" y="30069"/>
                    <a:pt x="15384" y="38458"/>
                    <a:pt x="6289" y="41226"/>
                  </a:cubicBezTo>
                  <a:lnTo>
                    <a:pt x="0" y="20563"/>
                  </a:lnTo>
                  <a:close/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8790" name="Arc 6">
              <a:extLst>
                <a:ext uri="{FF2B5EF4-FFF2-40B4-BE49-F238E27FC236}">
                  <a16:creationId xmlns:a16="http://schemas.microsoft.com/office/drawing/2014/main" id="{8C41D868-6978-4C31-8A10-F64910F146B8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2197" y="1153"/>
              <a:ext cx="178" cy="466"/>
            </a:xfrm>
            <a:custGeom>
              <a:avLst/>
              <a:gdLst>
                <a:gd name="G0" fmla="+- 4786 0 0"/>
                <a:gd name="G1" fmla="+- 21600 0 0"/>
                <a:gd name="G2" fmla="+- 21600 0 0"/>
                <a:gd name="T0" fmla="*/ 0 w 9970"/>
                <a:gd name="T1" fmla="*/ 537 h 21600"/>
                <a:gd name="T2" fmla="*/ 9970 w 9970"/>
                <a:gd name="T3" fmla="*/ 631 h 21600"/>
                <a:gd name="T4" fmla="*/ 4786 w 997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970" h="21600" fill="none" extrusionOk="0">
                  <a:moveTo>
                    <a:pt x="-1" y="536"/>
                  </a:moveTo>
                  <a:cubicBezTo>
                    <a:pt x="1570" y="180"/>
                    <a:pt x="3175" y="0"/>
                    <a:pt x="4786" y="0"/>
                  </a:cubicBezTo>
                  <a:cubicBezTo>
                    <a:pt x="6533" y="0"/>
                    <a:pt x="8273" y="211"/>
                    <a:pt x="9969" y="631"/>
                  </a:cubicBezTo>
                </a:path>
                <a:path w="9970" h="21600" stroke="0" extrusionOk="0">
                  <a:moveTo>
                    <a:pt x="-1" y="536"/>
                  </a:moveTo>
                  <a:cubicBezTo>
                    <a:pt x="1570" y="180"/>
                    <a:pt x="3175" y="0"/>
                    <a:pt x="4786" y="0"/>
                  </a:cubicBezTo>
                  <a:cubicBezTo>
                    <a:pt x="6533" y="0"/>
                    <a:pt x="8273" y="211"/>
                    <a:pt x="9969" y="631"/>
                  </a:cubicBezTo>
                  <a:lnTo>
                    <a:pt x="4786" y="21600"/>
                  </a:lnTo>
                  <a:close/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8791" name="Arc 7">
              <a:extLst>
                <a:ext uri="{FF2B5EF4-FFF2-40B4-BE49-F238E27FC236}">
                  <a16:creationId xmlns:a16="http://schemas.microsoft.com/office/drawing/2014/main" id="{EF4CBFF5-2ED0-4A1C-9F95-8D6121848619}"/>
                </a:ext>
              </a:extLst>
            </p:cNvPr>
            <p:cNvSpPr>
              <a:spLocks/>
            </p:cNvSpPr>
            <p:nvPr/>
          </p:nvSpPr>
          <p:spPr bwMode="auto">
            <a:xfrm flipH="1" flipV="1">
              <a:off x="2202" y="1172"/>
              <a:ext cx="178" cy="466"/>
            </a:xfrm>
            <a:custGeom>
              <a:avLst/>
              <a:gdLst>
                <a:gd name="G0" fmla="+- 4786 0 0"/>
                <a:gd name="G1" fmla="+- 21600 0 0"/>
                <a:gd name="G2" fmla="+- 21600 0 0"/>
                <a:gd name="T0" fmla="*/ 0 w 9970"/>
                <a:gd name="T1" fmla="*/ 537 h 21600"/>
                <a:gd name="T2" fmla="*/ 9970 w 9970"/>
                <a:gd name="T3" fmla="*/ 631 h 21600"/>
                <a:gd name="T4" fmla="*/ 4786 w 997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970" h="21600" fill="none" extrusionOk="0">
                  <a:moveTo>
                    <a:pt x="-1" y="536"/>
                  </a:moveTo>
                  <a:cubicBezTo>
                    <a:pt x="1570" y="180"/>
                    <a:pt x="3175" y="0"/>
                    <a:pt x="4786" y="0"/>
                  </a:cubicBezTo>
                  <a:cubicBezTo>
                    <a:pt x="6533" y="0"/>
                    <a:pt x="8273" y="211"/>
                    <a:pt x="9969" y="631"/>
                  </a:cubicBezTo>
                </a:path>
                <a:path w="9970" h="21600" stroke="0" extrusionOk="0">
                  <a:moveTo>
                    <a:pt x="-1" y="536"/>
                  </a:moveTo>
                  <a:cubicBezTo>
                    <a:pt x="1570" y="180"/>
                    <a:pt x="3175" y="0"/>
                    <a:pt x="4786" y="0"/>
                  </a:cubicBezTo>
                  <a:cubicBezTo>
                    <a:pt x="6533" y="0"/>
                    <a:pt x="8273" y="211"/>
                    <a:pt x="9969" y="631"/>
                  </a:cubicBezTo>
                  <a:lnTo>
                    <a:pt x="4786" y="21600"/>
                  </a:lnTo>
                  <a:close/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8792" name="Oval 8">
              <a:extLst>
                <a:ext uri="{FF2B5EF4-FFF2-40B4-BE49-F238E27FC236}">
                  <a16:creationId xmlns:a16="http://schemas.microsoft.com/office/drawing/2014/main" id="{C3D63FBD-C476-4F14-9BDD-E675BE2A2C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61" y="1332"/>
              <a:ext cx="136" cy="133"/>
            </a:xfrm>
            <a:prstGeom prst="ellips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8793" name="Oval 9">
              <a:extLst>
                <a:ext uri="{FF2B5EF4-FFF2-40B4-BE49-F238E27FC236}">
                  <a16:creationId xmlns:a16="http://schemas.microsoft.com/office/drawing/2014/main" id="{896F18CE-AC00-4DEB-97D0-6F16260918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95" y="1302"/>
              <a:ext cx="188" cy="188"/>
            </a:xfrm>
            <a:prstGeom prst="ellips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8794" name="Freeform 10">
              <a:extLst>
                <a:ext uri="{FF2B5EF4-FFF2-40B4-BE49-F238E27FC236}">
                  <a16:creationId xmlns:a16="http://schemas.microsoft.com/office/drawing/2014/main" id="{77CD4DE3-670B-47F7-909C-2D8F7EFEEEA4}"/>
                </a:ext>
              </a:extLst>
            </p:cNvPr>
            <p:cNvSpPr>
              <a:spLocks/>
            </p:cNvSpPr>
            <p:nvPr/>
          </p:nvSpPr>
          <p:spPr bwMode="auto">
            <a:xfrm>
              <a:off x="2685" y="715"/>
              <a:ext cx="1" cy="373"/>
            </a:xfrm>
            <a:custGeom>
              <a:avLst/>
              <a:gdLst>
                <a:gd name="T0" fmla="*/ 0 w 1"/>
                <a:gd name="T1" fmla="*/ 0 h 2236"/>
                <a:gd name="T2" fmla="*/ 0 w 1"/>
                <a:gd name="T3" fmla="*/ 2236 h 2236"/>
                <a:gd name="T4" fmla="*/ 1 w 1"/>
                <a:gd name="T5" fmla="*/ 2236 h 22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2236">
                  <a:moveTo>
                    <a:pt x="0" y="0"/>
                  </a:moveTo>
                  <a:lnTo>
                    <a:pt x="0" y="2236"/>
                  </a:lnTo>
                  <a:lnTo>
                    <a:pt x="1" y="2236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8795" name="Freeform 11">
              <a:extLst>
                <a:ext uri="{FF2B5EF4-FFF2-40B4-BE49-F238E27FC236}">
                  <a16:creationId xmlns:a16="http://schemas.microsoft.com/office/drawing/2014/main" id="{853CAE09-1D39-4A09-A4F0-E9DB95B1D6D9}"/>
                </a:ext>
              </a:extLst>
            </p:cNvPr>
            <p:cNvSpPr>
              <a:spLocks/>
            </p:cNvSpPr>
            <p:nvPr/>
          </p:nvSpPr>
          <p:spPr bwMode="auto">
            <a:xfrm>
              <a:off x="3675" y="1635"/>
              <a:ext cx="1" cy="134"/>
            </a:xfrm>
            <a:custGeom>
              <a:avLst/>
              <a:gdLst>
                <a:gd name="T0" fmla="*/ 0 w 1"/>
                <a:gd name="T1" fmla="*/ 0 h 803"/>
                <a:gd name="T2" fmla="*/ 0 w 1"/>
                <a:gd name="T3" fmla="*/ 803 h 803"/>
                <a:gd name="T4" fmla="*/ 1 w 1"/>
                <a:gd name="T5" fmla="*/ 803 h 8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803">
                  <a:moveTo>
                    <a:pt x="0" y="0"/>
                  </a:moveTo>
                  <a:lnTo>
                    <a:pt x="0" y="803"/>
                  </a:lnTo>
                  <a:lnTo>
                    <a:pt x="1" y="803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8796" name="Freeform 12">
              <a:extLst>
                <a:ext uri="{FF2B5EF4-FFF2-40B4-BE49-F238E27FC236}">
                  <a16:creationId xmlns:a16="http://schemas.microsoft.com/office/drawing/2014/main" id="{233BF211-AFE7-4D84-9A00-E578C4787F18}"/>
                </a:ext>
              </a:extLst>
            </p:cNvPr>
            <p:cNvSpPr>
              <a:spLocks/>
            </p:cNvSpPr>
            <p:nvPr/>
          </p:nvSpPr>
          <p:spPr bwMode="auto">
            <a:xfrm>
              <a:off x="1695" y="1621"/>
              <a:ext cx="1" cy="156"/>
            </a:xfrm>
            <a:custGeom>
              <a:avLst/>
              <a:gdLst>
                <a:gd name="T0" fmla="*/ 1 w 1"/>
                <a:gd name="T1" fmla="*/ 0 h 156"/>
                <a:gd name="T2" fmla="*/ 0 w 1"/>
                <a:gd name="T3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156">
                  <a:moveTo>
                    <a:pt x="1" y="0"/>
                  </a:moveTo>
                  <a:lnTo>
                    <a:pt x="0" y="156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8797" name="Freeform 13">
              <a:extLst>
                <a:ext uri="{FF2B5EF4-FFF2-40B4-BE49-F238E27FC236}">
                  <a16:creationId xmlns:a16="http://schemas.microsoft.com/office/drawing/2014/main" id="{82FE92D9-C309-42B7-B0F3-6D31A40ABBCF}"/>
                </a:ext>
              </a:extLst>
            </p:cNvPr>
            <p:cNvSpPr>
              <a:spLocks/>
            </p:cNvSpPr>
            <p:nvPr/>
          </p:nvSpPr>
          <p:spPr bwMode="auto">
            <a:xfrm>
              <a:off x="2042" y="1583"/>
              <a:ext cx="1" cy="75"/>
            </a:xfrm>
            <a:custGeom>
              <a:avLst/>
              <a:gdLst>
                <a:gd name="T0" fmla="*/ 0 w 1"/>
                <a:gd name="T1" fmla="*/ 448 h 448"/>
                <a:gd name="T2" fmla="*/ 0 w 1"/>
                <a:gd name="T3" fmla="*/ 0 h 448"/>
                <a:gd name="T4" fmla="*/ 1 w 1"/>
                <a:gd name="T5" fmla="*/ 0 h 4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448">
                  <a:moveTo>
                    <a:pt x="0" y="448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8798" name="Freeform 14">
              <a:extLst>
                <a:ext uri="{FF2B5EF4-FFF2-40B4-BE49-F238E27FC236}">
                  <a16:creationId xmlns:a16="http://schemas.microsoft.com/office/drawing/2014/main" id="{18D2AA8C-EF98-41CC-8759-D73DA810951F}"/>
                </a:ext>
              </a:extLst>
            </p:cNvPr>
            <p:cNvSpPr>
              <a:spLocks/>
            </p:cNvSpPr>
            <p:nvPr/>
          </p:nvSpPr>
          <p:spPr bwMode="auto">
            <a:xfrm>
              <a:off x="2289" y="1075"/>
              <a:ext cx="1" cy="123"/>
            </a:xfrm>
            <a:custGeom>
              <a:avLst/>
              <a:gdLst>
                <a:gd name="T0" fmla="*/ 0 w 1"/>
                <a:gd name="T1" fmla="*/ 0 h 739"/>
                <a:gd name="T2" fmla="*/ 0 w 1"/>
                <a:gd name="T3" fmla="*/ 739 h 739"/>
                <a:gd name="T4" fmla="*/ 1 w 1"/>
                <a:gd name="T5" fmla="*/ 739 h 7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739">
                  <a:moveTo>
                    <a:pt x="0" y="0"/>
                  </a:moveTo>
                  <a:lnTo>
                    <a:pt x="0" y="739"/>
                  </a:lnTo>
                  <a:lnTo>
                    <a:pt x="1" y="739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8799" name="Freeform 15">
              <a:extLst>
                <a:ext uri="{FF2B5EF4-FFF2-40B4-BE49-F238E27FC236}">
                  <a16:creationId xmlns:a16="http://schemas.microsoft.com/office/drawing/2014/main" id="{3C9BFCAB-558E-4719-A74B-4374E9F83B95}"/>
                </a:ext>
              </a:extLst>
            </p:cNvPr>
            <p:cNvSpPr>
              <a:spLocks/>
            </p:cNvSpPr>
            <p:nvPr/>
          </p:nvSpPr>
          <p:spPr bwMode="auto">
            <a:xfrm>
              <a:off x="1930" y="1270"/>
              <a:ext cx="1" cy="250"/>
            </a:xfrm>
            <a:custGeom>
              <a:avLst/>
              <a:gdLst>
                <a:gd name="T0" fmla="*/ 0 w 1"/>
                <a:gd name="T1" fmla="*/ 0 h 1495"/>
                <a:gd name="T2" fmla="*/ 0 w 1"/>
                <a:gd name="T3" fmla="*/ 1495 h 1495"/>
                <a:gd name="T4" fmla="*/ 1 w 1"/>
                <a:gd name="T5" fmla="*/ 1495 h 14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1495">
                  <a:moveTo>
                    <a:pt x="0" y="0"/>
                  </a:moveTo>
                  <a:lnTo>
                    <a:pt x="0" y="1495"/>
                  </a:lnTo>
                  <a:lnTo>
                    <a:pt x="1" y="1495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8800" name="Freeform 16">
              <a:extLst>
                <a:ext uri="{FF2B5EF4-FFF2-40B4-BE49-F238E27FC236}">
                  <a16:creationId xmlns:a16="http://schemas.microsoft.com/office/drawing/2014/main" id="{52989A27-0831-4824-BC12-4CC9F58C8502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2" y="1725"/>
              <a:ext cx="1" cy="181"/>
            </a:xfrm>
            <a:custGeom>
              <a:avLst/>
              <a:gdLst>
                <a:gd name="T0" fmla="*/ 0 w 1"/>
                <a:gd name="T1" fmla="*/ 181 h 181"/>
                <a:gd name="T2" fmla="*/ 0 w 1"/>
                <a:gd name="T3" fmla="*/ 0 h 181"/>
                <a:gd name="T4" fmla="*/ 1 w 1"/>
                <a:gd name="T5" fmla="*/ 0 h 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181">
                  <a:moveTo>
                    <a:pt x="0" y="181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8801" name="Freeform 17">
              <a:extLst>
                <a:ext uri="{FF2B5EF4-FFF2-40B4-BE49-F238E27FC236}">
                  <a16:creationId xmlns:a16="http://schemas.microsoft.com/office/drawing/2014/main" id="{E947DF64-BEE1-458E-8B6C-0FB886379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3969" y="1718"/>
              <a:ext cx="1" cy="181"/>
            </a:xfrm>
            <a:custGeom>
              <a:avLst/>
              <a:gdLst>
                <a:gd name="T0" fmla="*/ 1 w 1"/>
                <a:gd name="T1" fmla="*/ 181 h 181"/>
                <a:gd name="T2" fmla="*/ 0 w 1"/>
                <a:gd name="T3" fmla="*/ 0 h 181"/>
                <a:gd name="T4" fmla="*/ 1 w 1"/>
                <a:gd name="T5" fmla="*/ 0 h 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181">
                  <a:moveTo>
                    <a:pt x="1" y="181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8802" name="Freeform 18">
              <a:extLst>
                <a:ext uri="{FF2B5EF4-FFF2-40B4-BE49-F238E27FC236}">
                  <a16:creationId xmlns:a16="http://schemas.microsoft.com/office/drawing/2014/main" id="{B56A7804-C4A3-41FE-80ED-3F773776A238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2" y="1693"/>
              <a:ext cx="62" cy="53"/>
            </a:xfrm>
            <a:custGeom>
              <a:avLst/>
              <a:gdLst>
                <a:gd name="T0" fmla="*/ 62 w 62"/>
                <a:gd name="T1" fmla="*/ 0 h 53"/>
                <a:gd name="T2" fmla="*/ 24 w 62"/>
                <a:gd name="T3" fmla="*/ 0 h 53"/>
                <a:gd name="T4" fmla="*/ 4 w 62"/>
                <a:gd name="T5" fmla="*/ 14 h 53"/>
                <a:gd name="T6" fmla="*/ 0 w 62"/>
                <a:gd name="T7" fmla="*/ 53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2" h="53">
                  <a:moveTo>
                    <a:pt x="62" y="0"/>
                  </a:moveTo>
                  <a:lnTo>
                    <a:pt x="24" y="0"/>
                  </a:lnTo>
                  <a:lnTo>
                    <a:pt x="4" y="14"/>
                  </a:lnTo>
                  <a:lnTo>
                    <a:pt x="0" y="53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8803" name="Freeform 19">
              <a:extLst>
                <a:ext uri="{FF2B5EF4-FFF2-40B4-BE49-F238E27FC236}">
                  <a16:creationId xmlns:a16="http://schemas.microsoft.com/office/drawing/2014/main" id="{91C1FFA2-D871-4E2E-89A3-2D96EE1F1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3931" y="1693"/>
              <a:ext cx="39" cy="43"/>
            </a:xfrm>
            <a:custGeom>
              <a:avLst/>
              <a:gdLst>
                <a:gd name="T0" fmla="*/ 39 w 39"/>
                <a:gd name="T1" fmla="*/ 43 h 43"/>
                <a:gd name="T2" fmla="*/ 34 w 39"/>
                <a:gd name="T3" fmla="*/ 5 h 43"/>
                <a:gd name="T4" fmla="*/ 0 w 39"/>
                <a:gd name="T5" fmla="*/ 0 h 43"/>
                <a:gd name="T6" fmla="*/ 13 w 39"/>
                <a:gd name="T7" fmla="*/ 0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9" h="43">
                  <a:moveTo>
                    <a:pt x="39" y="43"/>
                  </a:moveTo>
                  <a:lnTo>
                    <a:pt x="34" y="5"/>
                  </a:lnTo>
                  <a:lnTo>
                    <a:pt x="0" y="0"/>
                  </a:lnTo>
                  <a:lnTo>
                    <a:pt x="13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8804" name="Freeform 20">
              <a:extLst>
                <a:ext uri="{FF2B5EF4-FFF2-40B4-BE49-F238E27FC236}">
                  <a16:creationId xmlns:a16="http://schemas.microsoft.com/office/drawing/2014/main" id="{E854F297-E755-4B36-AEBE-FC44F23C97E5}"/>
                </a:ext>
              </a:extLst>
            </p:cNvPr>
            <p:cNvSpPr>
              <a:spLocks/>
            </p:cNvSpPr>
            <p:nvPr/>
          </p:nvSpPr>
          <p:spPr bwMode="auto">
            <a:xfrm>
              <a:off x="2741" y="1105"/>
              <a:ext cx="414" cy="1"/>
            </a:xfrm>
            <a:custGeom>
              <a:avLst/>
              <a:gdLst>
                <a:gd name="T0" fmla="*/ 2486 w 2486"/>
                <a:gd name="T1" fmla="*/ 0 w 2486"/>
                <a:gd name="T2" fmla="*/ 1 w 248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2486">
                  <a:moveTo>
                    <a:pt x="2486" y="0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8805" name="Freeform 21">
              <a:extLst>
                <a:ext uri="{FF2B5EF4-FFF2-40B4-BE49-F238E27FC236}">
                  <a16:creationId xmlns:a16="http://schemas.microsoft.com/office/drawing/2014/main" id="{EB7F61BF-D7C6-4617-9129-DC322B7899EC}"/>
                </a:ext>
              </a:extLst>
            </p:cNvPr>
            <p:cNvSpPr>
              <a:spLocks/>
            </p:cNvSpPr>
            <p:nvPr/>
          </p:nvSpPr>
          <p:spPr bwMode="auto">
            <a:xfrm>
              <a:off x="3178" y="1130"/>
              <a:ext cx="3" cy="778"/>
            </a:xfrm>
            <a:custGeom>
              <a:avLst/>
              <a:gdLst>
                <a:gd name="T0" fmla="*/ 0 w 3"/>
                <a:gd name="T1" fmla="*/ 778 h 778"/>
                <a:gd name="T2" fmla="*/ 2 w 3"/>
                <a:gd name="T3" fmla="*/ 0 h 778"/>
                <a:gd name="T4" fmla="*/ 3 w 3"/>
                <a:gd name="T5" fmla="*/ 0 h 7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" h="778">
                  <a:moveTo>
                    <a:pt x="0" y="778"/>
                  </a:moveTo>
                  <a:lnTo>
                    <a:pt x="2" y="0"/>
                  </a:lnTo>
                  <a:lnTo>
                    <a:pt x="3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8806" name="Freeform 22">
              <a:extLst>
                <a:ext uri="{FF2B5EF4-FFF2-40B4-BE49-F238E27FC236}">
                  <a16:creationId xmlns:a16="http://schemas.microsoft.com/office/drawing/2014/main" id="{6EAC72E6-E653-43F1-87F1-6A7DCFE03B3C}"/>
                </a:ext>
              </a:extLst>
            </p:cNvPr>
            <p:cNvSpPr>
              <a:spLocks/>
            </p:cNvSpPr>
            <p:nvPr/>
          </p:nvSpPr>
          <p:spPr bwMode="auto">
            <a:xfrm>
              <a:off x="3129" y="1098"/>
              <a:ext cx="51" cy="32"/>
            </a:xfrm>
            <a:custGeom>
              <a:avLst/>
              <a:gdLst>
                <a:gd name="T0" fmla="*/ 51 w 51"/>
                <a:gd name="T1" fmla="*/ 32 h 32"/>
                <a:gd name="T2" fmla="*/ 44 w 51"/>
                <a:gd name="T3" fmla="*/ 14 h 32"/>
                <a:gd name="T4" fmla="*/ 20 w 51"/>
                <a:gd name="T5" fmla="*/ 9 h 32"/>
                <a:gd name="T6" fmla="*/ 0 w 51"/>
                <a:gd name="T7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1" h="32">
                  <a:moveTo>
                    <a:pt x="51" y="32"/>
                  </a:moveTo>
                  <a:lnTo>
                    <a:pt x="44" y="14"/>
                  </a:lnTo>
                  <a:lnTo>
                    <a:pt x="20" y="9"/>
                  </a:lnTo>
                  <a:lnTo>
                    <a:pt x="0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8807" name="Freeform 23">
              <a:extLst>
                <a:ext uri="{FF2B5EF4-FFF2-40B4-BE49-F238E27FC236}">
                  <a16:creationId xmlns:a16="http://schemas.microsoft.com/office/drawing/2014/main" id="{DD239017-92C2-42DC-9C3E-11E349A64CEB}"/>
                </a:ext>
              </a:extLst>
            </p:cNvPr>
            <p:cNvSpPr>
              <a:spLocks/>
            </p:cNvSpPr>
            <p:nvPr/>
          </p:nvSpPr>
          <p:spPr bwMode="auto">
            <a:xfrm>
              <a:off x="3304" y="956"/>
              <a:ext cx="24" cy="25"/>
            </a:xfrm>
            <a:custGeom>
              <a:avLst/>
              <a:gdLst>
                <a:gd name="T0" fmla="*/ 148 w 148"/>
                <a:gd name="T1" fmla="*/ 149 h 149"/>
                <a:gd name="T2" fmla="*/ 105 w 148"/>
                <a:gd name="T3" fmla="*/ 43 h 149"/>
                <a:gd name="T4" fmla="*/ 0 w 148"/>
                <a:gd name="T5" fmla="*/ 0 h 149"/>
                <a:gd name="T6" fmla="*/ 1 w 148"/>
                <a:gd name="T7" fmla="*/ 0 h 1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8" h="149">
                  <a:moveTo>
                    <a:pt x="148" y="149"/>
                  </a:moveTo>
                  <a:lnTo>
                    <a:pt x="105" y="43"/>
                  </a:ln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8808" name="Freeform 24">
              <a:extLst>
                <a:ext uri="{FF2B5EF4-FFF2-40B4-BE49-F238E27FC236}">
                  <a16:creationId xmlns:a16="http://schemas.microsoft.com/office/drawing/2014/main" id="{4427D24B-0C24-40EF-B70F-CEF0406740DA}"/>
                </a:ext>
              </a:extLst>
            </p:cNvPr>
            <p:cNvSpPr>
              <a:spLocks/>
            </p:cNvSpPr>
            <p:nvPr/>
          </p:nvSpPr>
          <p:spPr bwMode="auto">
            <a:xfrm>
              <a:off x="2040" y="949"/>
              <a:ext cx="96" cy="77"/>
            </a:xfrm>
            <a:custGeom>
              <a:avLst/>
              <a:gdLst>
                <a:gd name="T0" fmla="*/ 96 w 96"/>
                <a:gd name="T1" fmla="*/ 0 h 77"/>
                <a:gd name="T2" fmla="*/ 34 w 96"/>
                <a:gd name="T3" fmla="*/ 5 h 77"/>
                <a:gd name="T4" fmla="*/ 0 w 96"/>
                <a:gd name="T5" fmla="*/ 24 h 77"/>
                <a:gd name="T6" fmla="*/ 0 w 96"/>
                <a:gd name="T7" fmla="*/ 77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6" h="77">
                  <a:moveTo>
                    <a:pt x="96" y="0"/>
                  </a:moveTo>
                  <a:lnTo>
                    <a:pt x="34" y="5"/>
                  </a:lnTo>
                  <a:lnTo>
                    <a:pt x="0" y="24"/>
                  </a:lnTo>
                  <a:lnTo>
                    <a:pt x="0" y="77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8809" name="Freeform 25">
              <a:extLst>
                <a:ext uri="{FF2B5EF4-FFF2-40B4-BE49-F238E27FC236}">
                  <a16:creationId xmlns:a16="http://schemas.microsoft.com/office/drawing/2014/main" id="{6CC73DD5-9A77-41F1-8220-F0362CFAC5FE}"/>
                </a:ext>
              </a:extLst>
            </p:cNvPr>
            <p:cNvSpPr>
              <a:spLocks/>
            </p:cNvSpPr>
            <p:nvPr/>
          </p:nvSpPr>
          <p:spPr bwMode="auto">
            <a:xfrm>
              <a:off x="1930" y="1630"/>
              <a:ext cx="116" cy="63"/>
            </a:xfrm>
            <a:custGeom>
              <a:avLst/>
              <a:gdLst>
                <a:gd name="T0" fmla="*/ 0 w 116"/>
                <a:gd name="T1" fmla="*/ 63 h 63"/>
                <a:gd name="T2" fmla="*/ 86 w 116"/>
                <a:gd name="T3" fmla="*/ 63 h 63"/>
                <a:gd name="T4" fmla="*/ 110 w 116"/>
                <a:gd name="T5" fmla="*/ 33 h 63"/>
                <a:gd name="T6" fmla="*/ 116 w 116"/>
                <a:gd name="T7" fmla="*/ 0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6" h="63">
                  <a:moveTo>
                    <a:pt x="0" y="63"/>
                  </a:moveTo>
                  <a:lnTo>
                    <a:pt x="86" y="63"/>
                  </a:lnTo>
                  <a:lnTo>
                    <a:pt x="110" y="33"/>
                  </a:lnTo>
                  <a:lnTo>
                    <a:pt x="116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8810" name="Freeform 26">
              <a:extLst>
                <a:ext uri="{FF2B5EF4-FFF2-40B4-BE49-F238E27FC236}">
                  <a16:creationId xmlns:a16="http://schemas.microsoft.com/office/drawing/2014/main" id="{A367D8CC-1FEB-4CE5-8524-8D002256C970}"/>
                </a:ext>
              </a:extLst>
            </p:cNvPr>
            <p:cNvSpPr>
              <a:spLocks/>
            </p:cNvSpPr>
            <p:nvPr/>
          </p:nvSpPr>
          <p:spPr bwMode="auto">
            <a:xfrm>
              <a:off x="2883" y="805"/>
              <a:ext cx="1" cy="300"/>
            </a:xfrm>
            <a:custGeom>
              <a:avLst/>
              <a:gdLst>
                <a:gd name="T0" fmla="*/ 0 w 1"/>
                <a:gd name="T1" fmla="*/ 1798 h 1798"/>
                <a:gd name="T2" fmla="*/ 0 w 1"/>
                <a:gd name="T3" fmla="*/ 0 h 1798"/>
                <a:gd name="T4" fmla="*/ 1 w 1"/>
                <a:gd name="T5" fmla="*/ 0 h 17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1798">
                  <a:moveTo>
                    <a:pt x="0" y="1798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8811" name="Freeform 27">
              <a:extLst>
                <a:ext uri="{FF2B5EF4-FFF2-40B4-BE49-F238E27FC236}">
                  <a16:creationId xmlns:a16="http://schemas.microsoft.com/office/drawing/2014/main" id="{582ADF7F-0FB2-400B-965D-8E1E30C00C4A}"/>
                </a:ext>
              </a:extLst>
            </p:cNvPr>
            <p:cNvSpPr>
              <a:spLocks/>
            </p:cNvSpPr>
            <p:nvPr/>
          </p:nvSpPr>
          <p:spPr bwMode="auto">
            <a:xfrm>
              <a:off x="2314" y="889"/>
              <a:ext cx="26" cy="67"/>
            </a:xfrm>
            <a:custGeom>
              <a:avLst/>
              <a:gdLst>
                <a:gd name="T0" fmla="*/ 0 w 26"/>
                <a:gd name="T1" fmla="*/ 67 h 67"/>
                <a:gd name="T2" fmla="*/ 19 w 26"/>
                <a:gd name="T3" fmla="*/ 50 h 67"/>
                <a:gd name="T4" fmla="*/ 26 w 26"/>
                <a:gd name="T5" fmla="*/ 26 h 67"/>
                <a:gd name="T6" fmla="*/ 26 w 26"/>
                <a:gd name="T7" fmla="*/ 0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6" h="67">
                  <a:moveTo>
                    <a:pt x="0" y="67"/>
                  </a:moveTo>
                  <a:lnTo>
                    <a:pt x="19" y="50"/>
                  </a:lnTo>
                  <a:lnTo>
                    <a:pt x="26" y="26"/>
                  </a:lnTo>
                  <a:lnTo>
                    <a:pt x="26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8812" name="Freeform 28">
              <a:extLst>
                <a:ext uri="{FF2B5EF4-FFF2-40B4-BE49-F238E27FC236}">
                  <a16:creationId xmlns:a16="http://schemas.microsoft.com/office/drawing/2014/main" id="{CB0FF0CB-5866-4BC3-AE8A-41F3D5E202C4}"/>
                </a:ext>
              </a:extLst>
            </p:cNvPr>
            <p:cNvSpPr>
              <a:spLocks/>
            </p:cNvSpPr>
            <p:nvPr/>
          </p:nvSpPr>
          <p:spPr bwMode="auto">
            <a:xfrm>
              <a:off x="3063" y="956"/>
              <a:ext cx="248" cy="1"/>
            </a:xfrm>
            <a:custGeom>
              <a:avLst/>
              <a:gdLst>
                <a:gd name="T0" fmla="*/ 0 w 1485"/>
                <a:gd name="T1" fmla="*/ 1484 w 1485"/>
                <a:gd name="T2" fmla="*/ 1485 w 148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1485">
                  <a:moveTo>
                    <a:pt x="0" y="0"/>
                  </a:moveTo>
                  <a:lnTo>
                    <a:pt x="1484" y="0"/>
                  </a:lnTo>
                  <a:lnTo>
                    <a:pt x="1485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8813" name="Freeform 29">
              <a:extLst>
                <a:ext uri="{FF2B5EF4-FFF2-40B4-BE49-F238E27FC236}">
                  <a16:creationId xmlns:a16="http://schemas.microsoft.com/office/drawing/2014/main" id="{A03DB7EE-A4C7-4E2B-AC85-EF95546FA3C9}"/>
                </a:ext>
              </a:extLst>
            </p:cNvPr>
            <p:cNvSpPr>
              <a:spLocks/>
            </p:cNvSpPr>
            <p:nvPr/>
          </p:nvSpPr>
          <p:spPr bwMode="auto">
            <a:xfrm>
              <a:off x="3033" y="920"/>
              <a:ext cx="39" cy="43"/>
            </a:xfrm>
            <a:custGeom>
              <a:avLst/>
              <a:gdLst>
                <a:gd name="T0" fmla="*/ 0 w 39"/>
                <a:gd name="T1" fmla="*/ 0 h 43"/>
                <a:gd name="T2" fmla="*/ 1 w 39"/>
                <a:gd name="T3" fmla="*/ 29 h 43"/>
                <a:gd name="T4" fmla="*/ 39 w 39"/>
                <a:gd name="T5" fmla="*/ 43 h 43"/>
                <a:gd name="T6" fmla="*/ 19 w 39"/>
                <a:gd name="T7" fmla="*/ 36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9" h="43">
                  <a:moveTo>
                    <a:pt x="0" y="0"/>
                  </a:moveTo>
                  <a:lnTo>
                    <a:pt x="1" y="29"/>
                  </a:lnTo>
                  <a:lnTo>
                    <a:pt x="39" y="43"/>
                  </a:lnTo>
                  <a:lnTo>
                    <a:pt x="19" y="36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8814" name="Freeform 30">
              <a:extLst>
                <a:ext uri="{FF2B5EF4-FFF2-40B4-BE49-F238E27FC236}">
                  <a16:creationId xmlns:a16="http://schemas.microsoft.com/office/drawing/2014/main" id="{AEAD912B-7DDB-4E01-B017-6A4648C5E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2563" y="805"/>
              <a:ext cx="454" cy="1092"/>
            </a:xfrm>
            <a:custGeom>
              <a:avLst/>
              <a:gdLst>
                <a:gd name="T0" fmla="*/ 0 w 454"/>
                <a:gd name="T1" fmla="*/ 0 h 1092"/>
                <a:gd name="T2" fmla="*/ 5 w 454"/>
                <a:gd name="T3" fmla="*/ 96 h 1092"/>
                <a:gd name="T4" fmla="*/ 39 w 454"/>
                <a:gd name="T5" fmla="*/ 154 h 1092"/>
                <a:gd name="T6" fmla="*/ 144 w 454"/>
                <a:gd name="T7" fmla="*/ 258 h 1092"/>
                <a:gd name="T8" fmla="*/ 235 w 454"/>
                <a:gd name="T9" fmla="*/ 383 h 1092"/>
                <a:gd name="T10" fmla="*/ 349 w 454"/>
                <a:gd name="T11" fmla="*/ 491 h 1092"/>
                <a:gd name="T12" fmla="*/ 381 w 454"/>
                <a:gd name="T13" fmla="*/ 555 h 1092"/>
                <a:gd name="T14" fmla="*/ 384 w 454"/>
                <a:gd name="T15" fmla="*/ 630 h 1092"/>
                <a:gd name="T16" fmla="*/ 383 w 454"/>
                <a:gd name="T17" fmla="*/ 792 h 1092"/>
                <a:gd name="T18" fmla="*/ 433 w 454"/>
                <a:gd name="T19" fmla="*/ 941 h 1092"/>
                <a:gd name="T20" fmla="*/ 448 w 454"/>
                <a:gd name="T21" fmla="*/ 1092 h 1092"/>
                <a:gd name="T22" fmla="*/ 454 w 454"/>
                <a:gd name="T23" fmla="*/ 1086 h 10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54" h="1092">
                  <a:moveTo>
                    <a:pt x="0" y="0"/>
                  </a:moveTo>
                  <a:lnTo>
                    <a:pt x="5" y="96"/>
                  </a:lnTo>
                  <a:lnTo>
                    <a:pt x="39" y="154"/>
                  </a:lnTo>
                  <a:lnTo>
                    <a:pt x="144" y="258"/>
                  </a:lnTo>
                  <a:lnTo>
                    <a:pt x="235" y="383"/>
                  </a:lnTo>
                  <a:lnTo>
                    <a:pt x="349" y="491"/>
                  </a:lnTo>
                  <a:lnTo>
                    <a:pt x="381" y="555"/>
                  </a:lnTo>
                  <a:lnTo>
                    <a:pt x="384" y="630"/>
                  </a:lnTo>
                  <a:lnTo>
                    <a:pt x="383" y="792"/>
                  </a:lnTo>
                  <a:lnTo>
                    <a:pt x="433" y="941"/>
                  </a:lnTo>
                  <a:lnTo>
                    <a:pt x="448" y="1092"/>
                  </a:lnTo>
                  <a:lnTo>
                    <a:pt x="454" y="1086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8815" name="Freeform 31">
              <a:extLst>
                <a:ext uri="{FF2B5EF4-FFF2-40B4-BE49-F238E27FC236}">
                  <a16:creationId xmlns:a16="http://schemas.microsoft.com/office/drawing/2014/main" id="{0C6B74D9-D3CA-41D2-A271-9052782511DC}"/>
                </a:ext>
              </a:extLst>
            </p:cNvPr>
            <p:cNvSpPr>
              <a:spLocks/>
            </p:cNvSpPr>
            <p:nvPr/>
          </p:nvSpPr>
          <p:spPr bwMode="auto">
            <a:xfrm>
              <a:off x="3353" y="1693"/>
              <a:ext cx="591" cy="1"/>
            </a:xfrm>
            <a:custGeom>
              <a:avLst/>
              <a:gdLst>
                <a:gd name="T0" fmla="*/ 0 w 3547"/>
                <a:gd name="T1" fmla="*/ 3546 w 3547"/>
                <a:gd name="T2" fmla="*/ 3547 w 3547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3547">
                  <a:moveTo>
                    <a:pt x="0" y="0"/>
                  </a:moveTo>
                  <a:lnTo>
                    <a:pt x="3546" y="0"/>
                  </a:lnTo>
                  <a:lnTo>
                    <a:pt x="3547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8816" name="Freeform 32">
              <a:extLst>
                <a:ext uri="{FF2B5EF4-FFF2-40B4-BE49-F238E27FC236}">
                  <a16:creationId xmlns:a16="http://schemas.microsoft.com/office/drawing/2014/main" id="{8BA088AE-2AE4-4986-95FD-080E2DC53DA0}"/>
                </a:ext>
              </a:extLst>
            </p:cNvPr>
            <p:cNvSpPr>
              <a:spLocks/>
            </p:cNvSpPr>
            <p:nvPr/>
          </p:nvSpPr>
          <p:spPr bwMode="auto">
            <a:xfrm>
              <a:off x="3326" y="1611"/>
              <a:ext cx="63" cy="84"/>
            </a:xfrm>
            <a:custGeom>
              <a:avLst/>
              <a:gdLst>
                <a:gd name="T0" fmla="*/ 0 w 63"/>
                <a:gd name="T1" fmla="*/ 0 h 84"/>
                <a:gd name="T2" fmla="*/ 0 w 63"/>
                <a:gd name="T3" fmla="*/ 68 h 84"/>
                <a:gd name="T4" fmla="*/ 41 w 63"/>
                <a:gd name="T5" fmla="*/ 84 h 84"/>
                <a:gd name="T6" fmla="*/ 63 w 63"/>
                <a:gd name="T7" fmla="*/ 82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4">
                  <a:moveTo>
                    <a:pt x="0" y="0"/>
                  </a:moveTo>
                  <a:lnTo>
                    <a:pt x="0" y="68"/>
                  </a:lnTo>
                  <a:lnTo>
                    <a:pt x="41" y="84"/>
                  </a:lnTo>
                  <a:lnTo>
                    <a:pt x="63" y="82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8817" name="Freeform 33">
              <a:extLst>
                <a:ext uri="{FF2B5EF4-FFF2-40B4-BE49-F238E27FC236}">
                  <a16:creationId xmlns:a16="http://schemas.microsoft.com/office/drawing/2014/main" id="{42708DE0-F5D7-4AEB-A2EF-D0ACA46F2222}"/>
                </a:ext>
              </a:extLst>
            </p:cNvPr>
            <p:cNvSpPr>
              <a:spLocks/>
            </p:cNvSpPr>
            <p:nvPr/>
          </p:nvSpPr>
          <p:spPr bwMode="auto">
            <a:xfrm>
              <a:off x="3518" y="1693"/>
              <a:ext cx="2" cy="215"/>
            </a:xfrm>
            <a:custGeom>
              <a:avLst/>
              <a:gdLst>
                <a:gd name="T0" fmla="*/ 0 w 2"/>
                <a:gd name="T1" fmla="*/ 215 h 215"/>
                <a:gd name="T2" fmla="*/ 1 w 2"/>
                <a:gd name="T3" fmla="*/ 0 h 215"/>
                <a:gd name="T4" fmla="*/ 2 w 2"/>
                <a:gd name="T5" fmla="*/ 0 h 2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215">
                  <a:moveTo>
                    <a:pt x="0" y="215"/>
                  </a:moveTo>
                  <a:lnTo>
                    <a:pt x="1" y="0"/>
                  </a:lnTo>
                  <a:lnTo>
                    <a:pt x="2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8818" name="Freeform 34">
              <a:extLst>
                <a:ext uri="{FF2B5EF4-FFF2-40B4-BE49-F238E27FC236}">
                  <a16:creationId xmlns:a16="http://schemas.microsoft.com/office/drawing/2014/main" id="{C4BFBB2A-31D8-4A88-8F70-74C4800D649A}"/>
                </a:ext>
              </a:extLst>
            </p:cNvPr>
            <p:cNvSpPr>
              <a:spLocks/>
            </p:cNvSpPr>
            <p:nvPr/>
          </p:nvSpPr>
          <p:spPr bwMode="auto">
            <a:xfrm>
              <a:off x="2685" y="1182"/>
              <a:ext cx="1" cy="495"/>
            </a:xfrm>
            <a:custGeom>
              <a:avLst/>
              <a:gdLst>
                <a:gd name="T0" fmla="*/ 0 w 1"/>
                <a:gd name="T1" fmla="*/ 0 h 2973"/>
                <a:gd name="T2" fmla="*/ 0 w 1"/>
                <a:gd name="T3" fmla="*/ 2973 h 2973"/>
                <a:gd name="T4" fmla="*/ 1 w 1"/>
                <a:gd name="T5" fmla="*/ 2973 h 29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2973">
                  <a:moveTo>
                    <a:pt x="0" y="0"/>
                  </a:moveTo>
                  <a:lnTo>
                    <a:pt x="0" y="2973"/>
                  </a:lnTo>
                  <a:lnTo>
                    <a:pt x="1" y="2973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8819" name="Freeform 35">
              <a:extLst>
                <a:ext uri="{FF2B5EF4-FFF2-40B4-BE49-F238E27FC236}">
                  <a16:creationId xmlns:a16="http://schemas.microsoft.com/office/drawing/2014/main" id="{3111081A-5C3D-4A13-94AC-E2466B41B4F5}"/>
                </a:ext>
              </a:extLst>
            </p:cNvPr>
            <p:cNvSpPr>
              <a:spLocks/>
            </p:cNvSpPr>
            <p:nvPr/>
          </p:nvSpPr>
          <p:spPr bwMode="auto">
            <a:xfrm>
              <a:off x="2685" y="1122"/>
              <a:ext cx="1" cy="26"/>
            </a:xfrm>
            <a:custGeom>
              <a:avLst/>
              <a:gdLst>
                <a:gd name="T0" fmla="*/ 0 w 1"/>
                <a:gd name="T1" fmla="*/ 0 h 152"/>
                <a:gd name="T2" fmla="*/ 0 w 1"/>
                <a:gd name="T3" fmla="*/ 152 h 152"/>
                <a:gd name="T4" fmla="*/ 1 w 1"/>
                <a:gd name="T5" fmla="*/ 152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152">
                  <a:moveTo>
                    <a:pt x="0" y="0"/>
                  </a:moveTo>
                  <a:lnTo>
                    <a:pt x="0" y="152"/>
                  </a:lnTo>
                  <a:lnTo>
                    <a:pt x="1" y="152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8820" name="Freeform 36">
              <a:extLst>
                <a:ext uri="{FF2B5EF4-FFF2-40B4-BE49-F238E27FC236}">
                  <a16:creationId xmlns:a16="http://schemas.microsoft.com/office/drawing/2014/main" id="{05ED8E3A-3679-4705-AB1E-DB804A47866C}"/>
                </a:ext>
              </a:extLst>
            </p:cNvPr>
            <p:cNvSpPr>
              <a:spLocks/>
            </p:cNvSpPr>
            <p:nvPr/>
          </p:nvSpPr>
          <p:spPr bwMode="auto">
            <a:xfrm>
              <a:off x="1749" y="1396"/>
              <a:ext cx="309" cy="1"/>
            </a:xfrm>
            <a:custGeom>
              <a:avLst/>
              <a:gdLst>
                <a:gd name="T0" fmla="*/ 0 w 1854"/>
                <a:gd name="T1" fmla="*/ 1853 w 1854"/>
                <a:gd name="T2" fmla="*/ 1854 w 185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1854">
                  <a:moveTo>
                    <a:pt x="0" y="0"/>
                  </a:moveTo>
                  <a:lnTo>
                    <a:pt x="1853" y="0"/>
                  </a:lnTo>
                  <a:lnTo>
                    <a:pt x="1854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8821" name="Freeform 37">
              <a:extLst>
                <a:ext uri="{FF2B5EF4-FFF2-40B4-BE49-F238E27FC236}">
                  <a16:creationId xmlns:a16="http://schemas.microsoft.com/office/drawing/2014/main" id="{E1B6E166-FF45-4FED-AEF9-6D8842C8882E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1" y="1693"/>
              <a:ext cx="125" cy="1"/>
            </a:xfrm>
            <a:custGeom>
              <a:avLst/>
              <a:gdLst>
                <a:gd name="T0" fmla="*/ 0 w 750"/>
                <a:gd name="T1" fmla="*/ 749 w 750"/>
                <a:gd name="T2" fmla="*/ 750 w 75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750">
                  <a:moveTo>
                    <a:pt x="0" y="0"/>
                  </a:moveTo>
                  <a:lnTo>
                    <a:pt x="749" y="0"/>
                  </a:lnTo>
                  <a:lnTo>
                    <a:pt x="750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8822" name="Freeform 38">
              <a:extLst>
                <a:ext uri="{FF2B5EF4-FFF2-40B4-BE49-F238E27FC236}">
                  <a16:creationId xmlns:a16="http://schemas.microsoft.com/office/drawing/2014/main" id="{B7F6293D-C27C-4ACF-B649-5A91C2A48367}"/>
                </a:ext>
              </a:extLst>
            </p:cNvPr>
            <p:cNvSpPr>
              <a:spLocks/>
            </p:cNvSpPr>
            <p:nvPr/>
          </p:nvSpPr>
          <p:spPr bwMode="auto">
            <a:xfrm>
              <a:off x="2685" y="1758"/>
              <a:ext cx="1" cy="258"/>
            </a:xfrm>
            <a:custGeom>
              <a:avLst/>
              <a:gdLst>
                <a:gd name="T0" fmla="*/ 0 w 1"/>
                <a:gd name="T1" fmla="*/ 0 h 1549"/>
                <a:gd name="T2" fmla="*/ 0 w 1"/>
                <a:gd name="T3" fmla="*/ 1549 h 1549"/>
                <a:gd name="T4" fmla="*/ 1 w 1"/>
                <a:gd name="T5" fmla="*/ 1549 h 15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1549">
                  <a:moveTo>
                    <a:pt x="0" y="0"/>
                  </a:moveTo>
                  <a:lnTo>
                    <a:pt x="0" y="1549"/>
                  </a:lnTo>
                  <a:lnTo>
                    <a:pt x="1" y="1549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8823" name="Freeform 39">
              <a:extLst>
                <a:ext uri="{FF2B5EF4-FFF2-40B4-BE49-F238E27FC236}">
                  <a16:creationId xmlns:a16="http://schemas.microsoft.com/office/drawing/2014/main" id="{B41A48FE-3F68-472A-8107-8B3CB7A2BD07}"/>
                </a:ext>
              </a:extLst>
            </p:cNvPr>
            <p:cNvSpPr>
              <a:spLocks/>
            </p:cNvSpPr>
            <p:nvPr/>
          </p:nvSpPr>
          <p:spPr bwMode="auto">
            <a:xfrm>
              <a:off x="2685" y="1711"/>
              <a:ext cx="1" cy="19"/>
            </a:xfrm>
            <a:custGeom>
              <a:avLst/>
              <a:gdLst>
                <a:gd name="T0" fmla="*/ 0 w 1"/>
                <a:gd name="T1" fmla="*/ 0 h 114"/>
                <a:gd name="T2" fmla="*/ 0 w 1"/>
                <a:gd name="T3" fmla="*/ 114 h 114"/>
                <a:gd name="T4" fmla="*/ 1 w 1"/>
                <a:gd name="T5" fmla="*/ 114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114">
                  <a:moveTo>
                    <a:pt x="0" y="0"/>
                  </a:moveTo>
                  <a:lnTo>
                    <a:pt x="0" y="114"/>
                  </a:lnTo>
                  <a:lnTo>
                    <a:pt x="1" y="114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8824" name="Freeform 40">
              <a:extLst>
                <a:ext uri="{FF2B5EF4-FFF2-40B4-BE49-F238E27FC236}">
                  <a16:creationId xmlns:a16="http://schemas.microsoft.com/office/drawing/2014/main" id="{C5B260BA-A182-42E3-8842-34682FE9F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3675" y="1830"/>
              <a:ext cx="1" cy="162"/>
            </a:xfrm>
            <a:custGeom>
              <a:avLst/>
              <a:gdLst>
                <a:gd name="T0" fmla="*/ 0 w 1"/>
                <a:gd name="T1" fmla="*/ 0 h 975"/>
                <a:gd name="T2" fmla="*/ 0 w 1"/>
                <a:gd name="T3" fmla="*/ 975 h 975"/>
                <a:gd name="T4" fmla="*/ 1 w 1"/>
                <a:gd name="T5" fmla="*/ 975 h 9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975">
                  <a:moveTo>
                    <a:pt x="0" y="0"/>
                  </a:moveTo>
                  <a:lnTo>
                    <a:pt x="0" y="975"/>
                  </a:lnTo>
                  <a:lnTo>
                    <a:pt x="1" y="975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8825" name="Freeform 41">
              <a:extLst>
                <a:ext uri="{FF2B5EF4-FFF2-40B4-BE49-F238E27FC236}">
                  <a16:creationId xmlns:a16="http://schemas.microsoft.com/office/drawing/2014/main" id="{D6657FF9-EF58-4E66-B840-3FF9E4EF7ACD}"/>
                </a:ext>
              </a:extLst>
            </p:cNvPr>
            <p:cNvSpPr>
              <a:spLocks/>
            </p:cNvSpPr>
            <p:nvPr/>
          </p:nvSpPr>
          <p:spPr bwMode="auto">
            <a:xfrm>
              <a:off x="3675" y="1792"/>
              <a:ext cx="1" cy="19"/>
            </a:xfrm>
            <a:custGeom>
              <a:avLst/>
              <a:gdLst>
                <a:gd name="T0" fmla="*/ 0 w 1"/>
                <a:gd name="T1" fmla="*/ 0 h 115"/>
                <a:gd name="T2" fmla="*/ 0 w 1"/>
                <a:gd name="T3" fmla="*/ 115 h 115"/>
                <a:gd name="T4" fmla="*/ 1 w 1"/>
                <a:gd name="T5" fmla="*/ 115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115">
                  <a:moveTo>
                    <a:pt x="0" y="0"/>
                  </a:moveTo>
                  <a:lnTo>
                    <a:pt x="0" y="115"/>
                  </a:lnTo>
                  <a:lnTo>
                    <a:pt x="1" y="115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8826" name="Freeform 42">
              <a:extLst>
                <a:ext uri="{FF2B5EF4-FFF2-40B4-BE49-F238E27FC236}">
                  <a16:creationId xmlns:a16="http://schemas.microsoft.com/office/drawing/2014/main" id="{6485D1DA-CFC5-411E-B7E1-ECA918513971}"/>
                </a:ext>
              </a:extLst>
            </p:cNvPr>
            <p:cNvSpPr>
              <a:spLocks/>
            </p:cNvSpPr>
            <p:nvPr/>
          </p:nvSpPr>
          <p:spPr bwMode="auto">
            <a:xfrm>
              <a:off x="1696" y="1852"/>
              <a:ext cx="1" cy="182"/>
            </a:xfrm>
            <a:custGeom>
              <a:avLst/>
              <a:gdLst>
                <a:gd name="T0" fmla="*/ 0 w 1"/>
                <a:gd name="T1" fmla="*/ 0 h 1089"/>
                <a:gd name="T2" fmla="*/ 0 w 1"/>
                <a:gd name="T3" fmla="*/ 1089 h 1089"/>
                <a:gd name="T4" fmla="*/ 1 w 1"/>
                <a:gd name="T5" fmla="*/ 1089 h 10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1089">
                  <a:moveTo>
                    <a:pt x="0" y="0"/>
                  </a:moveTo>
                  <a:lnTo>
                    <a:pt x="0" y="1089"/>
                  </a:lnTo>
                  <a:lnTo>
                    <a:pt x="1" y="1089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8827" name="Freeform 43">
              <a:extLst>
                <a:ext uri="{FF2B5EF4-FFF2-40B4-BE49-F238E27FC236}">
                  <a16:creationId xmlns:a16="http://schemas.microsoft.com/office/drawing/2014/main" id="{E855DECF-8B0C-4953-AED1-DBC76B6C38A1}"/>
                </a:ext>
              </a:extLst>
            </p:cNvPr>
            <p:cNvSpPr>
              <a:spLocks/>
            </p:cNvSpPr>
            <p:nvPr/>
          </p:nvSpPr>
          <p:spPr bwMode="auto">
            <a:xfrm>
              <a:off x="1695" y="1795"/>
              <a:ext cx="1" cy="42"/>
            </a:xfrm>
            <a:custGeom>
              <a:avLst/>
              <a:gdLst>
                <a:gd name="T0" fmla="*/ 0 w 1"/>
                <a:gd name="T1" fmla="*/ 42 h 42"/>
                <a:gd name="T2" fmla="*/ 0 w 1"/>
                <a:gd name="T3" fmla="*/ 0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42">
                  <a:moveTo>
                    <a:pt x="0" y="42"/>
                  </a:moveTo>
                  <a:lnTo>
                    <a:pt x="0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8828" name="Freeform 44">
              <a:extLst>
                <a:ext uri="{FF2B5EF4-FFF2-40B4-BE49-F238E27FC236}">
                  <a16:creationId xmlns:a16="http://schemas.microsoft.com/office/drawing/2014/main" id="{7C7B7EAB-344A-4438-9976-2519C86FAC39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9" y="1270"/>
              <a:ext cx="1" cy="250"/>
            </a:xfrm>
            <a:custGeom>
              <a:avLst/>
              <a:gdLst>
                <a:gd name="T0" fmla="*/ 0 w 1"/>
                <a:gd name="T1" fmla="*/ 0 h 1495"/>
                <a:gd name="T2" fmla="*/ 0 w 1"/>
                <a:gd name="T3" fmla="*/ 1495 h 1495"/>
                <a:gd name="T4" fmla="*/ 1 w 1"/>
                <a:gd name="T5" fmla="*/ 1495 h 14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1495">
                  <a:moveTo>
                    <a:pt x="0" y="0"/>
                  </a:moveTo>
                  <a:lnTo>
                    <a:pt x="0" y="1495"/>
                  </a:lnTo>
                  <a:lnTo>
                    <a:pt x="1" y="1495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8829" name="Freeform 45">
              <a:extLst>
                <a:ext uri="{FF2B5EF4-FFF2-40B4-BE49-F238E27FC236}">
                  <a16:creationId xmlns:a16="http://schemas.microsoft.com/office/drawing/2014/main" id="{5ADBA5DF-402A-4400-8C81-A92ED6B19FF1}"/>
                </a:ext>
              </a:extLst>
            </p:cNvPr>
            <p:cNvSpPr>
              <a:spLocks/>
            </p:cNvSpPr>
            <p:nvPr/>
          </p:nvSpPr>
          <p:spPr bwMode="auto">
            <a:xfrm>
              <a:off x="2289" y="1596"/>
              <a:ext cx="1" cy="145"/>
            </a:xfrm>
            <a:custGeom>
              <a:avLst/>
              <a:gdLst>
                <a:gd name="T0" fmla="*/ 0 w 1"/>
                <a:gd name="T1" fmla="*/ 0 h 875"/>
                <a:gd name="T2" fmla="*/ 0 w 1"/>
                <a:gd name="T3" fmla="*/ 875 h 875"/>
                <a:gd name="T4" fmla="*/ 1 w 1"/>
                <a:gd name="T5" fmla="*/ 875 h 8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875">
                  <a:moveTo>
                    <a:pt x="0" y="0"/>
                  </a:moveTo>
                  <a:lnTo>
                    <a:pt x="0" y="875"/>
                  </a:lnTo>
                  <a:lnTo>
                    <a:pt x="1" y="875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8830" name="Freeform 46">
              <a:extLst>
                <a:ext uri="{FF2B5EF4-FFF2-40B4-BE49-F238E27FC236}">
                  <a16:creationId xmlns:a16="http://schemas.microsoft.com/office/drawing/2014/main" id="{CBC3DBD8-516C-424B-B0AA-58651F118D43}"/>
                </a:ext>
              </a:extLst>
            </p:cNvPr>
            <p:cNvSpPr>
              <a:spLocks/>
            </p:cNvSpPr>
            <p:nvPr/>
          </p:nvSpPr>
          <p:spPr bwMode="auto">
            <a:xfrm>
              <a:off x="2289" y="1563"/>
              <a:ext cx="1" cy="16"/>
            </a:xfrm>
            <a:custGeom>
              <a:avLst/>
              <a:gdLst>
                <a:gd name="T0" fmla="*/ 0 w 1"/>
                <a:gd name="T1" fmla="*/ 0 h 98"/>
                <a:gd name="T2" fmla="*/ 0 w 1"/>
                <a:gd name="T3" fmla="*/ 98 h 98"/>
                <a:gd name="T4" fmla="*/ 1 w 1"/>
                <a:gd name="T5" fmla="*/ 9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98">
                  <a:moveTo>
                    <a:pt x="0" y="0"/>
                  </a:moveTo>
                  <a:lnTo>
                    <a:pt x="0" y="98"/>
                  </a:lnTo>
                  <a:lnTo>
                    <a:pt x="1" y="98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8831" name="Freeform 47">
              <a:extLst>
                <a:ext uri="{FF2B5EF4-FFF2-40B4-BE49-F238E27FC236}">
                  <a16:creationId xmlns:a16="http://schemas.microsoft.com/office/drawing/2014/main" id="{2D473451-4971-46C2-8A44-61F9A8C1D6F2}"/>
                </a:ext>
              </a:extLst>
            </p:cNvPr>
            <p:cNvSpPr>
              <a:spLocks/>
            </p:cNvSpPr>
            <p:nvPr/>
          </p:nvSpPr>
          <p:spPr bwMode="auto">
            <a:xfrm>
              <a:off x="2289" y="1254"/>
              <a:ext cx="1" cy="287"/>
            </a:xfrm>
            <a:custGeom>
              <a:avLst/>
              <a:gdLst>
                <a:gd name="T0" fmla="*/ 0 w 1"/>
                <a:gd name="T1" fmla="*/ 0 h 1724"/>
                <a:gd name="T2" fmla="*/ 0 w 1"/>
                <a:gd name="T3" fmla="*/ 1724 h 1724"/>
                <a:gd name="T4" fmla="*/ 1 w 1"/>
                <a:gd name="T5" fmla="*/ 1724 h 17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1724">
                  <a:moveTo>
                    <a:pt x="0" y="0"/>
                  </a:moveTo>
                  <a:lnTo>
                    <a:pt x="0" y="1724"/>
                  </a:lnTo>
                  <a:lnTo>
                    <a:pt x="1" y="1724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8832" name="Freeform 48">
              <a:extLst>
                <a:ext uri="{FF2B5EF4-FFF2-40B4-BE49-F238E27FC236}">
                  <a16:creationId xmlns:a16="http://schemas.microsoft.com/office/drawing/2014/main" id="{B98BF1BE-5359-4975-9F48-DCFB3FC23752}"/>
                </a:ext>
              </a:extLst>
            </p:cNvPr>
            <p:cNvSpPr>
              <a:spLocks/>
            </p:cNvSpPr>
            <p:nvPr/>
          </p:nvSpPr>
          <p:spPr bwMode="auto">
            <a:xfrm>
              <a:off x="2289" y="1220"/>
              <a:ext cx="1" cy="16"/>
            </a:xfrm>
            <a:custGeom>
              <a:avLst/>
              <a:gdLst>
                <a:gd name="T0" fmla="*/ 0 w 1"/>
                <a:gd name="T1" fmla="*/ 0 h 98"/>
                <a:gd name="T2" fmla="*/ 0 w 1"/>
                <a:gd name="T3" fmla="*/ 98 h 98"/>
                <a:gd name="T4" fmla="*/ 1 w 1"/>
                <a:gd name="T5" fmla="*/ 9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98">
                  <a:moveTo>
                    <a:pt x="0" y="0"/>
                  </a:moveTo>
                  <a:lnTo>
                    <a:pt x="0" y="98"/>
                  </a:lnTo>
                  <a:lnTo>
                    <a:pt x="1" y="98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8833" name="Freeform 49">
              <a:extLst>
                <a:ext uri="{FF2B5EF4-FFF2-40B4-BE49-F238E27FC236}">
                  <a16:creationId xmlns:a16="http://schemas.microsoft.com/office/drawing/2014/main" id="{CFC3F32A-E15D-484A-9342-30CF24BDD601}"/>
                </a:ext>
              </a:extLst>
            </p:cNvPr>
            <p:cNvSpPr>
              <a:spLocks/>
            </p:cNvSpPr>
            <p:nvPr/>
          </p:nvSpPr>
          <p:spPr bwMode="auto">
            <a:xfrm>
              <a:off x="2086" y="1396"/>
              <a:ext cx="16" cy="1"/>
            </a:xfrm>
            <a:custGeom>
              <a:avLst/>
              <a:gdLst>
                <a:gd name="T0" fmla="*/ 0 w 99"/>
                <a:gd name="T1" fmla="*/ 98 w 99"/>
                <a:gd name="T2" fmla="*/ 99 w 99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99">
                  <a:moveTo>
                    <a:pt x="0" y="0"/>
                  </a:moveTo>
                  <a:lnTo>
                    <a:pt x="98" y="0"/>
                  </a:lnTo>
                  <a:lnTo>
                    <a:pt x="99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8834" name="Freeform 50">
              <a:extLst>
                <a:ext uri="{FF2B5EF4-FFF2-40B4-BE49-F238E27FC236}">
                  <a16:creationId xmlns:a16="http://schemas.microsoft.com/office/drawing/2014/main" id="{55769F74-30FA-491E-AB39-7D978329D086}"/>
                </a:ext>
              </a:extLst>
            </p:cNvPr>
            <p:cNvSpPr>
              <a:spLocks/>
            </p:cNvSpPr>
            <p:nvPr/>
          </p:nvSpPr>
          <p:spPr bwMode="auto">
            <a:xfrm>
              <a:off x="2125" y="1396"/>
              <a:ext cx="352" cy="1"/>
            </a:xfrm>
            <a:custGeom>
              <a:avLst/>
              <a:gdLst>
                <a:gd name="T0" fmla="*/ 0 w 2116"/>
                <a:gd name="T1" fmla="*/ 2115 w 2116"/>
                <a:gd name="T2" fmla="*/ 2116 w 211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2116">
                  <a:moveTo>
                    <a:pt x="0" y="0"/>
                  </a:moveTo>
                  <a:lnTo>
                    <a:pt x="2115" y="0"/>
                  </a:lnTo>
                  <a:lnTo>
                    <a:pt x="2116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8835" name="Freeform 51">
              <a:extLst>
                <a:ext uri="{FF2B5EF4-FFF2-40B4-BE49-F238E27FC236}">
                  <a16:creationId xmlns:a16="http://schemas.microsoft.com/office/drawing/2014/main" id="{2238EBC9-A92C-41E9-8C8C-C65DCDBAA8B8}"/>
                </a:ext>
              </a:extLst>
            </p:cNvPr>
            <p:cNvSpPr>
              <a:spLocks/>
            </p:cNvSpPr>
            <p:nvPr/>
          </p:nvSpPr>
          <p:spPr bwMode="auto">
            <a:xfrm>
              <a:off x="2490" y="1395"/>
              <a:ext cx="30" cy="1"/>
            </a:xfrm>
            <a:custGeom>
              <a:avLst/>
              <a:gdLst>
                <a:gd name="T0" fmla="*/ 30 w 30"/>
                <a:gd name="T1" fmla="*/ 0 h 1"/>
                <a:gd name="T2" fmla="*/ 0 w 30"/>
                <a:gd name="T3" fmla="*/ 1 h 1"/>
                <a:gd name="T4" fmla="*/ 0 w 3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0" h="1">
                  <a:moveTo>
                    <a:pt x="30" y="0"/>
                  </a:moveTo>
                  <a:lnTo>
                    <a:pt x="0" y="1"/>
                  </a:lnTo>
                  <a:lnTo>
                    <a:pt x="0" y="1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8836" name="Freeform 52">
              <a:extLst>
                <a:ext uri="{FF2B5EF4-FFF2-40B4-BE49-F238E27FC236}">
                  <a16:creationId xmlns:a16="http://schemas.microsoft.com/office/drawing/2014/main" id="{1ECE6995-BC13-458B-BD10-96E1818E38E7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2" y="1396"/>
              <a:ext cx="309" cy="1"/>
            </a:xfrm>
            <a:custGeom>
              <a:avLst/>
              <a:gdLst>
                <a:gd name="T0" fmla="*/ 0 w 1855"/>
                <a:gd name="T1" fmla="*/ 1854 w 1855"/>
                <a:gd name="T2" fmla="*/ 1855 w 185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1855">
                  <a:moveTo>
                    <a:pt x="0" y="0"/>
                  </a:moveTo>
                  <a:lnTo>
                    <a:pt x="1854" y="0"/>
                  </a:lnTo>
                  <a:lnTo>
                    <a:pt x="1855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8837" name="Freeform 53">
              <a:extLst>
                <a:ext uri="{FF2B5EF4-FFF2-40B4-BE49-F238E27FC236}">
                  <a16:creationId xmlns:a16="http://schemas.microsoft.com/office/drawing/2014/main" id="{72AD34B0-4B32-4EA5-821D-0C3A5D376CC0}"/>
                </a:ext>
              </a:extLst>
            </p:cNvPr>
            <p:cNvSpPr>
              <a:spLocks/>
            </p:cNvSpPr>
            <p:nvPr/>
          </p:nvSpPr>
          <p:spPr bwMode="auto">
            <a:xfrm>
              <a:off x="2883" y="805"/>
              <a:ext cx="82" cy="82"/>
            </a:xfrm>
            <a:custGeom>
              <a:avLst/>
              <a:gdLst>
                <a:gd name="T0" fmla="*/ 0 w 488"/>
                <a:gd name="T1" fmla="*/ 488 h 488"/>
                <a:gd name="T2" fmla="*/ 487 w 488"/>
                <a:gd name="T3" fmla="*/ 0 h 488"/>
                <a:gd name="T4" fmla="*/ 488 w 488"/>
                <a:gd name="T5" fmla="*/ 0 h 4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88" h="488">
                  <a:moveTo>
                    <a:pt x="0" y="488"/>
                  </a:moveTo>
                  <a:lnTo>
                    <a:pt x="487" y="0"/>
                  </a:lnTo>
                  <a:lnTo>
                    <a:pt x="488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8838" name="Freeform 54">
              <a:extLst>
                <a:ext uri="{FF2B5EF4-FFF2-40B4-BE49-F238E27FC236}">
                  <a16:creationId xmlns:a16="http://schemas.microsoft.com/office/drawing/2014/main" id="{9D9CEA2E-08BB-4442-B97E-8E41E48640D6}"/>
                </a:ext>
              </a:extLst>
            </p:cNvPr>
            <p:cNvSpPr>
              <a:spLocks/>
            </p:cNvSpPr>
            <p:nvPr/>
          </p:nvSpPr>
          <p:spPr bwMode="auto">
            <a:xfrm>
              <a:off x="2883" y="894"/>
              <a:ext cx="149" cy="148"/>
            </a:xfrm>
            <a:custGeom>
              <a:avLst/>
              <a:gdLst>
                <a:gd name="T0" fmla="*/ 0 w 891"/>
                <a:gd name="T1" fmla="*/ 891 h 891"/>
                <a:gd name="T2" fmla="*/ 890 w 891"/>
                <a:gd name="T3" fmla="*/ 0 h 891"/>
                <a:gd name="T4" fmla="*/ 891 w 891"/>
                <a:gd name="T5" fmla="*/ 0 h 8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891" h="891">
                  <a:moveTo>
                    <a:pt x="0" y="891"/>
                  </a:moveTo>
                  <a:lnTo>
                    <a:pt x="890" y="0"/>
                  </a:lnTo>
                  <a:lnTo>
                    <a:pt x="891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8839" name="Freeform 55">
              <a:extLst>
                <a:ext uri="{FF2B5EF4-FFF2-40B4-BE49-F238E27FC236}">
                  <a16:creationId xmlns:a16="http://schemas.microsoft.com/office/drawing/2014/main" id="{C005C0DB-868D-4401-B270-1137AFEA7DD1}"/>
                </a:ext>
              </a:extLst>
            </p:cNvPr>
            <p:cNvSpPr>
              <a:spLocks/>
            </p:cNvSpPr>
            <p:nvPr/>
          </p:nvSpPr>
          <p:spPr bwMode="auto">
            <a:xfrm>
              <a:off x="2976" y="956"/>
              <a:ext cx="149" cy="149"/>
            </a:xfrm>
            <a:custGeom>
              <a:avLst/>
              <a:gdLst>
                <a:gd name="T0" fmla="*/ 0 w 892"/>
                <a:gd name="T1" fmla="*/ 892 h 892"/>
                <a:gd name="T2" fmla="*/ 891 w 892"/>
                <a:gd name="T3" fmla="*/ 0 h 892"/>
                <a:gd name="T4" fmla="*/ 892 w 892"/>
                <a:gd name="T5" fmla="*/ 0 h 8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892" h="892">
                  <a:moveTo>
                    <a:pt x="0" y="892"/>
                  </a:moveTo>
                  <a:lnTo>
                    <a:pt x="891" y="0"/>
                  </a:lnTo>
                  <a:lnTo>
                    <a:pt x="892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8840" name="Freeform 56">
              <a:extLst>
                <a:ext uri="{FF2B5EF4-FFF2-40B4-BE49-F238E27FC236}">
                  <a16:creationId xmlns:a16="http://schemas.microsoft.com/office/drawing/2014/main" id="{DBCCA289-1A63-4A35-8350-4D13DC0D5A55}"/>
                </a:ext>
              </a:extLst>
            </p:cNvPr>
            <p:cNvSpPr>
              <a:spLocks/>
            </p:cNvSpPr>
            <p:nvPr/>
          </p:nvSpPr>
          <p:spPr bwMode="auto">
            <a:xfrm>
              <a:off x="3132" y="956"/>
              <a:ext cx="148" cy="149"/>
            </a:xfrm>
            <a:custGeom>
              <a:avLst/>
              <a:gdLst>
                <a:gd name="T0" fmla="*/ 0 w 891"/>
                <a:gd name="T1" fmla="*/ 892 h 892"/>
                <a:gd name="T2" fmla="*/ 890 w 891"/>
                <a:gd name="T3" fmla="*/ 0 h 892"/>
                <a:gd name="T4" fmla="*/ 891 w 891"/>
                <a:gd name="T5" fmla="*/ 0 h 8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891" h="892">
                  <a:moveTo>
                    <a:pt x="0" y="892"/>
                  </a:moveTo>
                  <a:lnTo>
                    <a:pt x="890" y="0"/>
                  </a:lnTo>
                  <a:lnTo>
                    <a:pt x="891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8841" name="Freeform 57">
              <a:extLst>
                <a:ext uri="{FF2B5EF4-FFF2-40B4-BE49-F238E27FC236}">
                  <a16:creationId xmlns:a16="http://schemas.microsoft.com/office/drawing/2014/main" id="{7DB86ED8-F303-408D-B21D-637C0C81BF61}"/>
                </a:ext>
              </a:extLst>
            </p:cNvPr>
            <p:cNvSpPr>
              <a:spLocks/>
            </p:cNvSpPr>
            <p:nvPr/>
          </p:nvSpPr>
          <p:spPr bwMode="auto">
            <a:xfrm>
              <a:off x="3180" y="1063"/>
              <a:ext cx="149" cy="149"/>
            </a:xfrm>
            <a:custGeom>
              <a:avLst/>
              <a:gdLst>
                <a:gd name="T0" fmla="*/ 0 w 891"/>
                <a:gd name="T1" fmla="*/ 891 h 891"/>
                <a:gd name="T2" fmla="*/ 890 w 891"/>
                <a:gd name="T3" fmla="*/ 0 h 891"/>
                <a:gd name="T4" fmla="*/ 891 w 891"/>
                <a:gd name="T5" fmla="*/ 0 h 8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891" h="891">
                  <a:moveTo>
                    <a:pt x="0" y="891"/>
                  </a:moveTo>
                  <a:lnTo>
                    <a:pt x="890" y="0"/>
                  </a:lnTo>
                  <a:lnTo>
                    <a:pt x="891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8842" name="Freeform 58">
              <a:extLst>
                <a:ext uri="{FF2B5EF4-FFF2-40B4-BE49-F238E27FC236}">
                  <a16:creationId xmlns:a16="http://schemas.microsoft.com/office/drawing/2014/main" id="{333FC179-C10A-40B1-AE86-30DAF591B5AB}"/>
                </a:ext>
              </a:extLst>
            </p:cNvPr>
            <p:cNvSpPr>
              <a:spLocks/>
            </p:cNvSpPr>
            <p:nvPr/>
          </p:nvSpPr>
          <p:spPr bwMode="auto">
            <a:xfrm>
              <a:off x="3180" y="1219"/>
              <a:ext cx="149" cy="149"/>
            </a:xfrm>
            <a:custGeom>
              <a:avLst/>
              <a:gdLst>
                <a:gd name="T0" fmla="*/ 0 w 891"/>
                <a:gd name="T1" fmla="*/ 892 h 892"/>
                <a:gd name="T2" fmla="*/ 890 w 891"/>
                <a:gd name="T3" fmla="*/ 0 h 892"/>
                <a:gd name="T4" fmla="*/ 891 w 891"/>
                <a:gd name="T5" fmla="*/ 0 h 8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891" h="892">
                  <a:moveTo>
                    <a:pt x="0" y="892"/>
                  </a:moveTo>
                  <a:lnTo>
                    <a:pt x="890" y="0"/>
                  </a:lnTo>
                  <a:lnTo>
                    <a:pt x="891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8843" name="Freeform 59">
              <a:extLst>
                <a:ext uri="{FF2B5EF4-FFF2-40B4-BE49-F238E27FC236}">
                  <a16:creationId xmlns:a16="http://schemas.microsoft.com/office/drawing/2014/main" id="{A423FE1B-18D1-462C-A92F-D6EA3D6FE62B}"/>
                </a:ext>
              </a:extLst>
            </p:cNvPr>
            <p:cNvSpPr>
              <a:spLocks/>
            </p:cNvSpPr>
            <p:nvPr/>
          </p:nvSpPr>
          <p:spPr bwMode="auto">
            <a:xfrm>
              <a:off x="3180" y="1375"/>
              <a:ext cx="149" cy="148"/>
            </a:xfrm>
            <a:custGeom>
              <a:avLst/>
              <a:gdLst>
                <a:gd name="T0" fmla="*/ 0 w 891"/>
                <a:gd name="T1" fmla="*/ 891 h 891"/>
                <a:gd name="T2" fmla="*/ 890 w 891"/>
                <a:gd name="T3" fmla="*/ 0 h 891"/>
                <a:gd name="T4" fmla="*/ 891 w 891"/>
                <a:gd name="T5" fmla="*/ 0 h 8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891" h="891">
                  <a:moveTo>
                    <a:pt x="0" y="891"/>
                  </a:moveTo>
                  <a:lnTo>
                    <a:pt x="890" y="0"/>
                  </a:lnTo>
                  <a:lnTo>
                    <a:pt x="891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8844" name="Freeform 60">
              <a:extLst>
                <a:ext uri="{FF2B5EF4-FFF2-40B4-BE49-F238E27FC236}">
                  <a16:creationId xmlns:a16="http://schemas.microsoft.com/office/drawing/2014/main" id="{72C5F7EE-DF50-4FE1-999C-900663335123}"/>
                </a:ext>
              </a:extLst>
            </p:cNvPr>
            <p:cNvSpPr>
              <a:spLocks/>
            </p:cNvSpPr>
            <p:nvPr/>
          </p:nvSpPr>
          <p:spPr bwMode="auto">
            <a:xfrm>
              <a:off x="3180" y="1530"/>
              <a:ext cx="149" cy="149"/>
            </a:xfrm>
            <a:custGeom>
              <a:avLst/>
              <a:gdLst>
                <a:gd name="T0" fmla="*/ 0 w 891"/>
                <a:gd name="T1" fmla="*/ 891 h 891"/>
                <a:gd name="T2" fmla="*/ 890 w 891"/>
                <a:gd name="T3" fmla="*/ 0 h 891"/>
                <a:gd name="T4" fmla="*/ 891 w 891"/>
                <a:gd name="T5" fmla="*/ 0 h 8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891" h="891">
                  <a:moveTo>
                    <a:pt x="0" y="891"/>
                  </a:moveTo>
                  <a:lnTo>
                    <a:pt x="890" y="0"/>
                  </a:lnTo>
                  <a:lnTo>
                    <a:pt x="891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8845" name="Freeform 61">
              <a:extLst>
                <a:ext uri="{FF2B5EF4-FFF2-40B4-BE49-F238E27FC236}">
                  <a16:creationId xmlns:a16="http://schemas.microsoft.com/office/drawing/2014/main" id="{5135F503-9546-489E-AD16-1719CBE0C0F6}"/>
                </a:ext>
              </a:extLst>
            </p:cNvPr>
            <p:cNvSpPr>
              <a:spLocks/>
            </p:cNvSpPr>
            <p:nvPr/>
          </p:nvSpPr>
          <p:spPr bwMode="auto">
            <a:xfrm>
              <a:off x="3180" y="1682"/>
              <a:ext cx="153" cy="153"/>
            </a:xfrm>
            <a:custGeom>
              <a:avLst/>
              <a:gdLst>
                <a:gd name="T0" fmla="*/ 0 w 916"/>
                <a:gd name="T1" fmla="*/ 916 h 916"/>
                <a:gd name="T2" fmla="*/ 915 w 916"/>
                <a:gd name="T3" fmla="*/ 0 h 916"/>
                <a:gd name="T4" fmla="*/ 916 w 916"/>
                <a:gd name="T5" fmla="*/ 0 h 9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16" h="916">
                  <a:moveTo>
                    <a:pt x="0" y="916"/>
                  </a:moveTo>
                  <a:lnTo>
                    <a:pt x="915" y="0"/>
                  </a:lnTo>
                  <a:lnTo>
                    <a:pt x="916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8846" name="Freeform 62">
              <a:extLst>
                <a:ext uri="{FF2B5EF4-FFF2-40B4-BE49-F238E27FC236}">
                  <a16:creationId xmlns:a16="http://schemas.microsoft.com/office/drawing/2014/main" id="{D60F2E98-C0F2-4BB8-B164-9A35267B0A7A}"/>
                </a:ext>
              </a:extLst>
            </p:cNvPr>
            <p:cNvSpPr>
              <a:spLocks/>
            </p:cNvSpPr>
            <p:nvPr/>
          </p:nvSpPr>
          <p:spPr bwMode="auto">
            <a:xfrm>
              <a:off x="3278" y="1693"/>
              <a:ext cx="199" cy="204"/>
            </a:xfrm>
            <a:custGeom>
              <a:avLst/>
              <a:gdLst>
                <a:gd name="T0" fmla="*/ 0 w 199"/>
                <a:gd name="T1" fmla="*/ 204 h 204"/>
                <a:gd name="T2" fmla="*/ 199 w 199"/>
                <a:gd name="T3" fmla="*/ 0 h 204"/>
                <a:gd name="T4" fmla="*/ 199 w 199"/>
                <a:gd name="T5" fmla="*/ 0 h 2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9" h="204">
                  <a:moveTo>
                    <a:pt x="0" y="204"/>
                  </a:moveTo>
                  <a:lnTo>
                    <a:pt x="199" y="0"/>
                  </a:lnTo>
                  <a:lnTo>
                    <a:pt x="199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8847" name="Freeform 63">
              <a:extLst>
                <a:ext uri="{FF2B5EF4-FFF2-40B4-BE49-F238E27FC236}">
                  <a16:creationId xmlns:a16="http://schemas.microsoft.com/office/drawing/2014/main" id="{5266B898-C853-488B-A6C3-4C094583A3C8}"/>
                </a:ext>
              </a:extLst>
            </p:cNvPr>
            <p:cNvSpPr>
              <a:spLocks/>
            </p:cNvSpPr>
            <p:nvPr/>
          </p:nvSpPr>
          <p:spPr bwMode="auto">
            <a:xfrm>
              <a:off x="3427" y="1806"/>
              <a:ext cx="93" cy="93"/>
            </a:xfrm>
            <a:custGeom>
              <a:avLst/>
              <a:gdLst>
                <a:gd name="T0" fmla="*/ 0 w 93"/>
                <a:gd name="T1" fmla="*/ 93 h 93"/>
                <a:gd name="T2" fmla="*/ 93 w 93"/>
                <a:gd name="T3" fmla="*/ 0 h 93"/>
                <a:gd name="T4" fmla="*/ 93 w 93"/>
                <a:gd name="T5" fmla="*/ 0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3" h="93">
                  <a:moveTo>
                    <a:pt x="0" y="93"/>
                  </a:moveTo>
                  <a:lnTo>
                    <a:pt x="93" y="0"/>
                  </a:lnTo>
                  <a:lnTo>
                    <a:pt x="93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8848" name="Line 64">
              <a:extLst>
                <a:ext uri="{FF2B5EF4-FFF2-40B4-BE49-F238E27FC236}">
                  <a16:creationId xmlns:a16="http://schemas.microsoft.com/office/drawing/2014/main" id="{8CDF5DDA-09C9-4A08-A86E-406A3B3F36F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38" y="795"/>
              <a:ext cx="710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8849" name="Line 65">
              <a:extLst>
                <a:ext uri="{FF2B5EF4-FFF2-40B4-BE49-F238E27FC236}">
                  <a16:creationId xmlns:a16="http://schemas.microsoft.com/office/drawing/2014/main" id="{51DED9EC-DF65-4A85-A7E7-43B6184A6FC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38" y="786"/>
              <a:ext cx="0" cy="105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8850" name="Line 66">
              <a:extLst>
                <a:ext uri="{FF2B5EF4-FFF2-40B4-BE49-F238E27FC236}">
                  <a16:creationId xmlns:a16="http://schemas.microsoft.com/office/drawing/2014/main" id="{B945F4D1-8A5A-409E-BB36-C3CA294F58B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34" y="791"/>
              <a:ext cx="0" cy="144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8851" name="Line 67">
              <a:extLst>
                <a:ext uri="{FF2B5EF4-FFF2-40B4-BE49-F238E27FC236}">
                  <a16:creationId xmlns:a16="http://schemas.microsoft.com/office/drawing/2014/main" id="{B741C2AD-4FB0-4880-A16F-9AC10C738E8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435" y="1693"/>
              <a:ext cx="1143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8852" name="Line 68">
              <a:extLst>
                <a:ext uri="{FF2B5EF4-FFF2-40B4-BE49-F238E27FC236}">
                  <a16:creationId xmlns:a16="http://schemas.microsoft.com/office/drawing/2014/main" id="{93836639-B1D2-4C45-8C8F-DD560F133B8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26" y="978"/>
              <a:ext cx="0" cy="681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8853" name="Line 69">
              <a:extLst>
                <a:ext uri="{FF2B5EF4-FFF2-40B4-BE49-F238E27FC236}">
                  <a16:creationId xmlns:a16="http://schemas.microsoft.com/office/drawing/2014/main" id="{0095D861-6C41-441C-A3DC-6A58FF9E6F3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040" y="1011"/>
              <a:ext cx="0" cy="188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8854" name="Line 70">
              <a:extLst>
                <a:ext uri="{FF2B5EF4-FFF2-40B4-BE49-F238E27FC236}">
                  <a16:creationId xmlns:a16="http://schemas.microsoft.com/office/drawing/2014/main" id="{42DC751F-1AC1-4A3F-B18B-9DE2CB318B6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107" y="954"/>
              <a:ext cx="485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8855" name="Freeform 71">
              <a:extLst>
                <a:ext uri="{FF2B5EF4-FFF2-40B4-BE49-F238E27FC236}">
                  <a16:creationId xmlns:a16="http://schemas.microsoft.com/office/drawing/2014/main" id="{D5B29DED-26DD-4D80-9349-8C00A41DCA0F}"/>
                </a:ext>
              </a:extLst>
            </p:cNvPr>
            <p:cNvSpPr>
              <a:spLocks/>
            </p:cNvSpPr>
            <p:nvPr/>
          </p:nvSpPr>
          <p:spPr bwMode="auto">
            <a:xfrm>
              <a:off x="1398" y="1897"/>
              <a:ext cx="2587" cy="3"/>
            </a:xfrm>
            <a:custGeom>
              <a:avLst/>
              <a:gdLst>
                <a:gd name="T0" fmla="*/ 0 w 2587"/>
                <a:gd name="T1" fmla="*/ 0 h 3"/>
                <a:gd name="T2" fmla="*/ 2587 w 2587"/>
                <a:gd name="T3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587" h="3">
                  <a:moveTo>
                    <a:pt x="0" y="0"/>
                  </a:moveTo>
                  <a:lnTo>
                    <a:pt x="2587" y="3"/>
                  </a:lnTo>
                </a:path>
              </a:pathLst>
            </a:custGeom>
            <a:noFill/>
            <a:ln w="38100" cmpd="sng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8856" name="Oval 72">
              <a:extLst>
                <a:ext uri="{FF2B5EF4-FFF2-40B4-BE49-F238E27FC236}">
                  <a16:creationId xmlns:a16="http://schemas.microsoft.com/office/drawing/2014/main" id="{7B2B7D56-7CBC-433F-AB17-621A1A26C9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82" y="1327"/>
              <a:ext cx="129" cy="133"/>
            </a:xfrm>
            <a:prstGeom prst="ellips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8857" name="Line 73">
              <a:extLst>
                <a:ext uri="{FF2B5EF4-FFF2-40B4-BE49-F238E27FC236}">
                  <a16:creationId xmlns:a16="http://schemas.microsoft.com/office/drawing/2014/main" id="{D5C60671-1AE2-4B73-A465-43E1AAFEC17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72" y="1534"/>
              <a:ext cx="341" cy="92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8858" name="Line 74">
              <a:extLst>
                <a:ext uri="{FF2B5EF4-FFF2-40B4-BE49-F238E27FC236}">
                  <a16:creationId xmlns:a16="http://schemas.microsoft.com/office/drawing/2014/main" id="{43A5132F-00BB-4D1C-BCC9-88E0F79BB48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867" y="1160"/>
              <a:ext cx="346" cy="9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8859" name="Line 75">
              <a:extLst>
                <a:ext uri="{FF2B5EF4-FFF2-40B4-BE49-F238E27FC236}">
                  <a16:creationId xmlns:a16="http://schemas.microsoft.com/office/drawing/2014/main" id="{01330F8A-2866-4513-9B2C-0B13132AB00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362" y="1160"/>
              <a:ext cx="350" cy="101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8860" name="Line 76">
              <a:extLst>
                <a:ext uri="{FF2B5EF4-FFF2-40B4-BE49-F238E27FC236}">
                  <a16:creationId xmlns:a16="http://schemas.microsoft.com/office/drawing/2014/main" id="{0D27D244-13ED-40B6-83FC-3310D0A127C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366" y="1539"/>
              <a:ext cx="336" cy="91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8861" name="Arc 77">
              <a:extLst>
                <a:ext uri="{FF2B5EF4-FFF2-40B4-BE49-F238E27FC236}">
                  <a16:creationId xmlns:a16="http://schemas.microsoft.com/office/drawing/2014/main" id="{FE341343-5BB5-4BB7-80CA-367E52B2DA0A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2046" y="2289"/>
              <a:ext cx="1286" cy="1277"/>
            </a:xfrm>
            <a:custGeom>
              <a:avLst/>
              <a:gdLst>
                <a:gd name="G0" fmla="+- 21600 0 0"/>
                <a:gd name="G1" fmla="+- 21600 0 0"/>
                <a:gd name="G2" fmla="+- 21600 0 0"/>
                <a:gd name="T0" fmla="*/ 17827 w 43200"/>
                <a:gd name="T1" fmla="*/ 332 h 43200"/>
                <a:gd name="T2" fmla="*/ 1 w 43200"/>
                <a:gd name="T3" fmla="*/ 21360 h 43200"/>
                <a:gd name="T4" fmla="*/ 21600 w 43200"/>
                <a:gd name="T5" fmla="*/ 21600 h 43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3200" h="43200" fill="none" extrusionOk="0">
                  <a:moveTo>
                    <a:pt x="17827" y="332"/>
                  </a:moveTo>
                  <a:cubicBezTo>
                    <a:pt x="19072" y="111"/>
                    <a:pt x="20335" y="0"/>
                    <a:pt x="21600" y="0"/>
                  </a:cubicBez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33529"/>
                    <a:pt x="33529" y="43200"/>
                    <a:pt x="21600" y="43200"/>
                  </a:cubicBezTo>
                  <a:cubicBezTo>
                    <a:pt x="9670" y="43200"/>
                    <a:pt x="0" y="33529"/>
                    <a:pt x="0" y="21600"/>
                  </a:cubicBezTo>
                  <a:cubicBezTo>
                    <a:pt x="0" y="21519"/>
                    <a:pt x="0" y="21439"/>
                    <a:pt x="1" y="21360"/>
                  </a:cubicBezTo>
                </a:path>
                <a:path w="43200" h="43200" stroke="0" extrusionOk="0">
                  <a:moveTo>
                    <a:pt x="17827" y="332"/>
                  </a:moveTo>
                  <a:cubicBezTo>
                    <a:pt x="19072" y="111"/>
                    <a:pt x="20335" y="0"/>
                    <a:pt x="21600" y="0"/>
                  </a:cubicBez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33529"/>
                    <a:pt x="33529" y="43200"/>
                    <a:pt x="21600" y="43200"/>
                  </a:cubicBezTo>
                  <a:cubicBezTo>
                    <a:pt x="9670" y="43200"/>
                    <a:pt x="0" y="33529"/>
                    <a:pt x="0" y="21600"/>
                  </a:cubicBezTo>
                  <a:cubicBezTo>
                    <a:pt x="0" y="21519"/>
                    <a:pt x="0" y="21439"/>
                    <a:pt x="1" y="21360"/>
                  </a:cubicBezTo>
                  <a:lnTo>
                    <a:pt x="21600" y="21600"/>
                  </a:lnTo>
                  <a:close/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8862" name="Arc 78">
              <a:extLst>
                <a:ext uri="{FF2B5EF4-FFF2-40B4-BE49-F238E27FC236}">
                  <a16:creationId xmlns:a16="http://schemas.microsoft.com/office/drawing/2014/main" id="{F35C8EE9-19EB-48E5-A35C-30A66206226A}"/>
                </a:ext>
              </a:extLst>
            </p:cNvPr>
            <p:cNvSpPr>
              <a:spLocks/>
            </p:cNvSpPr>
            <p:nvPr/>
          </p:nvSpPr>
          <p:spPr bwMode="auto">
            <a:xfrm>
              <a:off x="2351" y="2589"/>
              <a:ext cx="679" cy="669"/>
            </a:xfrm>
            <a:custGeom>
              <a:avLst/>
              <a:gdLst>
                <a:gd name="G0" fmla="+- 20684 0 0"/>
                <a:gd name="G1" fmla="+- 21600 0 0"/>
                <a:gd name="G2" fmla="+- 21600 0 0"/>
                <a:gd name="T0" fmla="*/ 0 w 42284"/>
                <a:gd name="T1" fmla="*/ 15378 h 42230"/>
                <a:gd name="T2" fmla="*/ 27083 w 42284"/>
                <a:gd name="T3" fmla="*/ 42230 h 42230"/>
                <a:gd name="T4" fmla="*/ 20684 w 42284"/>
                <a:gd name="T5" fmla="*/ 21600 h 422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2284" h="42230" fill="none" extrusionOk="0">
                  <a:moveTo>
                    <a:pt x="-1" y="15377"/>
                  </a:moveTo>
                  <a:cubicBezTo>
                    <a:pt x="2745" y="6249"/>
                    <a:pt x="11151" y="0"/>
                    <a:pt x="20684" y="0"/>
                  </a:cubicBezTo>
                  <a:cubicBezTo>
                    <a:pt x="32613" y="0"/>
                    <a:pt x="42284" y="9670"/>
                    <a:pt x="42284" y="21600"/>
                  </a:cubicBezTo>
                  <a:cubicBezTo>
                    <a:pt x="42284" y="31064"/>
                    <a:pt x="36122" y="39426"/>
                    <a:pt x="27083" y="42230"/>
                  </a:cubicBezTo>
                </a:path>
                <a:path w="42284" h="42230" stroke="0" extrusionOk="0">
                  <a:moveTo>
                    <a:pt x="-1" y="15377"/>
                  </a:moveTo>
                  <a:cubicBezTo>
                    <a:pt x="2745" y="6249"/>
                    <a:pt x="11151" y="0"/>
                    <a:pt x="20684" y="0"/>
                  </a:cubicBezTo>
                  <a:cubicBezTo>
                    <a:pt x="32613" y="0"/>
                    <a:pt x="42284" y="9670"/>
                    <a:pt x="42284" y="21600"/>
                  </a:cubicBezTo>
                  <a:cubicBezTo>
                    <a:pt x="42284" y="31064"/>
                    <a:pt x="36122" y="39426"/>
                    <a:pt x="27083" y="42230"/>
                  </a:cubicBezTo>
                  <a:lnTo>
                    <a:pt x="20684" y="21600"/>
                  </a:lnTo>
                  <a:close/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8863" name="Arc 79">
              <a:extLst>
                <a:ext uri="{FF2B5EF4-FFF2-40B4-BE49-F238E27FC236}">
                  <a16:creationId xmlns:a16="http://schemas.microsoft.com/office/drawing/2014/main" id="{8107696E-B51C-4726-9821-606E1DDAAE2C}"/>
                </a:ext>
              </a:extLst>
            </p:cNvPr>
            <p:cNvSpPr>
              <a:spLocks/>
            </p:cNvSpPr>
            <p:nvPr/>
          </p:nvSpPr>
          <p:spPr bwMode="auto">
            <a:xfrm>
              <a:off x="2503" y="2734"/>
              <a:ext cx="378" cy="369"/>
            </a:xfrm>
            <a:custGeom>
              <a:avLst/>
              <a:gdLst>
                <a:gd name="G0" fmla="+- 19801 0 0"/>
                <a:gd name="G1" fmla="+- 21600 0 0"/>
                <a:gd name="G2" fmla="+- 21600 0 0"/>
                <a:gd name="T0" fmla="*/ 0 w 41401"/>
                <a:gd name="T1" fmla="*/ 12970 h 41476"/>
                <a:gd name="T2" fmla="*/ 28257 w 41401"/>
                <a:gd name="T3" fmla="*/ 41476 h 41476"/>
                <a:gd name="T4" fmla="*/ 19801 w 41401"/>
                <a:gd name="T5" fmla="*/ 21600 h 414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401" h="41476" fill="none" extrusionOk="0">
                  <a:moveTo>
                    <a:pt x="-1" y="12969"/>
                  </a:moveTo>
                  <a:cubicBezTo>
                    <a:pt x="3432" y="5093"/>
                    <a:pt x="11208" y="0"/>
                    <a:pt x="19801" y="0"/>
                  </a:cubicBezTo>
                  <a:cubicBezTo>
                    <a:pt x="31730" y="0"/>
                    <a:pt x="41401" y="9670"/>
                    <a:pt x="41401" y="21600"/>
                  </a:cubicBezTo>
                  <a:cubicBezTo>
                    <a:pt x="41401" y="30261"/>
                    <a:pt x="36227" y="38085"/>
                    <a:pt x="28257" y="41476"/>
                  </a:cubicBezTo>
                </a:path>
                <a:path w="41401" h="41476" stroke="0" extrusionOk="0">
                  <a:moveTo>
                    <a:pt x="-1" y="12969"/>
                  </a:moveTo>
                  <a:cubicBezTo>
                    <a:pt x="3432" y="5093"/>
                    <a:pt x="11208" y="0"/>
                    <a:pt x="19801" y="0"/>
                  </a:cubicBezTo>
                  <a:cubicBezTo>
                    <a:pt x="31730" y="0"/>
                    <a:pt x="41401" y="9670"/>
                    <a:pt x="41401" y="21600"/>
                  </a:cubicBezTo>
                  <a:cubicBezTo>
                    <a:pt x="41401" y="30261"/>
                    <a:pt x="36227" y="38085"/>
                    <a:pt x="28257" y="41476"/>
                  </a:cubicBezTo>
                  <a:lnTo>
                    <a:pt x="19801" y="21600"/>
                  </a:lnTo>
                  <a:close/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8864" name="Arc 80">
              <a:extLst>
                <a:ext uri="{FF2B5EF4-FFF2-40B4-BE49-F238E27FC236}">
                  <a16:creationId xmlns:a16="http://schemas.microsoft.com/office/drawing/2014/main" id="{CD43C8B6-5800-4450-96B3-592F3E9562D7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517" y="2772"/>
              <a:ext cx="163" cy="308"/>
            </a:xfrm>
            <a:custGeom>
              <a:avLst/>
              <a:gdLst>
                <a:gd name="G0" fmla="+- 1199 0 0"/>
                <a:gd name="G1" fmla="+- 21600 0 0"/>
                <a:gd name="G2" fmla="+- 21600 0 0"/>
                <a:gd name="T0" fmla="*/ 1199 w 22799"/>
                <a:gd name="T1" fmla="*/ 0 h 43200"/>
                <a:gd name="T2" fmla="*/ 0 w 22799"/>
                <a:gd name="T3" fmla="*/ 43167 h 43200"/>
                <a:gd name="T4" fmla="*/ 1199 w 22799"/>
                <a:gd name="T5" fmla="*/ 21600 h 43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2799" h="43200" fill="none" extrusionOk="0">
                  <a:moveTo>
                    <a:pt x="1199" y="0"/>
                  </a:moveTo>
                  <a:cubicBezTo>
                    <a:pt x="13128" y="0"/>
                    <a:pt x="22799" y="9670"/>
                    <a:pt x="22799" y="21600"/>
                  </a:cubicBezTo>
                  <a:cubicBezTo>
                    <a:pt x="22799" y="33529"/>
                    <a:pt x="13128" y="43200"/>
                    <a:pt x="1199" y="43200"/>
                  </a:cubicBezTo>
                  <a:cubicBezTo>
                    <a:pt x="799" y="43199"/>
                    <a:pt x="399" y="43188"/>
                    <a:pt x="0" y="43166"/>
                  </a:cubicBezTo>
                </a:path>
                <a:path w="22799" h="43200" stroke="0" extrusionOk="0">
                  <a:moveTo>
                    <a:pt x="1199" y="0"/>
                  </a:moveTo>
                  <a:cubicBezTo>
                    <a:pt x="13128" y="0"/>
                    <a:pt x="22799" y="9670"/>
                    <a:pt x="22799" y="21600"/>
                  </a:cubicBezTo>
                  <a:cubicBezTo>
                    <a:pt x="22799" y="33529"/>
                    <a:pt x="13128" y="43200"/>
                    <a:pt x="1199" y="43200"/>
                  </a:cubicBezTo>
                  <a:cubicBezTo>
                    <a:pt x="799" y="43199"/>
                    <a:pt x="399" y="43188"/>
                    <a:pt x="0" y="43166"/>
                  </a:cubicBezTo>
                  <a:lnTo>
                    <a:pt x="1199" y="21600"/>
                  </a:lnTo>
                  <a:close/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8865" name="Arc 81">
              <a:extLst>
                <a:ext uri="{FF2B5EF4-FFF2-40B4-BE49-F238E27FC236}">
                  <a16:creationId xmlns:a16="http://schemas.microsoft.com/office/drawing/2014/main" id="{9E289F87-5BE7-4A89-B806-B13AFC716DE1}"/>
                </a:ext>
              </a:extLst>
            </p:cNvPr>
            <p:cNvSpPr>
              <a:spLocks/>
            </p:cNvSpPr>
            <p:nvPr/>
          </p:nvSpPr>
          <p:spPr bwMode="auto">
            <a:xfrm>
              <a:off x="1688" y="2771"/>
              <a:ext cx="163" cy="308"/>
            </a:xfrm>
            <a:custGeom>
              <a:avLst/>
              <a:gdLst>
                <a:gd name="G0" fmla="+- 1199 0 0"/>
                <a:gd name="G1" fmla="+- 21600 0 0"/>
                <a:gd name="G2" fmla="+- 21600 0 0"/>
                <a:gd name="T0" fmla="*/ 1199 w 22799"/>
                <a:gd name="T1" fmla="*/ 0 h 43200"/>
                <a:gd name="T2" fmla="*/ 0 w 22799"/>
                <a:gd name="T3" fmla="*/ 43167 h 43200"/>
                <a:gd name="T4" fmla="*/ 1199 w 22799"/>
                <a:gd name="T5" fmla="*/ 21600 h 43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2799" h="43200" fill="none" extrusionOk="0">
                  <a:moveTo>
                    <a:pt x="1199" y="0"/>
                  </a:moveTo>
                  <a:cubicBezTo>
                    <a:pt x="13128" y="0"/>
                    <a:pt x="22799" y="9670"/>
                    <a:pt x="22799" y="21600"/>
                  </a:cubicBezTo>
                  <a:cubicBezTo>
                    <a:pt x="22799" y="33529"/>
                    <a:pt x="13128" y="43200"/>
                    <a:pt x="1199" y="43200"/>
                  </a:cubicBezTo>
                  <a:cubicBezTo>
                    <a:pt x="799" y="43199"/>
                    <a:pt x="399" y="43188"/>
                    <a:pt x="0" y="43166"/>
                  </a:cubicBezTo>
                </a:path>
                <a:path w="22799" h="43200" stroke="0" extrusionOk="0">
                  <a:moveTo>
                    <a:pt x="1199" y="0"/>
                  </a:moveTo>
                  <a:cubicBezTo>
                    <a:pt x="13128" y="0"/>
                    <a:pt x="22799" y="9670"/>
                    <a:pt x="22799" y="21600"/>
                  </a:cubicBezTo>
                  <a:cubicBezTo>
                    <a:pt x="22799" y="33529"/>
                    <a:pt x="13128" y="43200"/>
                    <a:pt x="1199" y="43200"/>
                  </a:cubicBezTo>
                  <a:cubicBezTo>
                    <a:pt x="799" y="43199"/>
                    <a:pt x="399" y="43188"/>
                    <a:pt x="0" y="43166"/>
                  </a:cubicBezTo>
                  <a:lnTo>
                    <a:pt x="1199" y="21600"/>
                  </a:lnTo>
                  <a:close/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8866" name="Arc 82">
              <a:extLst>
                <a:ext uri="{FF2B5EF4-FFF2-40B4-BE49-F238E27FC236}">
                  <a16:creationId xmlns:a16="http://schemas.microsoft.com/office/drawing/2014/main" id="{34D7C5FB-8C79-44AD-B493-2FCA5FBE103A}"/>
                </a:ext>
              </a:extLst>
            </p:cNvPr>
            <p:cNvSpPr>
              <a:spLocks/>
            </p:cNvSpPr>
            <p:nvPr/>
          </p:nvSpPr>
          <p:spPr bwMode="auto">
            <a:xfrm flipH="1" flipV="1">
              <a:off x="2189" y="2772"/>
              <a:ext cx="494" cy="640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8283"/>
                <a:gd name="T2" fmla="*/ 20540 w 21600"/>
                <a:gd name="T3" fmla="*/ 28283 h 28283"/>
                <a:gd name="T4" fmla="*/ 0 w 21600"/>
                <a:gd name="T5" fmla="*/ 21600 h 282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8283" fill="none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23869"/>
                    <a:pt x="21242" y="26124"/>
                    <a:pt x="20540" y="28283"/>
                  </a:cubicBezTo>
                </a:path>
                <a:path w="21600" h="28283" stroke="0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23869"/>
                    <a:pt x="21242" y="26124"/>
                    <a:pt x="20540" y="28283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8867" name="Arc 83">
              <a:extLst>
                <a:ext uri="{FF2B5EF4-FFF2-40B4-BE49-F238E27FC236}">
                  <a16:creationId xmlns:a16="http://schemas.microsoft.com/office/drawing/2014/main" id="{C6479D53-D71C-4DC8-BA07-D9601EF5B405}"/>
                </a:ext>
              </a:extLst>
            </p:cNvPr>
            <p:cNvSpPr>
              <a:spLocks/>
            </p:cNvSpPr>
            <p:nvPr/>
          </p:nvSpPr>
          <p:spPr bwMode="auto">
            <a:xfrm>
              <a:off x="2755" y="3708"/>
              <a:ext cx="47" cy="47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8868" name="Freeform 84">
              <a:extLst>
                <a:ext uri="{FF2B5EF4-FFF2-40B4-BE49-F238E27FC236}">
                  <a16:creationId xmlns:a16="http://schemas.microsoft.com/office/drawing/2014/main" id="{FE4DDDA7-40FC-4239-B67D-99A0E202A720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2" y="2602"/>
              <a:ext cx="1" cy="174"/>
            </a:xfrm>
            <a:custGeom>
              <a:avLst/>
              <a:gdLst>
                <a:gd name="T0" fmla="*/ 0 w 1"/>
                <a:gd name="T1" fmla="*/ 0 h 174"/>
                <a:gd name="T2" fmla="*/ 0 w 1"/>
                <a:gd name="T3" fmla="*/ 174 h 174"/>
                <a:gd name="T4" fmla="*/ 1 w 1"/>
                <a:gd name="T5" fmla="*/ 174 h 1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174">
                  <a:moveTo>
                    <a:pt x="0" y="0"/>
                  </a:moveTo>
                  <a:lnTo>
                    <a:pt x="0" y="174"/>
                  </a:lnTo>
                  <a:lnTo>
                    <a:pt x="1" y="174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8869" name="Freeform 85">
              <a:extLst>
                <a:ext uri="{FF2B5EF4-FFF2-40B4-BE49-F238E27FC236}">
                  <a16:creationId xmlns:a16="http://schemas.microsoft.com/office/drawing/2014/main" id="{37060502-2E61-441F-9BDA-D95333BD354D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2" y="2773"/>
              <a:ext cx="294" cy="1"/>
            </a:xfrm>
            <a:custGeom>
              <a:avLst/>
              <a:gdLst>
                <a:gd name="T0" fmla="*/ 1765 w 1765"/>
                <a:gd name="T1" fmla="*/ 0 w 1765"/>
                <a:gd name="T2" fmla="*/ 1 w 176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1765">
                  <a:moveTo>
                    <a:pt x="1765" y="0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8870" name="Freeform 86">
              <a:extLst>
                <a:ext uri="{FF2B5EF4-FFF2-40B4-BE49-F238E27FC236}">
                  <a16:creationId xmlns:a16="http://schemas.microsoft.com/office/drawing/2014/main" id="{41BC562C-0B82-4A07-89B0-5F0C4CF59884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3" y="3087"/>
              <a:ext cx="301" cy="2"/>
            </a:xfrm>
            <a:custGeom>
              <a:avLst/>
              <a:gdLst>
                <a:gd name="T0" fmla="*/ 301 w 301"/>
                <a:gd name="T1" fmla="*/ 0 h 2"/>
                <a:gd name="T2" fmla="*/ 0 w 301"/>
                <a:gd name="T3" fmla="*/ 0 h 2"/>
                <a:gd name="T4" fmla="*/ 5 w 301"/>
                <a:gd name="T5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01" h="2">
                  <a:moveTo>
                    <a:pt x="301" y="0"/>
                  </a:moveTo>
                  <a:lnTo>
                    <a:pt x="0" y="0"/>
                  </a:lnTo>
                  <a:lnTo>
                    <a:pt x="5" y="2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8871" name="Freeform 87">
              <a:extLst>
                <a:ext uri="{FF2B5EF4-FFF2-40B4-BE49-F238E27FC236}">
                  <a16:creationId xmlns:a16="http://schemas.microsoft.com/office/drawing/2014/main" id="{BCE182B0-3173-4153-B4F4-36DA174BECAA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2" y="3084"/>
              <a:ext cx="1" cy="178"/>
            </a:xfrm>
            <a:custGeom>
              <a:avLst/>
              <a:gdLst>
                <a:gd name="T0" fmla="*/ 0 w 1"/>
                <a:gd name="T1" fmla="*/ 0 h 178"/>
                <a:gd name="T2" fmla="*/ 0 w 1"/>
                <a:gd name="T3" fmla="*/ 178 h 178"/>
                <a:gd name="T4" fmla="*/ 0 w 1"/>
                <a:gd name="T5" fmla="*/ 178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178">
                  <a:moveTo>
                    <a:pt x="0" y="0"/>
                  </a:moveTo>
                  <a:lnTo>
                    <a:pt x="0" y="178"/>
                  </a:lnTo>
                  <a:lnTo>
                    <a:pt x="0" y="178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8872" name="Freeform 88">
              <a:extLst>
                <a:ext uri="{FF2B5EF4-FFF2-40B4-BE49-F238E27FC236}">
                  <a16:creationId xmlns:a16="http://schemas.microsoft.com/office/drawing/2014/main" id="{6185C3A4-1AF1-46B9-A516-72D9A3E103CC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2" y="2307"/>
              <a:ext cx="1118" cy="298"/>
            </a:xfrm>
            <a:custGeom>
              <a:avLst/>
              <a:gdLst>
                <a:gd name="T0" fmla="*/ 0 w 6710"/>
                <a:gd name="T1" fmla="*/ 1787 h 1787"/>
                <a:gd name="T2" fmla="*/ 6709 w 6710"/>
                <a:gd name="T3" fmla="*/ 0 h 1787"/>
                <a:gd name="T4" fmla="*/ 6710 w 6710"/>
                <a:gd name="T5" fmla="*/ 0 h 17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710" h="1787">
                  <a:moveTo>
                    <a:pt x="0" y="1787"/>
                  </a:moveTo>
                  <a:lnTo>
                    <a:pt x="6709" y="0"/>
                  </a:lnTo>
                  <a:lnTo>
                    <a:pt x="6710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8873" name="Freeform 89">
              <a:extLst>
                <a:ext uri="{FF2B5EF4-FFF2-40B4-BE49-F238E27FC236}">
                  <a16:creationId xmlns:a16="http://schemas.microsoft.com/office/drawing/2014/main" id="{C641B310-3498-4126-BA19-2FFCD53B5AB5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2" y="3253"/>
              <a:ext cx="640" cy="171"/>
            </a:xfrm>
            <a:custGeom>
              <a:avLst/>
              <a:gdLst>
                <a:gd name="T0" fmla="*/ 0 w 3844"/>
                <a:gd name="T1" fmla="*/ 0 h 1024"/>
                <a:gd name="T2" fmla="*/ 3843 w 3844"/>
                <a:gd name="T3" fmla="*/ 1024 h 1024"/>
                <a:gd name="T4" fmla="*/ 3844 w 3844"/>
                <a:gd name="T5" fmla="*/ 1024 h 10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844" h="1024">
                  <a:moveTo>
                    <a:pt x="0" y="0"/>
                  </a:moveTo>
                  <a:lnTo>
                    <a:pt x="3843" y="1024"/>
                  </a:lnTo>
                  <a:lnTo>
                    <a:pt x="3844" y="1024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8874" name="Freeform 90">
              <a:extLst>
                <a:ext uri="{FF2B5EF4-FFF2-40B4-BE49-F238E27FC236}">
                  <a16:creationId xmlns:a16="http://schemas.microsoft.com/office/drawing/2014/main" id="{95CC5F42-9709-4382-9C31-EDE5963B79CC}"/>
                </a:ext>
              </a:extLst>
            </p:cNvPr>
            <p:cNvSpPr>
              <a:spLocks/>
            </p:cNvSpPr>
            <p:nvPr/>
          </p:nvSpPr>
          <p:spPr bwMode="auto">
            <a:xfrm>
              <a:off x="3969" y="2600"/>
              <a:ext cx="1" cy="172"/>
            </a:xfrm>
            <a:custGeom>
              <a:avLst/>
              <a:gdLst>
                <a:gd name="T0" fmla="*/ 0 w 1"/>
                <a:gd name="T1" fmla="*/ 0 h 172"/>
                <a:gd name="T2" fmla="*/ 1 w 1"/>
                <a:gd name="T3" fmla="*/ 172 h 172"/>
                <a:gd name="T4" fmla="*/ 1 w 1"/>
                <a:gd name="T5" fmla="*/ 168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172">
                  <a:moveTo>
                    <a:pt x="0" y="0"/>
                  </a:moveTo>
                  <a:lnTo>
                    <a:pt x="1" y="172"/>
                  </a:lnTo>
                  <a:lnTo>
                    <a:pt x="1" y="168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8875" name="Freeform 91">
              <a:extLst>
                <a:ext uri="{FF2B5EF4-FFF2-40B4-BE49-F238E27FC236}">
                  <a16:creationId xmlns:a16="http://schemas.microsoft.com/office/drawing/2014/main" id="{47A23D72-B682-4E66-AF15-1A3536FCB242}"/>
                </a:ext>
              </a:extLst>
            </p:cNvPr>
            <p:cNvSpPr>
              <a:spLocks/>
            </p:cNvSpPr>
            <p:nvPr/>
          </p:nvSpPr>
          <p:spPr bwMode="auto">
            <a:xfrm>
              <a:off x="3675" y="3084"/>
              <a:ext cx="294" cy="1"/>
            </a:xfrm>
            <a:custGeom>
              <a:avLst/>
              <a:gdLst>
                <a:gd name="T0" fmla="*/ 0 w 1765"/>
                <a:gd name="T1" fmla="*/ 1764 w 1765"/>
                <a:gd name="T2" fmla="*/ 1765 w 176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1765">
                  <a:moveTo>
                    <a:pt x="0" y="0"/>
                  </a:moveTo>
                  <a:lnTo>
                    <a:pt x="1764" y="0"/>
                  </a:lnTo>
                  <a:lnTo>
                    <a:pt x="1765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8876" name="Freeform 92">
              <a:extLst>
                <a:ext uri="{FF2B5EF4-FFF2-40B4-BE49-F238E27FC236}">
                  <a16:creationId xmlns:a16="http://schemas.microsoft.com/office/drawing/2014/main" id="{54466020-D5B2-497E-9F1C-5EA315CDD029}"/>
                </a:ext>
              </a:extLst>
            </p:cNvPr>
            <p:cNvSpPr>
              <a:spLocks/>
            </p:cNvSpPr>
            <p:nvPr/>
          </p:nvSpPr>
          <p:spPr bwMode="auto">
            <a:xfrm>
              <a:off x="3675" y="2773"/>
              <a:ext cx="294" cy="1"/>
            </a:xfrm>
            <a:custGeom>
              <a:avLst/>
              <a:gdLst>
                <a:gd name="T0" fmla="*/ 0 w 1765"/>
                <a:gd name="T1" fmla="*/ 1764 w 1765"/>
                <a:gd name="T2" fmla="*/ 1765 w 176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1765">
                  <a:moveTo>
                    <a:pt x="0" y="0"/>
                  </a:moveTo>
                  <a:lnTo>
                    <a:pt x="1764" y="0"/>
                  </a:lnTo>
                  <a:lnTo>
                    <a:pt x="1765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8877" name="Freeform 93">
              <a:extLst>
                <a:ext uri="{FF2B5EF4-FFF2-40B4-BE49-F238E27FC236}">
                  <a16:creationId xmlns:a16="http://schemas.microsoft.com/office/drawing/2014/main" id="{C3A40437-4117-4E9C-B96B-F63D1B1A974E}"/>
                </a:ext>
              </a:extLst>
            </p:cNvPr>
            <p:cNvSpPr>
              <a:spLocks/>
            </p:cNvSpPr>
            <p:nvPr/>
          </p:nvSpPr>
          <p:spPr bwMode="auto">
            <a:xfrm>
              <a:off x="3969" y="3075"/>
              <a:ext cx="1" cy="183"/>
            </a:xfrm>
            <a:custGeom>
              <a:avLst/>
              <a:gdLst>
                <a:gd name="T0" fmla="*/ 0 w 1"/>
                <a:gd name="T1" fmla="*/ 0 h 183"/>
                <a:gd name="T2" fmla="*/ 1 w 1"/>
                <a:gd name="T3" fmla="*/ 183 h 183"/>
                <a:gd name="T4" fmla="*/ 1 w 1"/>
                <a:gd name="T5" fmla="*/ 169 h 1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183">
                  <a:moveTo>
                    <a:pt x="0" y="0"/>
                  </a:moveTo>
                  <a:lnTo>
                    <a:pt x="1" y="183"/>
                  </a:lnTo>
                  <a:lnTo>
                    <a:pt x="1" y="169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8878" name="Freeform 94">
              <a:extLst>
                <a:ext uri="{FF2B5EF4-FFF2-40B4-BE49-F238E27FC236}">
                  <a16:creationId xmlns:a16="http://schemas.microsoft.com/office/drawing/2014/main" id="{01F24CEE-5C9E-48F0-B91A-46BC4E4C74B4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1" y="2307"/>
              <a:ext cx="1118" cy="298"/>
            </a:xfrm>
            <a:custGeom>
              <a:avLst/>
              <a:gdLst>
                <a:gd name="T0" fmla="*/ 1118 w 1118"/>
                <a:gd name="T1" fmla="*/ 298 h 298"/>
                <a:gd name="T2" fmla="*/ 16 w 1118"/>
                <a:gd name="T3" fmla="*/ 4 h 298"/>
                <a:gd name="T4" fmla="*/ 0 w 1118"/>
                <a:gd name="T5" fmla="*/ 0 h 2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118" h="298">
                  <a:moveTo>
                    <a:pt x="1118" y="298"/>
                  </a:moveTo>
                  <a:lnTo>
                    <a:pt x="16" y="4"/>
                  </a:lnTo>
                  <a:lnTo>
                    <a:pt x="0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8879" name="Freeform 95">
              <a:extLst>
                <a:ext uri="{FF2B5EF4-FFF2-40B4-BE49-F238E27FC236}">
                  <a16:creationId xmlns:a16="http://schemas.microsoft.com/office/drawing/2014/main" id="{CA49B619-BDBD-4EB1-B800-5BA1B6B8AF6E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1" y="3253"/>
              <a:ext cx="1118" cy="298"/>
            </a:xfrm>
            <a:custGeom>
              <a:avLst/>
              <a:gdLst>
                <a:gd name="T0" fmla="*/ 6708 w 6708"/>
                <a:gd name="T1" fmla="*/ 0 h 1788"/>
                <a:gd name="T2" fmla="*/ 0 w 6708"/>
                <a:gd name="T3" fmla="*/ 1788 h 1788"/>
                <a:gd name="T4" fmla="*/ 1 w 6708"/>
                <a:gd name="T5" fmla="*/ 1788 h 17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708" h="1788">
                  <a:moveTo>
                    <a:pt x="6708" y="0"/>
                  </a:moveTo>
                  <a:lnTo>
                    <a:pt x="0" y="1788"/>
                  </a:lnTo>
                  <a:lnTo>
                    <a:pt x="1" y="1788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8880" name="Freeform 96">
              <a:extLst>
                <a:ext uri="{FF2B5EF4-FFF2-40B4-BE49-F238E27FC236}">
                  <a16:creationId xmlns:a16="http://schemas.microsoft.com/office/drawing/2014/main" id="{B946B026-FD07-4788-9135-0E870EBD6A84}"/>
                </a:ext>
              </a:extLst>
            </p:cNvPr>
            <p:cNvSpPr>
              <a:spLocks/>
            </p:cNvSpPr>
            <p:nvPr/>
          </p:nvSpPr>
          <p:spPr bwMode="auto">
            <a:xfrm>
              <a:off x="1696" y="2670"/>
              <a:ext cx="1" cy="537"/>
            </a:xfrm>
            <a:custGeom>
              <a:avLst/>
              <a:gdLst>
                <a:gd name="T0" fmla="*/ 0 w 1"/>
                <a:gd name="T1" fmla="*/ 0 h 3225"/>
                <a:gd name="T2" fmla="*/ 0 w 1"/>
                <a:gd name="T3" fmla="*/ 3225 h 3225"/>
                <a:gd name="T4" fmla="*/ 1 w 1"/>
                <a:gd name="T5" fmla="*/ 3225 h 3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3225">
                  <a:moveTo>
                    <a:pt x="0" y="0"/>
                  </a:moveTo>
                  <a:lnTo>
                    <a:pt x="0" y="3225"/>
                  </a:lnTo>
                  <a:lnTo>
                    <a:pt x="1" y="3225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lg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8881" name="Freeform 97">
              <a:extLst>
                <a:ext uri="{FF2B5EF4-FFF2-40B4-BE49-F238E27FC236}">
                  <a16:creationId xmlns:a16="http://schemas.microsoft.com/office/drawing/2014/main" id="{1DAD2006-0E6F-4446-A182-C1AC78DEF974}"/>
                </a:ext>
              </a:extLst>
            </p:cNvPr>
            <p:cNvSpPr>
              <a:spLocks/>
            </p:cNvSpPr>
            <p:nvPr/>
          </p:nvSpPr>
          <p:spPr bwMode="auto">
            <a:xfrm>
              <a:off x="3675" y="2662"/>
              <a:ext cx="1" cy="536"/>
            </a:xfrm>
            <a:custGeom>
              <a:avLst/>
              <a:gdLst>
                <a:gd name="T0" fmla="*/ 0 w 1"/>
                <a:gd name="T1" fmla="*/ 0 h 3211"/>
                <a:gd name="T2" fmla="*/ 0 w 1"/>
                <a:gd name="T3" fmla="*/ 3211 h 3211"/>
                <a:gd name="T4" fmla="*/ 1 w 1"/>
                <a:gd name="T5" fmla="*/ 3211 h 32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3211">
                  <a:moveTo>
                    <a:pt x="0" y="0"/>
                  </a:moveTo>
                  <a:lnTo>
                    <a:pt x="0" y="3211"/>
                  </a:lnTo>
                  <a:lnTo>
                    <a:pt x="1" y="3211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lg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8882" name="Freeform 98">
              <a:extLst>
                <a:ext uri="{FF2B5EF4-FFF2-40B4-BE49-F238E27FC236}">
                  <a16:creationId xmlns:a16="http://schemas.microsoft.com/office/drawing/2014/main" id="{2640112E-06E9-444A-94CB-54DA1E118DFE}"/>
                </a:ext>
              </a:extLst>
            </p:cNvPr>
            <p:cNvSpPr>
              <a:spLocks/>
            </p:cNvSpPr>
            <p:nvPr/>
          </p:nvSpPr>
          <p:spPr bwMode="auto">
            <a:xfrm>
              <a:off x="2685" y="2172"/>
              <a:ext cx="1" cy="213"/>
            </a:xfrm>
            <a:custGeom>
              <a:avLst/>
              <a:gdLst>
                <a:gd name="T0" fmla="*/ 0 w 1"/>
                <a:gd name="T1" fmla="*/ 0 h 1276"/>
                <a:gd name="T2" fmla="*/ 0 w 1"/>
                <a:gd name="T3" fmla="*/ 1276 h 1276"/>
                <a:gd name="T4" fmla="*/ 1 w 1"/>
                <a:gd name="T5" fmla="*/ 1276 h 12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1276">
                  <a:moveTo>
                    <a:pt x="0" y="0"/>
                  </a:moveTo>
                  <a:lnTo>
                    <a:pt x="0" y="1276"/>
                  </a:lnTo>
                  <a:lnTo>
                    <a:pt x="1" y="1276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8883" name="Freeform 99">
              <a:extLst>
                <a:ext uri="{FF2B5EF4-FFF2-40B4-BE49-F238E27FC236}">
                  <a16:creationId xmlns:a16="http://schemas.microsoft.com/office/drawing/2014/main" id="{ED86B067-25C5-4409-9CFB-2835A87CD758}"/>
                </a:ext>
              </a:extLst>
            </p:cNvPr>
            <p:cNvSpPr>
              <a:spLocks/>
            </p:cNvSpPr>
            <p:nvPr/>
          </p:nvSpPr>
          <p:spPr bwMode="auto">
            <a:xfrm>
              <a:off x="2042" y="2929"/>
              <a:ext cx="1" cy="757"/>
            </a:xfrm>
            <a:custGeom>
              <a:avLst/>
              <a:gdLst>
                <a:gd name="T0" fmla="*/ 0 w 1"/>
                <a:gd name="T1" fmla="*/ 0 h 4540"/>
                <a:gd name="T2" fmla="*/ 0 w 1"/>
                <a:gd name="T3" fmla="*/ 4540 h 4540"/>
                <a:gd name="T4" fmla="*/ 1 w 1"/>
                <a:gd name="T5" fmla="*/ 4540 h 45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4540">
                  <a:moveTo>
                    <a:pt x="0" y="0"/>
                  </a:moveTo>
                  <a:lnTo>
                    <a:pt x="0" y="4540"/>
                  </a:lnTo>
                  <a:lnTo>
                    <a:pt x="1" y="454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8884" name="Freeform 100">
              <a:extLst>
                <a:ext uri="{FF2B5EF4-FFF2-40B4-BE49-F238E27FC236}">
                  <a16:creationId xmlns:a16="http://schemas.microsoft.com/office/drawing/2014/main" id="{204BED38-C0AB-4DBF-AB8B-CC212B10F93E}"/>
                </a:ext>
              </a:extLst>
            </p:cNvPr>
            <p:cNvSpPr>
              <a:spLocks/>
            </p:cNvSpPr>
            <p:nvPr/>
          </p:nvSpPr>
          <p:spPr bwMode="auto">
            <a:xfrm>
              <a:off x="2289" y="3075"/>
              <a:ext cx="1" cy="481"/>
            </a:xfrm>
            <a:custGeom>
              <a:avLst/>
              <a:gdLst>
                <a:gd name="T0" fmla="*/ 0 w 1"/>
                <a:gd name="T1" fmla="*/ 0 h 2883"/>
                <a:gd name="T2" fmla="*/ 0 w 1"/>
                <a:gd name="T3" fmla="*/ 2883 h 2883"/>
                <a:gd name="T4" fmla="*/ 1 w 1"/>
                <a:gd name="T5" fmla="*/ 2883 h 28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2883">
                  <a:moveTo>
                    <a:pt x="0" y="0"/>
                  </a:moveTo>
                  <a:lnTo>
                    <a:pt x="0" y="2883"/>
                  </a:lnTo>
                  <a:lnTo>
                    <a:pt x="1" y="2883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8885" name="Freeform 101">
              <a:extLst>
                <a:ext uri="{FF2B5EF4-FFF2-40B4-BE49-F238E27FC236}">
                  <a16:creationId xmlns:a16="http://schemas.microsoft.com/office/drawing/2014/main" id="{74CE9A52-CB49-4DBD-AD69-E548963E6754}"/>
                </a:ext>
              </a:extLst>
            </p:cNvPr>
            <p:cNvSpPr>
              <a:spLocks/>
            </p:cNvSpPr>
            <p:nvPr/>
          </p:nvSpPr>
          <p:spPr bwMode="auto">
            <a:xfrm>
              <a:off x="2537" y="3600"/>
              <a:ext cx="1" cy="86"/>
            </a:xfrm>
            <a:custGeom>
              <a:avLst/>
              <a:gdLst>
                <a:gd name="T0" fmla="*/ 0 w 1"/>
                <a:gd name="T1" fmla="*/ 0 h 86"/>
                <a:gd name="T2" fmla="*/ 0 w 1"/>
                <a:gd name="T3" fmla="*/ 86 h 86"/>
                <a:gd name="T4" fmla="*/ 1 w 1"/>
                <a:gd name="T5" fmla="*/ 86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86">
                  <a:moveTo>
                    <a:pt x="0" y="0"/>
                  </a:moveTo>
                  <a:lnTo>
                    <a:pt x="0" y="86"/>
                  </a:lnTo>
                  <a:lnTo>
                    <a:pt x="1" y="86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8886" name="Freeform 102">
              <a:extLst>
                <a:ext uri="{FF2B5EF4-FFF2-40B4-BE49-F238E27FC236}">
                  <a16:creationId xmlns:a16="http://schemas.microsoft.com/office/drawing/2014/main" id="{61078581-7015-4315-BA95-E7C65B3390E4}"/>
                </a:ext>
              </a:extLst>
            </p:cNvPr>
            <p:cNvSpPr>
              <a:spLocks/>
            </p:cNvSpPr>
            <p:nvPr/>
          </p:nvSpPr>
          <p:spPr bwMode="auto">
            <a:xfrm>
              <a:off x="1807" y="3710"/>
              <a:ext cx="211" cy="1"/>
            </a:xfrm>
            <a:custGeom>
              <a:avLst/>
              <a:gdLst>
                <a:gd name="T0" fmla="*/ 0 w 1267"/>
                <a:gd name="T1" fmla="*/ 1266 w 1267"/>
                <a:gd name="T2" fmla="*/ 1267 w 1267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1267">
                  <a:moveTo>
                    <a:pt x="0" y="0"/>
                  </a:moveTo>
                  <a:lnTo>
                    <a:pt x="1266" y="0"/>
                  </a:lnTo>
                  <a:lnTo>
                    <a:pt x="1267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8887" name="Freeform 103">
              <a:extLst>
                <a:ext uri="{FF2B5EF4-FFF2-40B4-BE49-F238E27FC236}">
                  <a16:creationId xmlns:a16="http://schemas.microsoft.com/office/drawing/2014/main" id="{5D97B5E1-C508-4B86-B008-FEDBFA615DC6}"/>
                </a:ext>
              </a:extLst>
            </p:cNvPr>
            <p:cNvSpPr>
              <a:spLocks/>
            </p:cNvSpPr>
            <p:nvPr/>
          </p:nvSpPr>
          <p:spPr bwMode="auto">
            <a:xfrm>
              <a:off x="2562" y="3710"/>
              <a:ext cx="211" cy="1"/>
            </a:xfrm>
            <a:custGeom>
              <a:avLst/>
              <a:gdLst>
                <a:gd name="T0" fmla="*/ 0 w 1266"/>
                <a:gd name="T1" fmla="*/ 1265 w 1266"/>
                <a:gd name="T2" fmla="*/ 1266 w 126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1266">
                  <a:moveTo>
                    <a:pt x="0" y="0"/>
                  </a:moveTo>
                  <a:lnTo>
                    <a:pt x="1265" y="0"/>
                  </a:lnTo>
                  <a:lnTo>
                    <a:pt x="1266" y="0"/>
                  </a:lnTo>
                </a:path>
              </a:pathLst>
            </a:custGeom>
            <a:noFill/>
            <a:ln w="0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8888" name="Freeform 104">
              <a:extLst>
                <a:ext uri="{FF2B5EF4-FFF2-40B4-BE49-F238E27FC236}">
                  <a16:creationId xmlns:a16="http://schemas.microsoft.com/office/drawing/2014/main" id="{E1935A40-E2F0-4D94-BED5-BD704F2C05BB}"/>
                </a:ext>
              </a:extLst>
            </p:cNvPr>
            <p:cNvSpPr>
              <a:spLocks/>
            </p:cNvSpPr>
            <p:nvPr/>
          </p:nvSpPr>
          <p:spPr bwMode="auto">
            <a:xfrm>
              <a:off x="2191" y="2929"/>
              <a:ext cx="1" cy="940"/>
            </a:xfrm>
            <a:custGeom>
              <a:avLst/>
              <a:gdLst>
                <a:gd name="T0" fmla="*/ 0 w 1"/>
                <a:gd name="T1" fmla="*/ 0 h 5639"/>
                <a:gd name="T2" fmla="*/ 0 w 1"/>
                <a:gd name="T3" fmla="*/ 5639 h 5639"/>
                <a:gd name="T4" fmla="*/ 1 w 1"/>
                <a:gd name="T5" fmla="*/ 5639 h 56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5639">
                  <a:moveTo>
                    <a:pt x="0" y="0"/>
                  </a:moveTo>
                  <a:lnTo>
                    <a:pt x="0" y="5639"/>
                  </a:lnTo>
                  <a:lnTo>
                    <a:pt x="1" y="5639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8889" name="Freeform 105">
              <a:extLst>
                <a:ext uri="{FF2B5EF4-FFF2-40B4-BE49-F238E27FC236}">
                  <a16:creationId xmlns:a16="http://schemas.microsoft.com/office/drawing/2014/main" id="{CD3BC069-2A79-42FB-96E0-FBFE28F2667F}"/>
                </a:ext>
              </a:extLst>
            </p:cNvPr>
            <p:cNvSpPr>
              <a:spLocks/>
            </p:cNvSpPr>
            <p:nvPr/>
          </p:nvSpPr>
          <p:spPr bwMode="auto">
            <a:xfrm>
              <a:off x="1999" y="3670"/>
              <a:ext cx="43" cy="41"/>
            </a:xfrm>
            <a:custGeom>
              <a:avLst/>
              <a:gdLst>
                <a:gd name="T0" fmla="*/ 0 w 43"/>
                <a:gd name="T1" fmla="*/ 41 h 41"/>
                <a:gd name="T2" fmla="*/ 22 w 43"/>
                <a:gd name="T3" fmla="*/ 38 h 41"/>
                <a:gd name="T4" fmla="*/ 41 w 43"/>
                <a:gd name="T5" fmla="*/ 21 h 41"/>
                <a:gd name="T6" fmla="*/ 43 w 43"/>
                <a:gd name="T7" fmla="*/ 0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3" h="41">
                  <a:moveTo>
                    <a:pt x="0" y="41"/>
                  </a:moveTo>
                  <a:lnTo>
                    <a:pt x="22" y="38"/>
                  </a:lnTo>
                  <a:lnTo>
                    <a:pt x="41" y="21"/>
                  </a:lnTo>
                  <a:lnTo>
                    <a:pt x="43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8890" name="Freeform 106">
              <a:extLst>
                <a:ext uri="{FF2B5EF4-FFF2-40B4-BE49-F238E27FC236}">
                  <a16:creationId xmlns:a16="http://schemas.microsoft.com/office/drawing/2014/main" id="{3C4C920A-E545-498C-8AAB-57A56957127B}"/>
                </a:ext>
              </a:extLst>
            </p:cNvPr>
            <p:cNvSpPr>
              <a:spLocks/>
            </p:cNvSpPr>
            <p:nvPr/>
          </p:nvSpPr>
          <p:spPr bwMode="auto">
            <a:xfrm>
              <a:off x="2537" y="3675"/>
              <a:ext cx="25" cy="35"/>
            </a:xfrm>
            <a:custGeom>
              <a:avLst/>
              <a:gdLst>
                <a:gd name="T0" fmla="*/ 0 w 25"/>
                <a:gd name="T1" fmla="*/ 0 h 35"/>
                <a:gd name="T2" fmla="*/ 2 w 25"/>
                <a:gd name="T3" fmla="*/ 26 h 35"/>
                <a:gd name="T4" fmla="*/ 25 w 25"/>
                <a:gd name="T5" fmla="*/ 35 h 35"/>
                <a:gd name="T6" fmla="*/ 25 w 25"/>
                <a:gd name="T7" fmla="*/ 35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35">
                  <a:moveTo>
                    <a:pt x="0" y="0"/>
                  </a:moveTo>
                  <a:lnTo>
                    <a:pt x="2" y="26"/>
                  </a:lnTo>
                  <a:lnTo>
                    <a:pt x="25" y="35"/>
                  </a:lnTo>
                  <a:lnTo>
                    <a:pt x="25" y="35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8891" name="Freeform 107">
              <a:extLst>
                <a:ext uri="{FF2B5EF4-FFF2-40B4-BE49-F238E27FC236}">
                  <a16:creationId xmlns:a16="http://schemas.microsoft.com/office/drawing/2014/main" id="{933F7B8C-5924-4EDB-8DA4-7F035F6C5B4B}"/>
                </a:ext>
              </a:extLst>
            </p:cNvPr>
            <p:cNvSpPr>
              <a:spLocks/>
            </p:cNvSpPr>
            <p:nvPr/>
          </p:nvSpPr>
          <p:spPr bwMode="auto">
            <a:xfrm>
              <a:off x="2389" y="3325"/>
              <a:ext cx="1" cy="544"/>
            </a:xfrm>
            <a:custGeom>
              <a:avLst/>
              <a:gdLst>
                <a:gd name="T0" fmla="*/ 0 w 1"/>
                <a:gd name="T1" fmla="*/ 0 h 3261"/>
                <a:gd name="T2" fmla="*/ 0 w 1"/>
                <a:gd name="T3" fmla="*/ 3261 h 3261"/>
                <a:gd name="T4" fmla="*/ 1 w 1"/>
                <a:gd name="T5" fmla="*/ 3261 h 3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3261">
                  <a:moveTo>
                    <a:pt x="0" y="0"/>
                  </a:moveTo>
                  <a:lnTo>
                    <a:pt x="0" y="3261"/>
                  </a:lnTo>
                  <a:lnTo>
                    <a:pt x="1" y="3261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8892" name="Freeform 108">
              <a:extLst>
                <a:ext uri="{FF2B5EF4-FFF2-40B4-BE49-F238E27FC236}">
                  <a16:creationId xmlns:a16="http://schemas.microsoft.com/office/drawing/2014/main" id="{7FC45FFF-4614-4AA7-8F01-27BA312AEA85}"/>
                </a:ext>
              </a:extLst>
            </p:cNvPr>
            <p:cNvSpPr>
              <a:spLocks/>
            </p:cNvSpPr>
            <p:nvPr/>
          </p:nvSpPr>
          <p:spPr bwMode="auto">
            <a:xfrm>
              <a:off x="2055" y="2777"/>
              <a:ext cx="448" cy="75"/>
            </a:xfrm>
            <a:custGeom>
              <a:avLst/>
              <a:gdLst>
                <a:gd name="T0" fmla="*/ 0 w 2687"/>
                <a:gd name="T1" fmla="*/ 139 h 453"/>
                <a:gd name="T2" fmla="*/ 704 w 2687"/>
                <a:gd name="T3" fmla="*/ 0 h 453"/>
                <a:gd name="T4" fmla="*/ 1024 w 2687"/>
                <a:gd name="T5" fmla="*/ 31 h 453"/>
                <a:gd name="T6" fmla="*/ 1311 w 2687"/>
                <a:gd name="T7" fmla="*/ 243 h 453"/>
                <a:gd name="T8" fmla="*/ 1625 w 2687"/>
                <a:gd name="T9" fmla="*/ 388 h 453"/>
                <a:gd name="T10" fmla="*/ 1974 w 2687"/>
                <a:gd name="T11" fmla="*/ 415 h 453"/>
                <a:gd name="T12" fmla="*/ 2686 w 2687"/>
                <a:gd name="T13" fmla="*/ 453 h 453"/>
                <a:gd name="T14" fmla="*/ 2687 w 2687"/>
                <a:gd name="T15" fmla="*/ 453 h 4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687" h="453">
                  <a:moveTo>
                    <a:pt x="0" y="139"/>
                  </a:moveTo>
                  <a:lnTo>
                    <a:pt x="704" y="0"/>
                  </a:lnTo>
                  <a:lnTo>
                    <a:pt x="1024" y="31"/>
                  </a:lnTo>
                  <a:lnTo>
                    <a:pt x="1311" y="243"/>
                  </a:lnTo>
                  <a:lnTo>
                    <a:pt x="1625" y="388"/>
                  </a:lnTo>
                  <a:lnTo>
                    <a:pt x="1974" y="415"/>
                  </a:lnTo>
                  <a:lnTo>
                    <a:pt x="2686" y="453"/>
                  </a:lnTo>
                  <a:lnTo>
                    <a:pt x="2687" y="453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8893" name="Freeform 109">
              <a:extLst>
                <a:ext uri="{FF2B5EF4-FFF2-40B4-BE49-F238E27FC236}">
                  <a16:creationId xmlns:a16="http://schemas.microsoft.com/office/drawing/2014/main" id="{590154DE-F513-4DFA-91D4-41DC2168F033}"/>
                </a:ext>
              </a:extLst>
            </p:cNvPr>
            <p:cNvSpPr>
              <a:spLocks/>
            </p:cNvSpPr>
            <p:nvPr/>
          </p:nvSpPr>
          <p:spPr bwMode="auto">
            <a:xfrm>
              <a:off x="2770" y="3107"/>
              <a:ext cx="26" cy="456"/>
            </a:xfrm>
            <a:custGeom>
              <a:avLst/>
              <a:gdLst>
                <a:gd name="T0" fmla="*/ 2 w 26"/>
                <a:gd name="T1" fmla="*/ 0 h 456"/>
                <a:gd name="T2" fmla="*/ 24 w 26"/>
                <a:gd name="T3" fmla="*/ 232 h 456"/>
                <a:gd name="T4" fmla="*/ 0 w 26"/>
                <a:gd name="T5" fmla="*/ 346 h 456"/>
                <a:gd name="T6" fmla="*/ 26 w 26"/>
                <a:gd name="T7" fmla="*/ 456 h 456"/>
                <a:gd name="T8" fmla="*/ 26 w 26"/>
                <a:gd name="T9" fmla="*/ 456 h 4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" h="456">
                  <a:moveTo>
                    <a:pt x="2" y="0"/>
                  </a:moveTo>
                  <a:lnTo>
                    <a:pt x="24" y="232"/>
                  </a:lnTo>
                  <a:lnTo>
                    <a:pt x="0" y="346"/>
                  </a:lnTo>
                  <a:lnTo>
                    <a:pt x="26" y="456"/>
                  </a:lnTo>
                  <a:lnTo>
                    <a:pt x="26" y="456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8894" name="Freeform 110">
              <a:extLst>
                <a:ext uri="{FF2B5EF4-FFF2-40B4-BE49-F238E27FC236}">
                  <a16:creationId xmlns:a16="http://schemas.microsoft.com/office/drawing/2014/main" id="{A7569DAB-880D-4F4F-B399-1FF02C864B19}"/>
                </a:ext>
              </a:extLst>
            </p:cNvPr>
            <p:cNvSpPr>
              <a:spLocks/>
            </p:cNvSpPr>
            <p:nvPr/>
          </p:nvSpPr>
          <p:spPr bwMode="auto">
            <a:xfrm>
              <a:off x="2537" y="3562"/>
              <a:ext cx="43" cy="57"/>
            </a:xfrm>
            <a:custGeom>
              <a:avLst/>
              <a:gdLst>
                <a:gd name="T0" fmla="*/ 43 w 43"/>
                <a:gd name="T1" fmla="*/ 0 h 57"/>
                <a:gd name="T2" fmla="*/ 19 w 43"/>
                <a:gd name="T3" fmla="*/ 5 h 57"/>
                <a:gd name="T4" fmla="*/ 2 w 43"/>
                <a:gd name="T5" fmla="*/ 24 h 57"/>
                <a:gd name="T6" fmla="*/ 0 w 43"/>
                <a:gd name="T7" fmla="*/ 57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3" h="57">
                  <a:moveTo>
                    <a:pt x="43" y="0"/>
                  </a:moveTo>
                  <a:lnTo>
                    <a:pt x="19" y="5"/>
                  </a:lnTo>
                  <a:lnTo>
                    <a:pt x="2" y="24"/>
                  </a:lnTo>
                  <a:lnTo>
                    <a:pt x="0" y="57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8895" name="Freeform 111">
              <a:extLst>
                <a:ext uri="{FF2B5EF4-FFF2-40B4-BE49-F238E27FC236}">
                  <a16:creationId xmlns:a16="http://schemas.microsoft.com/office/drawing/2014/main" id="{CFD5CCD6-06C2-4B19-B898-57DB43E47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1343" y="2929"/>
              <a:ext cx="950" cy="1"/>
            </a:xfrm>
            <a:custGeom>
              <a:avLst/>
              <a:gdLst>
                <a:gd name="T0" fmla="*/ 0 w 5699"/>
                <a:gd name="T1" fmla="*/ 5698 w 5699"/>
                <a:gd name="T2" fmla="*/ 5699 w 5699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5699">
                  <a:moveTo>
                    <a:pt x="0" y="0"/>
                  </a:moveTo>
                  <a:lnTo>
                    <a:pt x="5698" y="0"/>
                  </a:lnTo>
                  <a:lnTo>
                    <a:pt x="5699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8896" name="Freeform 112">
              <a:extLst>
                <a:ext uri="{FF2B5EF4-FFF2-40B4-BE49-F238E27FC236}">
                  <a16:creationId xmlns:a16="http://schemas.microsoft.com/office/drawing/2014/main" id="{FABAA324-C75F-4B1A-A4DE-A6283C1679E3}"/>
                </a:ext>
              </a:extLst>
            </p:cNvPr>
            <p:cNvSpPr>
              <a:spLocks/>
            </p:cNvSpPr>
            <p:nvPr/>
          </p:nvSpPr>
          <p:spPr bwMode="auto">
            <a:xfrm>
              <a:off x="2289" y="3658"/>
              <a:ext cx="1" cy="311"/>
            </a:xfrm>
            <a:custGeom>
              <a:avLst/>
              <a:gdLst>
                <a:gd name="T0" fmla="*/ 0 w 1"/>
                <a:gd name="T1" fmla="*/ 0 h 1864"/>
                <a:gd name="T2" fmla="*/ 0 w 1"/>
                <a:gd name="T3" fmla="*/ 1864 h 1864"/>
                <a:gd name="T4" fmla="*/ 1 w 1"/>
                <a:gd name="T5" fmla="*/ 1864 h 18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1864">
                  <a:moveTo>
                    <a:pt x="0" y="0"/>
                  </a:moveTo>
                  <a:lnTo>
                    <a:pt x="0" y="1864"/>
                  </a:lnTo>
                  <a:lnTo>
                    <a:pt x="1" y="1864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8897" name="Freeform 113">
              <a:extLst>
                <a:ext uri="{FF2B5EF4-FFF2-40B4-BE49-F238E27FC236}">
                  <a16:creationId xmlns:a16="http://schemas.microsoft.com/office/drawing/2014/main" id="{9DC9E0BD-582B-4E91-96FE-40984A4861F0}"/>
                </a:ext>
              </a:extLst>
            </p:cNvPr>
            <p:cNvSpPr>
              <a:spLocks/>
            </p:cNvSpPr>
            <p:nvPr/>
          </p:nvSpPr>
          <p:spPr bwMode="auto">
            <a:xfrm>
              <a:off x="2289" y="3588"/>
              <a:ext cx="1" cy="38"/>
            </a:xfrm>
            <a:custGeom>
              <a:avLst/>
              <a:gdLst>
                <a:gd name="T0" fmla="*/ 0 w 1"/>
                <a:gd name="T1" fmla="*/ 0 h 229"/>
                <a:gd name="T2" fmla="*/ 0 w 1"/>
                <a:gd name="T3" fmla="*/ 229 h 229"/>
                <a:gd name="T4" fmla="*/ 1 w 1"/>
                <a:gd name="T5" fmla="*/ 229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229">
                  <a:moveTo>
                    <a:pt x="0" y="0"/>
                  </a:moveTo>
                  <a:lnTo>
                    <a:pt x="0" y="229"/>
                  </a:lnTo>
                  <a:lnTo>
                    <a:pt x="1" y="229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8898" name="Freeform 114">
              <a:extLst>
                <a:ext uri="{FF2B5EF4-FFF2-40B4-BE49-F238E27FC236}">
                  <a16:creationId xmlns:a16="http://schemas.microsoft.com/office/drawing/2014/main" id="{0FE14AC5-D9E8-4713-AA4E-5C6ED5F45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2685" y="3131"/>
              <a:ext cx="1" cy="26"/>
            </a:xfrm>
            <a:custGeom>
              <a:avLst/>
              <a:gdLst>
                <a:gd name="T0" fmla="*/ 0 w 1"/>
                <a:gd name="T1" fmla="*/ 0 h 152"/>
                <a:gd name="T2" fmla="*/ 0 w 1"/>
                <a:gd name="T3" fmla="*/ 152 h 152"/>
                <a:gd name="T4" fmla="*/ 1 w 1"/>
                <a:gd name="T5" fmla="*/ 152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152">
                  <a:moveTo>
                    <a:pt x="0" y="0"/>
                  </a:moveTo>
                  <a:lnTo>
                    <a:pt x="0" y="152"/>
                  </a:lnTo>
                  <a:lnTo>
                    <a:pt x="1" y="152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8899" name="Freeform 115">
              <a:extLst>
                <a:ext uri="{FF2B5EF4-FFF2-40B4-BE49-F238E27FC236}">
                  <a16:creationId xmlns:a16="http://schemas.microsoft.com/office/drawing/2014/main" id="{BE13B57B-7619-4343-9092-5B1075D2AF19}"/>
                </a:ext>
              </a:extLst>
            </p:cNvPr>
            <p:cNvSpPr>
              <a:spLocks/>
            </p:cNvSpPr>
            <p:nvPr/>
          </p:nvSpPr>
          <p:spPr bwMode="auto">
            <a:xfrm>
              <a:off x="2685" y="3201"/>
              <a:ext cx="1" cy="463"/>
            </a:xfrm>
            <a:custGeom>
              <a:avLst/>
              <a:gdLst>
                <a:gd name="T0" fmla="*/ 0 w 1"/>
                <a:gd name="T1" fmla="*/ 0 h 2775"/>
                <a:gd name="T2" fmla="*/ 0 w 1"/>
                <a:gd name="T3" fmla="*/ 2775 h 2775"/>
                <a:gd name="T4" fmla="*/ 1 w 1"/>
                <a:gd name="T5" fmla="*/ 2775 h 27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2775">
                  <a:moveTo>
                    <a:pt x="0" y="0"/>
                  </a:moveTo>
                  <a:lnTo>
                    <a:pt x="0" y="2775"/>
                  </a:lnTo>
                  <a:lnTo>
                    <a:pt x="1" y="2775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8900" name="Freeform 116">
              <a:extLst>
                <a:ext uri="{FF2B5EF4-FFF2-40B4-BE49-F238E27FC236}">
                  <a16:creationId xmlns:a16="http://schemas.microsoft.com/office/drawing/2014/main" id="{9ABB28DA-407E-421B-A6F6-9EAE7D46845D}"/>
                </a:ext>
              </a:extLst>
            </p:cNvPr>
            <p:cNvSpPr>
              <a:spLocks/>
            </p:cNvSpPr>
            <p:nvPr/>
          </p:nvSpPr>
          <p:spPr bwMode="auto">
            <a:xfrm>
              <a:off x="2345" y="2929"/>
              <a:ext cx="32" cy="1"/>
            </a:xfrm>
            <a:custGeom>
              <a:avLst/>
              <a:gdLst>
                <a:gd name="T0" fmla="*/ 0 w 191"/>
                <a:gd name="T1" fmla="*/ 190 w 191"/>
                <a:gd name="T2" fmla="*/ 191 w 19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191">
                  <a:moveTo>
                    <a:pt x="0" y="0"/>
                  </a:moveTo>
                  <a:lnTo>
                    <a:pt x="190" y="0"/>
                  </a:lnTo>
                  <a:lnTo>
                    <a:pt x="191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8901" name="Freeform 117">
              <a:extLst>
                <a:ext uri="{FF2B5EF4-FFF2-40B4-BE49-F238E27FC236}">
                  <a16:creationId xmlns:a16="http://schemas.microsoft.com/office/drawing/2014/main" id="{0CB643A4-8BD0-4B5A-9067-EB73428A8547}"/>
                </a:ext>
              </a:extLst>
            </p:cNvPr>
            <p:cNvSpPr>
              <a:spLocks/>
            </p:cNvSpPr>
            <p:nvPr/>
          </p:nvSpPr>
          <p:spPr bwMode="auto">
            <a:xfrm>
              <a:off x="2434" y="2929"/>
              <a:ext cx="685" cy="1"/>
            </a:xfrm>
            <a:custGeom>
              <a:avLst/>
              <a:gdLst>
                <a:gd name="T0" fmla="*/ 0 w 4114"/>
                <a:gd name="T1" fmla="*/ 4113 w 4114"/>
                <a:gd name="T2" fmla="*/ 4114 w 411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4114">
                  <a:moveTo>
                    <a:pt x="0" y="0"/>
                  </a:moveTo>
                  <a:lnTo>
                    <a:pt x="4113" y="0"/>
                  </a:lnTo>
                  <a:lnTo>
                    <a:pt x="4114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8902" name="Freeform 118">
              <a:extLst>
                <a:ext uri="{FF2B5EF4-FFF2-40B4-BE49-F238E27FC236}">
                  <a16:creationId xmlns:a16="http://schemas.microsoft.com/office/drawing/2014/main" id="{56276CEF-7293-462E-B734-B365D980902E}"/>
                </a:ext>
              </a:extLst>
            </p:cNvPr>
            <p:cNvSpPr>
              <a:spLocks/>
            </p:cNvSpPr>
            <p:nvPr/>
          </p:nvSpPr>
          <p:spPr bwMode="auto">
            <a:xfrm>
              <a:off x="3170" y="2929"/>
              <a:ext cx="25" cy="1"/>
            </a:xfrm>
            <a:custGeom>
              <a:avLst/>
              <a:gdLst>
                <a:gd name="T0" fmla="*/ 0 w 154"/>
                <a:gd name="T1" fmla="*/ 153 w 154"/>
                <a:gd name="T2" fmla="*/ 154 w 15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154">
                  <a:moveTo>
                    <a:pt x="0" y="0"/>
                  </a:moveTo>
                  <a:lnTo>
                    <a:pt x="153" y="0"/>
                  </a:lnTo>
                  <a:lnTo>
                    <a:pt x="154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8903" name="Freeform 119">
              <a:extLst>
                <a:ext uri="{FF2B5EF4-FFF2-40B4-BE49-F238E27FC236}">
                  <a16:creationId xmlns:a16="http://schemas.microsoft.com/office/drawing/2014/main" id="{DE945D28-2745-48CB-A7F2-E50DADC17DC6}"/>
                </a:ext>
              </a:extLst>
            </p:cNvPr>
            <p:cNvSpPr>
              <a:spLocks/>
            </p:cNvSpPr>
            <p:nvPr/>
          </p:nvSpPr>
          <p:spPr bwMode="auto">
            <a:xfrm>
              <a:off x="3248" y="2929"/>
              <a:ext cx="780" cy="1"/>
            </a:xfrm>
            <a:custGeom>
              <a:avLst/>
              <a:gdLst>
                <a:gd name="T0" fmla="*/ 0 w 4682"/>
                <a:gd name="T1" fmla="*/ 4681 w 4682"/>
                <a:gd name="T2" fmla="*/ 4682 w 468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4682">
                  <a:moveTo>
                    <a:pt x="0" y="0"/>
                  </a:moveTo>
                  <a:lnTo>
                    <a:pt x="4681" y="0"/>
                  </a:lnTo>
                  <a:lnTo>
                    <a:pt x="4682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8904" name="Freeform 120">
              <a:extLst>
                <a:ext uri="{FF2B5EF4-FFF2-40B4-BE49-F238E27FC236}">
                  <a16:creationId xmlns:a16="http://schemas.microsoft.com/office/drawing/2014/main" id="{411ECC2D-5856-45F6-8C57-AB3FFB0827D3}"/>
                </a:ext>
              </a:extLst>
            </p:cNvPr>
            <p:cNvSpPr>
              <a:spLocks/>
            </p:cNvSpPr>
            <p:nvPr/>
          </p:nvSpPr>
          <p:spPr bwMode="auto">
            <a:xfrm>
              <a:off x="2685" y="2529"/>
              <a:ext cx="1" cy="558"/>
            </a:xfrm>
            <a:custGeom>
              <a:avLst/>
              <a:gdLst>
                <a:gd name="T0" fmla="*/ 0 w 1"/>
                <a:gd name="T1" fmla="*/ 0 h 3350"/>
                <a:gd name="T2" fmla="*/ 0 w 1"/>
                <a:gd name="T3" fmla="*/ 3350 h 3350"/>
                <a:gd name="T4" fmla="*/ 1 w 1"/>
                <a:gd name="T5" fmla="*/ 3350 h 33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3350">
                  <a:moveTo>
                    <a:pt x="0" y="0"/>
                  </a:moveTo>
                  <a:lnTo>
                    <a:pt x="0" y="3350"/>
                  </a:lnTo>
                  <a:lnTo>
                    <a:pt x="1" y="335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8905" name="Freeform 121">
              <a:extLst>
                <a:ext uri="{FF2B5EF4-FFF2-40B4-BE49-F238E27FC236}">
                  <a16:creationId xmlns:a16="http://schemas.microsoft.com/office/drawing/2014/main" id="{3DDBA549-1F5E-486D-8AF7-CF52CE7CC854}"/>
                </a:ext>
              </a:extLst>
            </p:cNvPr>
            <p:cNvSpPr>
              <a:spLocks/>
            </p:cNvSpPr>
            <p:nvPr/>
          </p:nvSpPr>
          <p:spPr bwMode="auto">
            <a:xfrm>
              <a:off x="2685" y="2433"/>
              <a:ext cx="1" cy="41"/>
            </a:xfrm>
            <a:custGeom>
              <a:avLst/>
              <a:gdLst>
                <a:gd name="T0" fmla="*/ 0 w 1"/>
                <a:gd name="T1" fmla="*/ 0 h 248"/>
                <a:gd name="T2" fmla="*/ 0 w 1"/>
                <a:gd name="T3" fmla="*/ 248 h 248"/>
                <a:gd name="T4" fmla="*/ 1 w 1"/>
                <a:gd name="T5" fmla="*/ 248 h 2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248">
                  <a:moveTo>
                    <a:pt x="0" y="0"/>
                  </a:moveTo>
                  <a:lnTo>
                    <a:pt x="0" y="248"/>
                  </a:lnTo>
                  <a:lnTo>
                    <a:pt x="1" y="248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8906" name="Freeform 122">
              <a:extLst>
                <a:ext uri="{FF2B5EF4-FFF2-40B4-BE49-F238E27FC236}">
                  <a16:creationId xmlns:a16="http://schemas.microsoft.com/office/drawing/2014/main" id="{EDE080FA-EAE2-4176-9063-CFC38A0A5251}"/>
                </a:ext>
              </a:extLst>
            </p:cNvPr>
            <p:cNvSpPr>
              <a:spLocks/>
            </p:cNvSpPr>
            <p:nvPr/>
          </p:nvSpPr>
          <p:spPr bwMode="auto">
            <a:xfrm>
              <a:off x="1930" y="3618"/>
              <a:ext cx="1" cy="357"/>
            </a:xfrm>
            <a:custGeom>
              <a:avLst/>
              <a:gdLst>
                <a:gd name="T0" fmla="*/ 0 w 1"/>
                <a:gd name="T1" fmla="*/ 0 h 2142"/>
                <a:gd name="T2" fmla="*/ 0 w 1"/>
                <a:gd name="T3" fmla="*/ 2142 h 2142"/>
                <a:gd name="T4" fmla="*/ 1 w 1"/>
                <a:gd name="T5" fmla="*/ 2142 h 2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2142">
                  <a:moveTo>
                    <a:pt x="0" y="0"/>
                  </a:moveTo>
                  <a:lnTo>
                    <a:pt x="0" y="2142"/>
                  </a:lnTo>
                  <a:lnTo>
                    <a:pt x="1" y="2142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lg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8907" name="Freeform 123">
              <a:extLst>
                <a:ext uri="{FF2B5EF4-FFF2-40B4-BE49-F238E27FC236}">
                  <a16:creationId xmlns:a16="http://schemas.microsoft.com/office/drawing/2014/main" id="{2C1A8F3A-4E2A-431E-9BAB-EB4A034CD713}"/>
                </a:ext>
              </a:extLst>
            </p:cNvPr>
            <p:cNvSpPr>
              <a:spLocks/>
            </p:cNvSpPr>
            <p:nvPr/>
          </p:nvSpPr>
          <p:spPr bwMode="auto">
            <a:xfrm>
              <a:off x="1781" y="3735"/>
              <a:ext cx="2" cy="134"/>
            </a:xfrm>
            <a:custGeom>
              <a:avLst/>
              <a:gdLst>
                <a:gd name="T0" fmla="*/ 1 w 2"/>
                <a:gd name="T1" fmla="*/ 0 h 134"/>
                <a:gd name="T2" fmla="*/ 0 w 2"/>
                <a:gd name="T3" fmla="*/ 134 h 134"/>
                <a:gd name="T4" fmla="*/ 2 w 2"/>
                <a:gd name="T5" fmla="*/ 134 h 1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134">
                  <a:moveTo>
                    <a:pt x="1" y="0"/>
                  </a:moveTo>
                  <a:lnTo>
                    <a:pt x="0" y="134"/>
                  </a:lnTo>
                  <a:lnTo>
                    <a:pt x="2" y="134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8908" name="Freeform 124">
              <a:extLst>
                <a:ext uri="{FF2B5EF4-FFF2-40B4-BE49-F238E27FC236}">
                  <a16:creationId xmlns:a16="http://schemas.microsoft.com/office/drawing/2014/main" id="{A3C5A577-6388-45C1-B72E-2D23930CC96F}"/>
                </a:ext>
              </a:extLst>
            </p:cNvPr>
            <p:cNvSpPr>
              <a:spLocks/>
            </p:cNvSpPr>
            <p:nvPr/>
          </p:nvSpPr>
          <p:spPr bwMode="auto">
            <a:xfrm>
              <a:off x="1995" y="3710"/>
              <a:ext cx="1" cy="159"/>
            </a:xfrm>
            <a:custGeom>
              <a:avLst/>
              <a:gdLst>
                <a:gd name="T0" fmla="*/ 0 w 1"/>
                <a:gd name="T1" fmla="*/ 0 h 950"/>
                <a:gd name="T2" fmla="*/ 0 w 1"/>
                <a:gd name="T3" fmla="*/ 950 h 950"/>
                <a:gd name="T4" fmla="*/ 1 w 1"/>
                <a:gd name="T5" fmla="*/ 950 h 9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950">
                  <a:moveTo>
                    <a:pt x="0" y="0"/>
                  </a:moveTo>
                  <a:lnTo>
                    <a:pt x="0" y="950"/>
                  </a:lnTo>
                  <a:lnTo>
                    <a:pt x="1" y="95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8909" name="Freeform 125">
              <a:extLst>
                <a:ext uri="{FF2B5EF4-FFF2-40B4-BE49-F238E27FC236}">
                  <a16:creationId xmlns:a16="http://schemas.microsoft.com/office/drawing/2014/main" id="{89297833-1762-4105-A6D5-C11C2DFD9DC1}"/>
                </a:ext>
              </a:extLst>
            </p:cNvPr>
            <p:cNvSpPr>
              <a:spLocks/>
            </p:cNvSpPr>
            <p:nvPr/>
          </p:nvSpPr>
          <p:spPr bwMode="auto">
            <a:xfrm>
              <a:off x="1866" y="3710"/>
              <a:ext cx="1" cy="159"/>
            </a:xfrm>
            <a:custGeom>
              <a:avLst/>
              <a:gdLst>
                <a:gd name="T0" fmla="*/ 0 w 1"/>
                <a:gd name="T1" fmla="*/ 0 h 950"/>
                <a:gd name="T2" fmla="*/ 0 w 1"/>
                <a:gd name="T3" fmla="*/ 950 h 950"/>
                <a:gd name="T4" fmla="*/ 1 w 1"/>
                <a:gd name="T5" fmla="*/ 950 h 9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950">
                  <a:moveTo>
                    <a:pt x="0" y="0"/>
                  </a:moveTo>
                  <a:lnTo>
                    <a:pt x="0" y="950"/>
                  </a:lnTo>
                  <a:lnTo>
                    <a:pt x="1" y="95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8910" name="Freeform 126">
              <a:extLst>
                <a:ext uri="{FF2B5EF4-FFF2-40B4-BE49-F238E27FC236}">
                  <a16:creationId xmlns:a16="http://schemas.microsoft.com/office/drawing/2014/main" id="{0ADDA5B4-9B5E-4BAD-9E3E-6DCAC756A3C0}"/>
                </a:ext>
              </a:extLst>
            </p:cNvPr>
            <p:cNvSpPr>
              <a:spLocks/>
            </p:cNvSpPr>
            <p:nvPr/>
          </p:nvSpPr>
          <p:spPr bwMode="auto">
            <a:xfrm>
              <a:off x="1778" y="3708"/>
              <a:ext cx="46" cy="34"/>
            </a:xfrm>
            <a:custGeom>
              <a:avLst/>
              <a:gdLst>
                <a:gd name="T0" fmla="*/ 46 w 46"/>
                <a:gd name="T1" fmla="*/ 3 h 34"/>
                <a:gd name="T2" fmla="*/ 20 w 46"/>
                <a:gd name="T3" fmla="*/ 0 h 34"/>
                <a:gd name="T4" fmla="*/ 5 w 46"/>
                <a:gd name="T5" fmla="*/ 7 h 34"/>
                <a:gd name="T6" fmla="*/ 0 w 46"/>
                <a:gd name="T7" fmla="*/ 34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" h="34">
                  <a:moveTo>
                    <a:pt x="46" y="3"/>
                  </a:moveTo>
                  <a:lnTo>
                    <a:pt x="20" y="0"/>
                  </a:lnTo>
                  <a:lnTo>
                    <a:pt x="5" y="7"/>
                  </a:lnTo>
                  <a:lnTo>
                    <a:pt x="0" y="34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8911" name="Freeform 127">
              <a:extLst>
                <a:ext uri="{FF2B5EF4-FFF2-40B4-BE49-F238E27FC236}">
                  <a16:creationId xmlns:a16="http://schemas.microsoft.com/office/drawing/2014/main" id="{DB5ADC23-47C2-4DA7-A028-4B8DAF6E6293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9" y="3618"/>
              <a:ext cx="1" cy="357"/>
            </a:xfrm>
            <a:custGeom>
              <a:avLst/>
              <a:gdLst>
                <a:gd name="T0" fmla="*/ 0 w 1"/>
                <a:gd name="T1" fmla="*/ 0 h 2142"/>
                <a:gd name="T2" fmla="*/ 0 w 1"/>
                <a:gd name="T3" fmla="*/ 2142 h 2142"/>
                <a:gd name="T4" fmla="*/ 1 w 1"/>
                <a:gd name="T5" fmla="*/ 2142 h 2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2142">
                  <a:moveTo>
                    <a:pt x="0" y="0"/>
                  </a:moveTo>
                  <a:lnTo>
                    <a:pt x="0" y="2142"/>
                  </a:lnTo>
                  <a:lnTo>
                    <a:pt x="1" y="2142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lg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8912" name="Freeform 128">
              <a:extLst>
                <a:ext uri="{FF2B5EF4-FFF2-40B4-BE49-F238E27FC236}">
                  <a16:creationId xmlns:a16="http://schemas.microsoft.com/office/drawing/2014/main" id="{D21E545A-A5AC-4585-A04B-AF8586F95659}"/>
                </a:ext>
              </a:extLst>
            </p:cNvPr>
            <p:cNvSpPr>
              <a:spLocks/>
            </p:cNvSpPr>
            <p:nvPr/>
          </p:nvSpPr>
          <p:spPr bwMode="auto">
            <a:xfrm>
              <a:off x="2584" y="3710"/>
              <a:ext cx="1" cy="159"/>
            </a:xfrm>
            <a:custGeom>
              <a:avLst/>
              <a:gdLst>
                <a:gd name="T0" fmla="*/ 0 w 1"/>
                <a:gd name="T1" fmla="*/ 0 h 950"/>
                <a:gd name="T2" fmla="*/ 0 w 1"/>
                <a:gd name="T3" fmla="*/ 950 h 950"/>
                <a:gd name="T4" fmla="*/ 1 w 1"/>
                <a:gd name="T5" fmla="*/ 950 h 9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950">
                  <a:moveTo>
                    <a:pt x="0" y="0"/>
                  </a:moveTo>
                  <a:lnTo>
                    <a:pt x="0" y="950"/>
                  </a:lnTo>
                  <a:lnTo>
                    <a:pt x="1" y="95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8913" name="Freeform 129">
              <a:extLst>
                <a:ext uri="{FF2B5EF4-FFF2-40B4-BE49-F238E27FC236}">
                  <a16:creationId xmlns:a16="http://schemas.microsoft.com/office/drawing/2014/main" id="{BCFB98B2-16BD-4C40-8ACC-19B4CD66482E}"/>
                </a:ext>
              </a:extLst>
            </p:cNvPr>
            <p:cNvSpPr>
              <a:spLocks/>
            </p:cNvSpPr>
            <p:nvPr/>
          </p:nvSpPr>
          <p:spPr bwMode="auto">
            <a:xfrm>
              <a:off x="2713" y="3710"/>
              <a:ext cx="1" cy="159"/>
            </a:xfrm>
            <a:custGeom>
              <a:avLst/>
              <a:gdLst>
                <a:gd name="T0" fmla="*/ 0 w 1"/>
                <a:gd name="T1" fmla="*/ 0 h 950"/>
                <a:gd name="T2" fmla="*/ 0 w 1"/>
                <a:gd name="T3" fmla="*/ 950 h 950"/>
                <a:gd name="T4" fmla="*/ 1 w 1"/>
                <a:gd name="T5" fmla="*/ 950 h 9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950">
                  <a:moveTo>
                    <a:pt x="0" y="0"/>
                  </a:moveTo>
                  <a:lnTo>
                    <a:pt x="0" y="950"/>
                  </a:lnTo>
                  <a:lnTo>
                    <a:pt x="1" y="95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8914" name="Freeform 130">
              <a:extLst>
                <a:ext uri="{FF2B5EF4-FFF2-40B4-BE49-F238E27FC236}">
                  <a16:creationId xmlns:a16="http://schemas.microsoft.com/office/drawing/2014/main" id="{40F6083F-C629-4F6B-A85F-89FD7CDE12E1}"/>
                </a:ext>
              </a:extLst>
            </p:cNvPr>
            <p:cNvSpPr>
              <a:spLocks/>
            </p:cNvSpPr>
            <p:nvPr/>
          </p:nvSpPr>
          <p:spPr bwMode="auto">
            <a:xfrm>
              <a:off x="2562" y="3710"/>
              <a:ext cx="210" cy="1"/>
            </a:xfrm>
            <a:custGeom>
              <a:avLst/>
              <a:gdLst>
                <a:gd name="T0" fmla="*/ 1265 w 1265"/>
                <a:gd name="T1" fmla="*/ 0 w 1265"/>
                <a:gd name="T2" fmla="*/ 1 w 126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1265">
                  <a:moveTo>
                    <a:pt x="1265" y="0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8915" name="Freeform 131">
              <a:extLst>
                <a:ext uri="{FF2B5EF4-FFF2-40B4-BE49-F238E27FC236}">
                  <a16:creationId xmlns:a16="http://schemas.microsoft.com/office/drawing/2014/main" id="{2D640E63-B741-48AB-9CEE-B229D683CBBE}"/>
                </a:ext>
              </a:extLst>
            </p:cNvPr>
            <p:cNvSpPr>
              <a:spLocks/>
            </p:cNvSpPr>
            <p:nvPr/>
          </p:nvSpPr>
          <p:spPr bwMode="auto">
            <a:xfrm>
              <a:off x="1861" y="3864"/>
              <a:ext cx="5" cy="5"/>
            </a:xfrm>
            <a:custGeom>
              <a:avLst/>
              <a:gdLst>
                <a:gd name="T0" fmla="*/ 0 w 29"/>
                <a:gd name="T1" fmla="*/ 27 h 27"/>
                <a:gd name="T2" fmla="*/ 28 w 29"/>
                <a:gd name="T3" fmla="*/ 0 h 27"/>
                <a:gd name="T4" fmla="*/ 29 w 29"/>
                <a:gd name="T5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9" h="27">
                  <a:moveTo>
                    <a:pt x="0" y="27"/>
                  </a:moveTo>
                  <a:lnTo>
                    <a:pt x="28" y="0"/>
                  </a:lnTo>
                  <a:lnTo>
                    <a:pt x="29" y="0"/>
                  </a:lnTo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8916" name="Freeform 132">
              <a:extLst>
                <a:ext uri="{FF2B5EF4-FFF2-40B4-BE49-F238E27FC236}">
                  <a16:creationId xmlns:a16="http://schemas.microsoft.com/office/drawing/2014/main" id="{1E939670-D7FF-4F32-B143-D1BC561B809F}"/>
                </a:ext>
              </a:extLst>
            </p:cNvPr>
            <p:cNvSpPr>
              <a:spLocks/>
            </p:cNvSpPr>
            <p:nvPr/>
          </p:nvSpPr>
          <p:spPr bwMode="auto">
            <a:xfrm>
              <a:off x="2389" y="3332"/>
              <a:ext cx="9" cy="9"/>
            </a:xfrm>
            <a:custGeom>
              <a:avLst/>
              <a:gdLst>
                <a:gd name="T0" fmla="*/ 0 w 57"/>
                <a:gd name="T1" fmla="*/ 57 h 57"/>
                <a:gd name="T2" fmla="*/ 56 w 57"/>
                <a:gd name="T3" fmla="*/ 0 h 57"/>
                <a:gd name="T4" fmla="*/ 57 w 57"/>
                <a:gd name="T5" fmla="*/ 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7" h="57">
                  <a:moveTo>
                    <a:pt x="0" y="57"/>
                  </a:moveTo>
                  <a:lnTo>
                    <a:pt x="56" y="0"/>
                  </a:lnTo>
                  <a:lnTo>
                    <a:pt x="57" y="0"/>
                  </a:lnTo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8917" name="Freeform 133">
              <a:extLst>
                <a:ext uri="{FF2B5EF4-FFF2-40B4-BE49-F238E27FC236}">
                  <a16:creationId xmlns:a16="http://schemas.microsoft.com/office/drawing/2014/main" id="{1F2D7DA2-D4B0-4569-B203-06F9369DDD90}"/>
                </a:ext>
              </a:extLst>
            </p:cNvPr>
            <p:cNvSpPr>
              <a:spLocks/>
            </p:cNvSpPr>
            <p:nvPr/>
          </p:nvSpPr>
          <p:spPr bwMode="auto">
            <a:xfrm>
              <a:off x="2172" y="3851"/>
              <a:ext cx="19" cy="18"/>
            </a:xfrm>
            <a:custGeom>
              <a:avLst/>
              <a:gdLst>
                <a:gd name="T0" fmla="*/ 0 w 111"/>
                <a:gd name="T1" fmla="*/ 109 h 109"/>
                <a:gd name="T2" fmla="*/ 110 w 111"/>
                <a:gd name="T3" fmla="*/ 0 h 109"/>
                <a:gd name="T4" fmla="*/ 111 w 111"/>
                <a:gd name="T5" fmla="*/ 0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11" h="109">
                  <a:moveTo>
                    <a:pt x="0" y="109"/>
                  </a:moveTo>
                  <a:lnTo>
                    <a:pt x="110" y="0"/>
                  </a:lnTo>
                  <a:lnTo>
                    <a:pt x="111" y="0"/>
                  </a:lnTo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8918" name="Freeform 134">
              <a:extLst>
                <a:ext uri="{FF2B5EF4-FFF2-40B4-BE49-F238E27FC236}">
                  <a16:creationId xmlns:a16="http://schemas.microsoft.com/office/drawing/2014/main" id="{9A36411C-6C94-4E71-8A14-00BC1F63F2C2}"/>
                </a:ext>
              </a:extLst>
            </p:cNvPr>
            <p:cNvSpPr>
              <a:spLocks/>
            </p:cNvSpPr>
            <p:nvPr/>
          </p:nvSpPr>
          <p:spPr bwMode="auto">
            <a:xfrm>
              <a:off x="2626" y="3424"/>
              <a:ext cx="146" cy="146"/>
            </a:xfrm>
            <a:custGeom>
              <a:avLst/>
              <a:gdLst>
                <a:gd name="T0" fmla="*/ 0 w 875"/>
                <a:gd name="T1" fmla="*/ 874 h 874"/>
                <a:gd name="T2" fmla="*/ 874 w 875"/>
                <a:gd name="T3" fmla="*/ 0 h 874"/>
                <a:gd name="T4" fmla="*/ 875 w 875"/>
                <a:gd name="T5" fmla="*/ 0 h 8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875" h="874">
                  <a:moveTo>
                    <a:pt x="0" y="874"/>
                  </a:moveTo>
                  <a:lnTo>
                    <a:pt x="874" y="0"/>
                  </a:lnTo>
                  <a:lnTo>
                    <a:pt x="875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8919" name="Freeform 135">
              <a:extLst>
                <a:ext uri="{FF2B5EF4-FFF2-40B4-BE49-F238E27FC236}">
                  <a16:creationId xmlns:a16="http://schemas.microsoft.com/office/drawing/2014/main" id="{A7BA59D0-A530-47AA-8187-C53FA84E3A56}"/>
                </a:ext>
              </a:extLst>
            </p:cNvPr>
            <p:cNvSpPr>
              <a:spLocks/>
            </p:cNvSpPr>
            <p:nvPr/>
          </p:nvSpPr>
          <p:spPr bwMode="auto">
            <a:xfrm>
              <a:off x="2787" y="3558"/>
              <a:ext cx="7" cy="7"/>
            </a:xfrm>
            <a:custGeom>
              <a:avLst/>
              <a:gdLst>
                <a:gd name="T0" fmla="*/ 0 w 38"/>
                <a:gd name="T1" fmla="*/ 38 h 38"/>
                <a:gd name="T2" fmla="*/ 37 w 38"/>
                <a:gd name="T3" fmla="*/ 0 h 38"/>
                <a:gd name="T4" fmla="*/ 38 w 38"/>
                <a:gd name="T5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8" h="38">
                  <a:moveTo>
                    <a:pt x="0" y="38"/>
                  </a:moveTo>
                  <a:lnTo>
                    <a:pt x="37" y="0"/>
                  </a:lnTo>
                  <a:lnTo>
                    <a:pt x="38" y="0"/>
                  </a:lnTo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18920" name="Group 136">
              <a:extLst>
                <a:ext uri="{FF2B5EF4-FFF2-40B4-BE49-F238E27FC236}">
                  <a16:creationId xmlns:a16="http://schemas.microsoft.com/office/drawing/2014/main" id="{95693DEF-C525-4144-AAD5-AC1D608B81A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82" y="2776"/>
              <a:ext cx="1008" cy="1093"/>
              <a:chOff x="1782" y="2567"/>
              <a:chExt cx="1008" cy="1093"/>
            </a:xfrm>
          </p:grpSpPr>
          <p:sp>
            <p:nvSpPr>
              <p:cNvPr id="118921" name="Freeform 137">
                <a:extLst>
                  <a:ext uri="{FF2B5EF4-FFF2-40B4-BE49-F238E27FC236}">
                    <a16:creationId xmlns:a16="http://schemas.microsoft.com/office/drawing/2014/main" id="{36BEE9C2-9937-4116-A79E-BF20BAF57C4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42" y="2567"/>
                <a:ext cx="134" cy="133"/>
              </a:xfrm>
              <a:custGeom>
                <a:avLst/>
                <a:gdLst>
                  <a:gd name="T0" fmla="*/ 0 w 800"/>
                  <a:gd name="T1" fmla="*/ 799 h 799"/>
                  <a:gd name="T2" fmla="*/ 799 w 800"/>
                  <a:gd name="T3" fmla="*/ 0 h 799"/>
                  <a:gd name="T4" fmla="*/ 800 w 800"/>
                  <a:gd name="T5" fmla="*/ 0 h 7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800" h="799">
                    <a:moveTo>
                      <a:pt x="0" y="799"/>
                    </a:moveTo>
                    <a:lnTo>
                      <a:pt x="799" y="0"/>
                    </a:lnTo>
                    <a:lnTo>
                      <a:pt x="800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8922" name="Freeform 138">
                <a:extLst>
                  <a:ext uri="{FF2B5EF4-FFF2-40B4-BE49-F238E27FC236}">
                    <a16:creationId xmlns:a16="http://schemas.microsoft.com/office/drawing/2014/main" id="{FA015A9E-E220-45BA-95C3-B659BBA552A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42" y="2708"/>
                <a:ext cx="149" cy="148"/>
              </a:xfrm>
              <a:custGeom>
                <a:avLst/>
                <a:gdLst>
                  <a:gd name="T0" fmla="*/ 0 w 893"/>
                  <a:gd name="T1" fmla="*/ 892 h 892"/>
                  <a:gd name="T2" fmla="*/ 892 w 893"/>
                  <a:gd name="T3" fmla="*/ 0 h 892"/>
                  <a:gd name="T4" fmla="*/ 893 w 893"/>
                  <a:gd name="T5" fmla="*/ 0 h 8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893" h="892">
                    <a:moveTo>
                      <a:pt x="0" y="892"/>
                    </a:moveTo>
                    <a:lnTo>
                      <a:pt x="892" y="0"/>
                    </a:lnTo>
                    <a:lnTo>
                      <a:pt x="893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8923" name="Freeform 139">
                <a:extLst>
                  <a:ext uri="{FF2B5EF4-FFF2-40B4-BE49-F238E27FC236}">
                    <a16:creationId xmlns:a16="http://schemas.microsoft.com/office/drawing/2014/main" id="{A7C7F24D-E978-4E1E-A26A-32F23B3EE97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42" y="2863"/>
                <a:ext cx="149" cy="149"/>
              </a:xfrm>
              <a:custGeom>
                <a:avLst/>
                <a:gdLst>
                  <a:gd name="T0" fmla="*/ 0 w 892"/>
                  <a:gd name="T1" fmla="*/ 892 h 892"/>
                  <a:gd name="T2" fmla="*/ 891 w 892"/>
                  <a:gd name="T3" fmla="*/ 0 h 892"/>
                  <a:gd name="T4" fmla="*/ 892 w 892"/>
                  <a:gd name="T5" fmla="*/ 0 h 8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892" h="892">
                    <a:moveTo>
                      <a:pt x="0" y="892"/>
                    </a:moveTo>
                    <a:lnTo>
                      <a:pt x="891" y="0"/>
                    </a:lnTo>
                    <a:lnTo>
                      <a:pt x="892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8924" name="Freeform 140">
                <a:extLst>
                  <a:ext uri="{FF2B5EF4-FFF2-40B4-BE49-F238E27FC236}">
                    <a16:creationId xmlns:a16="http://schemas.microsoft.com/office/drawing/2014/main" id="{0D892175-F52C-4D60-90A8-DC51584834C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42" y="3019"/>
                <a:ext cx="149" cy="149"/>
              </a:xfrm>
              <a:custGeom>
                <a:avLst/>
                <a:gdLst>
                  <a:gd name="T0" fmla="*/ 0 w 892"/>
                  <a:gd name="T1" fmla="*/ 891 h 891"/>
                  <a:gd name="T2" fmla="*/ 891 w 892"/>
                  <a:gd name="T3" fmla="*/ 0 h 891"/>
                  <a:gd name="T4" fmla="*/ 892 w 892"/>
                  <a:gd name="T5" fmla="*/ 0 h 8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892" h="891">
                    <a:moveTo>
                      <a:pt x="0" y="891"/>
                    </a:moveTo>
                    <a:lnTo>
                      <a:pt x="891" y="0"/>
                    </a:lnTo>
                    <a:lnTo>
                      <a:pt x="892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8925" name="Freeform 141">
                <a:extLst>
                  <a:ext uri="{FF2B5EF4-FFF2-40B4-BE49-F238E27FC236}">
                    <a16:creationId xmlns:a16="http://schemas.microsoft.com/office/drawing/2014/main" id="{3519A3AA-662C-4EEF-8F23-33549DDDC1F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82" y="3501"/>
                <a:ext cx="82" cy="83"/>
              </a:xfrm>
              <a:custGeom>
                <a:avLst/>
                <a:gdLst>
                  <a:gd name="T0" fmla="*/ 0 w 495"/>
                  <a:gd name="T1" fmla="*/ 494 h 494"/>
                  <a:gd name="T2" fmla="*/ 494 w 495"/>
                  <a:gd name="T3" fmla="*/ 0 h 494"/>
                  <a:gd name="T4" fmla="*/ 495 w 495"/>
                  <a:gd name="T5" fmla="*/ 0 h 4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95" h="494">
                    <a:moveTo>
                      <a:pt x="0" y="494"/>
                    </a:moveTo>
                    <a:lnTo>
                      <a:pt x="494" y="0"/>
                    </a:lnTo>
                    <a:lnTo>
                      <a:pt x="495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8926" name="Freeform 142">
                <a:extLst>
                  <a:ext uri="{FF2B5EF4-FFF2-40B4-BE49-F238E27FC236}">
                    <a16:creationId xmlns:a16="http://schemas.microsoft.com/office/drawing/2014/main" id="{4DC35FE4-070F-4A6F-BDC2-FE9ADEA9CFF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42" y="3175"/>
                <a:ext cx="149" cy="148"/>
              </a:xfrm>
              <a:custGeom>
                <a:avLst/>
                <a:gdLst>
                  <a:gd name="T0" fmla="*/ 0 w 892"/>
                  <a:gd name="T1" fmla="*/ 891 h 891"/>
                  <a:gd name="T2" fmla="*/ 891 w 892"/>
                  <a:gd name="T3" fmla="*/ 0 h 891"/>
                  <a:gd name="T4" fmla="*/ 892 w 892"/>
                  <a:gd name="T5" fmla="*/ 0 h 8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892" h="891">
                    <a:moveTo>
                      <a:pt x="0" y="891"/>
                    </a:moveTo>
                    <a:lnTo>
                      <a:pt x="891" y="0"/>
                    </a:lnTo>
                    <a:lnTo>
                      <a:pt x="892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8927" name="Freeform 143">
                <a:extLst>
                  <a:ext uri="{FF2B5EF4-FFF2-40B4-BE49-F238E27FC236}">
                    <a16:creationId xmlns:a16="http://schemas.microsoft.com/office/drawing/2014/main" id="{07097CC4-A8D1-46A6-B3A6-EF958615150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42" y="3330"/>
                <a:ext cx="149" cy="149"/>
              </a:xfrm>
              <a:custGeom>
                <a:avLst/>
                <a:gdLst>
                  <a:gd name="T0" fmla="*/ 0 w 893"/>
                  <a:gd name="T1" fmla="*/ 892 h 892"/>
                  <a:gd name="T2" fmla="*/ 892 w 893"/>
                  <a:gd name="T3" fmla="*/ 0 h 892"/>
                  <a:gd name="T4" fmla="*/ 893 w 893"/>
                  <a:gd name="T5" fmla="*/ 0 h 8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893" h="892">
                    <a:moveTo>
                      <a:pt x="0" y="892"/>
                    </a:moveTo>
                    <a:lnTo>
                      <a:pt x="892" y="0"/>
                    </a:lnTo>
                    <a:lnTo>
                      <a:pt x="893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8928" name="Freeform 144">
                <a:extLst>
                  <a:ext uri="{FF2B5EF4-FFF2-40B4-BE49-F238E27FC236}">
                    <a16:creationId xmlns:a16="http://schemas.microsoft.com/office/drawing/2014/main" id="{AFC2C1FD-DBC0-45C7-94AA-1CA000117B6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17" y="3486"/>
                <a:ext cx="174" cy="174"/>
              </a:xfrm>
              <a:custGeom>
                <a:avLst/>
                <a:gdLst>
                  <a:gd name="T0" fmla="*/ 0 w 1043"/>
                  <a:gd name="T1" fmla="*/ 1042 h 1042"/>
                  <a:gd name="T2" fmla="*/ 1042 w 1043"/>
                  <a:gd name="T3" fmla="*/ 0 h 1042"/>
                  <a:gd name="T4" fmla="*/ 1043 w 1043"/>
                  <a:gd name="T5" fmla="*/ 0 h 10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043" h="1042">
                    <a:moveTo>
                      <a:pt x="0" y="1042"/>
                    </a:moveTo>
                    <a:lnTo>
                      <a:pt x="1042" y="0"/>
                    </a:lnTo>
                    <a:lnTo>
                      <a:pt x="1043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8929" name="Freeform 145">
                <a:extLst>
                  <a:ext uri="{FF2B5EF4-FFF2-40B4-BE49-F238E27FC236}">
                    <a16:creationId xmlns:a16="http://schemas.microsoft.com/office/drawing/2014/main" id="{B89FBE0D-738F-4C4F-9BEC-04015605434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89" y="3178"/>
                <a:ext cx="109" cy="110"/>
              </a:xfrm>
              <a:custGeom>
                <a:avLst/>
                <a:gdLst>
                  <a:gd name="T0" fmla="*/ 0 w 658"/>
                  <a:gd name="T1" fmla="*/ 658 h 658"/>
                  <a:gd name="T2" fmla="*/ 657 w 658"/>
                  <a:gd name="T3" fmla="*/ 0 h 658"/>
                  <a:gd name="T4" fmla="*/ 658 w 658"/>
                  <a:gd name="T5" fmla="*/ 0 h 6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658" h="658">
                    <a:moveTo>
                      <a:pt x="0" y="658"/>
                    </a:moveTo>
                    <a:lnTo>
                      <a:pt x="657" y="0"/>
                    </a:lnTo>
                    <a:lnTo>
                      <a:pt x="658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8930" name="Freeform 146">
                <a:extLst>
                  <a:ext uri="{FF2B5EF4-FFF2-40B4-BE49-F238E27FC236}">
                    <a16:creationId xmlns:a16="http://schemas.microsoft.com/office/drawing/2014/main" id="{1769693D-4729-4DBE-A4C3-620D61DFEE9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89" y="3211"/>
                <a:ext cx="232" cy="232"/>
              </a:xfrm>
              <a:custGeom>
                <a:avLst/>
                <a:gdLst>
                  <a:gd name="T0" fmla="*/ 0 w 1395"/>
                  <a:gd name="T1" fmla="*/ 1395 h 1395"/>
                  <a:gd name="T2" fmla="*/ 1394 w 1395"/>
                  <a:gd name="T3" fmla="*/ 0 h 1395"/>
                  <a:gd name="T4" fmla="*/ 1395 w 1395"/>
                  <a:gd name="T5" fmla="*/ 0 h 13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395" h="1395">
                    <a:moveTo>
                      <a:pt x="0" y="1395"/>
                    </a:moveTo>
                    <a:lnTo>
                      <a:pt x="1394" y="0"/>
                    </a:lnTo>
                    <a:lnTo>
                      <a:pt x="1395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8931" name="Freeform 147">
                <a:extLst>
                  <a:ext uri="{FF2B5EF4-FFF2-40B4-BE49-F238E27FC236}">
                    <a16:creationId xmlns:a16="http://schemas.microsoft.com/office/drawing/2014/main" id="{775F5A2C-75CC-484A-B945-29CF65F57ED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89" y="3451"/>
                <a:ext cx="148" cy="148"/>
              </a:xfrm>
              <a:custGeom>
                <a:avLst/>
                <a:gdLst>
                  <a:gd name="T0" fmla="*/ 0 w 891"/>
                  <a:gd name="T1" fmla="*/ 892 h 892"/>
                  <a:gd name="T2" fmla="*/ 890 w 891"/>
                  <a:gd name="T3" fmla="*/ 0 h 892"/>
                  <a:gd name="T4" fmla="*/ 891 w 891"/>
                  <a:gd name="T5" fmla="*/ 0 h 8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891" h="892">
                    <a:moveTo>
                      <a:pt x="0" y="892"/>
                    </a:moveTo>
                    <a:lnTo>
                      <a:pt x="890" y="0"/>
                    </a:lnTo>
                    <a:lnTo>
                      <a:pt x="891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8932" name="Freeform 148">
                <a:extLst>
                  <a:ext uri="{FF2B5EF4-FFF2-40B4-BE49-F238E27FC236}">
                    <a16:creationId xmlns:a16="http://schemas.microsoft.com/office/drawing/2014/main" id="{D1A29C06-6B2F-41E5-B862-D6C830F82AF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84" y="3559"/>
                <a:ext cx="101" cy="101"/>
              </a:xfrm>
              <a:custGeom>
                <a:avLst/>
                <a:gdLst>
                  <a:gd name="T0" fmla="*/ 0 w 607"/>
                  <a:gd name="T1" fmla="*/ 606 h 606"/>
                  <a:gd name="T2" fmla="*/ 606 w 607"/>
                  <a:gd name="T3" fmla="*/ 0 h 606"/>
                  <a:gd name="T4" fmla="*/ 607 w 607"/>
                  <a:gd name="T5" fmla="*/ 0 h 6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607" h="606">
                    <a:moveTo>
                      <a:pt x="0" y="606"/>
                    </a:moveTo>
                    <a:lnTo>
                      <a:pt x="606" y="0"/>
                    </a:lnTo>
                    <a:lnTo>
                      <a:pt x="607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8933" name="Freeform 149">
                <a:extLst>
                  <a:ext uri="{FF2B5EF4-FFF2-40B4-BE49-F238E27FC236}">
                    <a16:creationId xmlns:a16="http://schemas.microsoft.com/office/drawing/2014/main" id="{B2013410-FAC9-43B6-8F11-0D4C340C8AB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13" y="3509"/>
                <a:ext cx="77" cy="77"/>
              </a:xfrm>
              <a:custGeom>
                <a:avLst/>
                <a:gdLst>
                  <a:gd name="T0" fmla="*/ 0 w 463"/>
                  <a:gd name="T1" fmla="*/ 462 h 462"/>
                  <a:gd name="T2" fmla="*/ 462 w 463"/>
                  <a:gd name="T3" fmla="*/ 0 h 462"/>
                  <a:gd name="T4" fmla="*/ 463 w 463"/>
                  <a:gd name="T5" fmla="*/ 0 h 4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63" h="462">
                    <a:moveTo>
                      <a:pt x="0" y="462"/>
                    </a:moveTo>
                    <a:lnTo>
                      <a:pt x="462" y="0"/>
                    </a:lnTo>
                    <a:lnTo>
                      <a:pt x="463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18934" name="Freeform 150">
              <a:extLst>
                <a:ext uri="{FF2B5EF4-FFF2-40B4-BE49-F238E27FC236}">
                  <a16:creationId xmlns:a16="http://schemas.microsoft.com/office/drawing/2014/main" id="{741697C0-515F-4304-86B9-303A8D65617E}"/>
                </a:ext>
              </a:extLst>
            </p:cNvPr>
            <p:cNvSpPr>
              <a:spLocks/>
            </p:cNvSpPr>
            <p:nvPr/>
          </p:nvSpPr>
          <p:spPr bwMode="auto">
            <a:xfrm>
              <a:off x="2795" y="3866"/>
              <a:ext cx="2" cy="3"/>
            </a:xfrm>
            <a:custGeom>
              <a:avLst/>
              <a:gdLst>
                <a:gd name="T0" fmla="*/ 0 w 17"/>
                <a:gd name="T1" fmla="*/ 17 h 17"/>
                <a:gd name="T2" fmla="*/ 16 w 17"/>
                <a:gd name="T3" fmla="*/ 0 h 17"/>
                <a:gd name="T4" fmla="*/ 17 w 17"/>
                <a:gd name="T5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" h="17">
                  <a:moveTo>
                    <a:pt x="0" y="17"/>
                  </a:moveTo>
                  <a:lnTo>
                    <a:pt x="16" y="0"/>
                  </a:lnTo>
                  <a:lnTo>
                    <a:pt x="17" y="0"/>
                  </a:lnTo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8935" name="Line 151">
              <a:extLst>
                <a:ext uri="{FF2B5EF4-FFF2-40B4-BE49-F238E27FC236}">
                  <a16:creationId xmlns:a16="http://schemas.microsoft.com/office/drawing/2014/main" id="{6D9BDA5D-8542-46C0-B843-4780458EEE9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02" y="3742"/>
              <a:ext cx="1" cy="139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8936" name="Line 152">
              <a:extLst>
                <a:ext uri="{FF2B5EF4-FFF2-40B4-BE49-F238E27FC236}">
                  <a16:creationId xmlns:a16="http://schemas.microsoft.com/office/drawing/2014/main" id="{78B466EF-4D6E-49AF-AD78-E192CB9D80D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72" y="3867"/>
              <a:ext cx="1046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pic>
        <p:nvPicPr>
          <p:cNvPr id="118937" name="Picture 153">
            <a:extLst>
              <a:ext uri="{FF2B5EF4-FFF2-40B4-BE49-F238E27FC236}">
                <a16:creationId xmlns:a16="http://schemas.microsoft.com/office/drawing/2014/main" id="{D2368401-EB0E-4276-B229-576EF701A0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00FFFF"/>
              </a:clrFrom>
              <a:clrTo>
                <a:srgbClr val="00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76813" y="1073150"/>
            <a:ext cx="3695700" cy="2225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8938" name="Picture 154">
            <a:extLst>
              <a:ext uri="{FF2B5EF4-FFF2-40B4-BE49-F238E27FC236}">
                <a16:creationId xmlns:a16="http://schemas.microsoft.com/office/drawing/2014/main" id="{E8C53011-9844-466A-ABC0-3F8E4FDAA6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00FFFF"/>
              </a:clrFrom>
              <a:clrTo>
                <a:srgbClr val="00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4763" y="3832225"/>
            <a:ext cx="3779837" cy="21669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slow">
    <p:cover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87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1189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1189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Text Box 2">
            <a:extLst>
              <a:ext uri="{FF2B5EF4-FFF2-40B4-BE49-F238E27FC236}">
                <a16:creationId xmlns:a16="http://schemas.microsoft.com/office/drawing/2014/main" id="{A0CA9BBA-59FF-4AAA-99A6-09F8B60922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3231" y="466158"/>
            <a:ext cx="8453438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l" eaLnBrk="1" hangingPunct="1"/>
            <a:r>
              <a:rPr lang="en-US" altLang="zh-CN" sz="3200" dirty="0">
                <a:latin typeface="宋体" panose="02010600030101010101" pitchFamily="2" charset="-122"/>
              </a:rPr>
              <a:t>(3) </a:t>
            </a:r>
            <a:r>
              <a:rPr lang="zh-CN" altLang="en-US" sz="3200" dirty="0">
                <a:latin typeface="宋体" panose="02010600030101010101" pitchFamily="2" charset="-122"/>
              </a:rPr>
              <a:t>当对称机件的轮廓线与中心线重合，不宜</a:t>
            </a:r>
          </a:p>
          <a:p>
            <a:pPr algn="l" eaLnBrk="1" hangingPunct="1"/>
            <a:r>
              <a:rPr lang="zh-CN" altLang="en-US" sz="3200" dirty="0">
                <a:latin typeface="宋体" panose="02010600030101010101" pitchFamily="2" charset="-122"/>
              </a:rPr>
              <a:t>   采用半剖视时。</a:t>
            </a:r>
          </a:p>
        </p:txBody>
      </p:sp>
      <p:sp>
        <p:nvSpPr>
          <p:cNvPr id="119811" name="AutoShape 3">
            <a:extLst>
              <a:ext uri="{FF2B5EF4-FFF2-40B4-BE49-F238E27FC236}">
                <a16:creationId xmlns:a16="http://schemas.microsoft.com/office/drawing/2014/main" id="{CA9C7E91-12A0-48D0-8180-37373A3F7D6D}"/>
              </a:ext>
            </a:extLst>
          </p:cNvPr>
          <p:cNvSpPr>
            <a:spLocks noChangeArrowheads="1"/>
          </p:cNvSpPr>
          <p:nvPr/>
        </p:nvSpPr>
        <p:spPr bwMode="auto">
          <a:xfrm rot="20458816">
            <a:off x="2606675" y="2002271"/>
            <a:ext cx="457200" cy="152400"/>
          </a:xfrm>
          <a:prstGeom prst="rightArrow">
            <a:avLst>
              <a:gd name="adj1" fmla="val 50000"/>
              <a:gd name="adj2" fmla="val 75000"/>
            </a:avLst>
          </a:prstGeom>
          <a:solidFill>
            <a:srgbClr val="99FF99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9812" name="AutoShape 4">
            <a:extLst>
              <a:ext uri="{FF2B5EF4-FFF2-40B4-BE49-F238E27FC236}">
                <a16:creationId xmlns:a16="http://schemas.microsoft.com/office/drawing/2014/main" id="{60FAB281-A972-4D01-AA20-3AB432783A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7588" y="2678546"/>
            <a:ext cx="1006475" cy="411163"/>
          </a:xfrm>
          <a:prstGeom prst="wedgeRectCallout">
            <a:avLst>
              <a:gd name="adj1" fmla="val 78866"/>
              <a:gd name="adj2" fmla="val -163898"/>
            </a:avLst>
          </a:prstGeom>
          <a:solidFill>
            <a:srgbClr val="FFFF66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/>
            <a:r>
              <a:rPr lang="zh-CN" altLang="en-US" dirty="0"/>
              <a:t>错误</a:t>
            </a:r>
          </a:p>
        </p:txBody>
      </p:sp>
      <p:sp>
        <p:nvSpPr>
          <p:cNvPr id="119813" name="AutoShape 5">
            <a:extLst>
              <a:ext uri="{FF2B5EF4-FFF2-40B4-BE49-F238E27FC236}">
                <a16:creationId xmlns:a16="http://schemas.microsoft.com/office/drawing/2014/main" id="{EB980164-0873-4B59-AC2B-2F5288CC83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43725" y="1535546"/>
            <a:ext cx="981075" cy="433388"/>
          </a:xfrm>
          <a:prstGeom prst="wedgeRectCallout">
            <a:avLst>
              <a:gd name="adj1" fmla="val -99514"/>
              <a:gd name="adj2" fmla="val 115935"/>
            </a:avLst>
          </a:prstGeom>
          <a:solidFill>
            <a:srgbClr val="FFCCFF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/>
            <a:r>
              <a:rPr lang="zh-CN" altLang="en-US"/>
              <a:t>正确</a:t>
            </a:r>
          </a:p>
        </p:txBody>
      </p:sp>
      <p:grpSp>
        <p:nvGrpSpPr>
          <p:cNvPr id="119942" name="Group 134">
            <a:extLst>
              <a:ext uri="{FF2B5EF4-FFF2-40B4-BE49-F238E27FC236}">
                <a16:creationId xmlns:a16="http://schemas.microsoft.com/office/drawing/2014/main" id="{1BEE82A5-B644-4BCC-B6D7-265715FA6078}"/>
              </a:ext>
            </a:extLst>
          </p:cNvPr>
          <p:cNvGrpSpPr>
            <a:grpSpLocks/>
          </p:cNvGrpSpPr>
          <p:nvPr/>
        </p:nvGrpSpPr>
        <p:grpSpPr bwMode="auto">
          <a:xfrm>
            <a:off x="2241550" y="1513321"/>
            <a:ext cx="1663700" cy="2671763"/>
            <a:chOff x="1412" y="818"/>
            <a:chExt cx="1048" cy="1683"/>
          </a:xfrm>
        </p:grpSpPr>
        <p:sp>
          <p:nvSpPr>
            <p:cNvPr id="119815" name="Line 7">
              <a:extLst>
                <a:ext uri="{FF2B5EF4-FFF2-40B4-BE49-F238E27FC236}">
                  <a16:creationId xmlns:a16="http://schemas.microsoft.com/office/drawing/2014/main" id="{3C5F9826-6A7B-408E-97C3-8D4E374277B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99" y="824"/>
              <a:ext cx="87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9816" name="Freeform 8">
              <a:extLst>
                <a:ext uri="{FF2B5EF4-FFF2-40B4-BE49-F238E27FC236}">
                  <a16:creationId xmlns:a16="http://schemas.microsoft.com/office/drawing/2014/main" id="{0196B01D-B277-4E3E-B211-B123A1D02E2D}"/>
                </a:ext>
              </a:extLst>
            </p:cNvPr>
            <p:cNvSpPr>
              <a:spLocks/>
            </p:cNvSpPr>
            <p:nvPr/>
          </p:nvSpPr>
          <p:spPr bwMode="auto">
            <a:xfrm>
              <a:off x="1499" y="824"/>
              <a:ext cx="1" cy="228"/>
            </a:xfrm>
            <a:custGeom>
              <a:avLst/>
              <a:gdLst>
                <a:gd name="T0" fmla="*/ 0 w 1"/>
                <a:gd name="T1" fmla="*/ 0 h 250"/>
                <a:gd name="T2" fmla="*/ 0 w 1"/>
                <a:gd name="T3" fmla="*/ 250 h 2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250">
                  <a:moveTo>
                    <a:pt x="0" y="0"/>
                  </a:moveTo>
                  <a:lnTo>
                    <a:pt x="0" y="250"/>
                  </a:ln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9817" name="Line 9">
              <a:extLst>
                <a:ext uri="{FF2B5EF4-FFF2-40B4-BE49-F238E27FC236}">
                  <a16:creationId xmlns:a16="http://schemas.microsoft.com/office/drawing/2014/main" id="{CBEB9F20-BF61-43A0-8A70-C50CD0933D4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99" y="1043"/>
              <a:ext cx="437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9818" name="Freeform 10">
              <a:extLst>
                <a:ext uri="{FF2B5EF4-FFF2-40B4-BE49-F238E27FC236}">
                  <a16:creationId xmlns:a16="http://schemas.microsoft.com/office/drawing/2014/main" id="{5C711C61-9EC4-4B96-A0B0-D62C4AE9FFD7}"/>
                </a:ext>
              </a:extLst>
            </p:cNvPr>
            <p:cNvSpPr>
              <a:spLocks/>
            </p:cNvSpPr>
            <p:nvPr/>
          </p:nvSpPr>
          <p:spPr bwMode="auto">
            <a:xfrm>
              <a:off x="2373" y="818"/>
              <a:ext cx="1" cy="237"/>
            </a:xfrm>
            <a:custGeom>
              <a:avLst/>
              <a:gdLst>
                <a:gd name="T0" fmla="*/ 0 w 1"/>
                <a:gd name="T1" fmla="*/ 0 h 260"/>
                <a:gd name="T2" fmla="*/ 0 w 1"/>
                <a:gd name="T3" fmla="*/ 260 h 2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260">
                  <a:moveTo>
                    <a:pt x="0" y="0"/>
                  </a:moveTo>
                  <a:lnTo>
                    <a:pt x="0" y="260"/>
                  </a:ln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9819" name="Freeform 11">
              <a:extLst>
                <a:ext uri="{FF2B5EF4-FFF2-40B4-BE49-F238E27FC236}">
                  <a16:creationId xmlns:a16="http://schemas.microsoft.com/office/drawing/2014/main" id="{68CCE896-157A-41B2-93F6-6A0EA890D954}"/>
                </a:ext>
              </a:extLst>
            </p:cNvPr>
            <p:cNvSpPr>
              <a:spLocks/>
            </p:cNvSpPr>
            <p:nvPr/>
          </p:nvSpPr>
          <p:spPr bwMode="auto">
            <a:xfrm>
              <a:off x="2149" y="827"/>
              <a:ext cx="1" cy="738"/>
            </a:xfrm>
            <a:custGeom>
              <a:avLst/>
              <a:gdLst>
                <a:gd name="T0" fmla="*/ 0 w 1"/>
                <a:gd name="T1" fmla="*/ 811 h 811"/>
                <a:gd name="T2" fmla="*/ 0 w 1"/>
                <a:gd name="T3" fmla="*/ 0 h 8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811">
                  <a:moveTo>
                    <a:pt x="0" y="811"/>
                  </a:moveTo>
                  <a:lnTo>
                    <a:pt x="0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9820" name="Freeform 12">
              <a:extLst>
                <a:ext uri="{FF2B5EF4-FFF2-40B4-BE49-F238E27FC236}">
                  <a16:creationId xmlns:a16="http://schemas.microsoft.com/office/drawing/2014/main" id="{93A9D4A7-C633-4420-8AEE-5FE82C8FE75A}"/>
                </a:ext>
              </a:extLst>
            </p:cNvPr>
            <p:cNvSpPr>
              <a:spLocks/>
            </p:cNvSpPr>
            <p:nvPr/>
          </p:nvSpPr>
          <p:spPr bwMode="auto">
            <a:xfrm>
              <a:off x="2285" y="1043"/>
              <a:ext cx="1" cy="536"/>
            </a:xfrm>
            <a:custGeom>
              <a:avLst/>
              <a:gdLst>
                <a:gd name="T0" fmla="*/ 0 w 1"/>
                <a:gd name="T1" fmla="*/ 0 h 589"/>
                <a:gd name="T2" fmla="*/ 0 w 1"/>
                <a:gd name="T3" fmla="*/ 589 h 5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589">
                  <a:moveTo>
                    <a:pt x="0" y="0"/>
                  </a:moveTo>
                  <a:lnTo>
                    <a:pt x="0" y="589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9821" name="Freeform 13">
              <a:extLst>
                <a:ext uri="{FF2B5EF4-FFF2-40B4-BE49-F238E27FC236}">
                  <a16:creationId xmlns:a16="http://schemas.microsoft.com/office/drawing/2014/main" id="{77B8D7D1-2D72-4835-B791-67EEBD12735C}"/>
                </a:ext>
              </a:extLst>
            </p:cNvPr>
            <p:cNvSpPr>
              <a:spLocks/>
            </p:cNvSpPr>
            <p:nvPr/>
          </p:nvSpPr>
          <p:spPr bwMode="auto">
            <a:xfrm>
              <a:off x="1575" y="1037"/>
              <a:ext cx="1" cy="542"/>
            </a:xfrm>
            <a:custGeom>
              <a:avLst/>
              <a:gdLst>
                <a:gd name="T0" fmla="*/ 0 w 1"/>
                <a:gd name="T1" fmla="*/ 0 h 595"/>
                <a:gd name="T2" fmla="*/ 1 w 1"/>
                <a:gd name="T3" fmla="*/ 595 h 5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595">
                  <a:moveTo>
                    <a:pt x="0" y="0"/>
                  </a:moveTo>
                  <a:lnTo>
                    <a:pt x="1" y="595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9822" name="Freeform 14">
              <a:extLst>
                <a:ext uri="{FF2B5EF4-FFF2-40B4-BE49-F238E27FC236}">
                  <a16:creationId xmlns:a16="http://schemas.microsoft.com/office/drawing/2014/main" id="{921ADCAF-B4D1-49AC-B568-07B55002CEAE}"/>
                </a:ext>
              </a:extLst>
            </p:cNvPr>
            <p:cNvSpPr>
              <a:spLocks/>
            </p:cNvSpPr>
            <p:nvPr/>
          </p:nvSpPr>
          <p:spPr bwMode="auto">
            <a:xfrm>
              <a:off x="1576" y="1565"/>
              <a:ext cx="709" cy="2"/>
            </a:xfrm>
            <a:custGeom>
              <a:avLst/>
              <a:gdLst>
                <a:gd name="T0" fmla="*/ 780 w 780"/>
                <a:gd name="T1" fmla="*/ 2 h 2"/>
                <a:gd name="T2" fmla="*/ 0 w 780"/>
                <a:gd name="T3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80" h="2">
                  <a:moveTo>
                    <a:pt x="780" y="2"/>
                  </a:moveTo>
                  <a:lnTo>
                    <a:pt x="0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9823" name="Freeform 15">
              <a:extLst>
                <a:ext uri="{FF2B5EF4-FFF2-40B4-BE49-F238E27FC236}">
                  <a16:creationId xmlns:a16="http://schemas.microsoft.com/office/drawing/2014/main" id="{F8E550EC-7922-4579-8E9B-F890AD22C81D}"/>
                </a:ext>
              </a:extLst>
            </p:cNvPr>
            <p:cNvSpPr>
              <a:spLocks/>
            </p:cNvSpPr>
            <p:nvPr/>
          </p:nvSpPr>
          <p:spPr bwMode="auto">
            <a:xfrm>
              <a:off x="2150" y="1386"/>
              <a:ext cx="140" cy="142"/>
            </a:xfrm>
            <a:custGeom>
              <a:avLst/>
              <a:gdLst>
                <a:gd name="T0" fmla="*/ 0 w 154"/>
                <a:gd name="T1" fmla="*/ 156 h 156"/>
                <a:gd name="T2" fmla="*/ 154 w 154"/>
                <a:gd name="T3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54" h="156">
                  <a:moveTo>
                    <a:pt x="0" y="156"/>
                  </a:moveTo>
                  <a:lnTo>
                    <a:pt x="154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9824" name="Freeform 16">
              <a:extLst>
                <a:ext uri="{FF2B5EF4-FFF2-40B4-BE49-F238E27FC236}">
                  <a16:creationId xmlns:a16="http://schemas.microsoft.com/office/drawing/2014/main" id="{A5D9888F-F7C5-4ED3-897C-95E9F47BE910}"/>
                </a:ext>
              </a:extLst>
            </p:cNvPr>
            <p:cNvSpPr>
              <a:spLocks/>
            </p:cNvSpPr>
            <p:nvPr/>
          </p:nvSpPr>
          <p:spPr bwMode="auto">
            <a:xfrm>
              <a:off x="2145" y="1216"/>
              <a:ext cx="140" cy="139"/>
            </a:xfrm>
            <a:custGeom>
              <a:avLst/>
              <a:gdLst>
                <a:gd name="T0" fmla="*/ 0 w 154"/>
                <a:gd name="T1" fmla="*/ 153 h 153"/>
                <a:gd name="T2" fmla="*/ 154 w 154"/>
                <a:gd name="T3" fmla="*/ 0 h 1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54" h="153">
                  <a:moveTo>
                    <a:pt x="0" y="153"/>
                  </a:moveTo>
                  <a:lnTo>
                    <a:pt x="154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9825" name="Freeform 17">
              <a:extLst>
                <a:ext uri="{FF2B5EF4-FFF2-40B4-BE49-F238E27FC236}">
                  <a16:creationId xmlns:a16="http://schemas.microsoft.com/office/drawing/2014/main" id="{BACC2200-6736-4C68-B32B-4F489868FDF0}"/>
                </a:ext>
              </a:extLst>
            </p:cNvPr>
            <p:cNvSpPr>
              <a:spLocks/>
            </p:cNvSpPr>
            <p:nvPr/>
          </p:nvSpPr>
          <p:spPr bwMode="auto">
            <a:xfrm>
              <a:off x="2145" y="949"/>
              <a:ext cx="228" cy="227"/>
            </a:xfrm>
            <a:custGeom>
              <a:avLst/>
              <a:gdLst>
                <a:gd name="T0" fmla="*/ 0 w 250"/>
                <a:gd name="T1" fmla="*/ 250 h 250"/>
                <a:gd name="T2" fmla="*/ 250 w 250"/>
                <a:gd name="T3" fmla="*/ 0 h 2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50" h="250">
                  <a:moveTo>
                    <a:pt x="0" y="250"/>
                  </a:moveTo>
                  <a:lnTo>
                    <a:pt x="250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9826" name="Freeform 18">
              <a:extLst>
                <a:ext uri="{FF2B5EF4-FFF2-40B4-BE49-F238E27FC236}">
                  <a16:creationId xmlns:a16="http://schemas.microsoft.com/office/drawing/2014/main" id="{C9CDE6BB-37DE-4412-AE4B-FA0EA39D5F7E}"/>
                </a:ext>
              </a:extLst>
            </p:cNvPr>
            <p:cNvSpPr>
              <a:spLocks/>
            </p:cNvSpPr>
            <p:nvPr/>
          </p:nvSpPr>
          <p:spPr bwMode="auto">
            <a:xfrm>
              <a:off x="2285" y="1044"/>
              <a:ext cx="96" cy="2"/>
            </a:xfrm>
            <a:custGeom>
              <a:avLst/>
              <a:gdLst>
                <a:gd name="T0" fmla="*/ 105 w 105"/>
                <a:gd name="T1" fmla="*/ 3 h 3"/>
                <a:gd name="T2" fmla="*/ 0 w 105"/>
                <a:gd name="T3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05" h="3">
                  <a:moveTo>
                    <a:pt x="105" y="3"/>
                  </a:moveTo>
                  <a:lnTo>
                    <a:pt x="0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9827" name="Line 19">
              <a:extLst>
                <a:ext uri="{FF2B5EF4-FFF2-40B4-BE49-F238E27FC236}">
                  <a16:creationId xmlns:a16="http://schemas.microsoft.com/office/drawing/2014/main" id="{1C1928D8-C6DE-47A3-97DE-1E3D4C57BFC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36" y="824"/>
              <a:ext cx="0" cy="74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9828" name="Line 20">
              <a:extLst>
                <a:ext uri="{FF2B5EF4-FFF2-40B4-BE49-F238E27FC236}">
                  <a16:creationId xmlns:a16="http://schemas.microsoft.com/office/drawing/2014/main" id="{1DBED146-2EE2-4601-80BF-38755699D3D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154" y="824"/>
              <a:ext cx="175" cy="17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9829" name="Oval 21">
              <a:extLst>
                <a:ext uri="{FF2B5EF4-FFF2-40B4-BE49-F238E27FC236}">
                  <a16:creationId xmlns:a16="http://schemas.microsoft.com/office/drawing/2014/main" id="{C281C489-5891-4FE8-A649-8DBBD95C65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99" y="1637"/>
              <a:ext cx="879" cy="804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9830" name="Line 22">
              <a:extLst>
                <a:ext uri="{FF2B5EF4-FFF2-40B4-BE49-F238E27FC236}">
                  <a16:creationId xmlns:a16="http://schemas.microsoft.com/office/drawing/2014/main" id="{51A92ACF-D1C9-4261-A52F-A8D6BC02F9C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12" y="2038"/>
              <a:ext cx="104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lgDash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9831" name="Freeform 23">
              <a:extLst>
                <a:ext uri="{FF2B5EF4-FFF2-40B4-BE49-F238E27FC236}">
                  <a16:creationId xmlns:a16="http://schemas.microsoft.com/office/drawing/2014/main" id="{941CB275-B85B-40A6-A59B-A6976EBD6BAE}"/>
                </a:ext>
              </a:extLst>
            </p:cNvPr>
            <p:cNvSpPr>
              <a:spLocks/>
            </p:cNvSpPr>
            <p:nvPr/>
          </p:nvSpPr>
          <p:spPr bwMode="auto">
            <a:xfrm>
              <a:off x="1932" y="1560"/>
              <a:ext cx="4" cy="941"/>
            </a:xfrm>
            <a:custGeom>
              <a:avLst/>
              <a:gdLst>
                <a:gd name="T0" fmla="*/ 0 w 4"/>
                <a:gd name="T1" fmla="*/ 1034 h 1034"/>
                <a:gd name="T2" fmla="*/ 4 w 4"/>
                <a:gd name="T3" fmla="*/ 0 h 10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4" h="1034">
                  <a:moveTo>
                    <a:pt x="0" y="1034"/>
                  </a:moveTo>
                  <a:lnTo>
                    <a:pt x="4" y="0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lgDashDot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9832" name="Freeform 24">
              <a:extLst>
                <a:ext uri="{FF2B5EF4-FFF2-40B4-BE49-F238E27FC236}">
                  <a16:creationId xmlns:a16="http://schemas.microsoft.com/office/drawing/2014/main" id="{38C72C90-8F7F-46FF-AB24-4F8A6B592D74}"/>
                </a:ext>
              </a:extLst>
            </p:cNvPr>
            <p:cNvSpPr>
              <a:spLocks/>
            </p:cNvSpPr>
            <p:nvPr/>
          </p:nvSpPr>
          <p:spPr bwMode="auto">
            <a:xfrm>
              <a:off x="1709" y="1811"/>
              <a:ext cx="227" cy="227"/>
            </a:xfrm>
            <a:custGeom>
              <a:avLst/>
              <a:gdLst>
                <a:gd name="T0" fmla="*/ 0 w 250"/>
                <a:gd name="T1" fmla="*/ 249 h 249"/>
                <a:gd name="T2" fmla="*/ 250 w 250"/>
                <a:gd name="T3" fmla="*/ 0 h 2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50" h="249">
                  <a:moveTo>
                    <a:pt x="0" y="249"/>
                  </a:moveTo>
                  <a:lnTo>
                    <a:pt x="250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9833" name="Line 25">
              <a:extLst>
                <a:ext uri="{FF2B5EF4-FFF2-40B4-BE49-F238E27FC236}">
                  <a16:creationId xmlns:a16="http://schemas.microsoft.com/office/drawing/2014/main" id="{397C9BDE-6E49-431C-A333-8DE1A2BB1B5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18" y="2032"/>
              <a:ext cx="213" cy="219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9834" name="Freeform 26">
              <a:extLst>
                <a:ext uri="{FF2B5EF4-FFF2-40B4-BE49-F238E27FC236}">
                  <a16:creationId xmlns:a16="http://schemas.microsoft.com/office/drawing/2014/main" id="{EAA86245-BE6F-4639-8D63-31CC518C7E9E}"/>
                </a:ext>
              </a:extLst>
            </p:cNvPr>
            <p:cNvSpPr>
              <a:spLocks/>
            </p:cNvSpPr>
            <p:nvPr/>
          </p:nvSpPr>
          <p:spPr bwMode="auto">
            <a:xfrm>
              <a:off x="1925" y="2032"/>
              <a:ext cx="226" cy="231"/>
            </a:xfrm>
            <a:custGeom>
              <a:avLst/>
              <a:gdLst>
                <a:gd name="T0" fmla="*/ 0 w 236"/>
                <a:gd name="T1" fmla="*/ 234 h 234"/>
                <a:gd name="T2" fmla="*/ 236 w 236"/>
                <a:gd name="T3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36" h="234">
                  <a:moveTo>
                    <a:pt x="0" y="234"/>
                  </a:moveTo>
                  <a:lnTo>
                    <a:pt x="236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9835" name="Freeform 27">
              <a:extLst>
                <a:ext uri="{FF2B5EF4-FFF2-40B4-BE49-F238E27FC236}">
                  <a16:creationId xmlns:a16="http://schemas.microsoft.com/office/drawing/2014/main" id="{52CD0014-9688-4C4F-8875-D468CF214D86}"/>
                </a:ext>
              </a:extLst>
            </p:cNvPr>
            <p:cNvSpPr>
              <a:spLocks/>
            </p:cNvSpPr>
            <p:nvPr/>
          </p:nvSpPr>
          <p:spPr bwMode="auto">
            <a:xfrm>
              <a:off x="1927" y="1811"/>
              <a:ext cx="227" cy="221"/>
            </a:xfrm>
            <a:custGeom>
              <a:avLst/>
              <a:gdLst>
                <a:gd name="T0" fmla="*/ 250 w 250"/>
                <a:gd name="T1" fmla="*/ 249 h 249"/>
                <a:gd name="T2" fmla="*/ 0 w 250"/>
                <a:gd name="T3" fmla="*/ 0 h 2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50" h="249">
                  <a:moveTo>
                    <a:pt x="250" y="249"/>
                  </a:moveTo>
                  <a:lnTo>
                    <a:pt x="0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19836" name="Group 28">
            <a:extLst>
              <a:ext uri="{FF2B5EF4-FFF2-40B4-BE49-F238E27FC236}">
                <a16:creationId xmlns:a16="http://schemas.microsoft.com/office/drawing/2014/main" id="{7B274BFB-1C4B-499B-A819-F52E1EB0A499}"/>
              </a:ext>
            </a:extLst>
          </p:cNvPr>
          <p:cNvGrpSpPr>
            <a:grpSpLocks/>
          </p:cNvGrpSpPr>
          <p:nvPr/>
        </p:nvGrpSpPr>
        <p:grpSpPr bwMode="auto">
          <a:xfrm>
            <a:off x="4879975" y="1433946"/>
            <a:ext cx="1636713" cy="2751138"/>
            <a:chOff x="3074" y="768"/>
            <a:chExt cx="1031" cy="1733"/>
          </a:xfrm>
        </p:grpSpPr>
        <p:grpSp>
          <p:nvGrpSpPr>
            <p:cNvPr id="119837" name="Group 29">
              <a:extLst>
                <a:ext uri="{FF2B5EF4-FFF2-40B4-BE49-F238E27FC236}">
                  <a16:creationId xmlns:a16="http://schemas.microsoft.com/office/drawing/2014/main" id="{461DDF1F-DF2D-4A7B-9CA2-E998A004EBE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28" y="768"/>
              <a:ext cx="97" cy="848"/>
              <a:chOff x="3428" y="768"/>
              <a:chExt cx="97" cy="848"/>
            </a:xfrm>
          </p:grpSpPr>
          <p:sp>
            <p:nvSpPr>
              <p:cNvPr id="119838" name="Freeform 30">
                <a:extLst>
                  <a:ext uri="{FF2B5EF4-FFF2-40B4-BE49-F238E27FC236}">
                    <a16:creationId xmlns:a16="http://schemas.microsoft.com/office/drawing/2014/main" id="{58BA3688-9D28-4B29-91B2-E1AE9FC79A2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78" y="768"/>
                <a:ext cx="2" cy="372"/>
              </a:xfrm>
              <a:custGeom>
                <a:avLst/>
                <a:gdLst>
                  <a:gd name="T0" fmla="*/ 2 w 2"/>
                  <a:gd name="T1" fmla="*/ 0 h 372"/>
                  <a:gd name="T2" fmla="*/ 0 w 2"/>
                  <a:gd name="T3" fmla="*/ 372 h 3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2" h="372">
                    <a:moveTo>
                      <a:pt x="2" y="0"/>
                    </a:moveTo>
                    <a:lnTo>
                      <a:pt x="0" y="372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19839" name="Freeform 31">
                <a:extLst>
                  <a:ext uri="{FF2B5EF4-FFF2-40B4-BE49-F238E27FC236}">
                    <a16:creationId xmlns:a16="http://schemas.microsoft.com/office/drawing/2014/main" id="{572FC737-9CB6-4966-818F-72E4668B233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74" y="1128"/>
                <a:ext cx="49" cy="34"/>
              </a:xfrm>
              <a:custGeom>
                <a:avLst/>
                <a:gdLst>
                  <a:gd name="T0" fmla="*/ 0 w 49"/>
                  <a:gd name="T1" fmla="*/ 0 h 34"/>
                  <a:gd name="T2" fmla="*/ 49 w 49"/>
                  <a:gd name="T3" fmla="*/ 34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49" h="34">
                    <a:moveTo>
                      <a:pt x="0" y="0"/>
                    </a:moveTo>
                    <a:lnTo>
                      <a:pt x="49" y="34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19840" name="Freeform 32">
                <a:extLst>
                  <a:ext uri="{FF2B5EF4-FFF2-40B4-BE49-F238E27FC236}">
                    <a16:creationId xmlns:a16="http://schemas.microsoft.com/office/drawing/2014/main" id="{9FFF5163-8739-4300-8A39-58CBFE1F7D5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78" y="1194"/>
                <a:ext cx="2" cy="422"/>
              </a:xfrm>
              <a:custGeom>
                <a:avLst/>
                <a:gdLst>
                  <a:gd name="T0" fmla="*/ 2 w 2"/>
                  <a:gd name="T1" fmla="*/ 0 h 422"/>
                  <a:gd name="T2" fmla="*/ 0 w 2"/>
                  <a:gd name="T3" fmla="*/ 422 h 4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2" h="422">
                    <a:moveTo>
                      <a:pt x="2" y="0"/>
                    </a:moveTo>
                    <a:lnTo>
                      <a:pt x="0" y="422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19841" name="Line 33">
                <a:extLst>
                  <a:ext uri="{FF2B5EF4-FFF2-40B4-BE49-F238E27FC236}">
                    <a16:creationId xmlns:a16="http://schemas.microsoft.com/office/drawing/2014/main" id="{7F463460-4240-4586-B5A0-5BD4109DC3A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28" y="1174"/>
                <a:ext cx="46" cy="26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19842" name="Line 34">
                <a:extLst>
                  <a:ext uri="{FF2B5EF4-FFF2-40B4-BE49-F238E27FC236}">
                    <a16:creationId xmlns:a16="http://schemas.microsoft.com/office/drawing/2014/main" id="{777F3DF1-472B-47DC-B3A1-FE39EC45310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439" y="1157"/>
                <a:ext cx="86" cy="18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119843" name="Oval 35">
              <a:extLst>
                <a:ext uri="{FF2B5EF4-FFF2-40B4-BE49-F238E27FC236}">
                  <a16:creationId xmlns:a16="http://schemas.microsoft.com/office/drawing/2014/main" id="{0158A741-872C-4D1B-A418-C0A1A2858A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60" y="1633"/>
              <a:ext cx="864" cy="816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9844" name="Line 36">
              <a:extLst>
                <a:ext uri="{FF2B5EF4-FFF2-40B4-BE49-F238E27FC236}">
                  <a16:creationId xmlns:a16="http://schemas.microsoft.com/office/drawing/2014/main" id="{5646883C-A22A-4BAA-A915-3FDEE9D3C4C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74" y="2019"/>
              <a:ext cx="1031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lgDash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9845" name="Freeform 37">
              <a:extLst>
                <a:ext uri="{FF2B5EF4-FFF2-40B4-BE49-F238E27FC236}">
                  <a16:creationId xmlns:a16="http://schemas.microsoft.com/office/drawing/2014/main" id="{BBE36C22-977A-43F1-A9D7-4B8BC0818FAC}"/>
                </a:ext>
              </a:extLst>
            </p:cNvPr>
            <p:cNvSpPr>
              <a:spLocks/>
            </p:cNvSpPr>
            <p:nvPr/>
          </p:nvSpPr>
          <p:spPr bwMode="auto">
            <a:xfrm>
              <a:off x="3590" y="1599"/>
              <a:ext cx="0" cy="902"/>
            </a:xfrm>
            <a:custGeom>
              <a:avLst/>
              <a:gdLst>
                <a:gd name="T0" fmla="*/ 0 w 1"/>
                <a:gd name="T1" fmla="*/ 1008 h 1008"/>
                <a:gd name="T2" fmla="*/ 0 w 1"/>
                <a:gd name="T3" fmla="*/ 0 h 10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1008">
                  <a:moveTo>
                    <a:pt x="0" y="1008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lgDashDot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9846" name="Freeform 38">
              <a:extLst>
                <a:ext uri="{FF2B5EF4-FFF2-40B4-BE49-F238E27FC236}">
                  <a16:creationId xmlns:a16="http://schemas.microsoft.com/office/drawing/2014/main" id="{B8399CCE-4C80-4409-BB76-8B5054CA0B89}"/>
                </a:ext>
              </a:extLst>
            </p:cNvPr>
            <p:cNvSpPr>
              <a:spLocks/>
            </p:cNvSpPr>
            <p:nvPr/>
          </p:nvSpPr>
          <p:spPr bwMode="auto">
            <a:xfrm>
              <a:off x="3375" y="1795"/>
              <a:ext cx="223" cy="224"/>
            </a:xfrm>
            <a:custGeom>
              <a:avLst/>
              <a:gdLst>
                <a:gd name="T0" fmla="*/ 0 w 249"/>
                <a:gd name="T1" fmla="*/ 251 h 251"/>
                <a:gd name="T2" fmla="*/ 249 w 249"/>
                <a:gd name="T3" fmla="*/ 0 h 2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49" h="251">
                  <a:moveTo>
                    <a:pt x="0" y="251"/>
                  </a:moveTo>
                  <a:lnTo>
                    <a:pt x="249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9847" name="Freeform 39">
              <a:extLst>
                <a:ext uri="{FF2B5EF4-FFF2-40B4-BE49-F238E27FC236}">
                  <a16:creationId xmlns:a16="http://schemas.microsoft.com/office/drawing/2014/main" id="{AE3D80B5-7E5A-4105-8777-25181EBDE712}"/>
                </a:ext>
              </a:extLst>
            </p:cNvPr>
            <p:cNvSpPr>
              <a:spLocks/>
            </p:cNvSpPr>
            <p:nvPr/>
          </p:nvSpPr>
          <p:spPr bwMode="auto">
            <a:xfrm>
              <a:off x="3375" y="2019"/>
              <a:ext cx="217" cy="221"/>
            </a:xfrm>
            <a:custGeom>
              <a:avLst/>
              <a:gdLst>
                <a:gd name="T0" fmla="*/ 0 w 243"/>
                <a:gd name="T1" fmla="*/ 0 h 246"/>
                <a:gd name="T2" fmla="*/ 243 w 243"/>
                <a:gd name="T3" fmla="*/ 246 h 2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43" h="246">
                  <a:moveTo>
                    <a:pt x="0" y="0"/>
                  </a:moveTo>
                  <a:lnTo>
                    <a:pt x="243" y="246"/>
                  </a:ln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9848" name="Freeform 40">
              <a:extLst>
                <a:ext uri="{FF2B5EF4-FFF2-40B4-BE49-F238E27FC236}">
                  <a16:creationId xmlns:a16="http://schemas.microsoft.com/office/drawing/2014/main" id="{2F8D3622-164F-4900-BDB1-578CBBAFEF0F}"/>
                </a:ext>
              </a:extLst>
            </p:cNvPr>
            <p:cNvSpPr>
              <a:spLocks/>
            </p:cNvSpPr>
            <p:nvPr/>
          </p:nvSpPr>
          <p:spPr bwMode="auto">
            <a:xfrm>
              <a:off x="3592" y="2016"/>
              <a:ext cx="224" cy="224"/>
            </a:xfrm>
            <a:custGeom>
              <a:avLst/>
              <a:gdLst>
                <a:gd name="T0" fmla="*/ 0 w 224"/>
                <a:gd name="T1" fmla="*/ 224 h 224"/>
                <a:gd name="T2" fmla="*/ 224 w 224"/>
                <a:gd name="T3" fmla="*/ 0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24" h="224">
                  <a:moveTo>
                    <a:pt x="0" y="224"/>
                  </a:moveTo>
                  <a:lnTo>
                    <a:pt x="224" y="0"/>
                  </a:ln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9849" name="Freeform 41">
              <a:extLst>
                <a:ext uri="{FF2B5EF4-FFF2-40B4-BE49-F238E27FC236}">
                  <a16:creationId xmlns:a16="http://schemas.microsoft.com/office/drawing/2014/main" id="{857EE1AD-E3AF-4C6B-BB89-F3C3D36505BC}"/>
                </a:ext>
              </a:extLst>
            </p:cNvPr>
            <p:cNvSpPr>
              <a:spLocks/>
            </p:cNvSpPr>
            <p:nvPr/>
          </p:nvSpPr>
          <p:spPr bwMode="auto">
            <a:xfrm>
              <a:off x="3590" y="1796"/>
              <a:ext cx="223" cy="223"/>
            </a:xfrm>
            <a:custGeom>
              <a:avLst/>
              <a:gdLst>
                <a:gd name="T0" fmla="*/ 250 w 250"/>
                <a:gd name="T1" fmla="*/ 249 h 249"/>
                <a:gd name="T2" fmla="*/ 0 w 250"/>
                <a:gd name="T3" fmla="*/ 0 h 2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50" h="249">
                  <a:moveTo>
                    <a:pt x="250" y="249"/>
                  </a:moveTo>
                  <a:lnTo>
                    <a:pt x="0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9850" name="Freeform 42">
              <a:extLst>
                <a:ext uri="{FF2B5EF4-FFF2-40B4-BE49-F238E27FC236}">
                  <a16:creationId xmlns:a16="http://schemas.microsoft.com/office/drawing/2014/main" id="{B7D9E9DB-273A-4880-B36D-EE7AA7AB4A1A}"/>
                </a:ext>
              </a:extLst>
            </p:cNvPr>
            <p:cNvSpPr>
              <a:spLocks/>
            </p:cNvSpPr>
            <p:nvPr/>
          </p:nvSpPr>
          <p:spPr bwMode="auto">
            <a:xfrm>
              <a:off x="3160" y="824"/>
              <a:ext cx="868" cy="1"/>
            </a:xfrm>
            <a:custGeom>
              <a:avLst/>
              <a:gdLst>
                <a:gd name="T0" fmla="*/ 0 w 970"/>
                <a:gd name="T1" fmla="*/ 0 h 1"/>
                <a:gd name="T2" fmla="*/ 970 w 970"/>
                <a:gd name="T3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970" h="1">
                  <a:moveTo>
                    <a:pt x="0" y="0"/>
                  </a:moveTo>
                  <a:lnTo>
                    <a:pt x="970" y="1"/>
                  </a:ln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9851" name="Freeform 43">
              <a:extLst>
                <a:ext uri="{FF2B5EF4-FFF2-40B4-BE49-F238E27FC236}">
                  <a16:creationId xmlns:a16="http://schemas.microsoft.com/office/drawing/2014/main" id="{CEF90BD0-A4E2-47AC-A54D-8E2D6F7A5165}"/>
                </a:ext>
              </a:extLst>
            </p:cNvPr>
            <p:cNvSpPr>
              <a:spLocks/>
            </p:cNvSpPr>
            <p:nvPr/>
          </p:nvSpPr>
          <p:spPr bwMode="auto">
            <a:xfrm>
              <a:off x="3160" y="824"/>
              <a:ext cx="1" cy="233"/>
            </a:xfrm>
            <a:custGeom>
              <a:avLst/>
              <a:gdLst>
                <a:gd name="T0" fmla="*/ 0 w 1"/>
                <a:gd name="T1" fmla="*/ 0 h 260"/>
                <a:gd name="T2" fmla="*/ 0 w 1"/>
                <a:gd name="T3" fmla="*/ 260 h 2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260">
                  <a:moveTo>
                    <a:pt x="0" y="0"/>
                  </a:moveTo>
                  <a:lnTo>
                    <a:pt x="0" y="260"/>
                  </a:ln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9852" name="Freeform 44">
              <a:extLst>
                <a:ext uri="{FF2B5EF4-FFF2-40B4-BE49-F238E27FC236}">
                  <a16:creationId xmlns:a16="http://schemas.microsoft.com/office/drawing/2014/main" id="{0B9A51BF-005D-4FFA-BA95-70D67F1035E4}"/>
                </a:ext>
              </a:extLst>
            </p:cNvPr>
            <p:cNvSpPr>
              <a:spLocks/>
            </p:cNvSpPr>
            <p:nvPr/>
          </p:nvSpPr>
          <p:spPr bwMode="auto">
            <a:xfrm>
              <a:off x="3157" y="1044"/>
              <a:ext cx="322" cy="0"/>
            </a:xfrm>
            <a:custGeom>
              <a:avLst/>
              <a:gdLst>
                <a:gd name="T0" fmla="*/ 0 w 360"/>
                <a:gd name="T1" fmla="*/ 0 h 1"/>
                <a:gd name="T2" fmla="*/ 360 w 360"/>
                <a:gd name="T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60" h="1">
                  <a:moveTo>
                    <a:pt x="0" y="0"/>
                  </a:moveTo>
                  <a:lnTo>
                    <a:pt x="360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9853" name="Freeform 45">
              <a:extLst>
                <a:ext uri="{FF2B5EF4-FFF2-40B4-BE49-F238E27FC236}">
                  <a16:creationId xmlns:a16="http://schemas.microsoft.com/office/drawing/2014/main" id="{10DEC8AA-B60D-4D9E-870A-43E3BBF84EF7}"/>
                </a:ext>
              </a:extLst>
            </p:cNvPr>
            <p:cNvSpPr>
              <a:spLocks/>
            </p:cNvSpPr>
            <p:nvPr/>
          </p:nvSpPr>
          <p:spPr bwMode="auto">
            <a:xfrm>
              <a:off x="4019" y="826"/>
              <a:ext cx="1" cy="231"/>
            </a:xfrm>
            <a:custGeom>
              <a:avLst/>
              <a:gdLst>
                <a:gd name="T0" fmla="*/ 0 w 1"/>
                <a:gd name="T1" fmla="*/ 0 h 258"/>
                <a:gd name="T2" fmla="*/ 1 w 1"/>
                <a:gd name="T3" fmla="*/ 258 h 2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258">
                  <a:moveTo>
                    <a:pt x="0" y="0"/>
                  </a:moveTo>
                  <a:lnTo>
                    <a:pt x="1" y="258"/>
                  </a:ln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9854" name="Freeform 46">
              <a:extLst>
                <a:ext uri="{FF2B5EF4-FFF2-40B4-BE49-F238E27FC236}">
                  <a16:creationId xmlns:a16="http://schemas.microsoft.com/office/drawing/2014/main" id="{4E96C6FD-527C-4C99-A33F-365D4A4FC656}"/>
                </a:ext>
              </a:extLst>
            </p:cNvPr>
            <p:cNvSpPr>
              <a:spLocks/>
            </p:cNvSpPr>
            <p:nvPr/>
          </p:nvSpPr>
          <p:spPr bwMode="auto">
            <a:xfrm>
              <a:off x="3799" y="827"/>
              <a:ext cx="1" cy="726"/>
            </a:xfrm>
            <a:custGeom>
              <a:avLst/>
              <a:gdLst>
                <a:gd name="T0" fmla="*/ 0 w 1"/>
                <a:gd name="T1" fmla="*/ 811 h 811"/>
                <a:gd name="T2" fmla="*/ 0 w 1"/>
                <a:gd name="T3" fmla="*/ 0 h 8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811">
                  <a:moveTo>
                    <a:pt x="0" y="811"/>
                  </a:moveTo>
                  <a:lnTo>
                    <a:pt x="0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9855" name="Freeform 47">
              <a:extLst>
                <a:ext uri="{FF2B5EF4-FFF2-40B4-BE49-F238E27FC236}">
                  <a16:creationId xmlns:a16="http://schemas.microsoft.com/office/drawing/2014/main" id="{FDFC4D98-7844-4499-B7DB-E458BBD440BC}"/>
                </a:ext>
              </a:extLst>
            </p:cNvPr>
            <p:cNvSpPr>
              <a:spLocks/>
            </p:cNvSpPr>
            <p:nvPr/>
          </p:nvSpPr>
          <p:spPr bwMode="auto">
            <a:xfrm>
              <a:off x="3933" y="1039"/>
              <a:ext cx="1" cy="527"/>
            </a:xfrm>
            <a:custGeom>
              <a:avLst/>
              <a:gdLst>
                <a:gd name="T0" fmla="*/ 0 w 1"/>
                <a:gd name="T1" fmla="*/ 0 h 589"/>
                <a:gd name="T2" fmla="*/ 0 w 1"/>
                <a:gd name="T3" fmla="*/ 589 h 5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589">
                  <a:moveTo>
                    <a:pt x="0" y="0"/>
                  </a:moveTo>
                  <a:lnTo>
                    <a:pt x="0" y="589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9856" name="Freeform 48">
              <a:extLst>
                <a:ext uri="{FF2B5EF4-FFF2-40B4-BE49-F238E27FC236}">
                  <a16:creationId xmlns:a16="http://schemas.microsoft.com/office/drawing/2014/main" id="{EBDD7CB1-D339-4085-82FB-04A30857DA37}"/>
                </a:ext>
              </a:extLst>
            </p:cNvPr>
            <p:cNvSpPr>
              <a:spLocks/>
            </p:cNvSpPr>
            <p:nvPr/>
          </p:nvSpPr>
          <p:spPr bwMode="auto">
            <a:xfrm>
              <a:off x="3238" y="1044"/>
              <a:ext cx="1" cy="523"/>
            </a:xfrm>
            <a:custGeom>
              <a:avLst/>
              <a:gdLst>
                <a:gd name="T0" fmla="*/ 0 w 1"/>
                <a:gd name="T1" fmla="*/ 0 h 585"/>
                <a:gd name="T2" fmla="*/ 0 w 1"/>
                <a:gd name="T3" fmla="*/ 585 h 5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585">
                  <a:moveTo>
                    <a:pt x="0" y="0"/>
                  </a:moveTo>
                  <a:lnTo>
                    <a:pt x="0" y="585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9857" name="Freeform 49">
              <a:extLst>
                <a:ext uri="{FF2B5EF4-FFF2-40B4-BE49-F238E27FC236}">
                  <a16:creationId xmlns:a16="http://schemas.microsoft.com/office/drawing/2014/main" id="{758D492E-EFD9-40CE-9989-849397ED89C5}"/>
                </a:ext>
              </a:extLst>
            </p:cNvPr>
            <p:cNvSpPr>
              <a:spLocks/>
            </p:cNvSpPr>
            <p:nvPr/>
          </p:nvSpPr>
          <p:spPr bwMode="auto">
            <a:xfrm>
              <a:off x="3235" y="1553"/>
              <a:ext cx="698" cy="2"/>
            </a:xfrm>
            <a:custGeom>
              <a:avLst/>
              <a:gdLst>
                <a:gd name="T0" fmla="*/ 780 w 780"/>
                <a:gd name="T1" fmla="*/ 2 h 2"/>
                <a:gd name="T2" fmla="*/ 0 w 780"/>
                <a:gd name="T3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80" h="2">
                  <a:moveTo>
                    <a:pt x="780" y="2"/>
                  </a:moveTo>
                  <a:lnTo>
                    <a:pt x="0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9858" name="Freeform 50">
              <a:extLst>
                <a:ext uri="{FF2B5EF4-FFF2-40B4-BE49-F238E27FC236}">
                  <a16:creationId xmlns:a16="http://schemas.microsoft.com/office/drawing/2014/main" id="{083BADC1-463A-4DA0-92F7-8262120EE540}"/>
                </a:ext>
              </a:extLst>
            </p:cNvPr>
            <p:cNvSpPr>
              <a:spLocks/>
            </p:cNvSpPr>
            <p:nvPr/>
          </p:nvSpPr>
          <p:spPr bwMode="auto">
            <a:xfrm>
              <a:off x="3795" y="1383"/>
              <a:ext cx="138" cy="139"/>
            </a:xfrm>
            <a:custGeom>
              <a:avLst/>
              <a:gdLst>
                <a:gd name="T0" fmla="*/ 0 w 154"/>
                <a:gd name="T1" fmla="*/ 155 h 155"/>
                <a:gd name="T2" fmla="*/ 154 w 154"/>
                <a:gd name="T3" fmla="*/ 0 h 1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54" h="155">
                  <a:moveTo>
                    <a:pt x="0" y="155"/>
                  </a:moveTo>
                  <a:lnTo>
                    <a:pt x="154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9859" name="Freeform 51">
              <a:extLst>
                <a:ext uri="{FF2B5EF4-FFF2-40B4-BE49-F238E27FC236}">
                  <a16:creationId xmlns:a16="http://schemas.microsoft.com/office/drawing/2014/main" id="{CF7B71BC-7B44-47B3-84AA-DE12656EF7DE}"/>
                </a:ext>
              </a:extLst>
            </p:cNvPr>
            <p:cNvSpPr>
              <a:spLocks/>
            </p:cNvSpPr>
            <p:nvPr/>
          </p:nvSpPr>
          <p:spPr bwMode="auto">
            <a:xfrm>
              <a:off x="3796" y="1211"/>
              <a:ext cx="146" cy="147"/>
            </a:xfrm>
            <a:custGeom>
              <a:avLst/>
              <a:gdLst>
                <a:gd name="T0" fmla="*/ 0 w 163"/>
                <a:gd name="T1" fmla="*/ 164 h 164"/>
                <a:gd name="T2" fmla="*/ 163 w 163"/>
                <a:gd name="T3" fmla="*/ 0 h 1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63" h="164">
                  <a:moveTo>
                    <a:pt x="0" y="164"/>
                  </a:moveTo>
                  <a:lnTo>
                    <a:pt x="163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9860" name="Freeform 52">
              <a:extLst>
                <a:ext uri="{FF2B5EF4-FFF2-40B4-BE49-F238E27FC236}">
                  <a16:creationId xmlns:a16="http://schemas.microsoft.com/office/drawing/2014/main" id="{638E9A88-B5E5-43E9-BC98-0ED6B7612EB9}"/>
                </a:ext>
              </a:extLst>
            </p:cNvPr>
            <p:cNvSpPr>
              <a:spLocks/>
            </p:cNvSpPr>
            <p:nvPr/>
          </p:nvSpPr>
          <p:spPr bwMode="auto">
            <a:xfrm>
              <a:off x="3800" y="949"/>
              <a:ext cx="224" cy="223"/>
            </a:xfrm>
            <a:custGeom>
              <a:avLst/>
              <a:gdLst>
                <a:gd name="T0" fmla="*/ 0 w 250"/>
                <a:gd name="T1" fmla="*/ 249 h 249"/>
                <a:gd name="T2" fmla="*/ 250 w 250"/>
                <a:gd name="T3" fmla="*/ 0 h 2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50" h="249">
                  <a:moveTo>
                    <a:pt x="0" y="249"/>
                  </a:moveTo>
                  <a:lnTo>
                    <a:pt x="250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9861" name="Freeform 53">
              <a:extLst>
                <a:ext uri="{FF2B5EF4-FFF2-40B4-BE49-F238E27FC236}">
                  <a16:creationId xmlns:a16="http://schemas.microsoft.com/office/drawing/2014/main" id="{E969B349-9BCE-4329-882F-963C1D6748E6}"/>
                </a:ext>
              </a:extLst>
            </p:cNvPr>
            <p:cNvSpPr>
              <a:spLocks/>
            </p:cNvSpPr>
            <p:nvPr/>
          </p:nvSpPr>
          <p:spPr bwMode="auto">
            <a:xfrm>
              <a:off x="3933" y="1040"/>
              <a:ext cx="94" cy="3"/>
            </a:xfrm>
            <a:custGeom>
              <a:avLst/>
              <a:gdLst>
                <a:gd name="T0" fmla="*/ 105 w 105"/>
                <a:gd name="T1" fmla="*/ 3 h 3"/>
                <a:gd name="T2" fmla="*/ 0 w 105"/>
                <a:gd name="T3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05" h="3">
                  <a:moveTo>
                    <a:pt x="105" y="3"/>
                  </a:moveTo>
                  <a:lnTo>
                    <a:pt x="0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9862" name="Line 54">
              <a:extLst>
                <a:ext uri="{FF2B5EF4-FFF2-40B4-BE49-F238E27FC236}">
                  <a16:creationId xmlns:a16="http://schemas.microsoft.com/office/drawing/2014/main" id="{67939777-FE7E-415B-B933-6832041361F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90" y="824"/>
              <a:ext cx="0" cy="73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9863" name="Line 55">
              <a:extLst>
                <a:ext uri="{FF2B5EF4-FFF2-40B4-BE49-F238E27FC236}">
                  <a16:creationId xmlns:a16="http://schemas.microsoft.com/office/drawing/2014/main" id="{6F5AE773-B756-486A-BCA1-EB174B3F953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804" y="824"/>
              <a:ext cx="172" cy="1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19864" name="Text Box 56">
            <a:extLst>
              <a:ext uri="{FF2B5EF4-FFF2-40B4-BE49-F238E27FC236}">
                <a16:creationId xmlns:a16="http://schemas.microsoft.com/office/drawing/2014/main" id="{ECAEACB8-D169-44FF-9E91-CFAA89F170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775" y="4083794"/>
            <a:ext cx="86423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l" eaLnBrk="1" hangingPunct="1"/>
            <a:r>
              <a:rPr lang="en-US" altLang="zh-CN" sz="3600" dirty="0">
                <a:latin typeface="宋体" panose="02010600030101010101" pitchFamily="2" charset="-122"/>
              </a:rPr>
              <a:t>(4) </a:t>
            </a:r>
            <a:r>
              <a:rPr lang="zh-CN" altLang="en-US" sz="3200" dirty="0">
                <a:latin typeface="宋体" panose="02010600030101010101" pitchFamily="2" charset="-122"/>
              </a:rPr>
              <a:t>实心杆上有孔、槽时，应采用局部剖视。</a:t>
            </a:r>
            <a:r>
              <a:rPr lang="zh-CN" altLang="en-US" sz="3600" dirty="0">
                <a:latin typeface="宋体" panose="02010600030101010101" pitchFamily="2" charset="-122"/>
              </a:rPr>
              <a:t> </a:t>
            </a:r>
          </a:p>
        </p:txBody>
      </p:sp>
      <p:grpSp>
        <p:nvGrpSpPr>
          <p:cNvPr id="119941" name="Group 133">
            <a:extLst>
              <a:ext uri="{FF2B5EF4-FFF2-40B4-BE49-F238E27FC236}">
                <a16:creationId xmlns:a16="http://schemas.microsoft.com/office/drawing/2014/main" id="{56AFB417-9EE7-4E9D-97A1-C9EC58F6CA1C}"/>
              </a:ext>
            </a:extLst>
          </p:cNvPr>
          <p:cNvGrpSpPr>
            <a:grpSpLocks/>
          </p:cNvGrpSpPr>
          <p:nvPr/>
        </p:nvGrpSpPr>
        <p:grpSpPr bwMode="auto">
          <a:xfrm>
            <a:off x="1295400" y="4935116"/>
            <a:ext cx="6257925" cy="1446212"/>
            <a:chOff x="816" y="3033"/>
            <a:chExt cx="3942" cy="911"/>
          </a:xfrm>
        </p:grpSpPr>
        <p:sp>
          <p:nvSpPr>
            <p:cNvPr id="119866" name="Rectangle 58">
              <a:extLst>
                <a:ext uri="{FF2B5EF4-FFF2-40B4-BE49-F238E27FC236}">
                  <a16:creationId xmlns:a16="http://schemas.microsoft.com/office/drawing/2014/main" id="{27A28422-354B-4649-8AA0-1F4A31D830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22" y="3111"/>
              <a:ext cx="689" cy="744"/>
            </a:xfrm>
            <a:prstGeom prst="rect">
              <a:avLst/>
            </a:prstGeom>
            <a:noFill/>
            <a:ln w="381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9867" name="Rectangle 59">
              <a:extLst>
                <a:ext uri="{FF2B5EF4-FFF2-40B4-BE49-F238E27FC236}">
                  <a16:creationId xmlns:a16="http://schemas.microsoft.com/office/drawing/2014/main" id="{33D4D57D-55CF-4294-A4A0-8AB8CE7672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4" y="3344"/>
              <a:ext cx="478" cy="278"/>
            </a:xfrm>
            <a:prstGeom prst="rect">
              <a:avLst/>
            </a:prstGeom>
            <a:noFill/>
            <a:ln w="381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9868" name="Rectangle 60">
              <a:extLst>
                <a:ext uri="{FF2B5EF4-FFF2-40B4-BE49-F238E27FC236}">
                  <a16:creationId xmlns:a16="http://schemas.microsoft.com/office/drawing/2014/main" id="{3EDFE950-680A-4BCF-A62E-6A1E2C41B6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0" y="3033"/>
              <a:ext cx="1934" cy="911"/>
            </a:xfrm>
            <a:prstGeom prst="rect">
              <a:avLst/>
            </a:prstGeom>
            <a:noFill/>
            <a:ln w="381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9869" name="Freeform 61">
              <a:extLst>
                <a:ext uri="{FF2B5EF4-FFF2-40B4-BE49-F238E27FC236}">
                  <a16:creationId xmlns:a16="http://schemas.microsoft.com/office/drawing/2014/main" id="{946F10DA-A226-44AB-B301-0CF8A6C605F8}"/>
                </a:ext>
              </a:extLst>
            </p:cNvPr>
            <p:cNvSpPr>
              <a:spLocks/>
            </p:cNvSpPr>
            <p:nvPr/>
          </p:nvSpPr>
          <p:spPr bwMode="auto">
            <a:xfrm>
              <a:off x="1518" y="3485"/>
              <a:ext cx="81" cy="145"/>
            </a:xfrm>
            <a:custGeom>
              <a:avLst/>
              <a:gdLst>
                <a:gd name="T0" fmla="*/ 81 w 81"/>
                <a:gd name="T1" fmla="*/ 0 h 145"/>
                <a:gd name="T2" fmla="*/ 0 w 81"/>
                <a:gd name="T3" fmla="*/ 145 h 1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81" h="145">
                  <a:moveTo>
                    <a:pt x="81" y="0"/>
                  </a:moveTo>
                  <a:lnTo>
                    <a:pt x="0" y="145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9870" name="Freeform 62">
              <a:extLst>
                <a:ext uri="{FF2B5EF4-FFF2-40B4-BE49-F238E27FC236}">
                  <a16:creationId xmlns:a16="http://schemas.microsoft.com/office/drawing/2014/main" id="{6F9AAF44-80E3-4EC0-80DF-504C6FEC9413}"/>
                </a:ext>
              </a:extLst>
            </p:cNvPr>
            <p:cNvSpPr>
              <a:spLocks/>
            </p:cNvSpPr>
            <p:nvPr/>
          </p:nvSpPr>
          <p:spPr bwMode="auto">
            <a:xfrm>
              <a:off x="1521" y="3342"/>
              <a:ext cx="78" cy="143"/>
            </a:xfrm>
            <a:custGeom>
              <a:avLst/>
              <a:gdLst>
                <a:gd name="T0" fmla="*/ 78 w 78"/>
                <a:gd name="T1" fmla="*/ 143 h 143"/>
                <a:gd name="T2" fmla="*/ 3 w 78"/>
                <a:gd name="T3" fmla="*/ 0 h 143"/>
                <a:gd name="T4" fmla="*/ 0 w 78"/>
                <a:gd name="T5" fmla="*/ 7 h 1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78" h="143">
                  <a:moveTo>
                    <a:pt x="78" y="143"/>
                  </a:moveTo>
                  <a:lnTo>
                    <a:pt x="3" y="0"/>
                  </a:lnTo>
                  <a:lnTo>
                    <a:pt x="0" y="7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9871" name="Freeform 63">
              <a:extLst>
                <a:ext uri="{FF2B5EF4-FFF2-40B4-BE49-F238E27FC236}">
                  <a16:creationId xmlns:a16="http://schemas.microsoft.com/office/drawing/2014/main" id="{461F4405-52FA-4649-826F-E7291AFABB58}"/>
                </a:ext>
              </a:extLst>
            </p:cNvPr>
            <p:cNvSpPr>
              <a:spLocks/>
            </p:cNvSpPr>
            <p:nvPr/>
          </p:nvSpPr>
          <p:spPr bwMode="auto">
            <a:xfrm>
              <a:off x="907" y="3268"/>
              <a:ext cx="140" cy="81"/>
            </a:xfrm>
            <a:custGeom>
              <a:avLst/>
              <a:gdLst>
                <a:gd name="T0" fmla="*/ 280 w 280"/>
                <a:gd name="T1" fmla="*/ 161 h 161"/>
                <a:gd name="T2" fmla="*/ 0 w 280"/>
                <a:gd name="T3" fmla="*/ 0 h 161"/>
                <a:gd name="T4" fmla="*/ 1 w 280"/>
                <a:gd name="T5" fmla="*/ 0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80" h="161">
                  <a:moveTo>
                    <a:pt x="280" y="161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9872" name="Freeform 64">
              <a:extLst>
                <a:ext uri="{FF2B5EF4-FFF2-40B4-BE49-F238E27FC236}">
                  <a16:creationId xmlns:a16="http://schemas.microsoft.com/office/drawing/2014/main" id="{EEBD0219-B647-43FB-A52F-FE06CD2F5527}"/>
                </a:ext>
              </a:extLst>
            </p:cNvPr>
            <p:cNvSpPr>
              <a:spLocks/>
            </p:cNvSpPr>
            <p:nvPr/>
          </p:nvSpPr>
          <p:spPr bwMode="auto">
            <a:xfrm>
              <a:off x="907" y="3620"/>
              <a:ext cx="140" cy="81"/>
            </a:xfrm>
            <a:custGeom>
              <a:avLst/>
              <a:gdLst>
                <a:gd name="T0" fmla="*/ 280 w 280"/>
                <a:gd name="T1" fmla="*/ 0 h 163"/>
                <a:gd name="T2" fmla="*/ 0 w 280"/>
                <a:gd name="T3" fmla="*/ 163 h 163"/>
                <a:gd name="T4" fmla="*/ 1 w 280"/>
                <a:gd name="T5" fmla="*/ 163 h 1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80" h="163">
                  <a:moveTo>
                    <a:pt x="280" y="0"/>
                  </a:moveTo>
                  <a:lnTo>
                    <a:pt x="0" y="163"/>
                  </a:lnTo>
                  <a:lnTo>
                    <a:pt x="1" y="163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9873" name="Freeform 65">
              <a:extLst>
                <a:ext uri="{FF2B5EF4-FFF2-40B4-BE49-F238E27FC236}">
                  <a16:creationId xmlns:a16="http://schemas.microsoft.com/office/drawing/2014/main" id="{6E0FB9CC-8812-44DE-B812-8F99C2CB9C55}"/>
                </a:ext>
              </a:extLst>
            </p:cNvPr>
            <p:cNvSpPr>
              <a:spLocks/>
            </p:cNvSpPr>
            <p:nvPr/>
          </p:nvSpPr>
          <p:spPr bwMode="auto">
            <a:xfrm>
              <a:off x="907" y="3138"/>
              <a:ext cx="899" cy="714"/>
            </a:xfrm>
            <a:custGeom>
              <a:avLst/>
              <a:gdLst>
                <a:gd name="T0" fmla="*/ 0 w 899"/>
                <a:gd name="T1" fmla="*/ 0 h 714"/>
                <a:gd name="T2" fmla="*/ 137 w 899"/>
                <a:gd name="T3" fmla="*/ 24 h 714"/>
                <a:gd name="T4" fmla="*/ 262 w 899"/>
                <a:gd name="T5" fmla="*/ 78 h 714"/>
                <a:gd name="T6" fmla="*/ 539 w 899"/>
                <a:gd name="T7" fmla="*/ 24 h 714"/>
                <a:gd name="T8" fmla="*/ 798 w 899"/>
                <a:gd name="T9" fmla="*/ 129 h 714"/>
                <a:gd name="T10" fmla="*/ 855 w 899"/>
                <a:gd name="T11" fmla="*/ 162 h 714"/>
                <a:gd name="T12" fmla="*/ 886 w 899"/>
                <a:gd name="T13" fmla="*/ 208 h 714"/>
                <a:gd name="T14" fmla="*/ 899 w 899"/>
                <a:gd name="T15" fmla="*/ 342 h 714"/>
                <a:gd name="T16" fmla="*/ 875 w 899"/>
                <a:gd name="T17" fmla="*/ 504 h 714"/>
                <a:gd name="T18" fmla="*/ 791 w 899"/>
                <a:gd name="T19" fmla="*/ 618 h 714"/>
                <a:gd name="T20" fmla="*/ 666 w 899"/>
                <a:gd name="T21" fmla="*/ 634 h 714"/>
                <a:gd name="T22" fmla="*/ 522 w 899"/>
                <a:gd name="T23" fmla="*/ 652 h 714"/>
                <a:gd name="T24" fmla="*/ 400 w 899"/>
                <a:gd name="T25" fmla="*/ 714 h 714"/>
                <a:gd name="T26" fmla="*/ 271 w 899"/>
                <a:gd name="T27" fmla="*/ 714 h 714"/>
                <a:gd name="T28" fmla="*/ 134 w 899"/>
                <a:gd name="T29" fmla="*/ 678 h 714"/>
                <a:gd name="T30" fmla="*/ 0 w 899"/>
                <a:gd name="T31" fmla="*/ 687 h 714"/>
                <a:gd name="T32" fmla="*/ 1 w 899"/>
                <a:gd name="T33" fmla="*/ 687 h 7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899" h="714">
                  <a:moveTo>
                    <a:pt x="0" y="0"/>
                  </a:moveTo>
                  <a:lnTo>
                    <a:pt x="137" y="24"/>
                  </a:lnTo>
                  <a:lnTo>
                    <a:pt x="262" y="78"/>
                  </a:lnTo>
                  <a:lnTo>
                    <a:pt x="539" y="24"/>
                  </a:lnTo>
                  <a:lnTo>
                    <a:pt x="798" y="129"/>
                  </a:lnTo>
                  <a:lnTo>
                    <a:pt x="855" y="162"/>
                  </a:lnTo>
                  <a:lnTo>
                    <a:pt x="886" y="208"/>
                  </a:lnTo>
                  <a:lnTo>
                    <a:pt x="899" y="342"/>
                  </a:lnTo>
                  <a:lnTo>
                    <a:pt x="875" y="504"/>
                  </a:lnTo>
                  <a:lnTo>
                    <a:pt x="791" y="618"/>
                  </a:lnTo>
                  <a:lnTo>
                    <a:pt x="666" y="634"/>
                  </a:lnTo>
                  <a:lnTo>
                    <a:pt x="522" y="652"/>
                  </a:lnTo>
                  <a:lnTo>
                    <a:pt x="400" y="714"/>
                  </a:lnTo>
                  <a:lnTo>
                    <a:pt x="271" y="714"/>
                  </a:lnTo>
                  <a:lnTo>
                    <a:pt x="134" y="678"/>
                  </a:lnTo>
                  <a:lnTo>
                    <a:pt x="0" y="687"/>
                  </a:lnTo>
                  <a:lnTo>
                    <a:pt x="1" y="687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9874" name="Freeform 66">
              <a:extLst>
                <a:ext uri="{FF2B5EF4-FFF2-40B4-BE49-F238E27FC236}">
                  <a16:creationId xmlns:a16="http://schemas.microsoft.com/office/drawing/2014/main" id="{6B7356C5-BEFF-4123-BD69-BB2C296BC231}"/>
                </a:ext>
              </a:extLst>
            </p:cNvPr>
            <p:cNvSpPr>
              <a:spLocks/>
            </p:cNvSpPr>
            <p:nvPr/>
          </p:nvSpPr>
          <p:spPr bwMode="auto">
            <a:xfrm>
              <a:off x="2839" y="3199"/>
              <a:ext cx="86" cy="1"/>
            </a:xfrm>
            <a:custGeom>
              <a:avLst/>
              <a:gdLst>
                <a:gd name="T0" fmla="*/ 0 w 173"/>
                <a:gd name="T1" fmla="*/ 172 w 173"/>
                <a:gd name="T2" fmla="*/ 173 w 17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173">
                  <a:moveTo>
                    <a:pt x="0" y="0"/>
                  </a:moveTo>
                  <a:lnTo>
                    <a:pt x="172" y="0"/>
                  </a:lnTo>
                  <a:lnTo>
                    <a:pt x="173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9875" name="Freeform 67">
              <a:extLst>
                <a:ext uri="{FF2B5EF4-FFF2-40B4-BE49-F238E27FC236}">
                  <a16:creationId xmlns:a16="http://schemas.microsoft.com/office/drawing/2014/main" id="{FAEC2DA5-6550-40CC-ADF4-75CBFF623887}"/>
                </a:ext>
              </a:extLst>
            </p:cNvPr>
            <p:cNvSpPr>
              <a:spLocks/>
            </p:cNvSpPr>
            <p:nvPr/>
          </p:nvSpPr>
          <p:spPr bwMode="auto">
            <a:xfrm>
              <a:off x="2839" y="3770"/>
              <a:ext cx="86" cy="1"/>
            </a:xfrm>
            <a:custGeom>
              <a:avLst/>
              <a:gdLst>
                <a:gd name="T0" fmla="*/ 0 w 173"/>
                <a:gd name="T1" fmla="*/ 172 w 173"/>
                <a:gd name="T2" fmla="*/ 173 w 17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173">
                  <a:moveTo>
                    <a:pt x="0" y="0"/>
                  </a:moveTo>
                  <a:lnTo>
                    <a:pt x="172" y="0"/>
                  </a:lnTo>
                  <a:lnTo>
                    <a:pt x="173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9878" name="Freeform 70">
              <a:extLst>
                <a:ext uri="{FF2B5EF4-FFF2-40B4-BE49-F238E27FC236}">
                  <a16:creationId xmlns:a16="http://schemas.microsoft.com/office/drawing/2014/main" id="{6BE74786-3C68-407F-8125-693066A4CD9F}"/>
                </a:ext>
              </a:extLst>
            </p:cNvPr>
            <p:cNvSpPr>
              <a:spLocks/>
            </p:cNvSpPr>
            <p:nvPr/>
          </p:nvSpPr>
          <p:spPr bwMode="auto">
            <a:xfrm>
              <a:off x="3110" y="3376"/>
              <a:ext cx="338" cy="3"/>
            </a:xfrm>
            <a:custGeom>
              <a:avLst/>
              <a:gdLst>
                <a:gd name="T0" fmla="*/ 0 w 338"/>
                <a:gd name="T1" fmla="*/ 0 h 3"/>
                <a:gd name="T2" fmla="*/ 338 w 338"/>
                <a:gd name="T3" fmla="*/ 3 h 3"/>
                <a:gd name="T4" fmla="*/ 328 w 338"/>
                <a:gd name="T5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38" h="3">
                  <a:moveTo>
                    <a:pt x="0" y="0"/>
                  </a:moveTo>
                  <a:lnTo>
                    <a:pt x="338" y="3"/>
                  </a:lnTo>
                  <a:lnTo>
                    <a:pt x="328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9879" name="Freeform 71">
              <a:extLst>
                <a:ext uri="{FF2B5EF4-FFF2-40B4-BE49-F238E27FC236}">
                  <a16:creationId xmlns:a16="http://schemas.microsoft.com/office/drawing/2014/main" id="{04028A43-472D-4E9E-9772-A3B20357200F}"/>
                </a:ext>
              </a:extLst>
            </p:cNvPr>
            <p:cNvSpPr>
              <a:spLocks/>
            </p:cNvSpPr>
            <p:nvPr/>
          </p:nvSpPr>
          <p:spPr bwMode="auto">
            <a:xfrm>
              <a:off x="3110" y="3594"/>
              <a:ext cx="328" cy="1"/>
            </a:xfrm>
            <a:custGeom>
              <a:avLst/>
              <a:gdLst>
                <a:gd name="T0" fmla="*/ 0 w 654"/>
                <a:gd name="T1" fmla="*/ 653 w 654"/>
                <a:gd name="T2" fmla="*/ 654 w 65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654">
                  <a:moveTo>
                    <a:pt x="0" y="0"/>
                  </a:moveTo>
                  <a:lnTo>
                    <a:pt x="653" y="0"/>
                  </a:lnTo>
                  <a:lnTo>
                    <a:pt x="654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9880" name="Freeform 72">
              <a:extLst>
                <a:ext uri="{FF2B5EF4-FFF2-40B4-BE49-F238E27FC236}">
                  <a16:creationId xmlns:a16="http://schemas.microsoft.com/office/drawing/2014/main" id="{A6147DA3-E2FF-437C-BA73-CCA1BAA6CDC5}"/>
                </a:ext>
              </a:extLst>
            </p:cNvPr>
            <p:cNvSpPr>
              <a:spLocks/>
            </p:cNvSpPr>
            <p:nvPr/>
          </p:nvSpPr>
          <p:spPr bwMode="auto">
            <a:xfrm>
              <a:off x="3696" y="3199"/>
              <a:ext cx="308" cy="1"/>
            </a:xfrm>
            <a:custGeom>
              <a:avLst/>
              <a:gdLst>
                <a:gd name="T0" fmla="*/ 0 w 615"/>
                <a:gd name="T1" fmla="*/ 614 w 615"/>
                <a:gd name="T2" fmla="*/ 615 w 61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615">
                  <a:moveTo>
                    <a:pt x="0" y="0"/>
                  </a:moveTo>
                  <a:lnTo>
                    <a:pt x="614" y="0"/>
                  </a:lnTo>
                  <a:lnTo>
                    <a:pt x="615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9881" name="Freeform 73">
              <a:extLst>
                <a:ext uri="{FF2B5EF4-FFF2-40B4-BE49-F238E27FC236}">
                  <a16:creationId xmlns:a16="http://schemas.microsoft.com/office/drawing/2014/main" id="{7583074C-8D98-41D3-B43D-E6B366E6C93C}"/>
                </a:ext>
              </a:extLst>
            </p:cNvPr>
            <p:cNvSpPr>
              <a:spLocks/>
            </p:cNvSpPr>
            <p:nvPr/>
          </p:nvSpPr>
          <p:spPr bwMode="auto">
            <a:xfrm>
              <a:off x="3696" y="3770"/>
              <a:ext cx="892" cy="1"/>
            </a:xfrm>
            <a:custGeom>
              <a:avLst/>
              <a:gdLst>
                <a:gd name="T0" fmla="*/ 0 w 1783"/>
                <a:gd name="T1" fmla="*/ 1782 w 1783"/>
                <a:gd name="T2" fmla="*/ 1783 w 178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1783">
                  <a:moveTo>
                    <a:pt x="0" y="0"/>
                  </a:moveTo>
                  <a:lnTo>
                    <a:pt x="1782" y="0"/>
                  </a:lnTo>
                  <a:lnTo>
                    <a:pt x="1783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9882" name="Freeform 74">
              <a:extLst>
                <a:ext uri="{FF2B5EF4-FFF2-40B4-BE49-F238E27FC236}">
                  <a16:creationId xmlns:a16="http://schemas.microsoft.com/office/drawing/2014/main" id="{3200AF79-2B22-4C49-96BD-FA5681696B0F}"/>
                </a:ext>
              </a:extLst>
            </p:cNvPr>
            <p:cNvSpPr>
              <a:spLocks/>
            </p:cNvSpPr>
            <p:nvPr/>
          </p:nvSpPr>
          <p:spPr bwMode="auto">
            <a:xfrm>
              <a:off x="3610" y="3285"/>
              <a:ext cx="86" cy="1"/>
            </a:xfrm>
            <a:custGeom>
              <a:avLst/>
              <a:gdLst>
                <a:gd name="T0" fmla="*/ 0 w 172"/>
                <a:gd name="T1" fmla="*/ 171 w 172"/>
                <a:gd name="T2" fmla="*/ 172 w 17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172">
                  <a:moveTo>
                    <a:pt x="0" y="0"/>
                  </a:moveTo>
                  <a:lnTo>
                    <a:pt x="171" y="0"/>
                  </a:lnTo>
                  <a:lnTo>
                    <a:pt x="172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9883" name="Freeform 75">
              <a:extLst>
                <a:ext uri="{FF2B5EF4-FFF2-40B4-BE49-F238E27FC236}">
                  <a16:creationId xmlns:a16="http://schemas.microsoft.com/office/drawing/2014/main" id="{29890BC3-ACF5-4ADB-9B59-C237DDC78291}"/>
                </a:ext>
              </a:extLst>
            </p:cNvPr>
            <p:cNvSpPr>
              <a:spLocks/>
            </p:cNvSpPr>
            <p:nvPr/>
          </p:nvSpPr>
          <p:spPr bwMode="auto">
            <a:xfrm>
              <a:off x="3610" y="3685"/>
              <a:ext cx="86" cy="1"/>
            </a:xfrm>
            <a:custGeom>
              <a:avLst/>
              <a:gdLst>
                <a:gd name="T0" fmla="*/ 0 w 172"/>
                <a:gd name="T1" fmla="*/ 171 w 172"/>
                <a:gd name="T2" fmla="*/ 172 w 17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172">
                  <a:moveTo>
                    <a:pt x="0" y="0"/>
                  </a:moveTo>
                  <a:lnTo>
                    <a:pt x="171" y="0"/>
                  </a:lnTo>
                  <a:lnTo>
                    <a:pt x="172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9884" name="Freeform 76">
              <a:extLst>
                <a:ext uri="{FF2B5EF4-FFF2-40B4-BE49-F238E27FC236}">
                  <a16:creationId xmlns:a16="http://schemas.microsoft.com/office/drawing/2014/main" id="{CDE80073-C148-4CFF-ACF9-4DD83E51FB69}"/>
                </a:ext>
              </a:extLst>
            </p:cNvPr>
            <p:cNvSpPr>
              <a:spLocks/>
            </p:cNvSpPr>
            <p:nvPr/>
          </p:nvSpPr>
          <p:spPr bwMode="auto">
            <a:xfrm>
              <a:off x="3696" y="3199"/>
              <a:ext cx="1" cy="571"/>
            </a:xfrm>
            <a:custGeom>
              <a:avLst/>
              <a:gdLst>
                <a:gd name="T0" fmla="*/ 0 w 1"/>
                <a:gd name="T1" fmla="*/ 0 h 1144"/>
                <a:gd name="T2" fmla="*/ 0 w 1"/>
                <a:gd name="T3" fmla="*/ 1144 h 1144"/>
                <a:gd name="T4" fmla="*/ 1 w 1"/>
                <a:gd name="T5" fmla="*/ 1144 h 1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1144">
                  <a:moveTo>
                    <a:pt x="0" y="0"/>
                  </a:moveTo>
                  <a:lnTo>
                    <a:pt x="0" y="1144"/>
                  </a:lnTo>
                  <a:lnTo>
                    <a:pt x="1" y="1144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9885" name="Freeform 77">
              <a:extLst>
                <a:ext uri="{FF2B5EF4-FFF2-40B4-BE49-F238E27FC236}">
                  <a16:creationId xmlns:a16="http://schemas.microsoft.com/office/drawing/2014/main" id="{38A35401-9E87-450F-B377-654A091784AE}"/>
                </a:ext>
              </a:extLst>
            </p:cNvPr>
            <p:cNvSpPr>
              <a:spLocks/>
            </p:cNvSpPr>
            <p:nvPr/>
          </p:nvSpPr>
          <p:spPr bwMode="auto">
            <a:xfrm>
              <a:off x="4587" y="3199"/>
              <a:ext cx="1" cy="571"/>
            </a:xfrm>
            <a:custGeom>
              <a:avLst/>
              <a:gdLst>
                <a:gd name="T0" fmla="*/ 0 w 1"/>
                <a:gd name="T1" fmla="*/ 0 h 1144"/>
                <a:gd name="T2" fmla="*/ 0 w 1"/>
                <a:gd name="T3" fmla="*/ 1144 h 1144"/>
                <a:gd name="T4" fmla="*/ 1 w 1"/>
                <a:gd name="T5" fmla="*/ 1144 h 1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1144">
                  <a:moveTo>
                    <a:pt x="0" y="0"/>
                  </a:moveTo>
                  <a:lnTo>
                    <a:pt x="0" y="1144"/>
                  </a:lnTo>
                  <a:lnTo>
                    <a:pt x="1" y="1144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9886" name="Freeform 78">
              <a:extLst>
                <a:ext uri="{FF2B5EF4-FFF2-40B4-BE49-F238E27FC236}">
                  <a16:creationId xmlns:a16="http://schemas.microsoft.com/office/drawing/2014/main" id="{A4C28B1B-EB4B-45F6-85C9-63C3A5EA4CC4}"/>
                </a:ext>
              </a:extLst>
            </p:cNvPr>
            <p:cNvSpPr>
              <a:spLocks/>
            </p:cNvSpPr>
            <p:nvPr/>
          </p:nvSpPr>
          <p:spPr bwMode="auto">
            <a:xfrm>
              <a:off x="4673" y="3285"/>
              <a:ext cx="1" cy="405"/>
            </a:xfrm>
            <a:custGeom>
              <a:avLst/>
              <a:gdLst>
                <a:gd name="T0" fmla="*/ 0 w 1"/>
                <a:gd name="T1" fmla="*/ 0 h 405"/>
                <a:gd name="T2" fmla="*/ 1 w 1"/>
                <a:gd name="T3" fmla="*/ 405 h 405"/>
                <a:gd name="T4" fmla="*/ 1 w 1"/>
                <a:gd name="T5" fmla="*/ 400 h 4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405">
                  <a:moveTo>
                    <a:pt x="0" y="0"/>
                  </a:moveTo>
                  <a:lnTo>
                    <a:pt x="1" y="405"/>
                  </a:lnTo>
                  <a:lnTo>
                    <a:pt x="1" y="40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9887" name="Freeform 79">
              <a:extLst>
                <a:ext uri="{FF2B5EF4-FFF2-40B4-BE49-F238E27FC236}">
                  <a16:creationId xmlns:a16="http://schemas.microsoft.com/office/drawing/2014/main" id="{AFBF1F9F-898C-4C66-9390-755546A97901}"/>
                </a:ext>
              </a:extLst>
            </p:cNvPr>
            <p:cNvSpPr>
              <a:spLocks/>
            </p:cNvSpPr>
            <p:nvPr/>
          </p:nvSpPr>
          <p:spPr bwMode="auto">
            <a:xfrm>
              <a:off x="4587" y="3199"/>
              <a:ext cx="86" cy="86"/>
            </a:xfrm>
            <a:custGeom>
              <a:avLst/>
              <a:gdLst>
                <a:gd name="T0" fmla="*/ 171 w 171"/>
                <a:gd name="T1" fmla="*/ 173 h 173"/>
                <a:gd name="T2" fmla="*/ 0 w 171"/>
                <a:gd name="T3" fmla="*/ 0 h 173"/>
                <a:gd name="T4" fmla="*/ 1 w 171"/>
                <a:gd name="T5" fmla="*/ 0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1" h="173">
                  <a:moveTo>
                    <a:pt x="171" y="173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9888" name="Freeform 80">
              <a:extLst>
                <a:ext uri="{FF2B5EF4-FFF2-40B4-BE49-F238E27FC236}">
                  <a16:creationId xmlns:a16="http://schemas.microsoft.com/office/drawing/2014/main" id="{39FED7FD-1C96-4969-BE54-A5AE78B55B42}"/>
                </a:ext>
              </a:extLst>
            </p:cNvPr>
            <p:cNvSpPr>
              <a:spLocks/>
            </p:cNvSpPr>
            <p:nvPr/>
          </p:nvSpPr>
          <p:spPr bwMode="auto">
            <a:xfrm>
              <a:off x="4587" y="3684"/>
              <a:ext cx="87" cy="86"/>
            </a:xfrm>
            <a:custGeom>
              <a:avLst/>
              <a:gdLst>
                <a:gd name="T0" fmla="*/ 87 w 87"/>
                <a:gd name="T1" fmla="*/ 0 h 86"/>
                <a:gd name="T2" fmla="*/ 0 w 87"/>
                <a:gd name="T3" fmla="*/ 86 h 86"/>
                <a:gd name="T4" fmla="*/ 1 w 87"/>
                <a:gd name="T5" fmla="*/ 86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87" h="86">
                  <a:moveTo>
                    <a:pt x="87" y="0"/>
                  </a:moveTo>
                  <a:lnTo>
                    <a:pt x="0" y="86"/>
                  </a:lnTo>
                  <a:lnTo>
                    <a:pt x="1" y="86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9889" name="Freeform 81">
              <a:extLst>
                <a:ext uri="{FF2B5EF4-FFF2-40B4-BE49-F238E27FC236}">
                  <a16:creationId xmlns:a16="http://schemas.microsoft.com/office/drawing/2014/main" id="{BE74A47A-6EDD-425B-B1E4-B0719EA8EA6C}"/>
                </a:ext>
              </a:extLst>
            </p:cNvPr>
            <p:cNvSpPr>
              <a:spLocks/>
            </p:cNvSpPr>
            <p:nvPr/>
          </p:nvSpPr>
          <p:spPr bwMode="auto">
            <a:xfrm>
              <a:off x="4144" y="3144"/>
              <a:ext cx="2" cy="335"/>
            </a:xfrm>
            <a:custGeom>
              <a:avLst/>
              <a:gdLst>
                <a:gd name="T0" fmla="*/ 2 w 2"/>
                <a:gd name="T1" fmla="*/ 0 h 335"/>
                <a:gd name="T2" fmla="*/ 0 w 2"/>
                <a:gd name="T3" fmla="*/ 335 h 335"/>
                <a:gd name="T4" fmla="*/ 1 w 2"/>
                <a:gd name="T5" fmla="*/ 335 h 3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335">
                  <a:moveTo>
                    <a:pt x="2" y="0"/>
                  </a:moveTo>
                  <a:lnTo>
                    <a:pt x="0" y="335"/>
                  </a:lnTo>
                  <a:lnTo>
                    <a:pt x="1" y="335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9890" name="Freeform 82">
              <a:extLst>
                <a:ext uri="{FF2B5EF4-FFF2-40B4-BE49-F238E27FC236}">
                  <a16:creationId xmlns:a16="http://schemas.microsoft.com/office/drawing/2014/main" id="{5618310B-00C0-4C31-AD73-A6027DBEB008}"/>
                </a:ext>
              </a:extLst>
            </p:cNvPr>
            <p:cNvSpPr>
              <a:spLocks/>
            </p:cNvSpPr>
            <p:nvPr/>
          </p:nvSpPr>
          <p:spPr bwMode="auto">
            <a:xfrm>
              <a:off x="4003" y="3199"/>
              <a:ext cx="1" cy="120"/>
            </a:xfrm>
            <a:custGeom>
              <a:avLst/>
              <a:gdLst>
                <a:gd name="T0" fmla="*/ 0 w 1"/>
                <a:gd name="T1" fmla="*/ 0 h 240"/>
                <a:gd name="T2" fmla="*/ 0 w 1"/>
                <a:gd name="T3" fmla="*/ 240 h 240"/>
                <a:gd name="T4" fmla="*/ 1 w 1"/>
                <a:gd name="T5" fmla="*/ 240 h 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240">
                  <a:moveTo>
                    <a:pt x="0" y="0"/>
                  </a:moveTo>
                  <a:lnTo>
                    <a:pt x="0" y="240"/>
                  </a:lnTo>
                  <a:lnTo>
                    <a:pt x="1" y="24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9891" name="Freeform 83">
              <a:extLst>
                <a:ext uri="{FF2B5EF4-FFF2-40B4-BE49-F238E27FC236}">
                  <a16:creationId xmlns:a16="http://schemas.microsoft.com/office/drawing/2014/main" id="{F5AB8F98-26FA-4F82-88BB-63DF506F69E6}"/>
                </a:ext>
              </a:extLst>
            </p:cNvPr>
            <p:cNvSpPr>
              <a:spLocks/>
            </p:cNvSpPr>
            <p:nvPr/>
          </p:nvSpPr>
          <p:spPr bwMode="auto">
            <a:xfrm>
              <a:off x="4003" y="3319"/>
              <a:ext cx="283" cy="1"/>
            </a:xfrm>
            <a:custGeom>
              <a:avLst/>
              <a:gdLst>
                <a:gd name="T0" fmla="*/ 0 w 566"/>
                <a:gd name="T1" fmla="*/ 565 w 566"/>
                <a:gd name="T2" fmla="*/ 566 w 56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566">
                  <a:moveTo>
                    <a:pt x="0" y="0"/>
                  </a:moveTo>
                  <a:lnTo>
                    <a:pt x="565" y="0"/>
                  </a:lnTo>
                  <a:lnTo>
                    <a:pt x="566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9892" name="Freeform 84">
              <a:extLst>
                <a:ext uri="{FF2B5EF4-FFF2-40B4-BE49-F238E27FC236}">
                  <a16:creationId xmlns:a16="http://schemas.microsoft.com/office/drawing/2014/main" id="{9BE12376-07DA-46A7-8A91-5BF49179C1FC}"/>
                </a:ext>
              </a:extLst>
            </p:cNvPr>
            <p:cNvSpPr>
              <a:spLocks/>
            </p:cNvSpPr>
            <p:nvPr/>
          </p:nvSpPr>
          <p:spPr bwMode="auto">
            <a:xfrm>
              <a:off x="4286" y="3199"/>
              <a:ext cx="1" cy="120"/>
            </a:xfrm>
            <a:custGeom>
              <a:avLst/>
              <a:gdLst>
                <a:gd name="T0" fmla="*/ 0 w 1"/>
                <a:gd name="T1" fmla="*/ 0 h 240"/>
                <a:gd name="T2" fmla="*/ 0 w 1"/>
                <a:gd name="T3" fmla="*/ 240 h 240"/>
                <a:gd name="T4" fmla="*/ 1 w 1"/>
                <a:gd name="T5" fmla="*/ 240 h 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240">
                  <a:moveTo>
                    <a:pt x="0" y="0"/>
                  </a:moveTo>
                  <a:lnTo>
                    <a:pt x="0" y="240"/>
                  </a:lnTo>
                  <a:lnTo>
                    <a:pt x="1" y="24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9893" name="Freeform 85">
              <a:extLst>
                <a:ext uri="{FF2B5EF4-FFF2-40B4-BE49-F238E27FC236}">
                  <a16:creationId xmlns:a16="http://schemas.microsoft.com/office/drawing/2014/main" id="{798279B8-AD00-4083-96D7-E0D16957F8E9}"/>
                </a:ext>
              </a:extLst>
            </p:cNvPr>
            <p:cNvSpPr>
              <a:spLocks/>
            </p:cNvSpPr>
            <p:nvPr/>
          </p:nvSpPr>
          <p:spPr bwMode="auto">
            <a:xfrm>
              <a:off x="4286" y="3199"/>
              <a:ext cx="302" cy="1"/>
            </a:xfrm>
            <a:custGeom>
              <a:avLst/>
              <a:gdLst>
                <a:gd name="T0" fmla="*/ 0 w 604"/>
                <a:gd name="T1" fmla="*/ 603 w 604"/>
                <a:gd name="T2" fmla="*/ 604 w 60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604">
                  <a:moveTo>
                    <a:pt x="0" y="0"/>
                  </a:moveTo>
                  <a:lnTo>
                    <a:pt x="603" y="0"/>
                  </a:lnTo>
                  <a:lnTo>
                    <a:pt x="604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9894" name="Freeform 86">
              <a:extLst>
                <a:ext uri="{FF2B5EF4-FFF2-40B4-BE49-F238E27FC236}">
                  <a16:creationId xmlns:a16="http://schemas.microsoft.com/office/drawing/2014/main" id="{1D9F3C02-8E2E-4B6F-B401-64EC7F47C8E7}"/>
                </a:ext>
              </a:extLst>
            </p:cNvPr>
            <p:cNvSpPr>
              <a:spLocks/>
            </p:cNvSpPr>
            <p:nvPr/>
          </p:nvSpPr>
          <p:spPr bwMode="auto">
            <a:xfrm>
              <a:off x="4001" y="3198"/>
              <a:ext cx="290" cy="28"/>
            </a:xfrm>
            <a:custGeom>
              <a:avLst/>
              <a:gdLst>
                <a:gd name="T0" fmla="*/ 0 w 290"/>
                <a:gd name="T1" fmla="*/ 5 h 28"/>
                <a:gd name="T2" fmla="*/ 145 w 290"/>
                <a:gd name="T3" fmla="*/ 28 h 28"/>
                <a:gd name="T4" fmla="*/ 290 w 290"/>
                <a:gd name="T5" fmla="*/ 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90" h="28">
                  <a:moveTo>
                    <a:pt x="0" y="5"/>
                  </a:moveTo>
                  <a:lnTo>
                    <a:pt x="145" y="28"/>
                  </a:lnTo>
                  <a:lnTo>
                    <a:pt x="290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9895" name="Freeform 87">
              <a:extLst>
                <a:ext uri="{FF2B5EF4-FFF2-40B4-BE49-F238E27FC236}">
                  <a16:creationId xmlns:a16="http://schemas.microsoft.com/office/drawing/2014/main" id="{476DFDEF-825B-45A9-ADF4-17AF63E8DB4B}"/>
                </a:ext>
              </a:extLst>
            </p:cNvPr>
            <p:cNvSpPr>
              <a:spLocks/>
            </p:cNvSpPr>
            <p:nvPr/>
          </p:nvSpPr>
          <p:spPr bwMode="auto">
            <a:xfrm>
              <a:off x="4060" y="3319"/>
              <a:ext cx="2" cy="77"/>
            </a:xfrm>
            <a:custGeom>
              <a:avLst/>
              <a:gdLst>
                <a:gd name="T0" fmla="*/ 0 w 2"/>
                <a:gd name="T1" fmla="*/ 0 h 77"/>
                <a:gd name="T2" fmla="*/ 2 w 2"/>
                <a:gd name="T3" fmla="*/ 77 h 77"/>
                <a:gd name="T4" fmla="*/ 1 w 2"/>
                <a:gd name="T5" fmla="*/ 64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77">
                  <a:moveTo>
                    <a:pt x="0" y="0"/>
                  </a:moveTo>
                  <a:lnTo>
                    <a:pt x="2" y="77"/>
                  </a:lnTo>
                  <a:lnTo>
                    <a:pt x="1" y="64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9896" name="Freeform 88">
              <a:extLst>
                <a:ext uri="{FF2B5EF4-FFF2-40B4-BE49-F238E27FC236}">
                  <a16:creationId xmlns:a16="http://schemas.microsoft.com/office/drawing/2014/main" id="{CC5FD9BA-A407-4141-9A61-0B78D14F5BE8}"/>
                </a:ext>
              </a:extLst>
            </p:cNvPr>
            <p:cNvSpPr>
              <a:spLocks/>
            </p:cNvSpPr>
            <p:nvPr/>
          </p:nvSpPr>
          <p:spPr bwMode="auto">
            <a:xfrm>
              <a:off x="4094" y="3417"/>
              <a:ext cx="101" cy="1"/>
            </a:xfrm>
            <a:custGeom>
              <a:avLst/>
              <a:gdLst>
                <a:gd name="T0" fmla="*/ 0 w 203"/>
                <a:gd name="T1" fmla="*/ 202 w 203"/>
                <a:gd name="T2" fmla="*/ 203 w 20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203">
                  <a:moveTo>
                    <a:pt x="0" y="0"/>
                  </a:moveTo>
                  <a:lnTo>
                    <a:pt x="202" y="0"/>
                  </a:lnTo>
                  <a:lnTo>
                    <a:pt x="203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9897" name="Freeform 89">
              <a:extLst>
                <a:ext uri="{FF2B5EF4-FFF2-40B4-BE49-F238E27FC236}">
                  <a16:creationId xmlns:a16="http://schemas.microsoft.com/office/drawing/2014/main" id="{A1A558BE-CC16-4880-92F5-BE8D29B8B2A3}"/>
                </a:ext>
              </a:extLst>
            </p:cNvPr>
            <p:cNvSpPr>
              <a:spLocks/>
            </p:cNvSpPr>
            <p:nvPr/>
          </p:nvSpPr>
          <p:spPr bwMode="auto">
            <a:xfrm>
              <a:off x="4229" y="3319"/>
              <a:ext cx="1" cy="71"/>
            </a:xfrm>
            <a:custGeom>
              <a:avLst/>
              <a:gdLst>
                <a:gd name="T0" fmla="*/ 0 w 1"/>
                <a:gd name="T1" fmla="*/ 0 h 71"/>
                <a:gd name="T2" fmla="*/ 1 w 1"/>
                <a:gd name="T3" fmla="*/ 71 h 71"/>
                <a:gd name="T4" fmla="*/ 1 w 1"/>
                <a:gd name="T5" fmla="*/ 64 h 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71">
                  <a:moveTo>
                    <a:pt x="0" y="0"/>
                  </a:moveTo>
                  <a:lnTo>
                    <a:pt x="1" y="71"/>
                  </a:lnTo>
                  <a:lnTo>
                    <a:pt x="1" y="64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9898" name="Freeform 90">
              <a:extLst>
                <a:ext uri="{FF2B5EF4-FFF2-40B4-BE49-F238E27FC236}">
                  <a16:creationId xmlns:a16="http://schemas.microsoft.com/office/drawing/2014/main" id="{BF152738-6A19-4C47-9D94-4E48C5EEC69E}"/>
                </a:ext>
              </a:extLst>
            </p:cNvPr>
            <p:cNvSpPr>
              <a:spLocks/>
            </p:cNvSpPr>
            <p:nvPr/>
          </p:nvSpPr>
          <p:spPr bwMode="auto">
            <a:xfrm>
              <a:off x="4060" y="3383"/>
              <a:ext cx="35" cy="34"/>
            </a:xfrm>
            <a:custGeom>
              <a:avLst/>
              <a:gdLst>
                <a:gd name="T0" fmla="*/ 0 w 70"/>
                <a:gd name="T1" fmla="*/ 0 h 69"/>
                <a:gd name="T2" fmla="*/ 20 w 70"/>
                <a:gd name="T3" fmla="*/ 49 h 69"/>
                <a:gd name="T4" fmla="*/ 69 w 70"/>
                <a:gd name="T5" fmla="*/ 69 h 69"/>
                <a:gd name="T6" fmla="*/ 70 w 70"/>
                <a:gd name="T7" fmla="*/ 69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0" h="69">
                  <a:moveTo>
                    <a:pt x="0" y="0"/>
                  </a:moveTo>
                  <a:lnTo>
                    <a:pt x="20" y="49"/>
                  </a:lnTo>
                  <a:lnTo>
                    <a:pt x="69" y="69"/>
                  </a:lnTo>
                  <a:lnTo>
                    <a:pt x="70" y="69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9899" name="Freeform 91">
              <a:extLst>
                <a:ext uri="{FF2B5EF4-FFF2-40B4-BE49-F238E27FC236}">
                  <a16:creationId xmlns:a16="http://schemas.microsoft.com/office/drawing/2014/main" id="{92E6889D-9271-4199-9660-46FE3E41CE38}"/>
                </a:ext>
              </a:extLst>
            </p:cNvPr>
            <p:cNvSpPr>
              <a:spLocks/>
            </p:cNvSpPr>
            <p:nvPr/>
          </p:nvSpPr>
          <p:spPr bwMode="auto">
            <a:xfrm>
              <a:off x="4195" y="3383"/>
              <a:ext cx="35" cy="34"/>
            </a:xfrm>
            <a:custGeom>
              <a:avLst/>
              <a:gdLst>
                <a:gd name="T0" fmla="*/ 0 w 69"/>
                <a:gd name="T1" fmla="*/ 69 h 69"/>
                <a:gd name="T2" fmla="*/ 48 w 69"/>
                <a:gd name="T3" fmla="*/ 49 h 69"/>
                <a:gd name="T4" fmla="*/ 68 w 69"/>
                <a:gd name="T5" fmla="*/ 0 h 69"/>
                <a:gd name="T6" fmla="*/ 69 w 69"/>
                <a:gd name="T7" fmla="*/ 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9" h="69">
                  <a:moveTo>
                    <a:pt x="0" y="69"/>
                  </a:moveTo>
                  <a:lnTo>
                    <a:pt x="48" y="49"/>
                  </a:lnTo>
                  <a:lnTo>
                    <a:pt x="68" y="0"/>
                  </a:lnTo>
                  <a:lnTo>
                    <a:pt x="69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9900" name="Freeform 92">
              <a:extLst>
                <a:ext uri="{FF2B5EF4-FFF2-40B4-BE49-F238E27FC236}">
                  <a16:creationId xmlns:a16="http://schemas.microsoft.com/office/drawing/2014/main" id="{84316675-B210-4BE3-9421-F4E1A9E98340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3" y="3199"/>
              <a:ext cx="694" cy="323"/>
            </a:xfrm>
            <a:custGeom>
              <a:avLst/>
              <a:gdLst>
                <a:gd name="T0" fmla="*/ 0 w 694"/>
                <a:gd name="T1" fmla="*/ 0 h 323"/>
                <a:gd name="T2" fmla="*/ 35 w 694"/>
                <a:gd name="T3" fmla="*/ 120 h 323"/>
                <a:gd name="T4" fmla="*/ 106 w 694"/>
                <a:gd name="T5" fmla="*/ 205 h 323"/>
                <a:gd name="T6" fmla="*/ 181 w 694"/>
                <a:gd name="T7" fmla="*/ 305 h 323"/>
                <a:gd name="T8" fmla="*/ 337 w 694"/>
                <a:gd name="T9" fmla="*/ 323 h 323"/>
                <a:gd name="T10" fmla="*/ 478 w 694"/>
                <a:gd name="T11" fmla="*/ 303 h 323"/>
                <a:gd name="T12" fmla="*/ 579 w 694"/>
                <a:gd name="T13" fmla="*/ 238 h 323"/>
                <a:gd name="T14" fmla="*/ 650 w 694"/>
                <a:gd name="T15" fmla="*/ 122 h 323"/>
                <a:gd name="T16" fmla="*/ 693 w 694"/>
                <a:gd name="T17" fmla="*/ 0 h 323"/>
                <a:gd name="T18" fmla="*/ 694 w 694"/>
                <a:gd name="T19" fmla="*/ 0 h 3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94" h="323">
                  <a:moveTo>
                    <a:pt x="0" y="0"/>
                  </a:moveTo>
                  <a:lnTo>
                    <a:pt x="35" y="120"/>
                  </a:lnTo>
                  <a:lnTo>
                    <a:pt x="106" y="205"/>
                  </a:lnTo>
                  <a:lnTo>
                    <a:pt x="181" y="305"/>
                  </a:lnTo>
                  <a:lnTo>
                    <a:pt x="337" y="323"/>
                  </a:lnTo>
                  <a:lnTo>
                    <a:pt x="478" y="303"/>
                  </a:lnTo>
                  <a:lnTo>
                    <a:pt x="579" y="238"/>
                  </a:lnTo>
                  <a:lnTo>
                    <a:pt x="650" y="122"/>
                  </a:lnTo>
                  <a:lnTo>
                    <a:pt x="693" y="0"/>
                  </a:lnTo>
                  <a:lnTo>
                    <a:pt x="694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9901" name="Freeform 93">
              <a:extLst>
                <a:ext uri="{FF2B5EF4-FFF2-40B4-BE49-F238E27FC236}">
                  <a16:creationId xmlns:a16="http://schemas.microsoft.com/office/drawing/2014/main" id="{97DBCB26-FDBE-4EE8-A595-96E98D93424D}"/>
                </a:ext>
              </a:extLst>
            </p:cNvPr>
            <p:cNvSpPr>
              <a:spLocks/>
            </p:cNvSpPr>
            <p:nvPr/>
          </p:nvSpPr>
          <p:spPr bwMode="auto">
            <a:xfrm>
              <a:off x="907" y="3146"/>
              <a:ext cx="45" cy="44"/>
            </a:xfrm>
            <a:custGeom>
              <a:avLst/>
              <a:gdLst>
                <a:gd name="T0" fmla="*/ 0 w 90"/>
                <a:gd name="T1" fmla="*/ 89 h 89"/>
                <a:gd name="T2" fmla="*/ 89 w 90"/>
                <a:gd name="T3" fmla="*/ 0 h 89"/>
                <a:gd name="T4" fmla="*/ 90 w 90"/>
                <a:gd name="T5" fmla="*/ 0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0" h="89">
                  <a:moveTo>
                    <a:pt x="0" y="89"/>
                  </a:moveTo>
                  <a:lnTo>
                    <a:pt x="89" y="0"/>
                  </a:lnTo>
                  <a:lnTo>
                    <a:pt x="90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9902" name="Freeform 94">
              <a:extLst>
                <a:ext uri="{FF2B5EF4-FFF2-40B4-BE49-F238E27FC236}">
                  <a16:creationId xmlns:a16="http://schemas.microsoft.com/office/drawing/2014/main" id="{342D2AB0-FCFF-4B75-A748-CFED1E00F398}"/>
                </a:ext>
              </a:extLst>
            </p:cNvPr>
            <p:cNvSpPr>
              <a:spLocks/>
            </p:cNvSpPr>
            <p:nvPr/>
          </p:nvSpPr>
          <p:spPr bwMode="auto">
            <a:xfrm>
              <a:off x="922" y="3168"/>
              <a:ext cx="110" cy="109"/>
            </a:xfrm>
            <a:custGeom>
              <a:avLst/>
              <a:gdLst>
                <a:gd name="T0" fmla="*/ 0 w 220"/>
                <a:gd name="T1" fmla="*/ 219 h 219"/>
                <a:gd name="T2" fmla="*/ 219 w 220"/>
                <a:gd name="T3" fmla="*/ 0 h 219"/>
                <a:gd name="T4" fmla="*/ 220 w 220"/>
                <a:gd name="T5" fmla="*/ 0 h 2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20" h="219">
                  <a:moveTo>
                    <a:pt x="0" y="219"/>
                  </a:moveTo>
                  <a:lnTo>
                    <a:pt x="219" y="0"/>
                  </a:lnTo>
                  <a:lnTo>
                    <a:pt x="220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9903" name="Freeform 95">
              <a:extLst>
                <a:ext uri="{FF2B5EF4-FFF2-40B4-BE49-F238E27FC236}">
                  <a16:creationId xmlns:a16="http://schemas.microsoft.com/office/drawing/2014/main" id="{47A9957C-E747-4E30-9CB6-DED0E24ECD77}"/>
                </a:ext>
              </a:extLst>
            </p:cNvPr>
            <p:cNvSpPr>
              <a:spLocks/>
            </p:cNvSpPr>
            <p:nvPr/>
          </p:nvSpPr>
          <p:spPr bwMode="auto">
            <a:xfrm>
              <a:off x="987" y="3198"/>
              <a:ext cx="118" cy="117"/>
            </a:xfrm>
            <a:custGeom>
              <a:avLst/>
              <a:gdLst>
                <a:gd name="T0" fmla="*/ 0 w 235"/>
                <a:gd name="T1" fmla="*/ 235 h 235"/>
                <a:gd name="T2" fmla="*/ 234 w 235"/>
                <a:gd name="T3" fmla="*/ 0 h 235"/>
                <a:gd name="T4" fmla="*/ 235 w 235"/>
                <a:gd name="T5" fmla="*/ 0 h 2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35" h="235">
                  <a:moveTo>
                    <a:pt x="0" y="235"/>
                  </a:moveTo>
                  <a:lnTo>
                    <a:pt x="234" y="0"/>
                  </a:lnTo>
                  <a:lnTo>
                    <a:pt x="235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9904" name="Freeform 96">
              <a:extLst>
                <a:ext uri="{FF2B5EF4-FFF2-40B4-BE49-F238E27FC236}">
                  <a16:creationId xmlns:a16="http://schemas.microsoft.com/office/drawing/2014/main" id="{A542F01F-AFF9-42C8-9BD3-DD4C7F84CE27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6" y="3217"/>
              <a:ext cx="132" cy="132"/>
            </a:xfrm>
            <a:custGeom>
              <a:avLst/>
              <a:gdLst>
                <a:gd name="T0" fmla="*/ 0 w 265"/>
                <a:gd name="T1" fmla="*/ 264 h 264"/>
                <a:gd name="T2" fmla="*/ 264 w 265"/>
                <a:gd name="T3" fmla="*/ 0 h 264"/>
                <a:gd name="T4" fmla="*/ 265 w 265"/>
                <a:gd name="T5" fmla="*/ 0 h 2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65" h="264">
                  <a:moveTo>
                    <a:pt x="0" y="264"/>
                  </a:moveTo>
                  <a:lnTo>
                    <a:pt x="264" y="0"/>
                  </a:lnTo>
                  <a:lnTo>
                    <a:pt x="265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9905" name="Freeform 97">
              <a:extLst>
                <a:ext uri="{FF2B5EF4-FFF2-40B4-BE49-F238E27FC236}">
                  <a16:creationId xmlns:a16="http://schemas.microsoft.com/office/drawing/2014/main" id="{9D77A677-6ECF-449B-92BF-8B7357A05B9C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8" y="3186"/>
              <a:ext cx="164" cy="163"/>
            </a:xfrm>
            <a:custGeom>
              <a:avLst/>
              <a:gdLst>
                <a:gd name="T0" fmla="*/ 0 w 327"/>
                <a:gd name="T1" fmla="*/ 326 h 326"/>
                <a:gd name="T2" fmla="*/ 326 w 327"/>
                <a:gd name="T3" fmla="*/ 0 h 326"/>
                <a:gd name="T4" fmla="*/ 327 w 327"/>
                <a:gd name="T5" fmla="*/ 0 h 3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27" h="326">
                  <a:moveTo>
                    <a:pt x="0" y="326"/>
                  </a:moveTo>
                  <a:lnTo>
                    <a:pt x="326" y="0"/>
                  </a:lnTo>
                  <a:lnTo>
                    <a:pt x="327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9906" name="Freeform 98">
              <a:extLst>
                <a:ext uri="{FF2B5EF4-FFF2-40B4-BE49-F238E27FC236}">
                  <a16:creationId xmlns:a16="http://schemas.microsoft.com/office/drawing/2014/main" id="{0A1F3B68-5CBE-453F-AF0B-A6E33CEB6073}"/>
                </a:ext>
              </a:extLst>
            </p:cNvPr>
            <p:cNvSpPr>
              <a:spLocks/>
            </p:cNvSpPr>
            <p:nvPr/>
          </p:nvSpPr>
          <p:spPr bwMode="auto">
            <a:xfrm>
              <a:off x="907" y="3698"/>
              <a:ext cx="6" cy="5"/>
            </a:xfrm>
            <a:custGeom>
              <a:avLst/>
              <a:gdLst>
                <a:gd name="T0" fmla="*/ 0 w 13"/>
                <a:gd name="T1" fmla="*/ 12 h 12"/>
                <a:gd name="T2" fmla="*/ 12 w 13"/>
                <a:gd name="T3" fmla="*/ 0 h 12"/>
                <a:gd name="T4" fmla="*/ 13 w 13"/>
                <a:gd name="T5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3" h="12">
                  <a:moveTo>
                    <a:pt x="0" y="12"/>
                  </a:moveTo>
                  <a:lnTo>
                    <a:pt x="12" y="0"/>
                  </a:lnTo>
                  <a:lnTo>
                    <a:pt x="13" y="0"/>
                  </a:lnTo>
                </a:path>
              </a:pathLst>
            </a:custGeom>
            <a:noFill/>
            <a:ln w="1588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9907" name="Freeform 99">
              <a:extLst>
                <a:ext uri="{FF2B5EF4-FFF2-40B4-BE49-F238E27FC236}">
                  <a16:creationId xmlns:a16="http://schemas.microsoft.com/office/drawing/2014/main" id="{292E8433-AD37-4E79-981F-143AAEF99AC1}"/>
                </a:ext>
              </a:extLst>
            </p:cNvPr>
            <p:cNvSpPr>
              <a:spLocks/>
            </p:cNvSpPr>
            <p:nvPr/>
          </p:nvSpPr>
          <p:spPr bwMode="auto">
            <a:xfrm>
              <a:off x="1261" y="3172"/>
              <a:ext cx="175" cy="177"/>
            </a:xfrm>
            <a:custGeom>
              <a:avLst/>
              <a:gdLst>
                <a:gd name="T0" fmla="*/ 0 w 175"/>
                <a:gd name="T1" fmla="*/ 177 h 177"/>
                <a:gd name="T2" fmla="*/ 175 w 175"/>
                <a:gd name="T3" fmla="*/ 0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75" h="177">
                  <a:moveTo>
                    <a:pt x="0" y="177"/>
                  </a:moveTo>
                  <a:lnTo>
                    <a:pt x="175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9908" name="Freeform 100">
              <a:extLst>
                <a:ext uri="{FF2B5EF4-FFF2-40B4-BE49-F238E27FC236}">
                  <a16:creationId xmlns:a16="http://schemas.microsoft.com/office/drawing/2014/main" id="{AFD23164-1301-4DD6-95C0-6928AEA80008}"/>
                </a:ext>
              </a:extLst>
            </p:cNvPr>
            <p:cNvSpPr>
              <a:spLocks/>
            </p:cNvSpPr>
            <p:nvPr/>
          </p:nvSpPr>
          <p:spPr bwMode="auto">
            <a:xfrm>
              <a:off x="907" y="3620"/>
              <a:ext cx="186" cy="186"/>
            </a:xfrm>
            <a:custGeom>
              <a:avLst/>
              <a:gdLst>
                <a:gd name="T0" fmla="*/ 0 w 373"/>
                <a:gd name="T1" fmla="*/ 373 h 373"/>
                <a:gd name="T2" fmla="*/ 372 w 373"/>
                <a:gd name="T3" fmla="*/ 0 h 373"/>
                <a:gd name="T4" fmla="*/ 373 w 373"/>
                <a:gd name="T5" fmla="*/ 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73" h="373">
                  <a:moveTo>
                    <a:pt x="0" y="373"/>
                  </a:moveTo>
                  <a:lnTo>
                    <a:pt x="372" y="0"/>
                  </a:lnTo>
                  <a:lnTo>
                    <a:pt x="373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9909" name="Freeform 101">
              <a:extLst>
                <a:ext uri="{FF2B5EF4-FFF2-40B4-BE49-F238E27FC236}">
                  <a16:creationId xmlns:a16="http://schemas.microsoft.com/office/drawing/2014/main" id="{8BFDE6C9-D0B5-4F7B-A9DE-714A770C125A}"/>
                </a:ext>
              </a:extLst>
            </p:cNvPr>
            <p:cNvSpPr>
              <a:spLocks/>
            </p:cNvSpPr>
            <p:nvPr/>
          </p:nvSpPr>
          <p:spPr bwMode="auto">
            <a:xfrm>
              <a:off x="1363" y="3197"/>
              <a:ext cx="153" cy="152"/>
            </a:xfrm>
            <a:custGeom>
              <a:avLst/>
              <a:gdLst>
                <a:gd name="T0" fmla="*/ 0 w 305"/>
                <a:gd name="T1" fmla="*/ 304 h 304"/>
                <a:gd name="T2" fmla="*/ 304 w 305"/>
                <a:gd name="T3" fmla="*/ 0 h 304"/>
                <a:gd name="T4" fmla="*/ 305 w 305"/>
                <a:gd name="T5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05" h="304">
                  <a:moveTo>
                    <a:pt x="0" y="304"/>
                  </a:moveTo>
                  <a:lnTo>
                    <a:pt x="304" y="0"/>
                  </a:lnTo>
                  <a:lnTo>
                    <a:pt x="305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9910" name="Freeform 102">
              <a:extLst>
                <a:ext uri="{FF2B5EF4-FFF2-40B4-BE49-F238E27FC236}">
                  <a16:creationId xmlns:a16="http://schemas.microsoft.com/office/drawing/2014/main" id="{FA4AA857-BFD3-4898-9312-A4ADF9431616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2" y="3620"/>
              <a:ext cx="194" cy="194"/>
            </a:xfrm>
            <a:custGeom>
              <a:avLst/>
              <a:gdLst>
                <a:gd name="T0" fmla="*/ 0 w 389"/>
                <a:gd name="T1" fmla="*/ 388 h 388"/>
                <a:gd name="T2" fmla="*/ 388 w 389"/>
                <a:gd name="T3" fmla="*/ 0 h 388"/>
                <a:gd name="T4" fmla="*/ 389 w 389"/>
                <a:gd name="T5" fmla="*/ 0 h 3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89" h="388">
                  <a:moveTo>
                    <a:pt x="0" y="388"/>
                  </a:moveTo>
                  <a:lnTo>
                    <a:pt x="388" y="0"/>
                  </a:lnTo>
                  <a:lnTo>
                    <a:pt x="389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9911" name="Freeform 103">
              <a:extLst>
                <a:ext uri="{FF2B5EF4-FFF2-40B4-BE49-F238E27FC236}">
                  <a16:creationId xmlns:a16="http://schemas.microsoft.com/office/drawing/2014/main" id="{FE6C9C0C-7B25-4386-B8CC-8F370B4E9F75}"/>
                </a:ext>
              </a:extLst>
            </p:cNvPr>
            <p:cNvSpPr>
              <a:spLocks/>
            </p:cNvSpPr>
            <p:nvPr/>
          </p:nvSpPr>
          <p:spPr bwMode="auto">
            <a:xfrm>
              <a:off x="1466" y="3225"/>
              <a:ext cx="124" cy="124"/>
            </a:xfrm>
            <a:custGeom>
              <a:avLst/>
              <a:gdLst>
                <a:gd name="T0" fmla="*/ 0 w 249"/>
                <a:gd name="T1" fmla="*/ 248 h 248"/>
                <a:gd name="T2" fmla="*/ 248 w 249"/>
                <a:gd name="T3" fmla="*/ 0 h 248"/>
                <a:gd name="T4" fmla="*/ 249 w 249"/>
                <a:gd name="T5" fmla="*/ 0 h 2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49" h="248">
                  <a:moveTo>
                    <a:pt x="0" y="248"/>
                  </a:moveTo>
                  <a:lnTo>
                    <a:pt x="248" y="0"/>
                  </a:lnTo>
                  <a:lnTo>
                    <a:pt x="249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9912" name="Freeform 104">
              <a:extLst>
                <a:ext uri="{FF2B5EF4-FFF2-40B4-BE49-F238E27FC236}">
                  <a16:creationId xmlns:a16="http://schemas.microsoft.com/office/drawing/2014/main" id="{51E6A56C-C433-496C-8219-5FF5EEE34A51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1" y="3620"/>
              <a:ext cx="207" cy="207"/>
            </a:xfrm>
            <a:custGeom>
              <a:avLst/>
              <a:gdLst>
                <a:gd name="T0" fmla="*/ 0 w 415"/>
                <a:gd name="T1" fmla="*/ 414 h 414"/>
                <a:gd name="T2" fmla="*/ 414 w 415"/>
                <a:gd name="T3" fmla="*/ 0 h 414"/>
                <a:gd name="T4" fmla="*/ 415 w 415"/>
                <a:gd name="T5" fmla="*/ 0 h 4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5" h="414">
                  <a:moveTo>
                    <a:pt x="0" y="414"/>
                  </a:moveTo>
                  <a:lnTo>
                    <a:pt x="414" y="0"/>
                  </a:lnTo>
                  <a:lnTo>
                    <a:pt x="415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9913" name="Freeform 105">
              <a:extLst>
                <a:ext uri="{FF2B5EF4-FFF2-40B4-BE49-F238E27FC236}">
                  <a16:creationId xmlns:a16="http://schemas.microsoft.com/office/drawing/2014/main" id="{ED6D8F2C-EB28-404E-9BBC-1117EEBC6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1538" y="3252"/>
              <a:ext cx="128" cy="127"/>
            </a:xfrm>
            <a:custGeom>
              <a:avLst/>
              <a:gdLst>
                <a:gd name="T0" fmla="*/ 0 w 256"/>
                <a:gd name="T1" fmla="*/ 255 h 255"/>
                <a:gd name="T2" fmla="*/ 255 w 256"/>
                <a:gd name="T3" fmla="*/ 0 h 255"/>
                <a:gd name="T4" fmla="*/ 256 w 256"/>
                <a:gd name="T5" fmla="*/ 0 h 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56" h="255">
                  <a:moveTo>
                    <a:pt x="0" y="255"/>
                  </a:moveTo>
                  <a:lnTo>
                    <a:pt x="255" y="0"/>
                  </a:lnTo>
                  <a:lnTo>
                    <a:pt x="256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9914" name="Freeform 106">
              <a:extLst>
                <a:ext uri="{FF2B5EF4-FFF2-40B4-BE49-F238E27FC236}">
                  <a16:creationId xmlns:a16="http://schemas.microsoft.com/office/drawing/2014/main" id="{7AF6DF43-776D-433A-855A-CC6D2C94BB26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1" y="3620"/>
              <a:ext cx="230" cy="230"/>
            </a:xfrm>
            <a:custGeom>
              <a:avLst/>
              <a:gdLst>
                <a:gd name="T0" fmla="*/ 0 w 461"/>
                <a:gd name="T1" fmla="*/ 460 h 460"/>
                <a:gd name="T2" fmla="*/ 460 w 461"/>
                <a:gd name="T3" fmla="*/ 0 h 460"/>
                <a:gd name="T4" fmla="*/ 461 w 461"/>
                <a:gd name="T5" fmla="*/ 0 h 4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61" h="460">
                  <a:moveTo>
                    <a:pt x="0" y="460"/>
                  </a:moveTo>
                  <a:lnTo>
                    <a:pt x="460" y="0"/>
                  </a:lnTo>
                  <a:lnTo>
                    <a:pt x="461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9915" name="Freeform 107">
              <a:extLst>
                <a:ext uri="{FF2B5EF4-FFF2-40B4-BE49-F238E27FC236}">
                  <a16:creationId xmlns:a16="http://schemas.microsoft.com/office/drawing/2014/main" id="{4A6989A2-BDCE-45CE-A6FF-C323CF4A26BA}"/>
                </a:ext>
              </a:extLst>
            </p:cNvPr>
            <p:cNvSpPr>
              <a:spLocks/>
            </p:cNvSpPr>
            <p:nvPr/>
          </p:nvSpPr>
          <p:spPr bwMode="auto">
            <a:xfrm>
              <a:off x="1576" y="3283"/>
              <a:ext cx="161" cy="162"/>
            </a:xfrm>
            <a:custGeom>
              <a:avLst/>
              <a:gdLst>
                <a:gd name="T0" fmla="*/ 0 w 323"/>
                <a:gd name="T1" fmla="*/ 324 h 324"/>
                <a:gd name="T2" fmla="*/ 322 w 323"/>
                <a:gd name="T3" fmla="*/ 0 h 324"/>
                <a:gd name="T4" fmla="*/ 323 w 323"/>
                <a:gd name="T5" fmla="*/ 0 h 3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23" h="324">
                  <a:moveTo>
                    <a:pt x="0" y="324"/>
                  </a:moveTo>
                  <a:lnTo>
                    <a:pt x="322" y="0"/>
                  </a:lnTo>
                  <a:lnTo>
                    <a:pt x="323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9916" name="Freeform 108">
              <a:extLst>
                <a:ext uri="{FF2B5EF4-FFF2-40B4-BE49-F238E27FC236}">
                  <a16:creationId xmlns:a16="http://schemas.microsoft.com/office/drawing/2014/main" id="{AC718B1F-44DD-4A63-B5CF-6CAB8790F801}"/>
                </a:ext>
              </a:extLst>
            </p:cNvPr>
            <p:cNvSpPr>
              <a:spLocks/>
            </p:cNvSpPr>
            <p:nvPr/>
          </p:nvSpPr>
          <p:spPr bwMode="auto">
            <a:xfrm>
              <a:off x="1275" y="3620"/>
              <a:ext cx="228" cy="228"/>
            </a:xfrm>
            <a:custGeom>
              <a:avLst/>
              <a:gdLst>
                <a:gd name="T0" fmla="*/ 0 w 228"/>
                <a:gd name="T1" fmla="*/ 228 h 228"/>
                <a:gd name="T2" fmla="*/ 228 w 228"/>
                <a:gd name="T3" fmla="*/ 0 h 228"/>
                <a:gd name="T4" fmla="*/ 228 w 228"/>
                <a:gd name="T5" fmla="*/ 0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28" h="228">
                  <a:moveTo>
                    <a:pt x="0" y="228"/>
                  </a:moveTo>
                  <a:lnTo>
                    <a:pt x="228" y="0"/>
                  </a:lnTo>
                  <a:lnTo>
                    <a:pt x="228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9917" name="Freeform 109">
              <a:extLst>
                <a:ext uri="{FF2B5EF4-FFF2-40B4-BE49-F238E27FC236}">
                  <a16:creationId xmlns:a16="http://schemas.microsoft.com/office/drawing/2014/main" id="{71652F3A-3DE6-4DC8-84C4-5DBE1B575822}"/>
                </a:ext>
              </a:extLst>
            </p:cNvPr>
            <p:cNvSpPr>
              <a:spLocks/>
            </p:cNvSpPr>
            <p:nvPr/>
          </p:nvSpPr>
          <p:spPr bwMode="auto">
            <a:xfrm>
              <a:off x="1545" y="3335"/>
              <a:ext cx="243" cy="243"/>
            </a:xfrm>
            <a:custGeom>
              <a:avLst/>
              <a:gdLst>
                <a:gd name="T0" fmla="*/ 0 w 487"/>
                <a:gd name="T1" fmla="*/ 486 h 486"/>
                <a:gd name="T2" fmla="*/ 486 w 487"/>
                <a:gd name="T3" fmla="*/ 0 h 486"/>
                <a:gd name="T4" fmla="*/ 487 w 487"/>
                <a:gd name="T5" fmla="*/ 0 h 4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87" h="486">
                  <a:moveTo>
                    <a:pt x="0" y="486"/>
                  </a:moveTo>
                  <a:lnTo>
                    <a:pt x="486" y="0"/>
                  </a:lnTo>
                  <a:lnTo>
                    <a:pt x="487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9918" name="Freeform 110">
              <a:extLst>
                <a:ext uri="{FF2B5EF4-FFF2-40B4-BE49-F238E27FC236}">
                  <a16:creationId xmlns:a16="http://schemas.microsoft.com/office/drawing/2014/main" id="{B380AF97-606D-4CB0-9BAB-9B6B482C2023}"/>
                </a:ext>
              </a:extLst>
            </p:cNvPr>
            <p:cNvSpPr>
              <a:spLocks/>
            </p:cNvSpPr>
            <p:nvPr/>
          </p:nvSpPr>
          <p:spPr bwMode="auto">
            <a:xfrm>
              <a:off x="1440" y="3434"/>
              <a:ext cx="352" cy="351"/>
            </a:xfrm>
            <a:custGeom>
              <a:avLst/>
              <a:gdLst>
                <a:gd name="T0" fmla="*/ 0 w 715"/>
                <a:gd name="T1" fmla="*/ 715 h 715"/>
                <a:gd name="T2" fmla="*/ 714 w 715"/>
                <a:gd name="T3" fmla="*/ 0 h 715"/>
                <a:gd name="T4" fmla="*/ 715 w 715"/>
                <a:gd name="T5" fmla="*/ 0 h 7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715" h="715">
                  <a:moveTo>
                    <a:pt x="0" y="715"/>
                  </a:moveTo>
                  <a:lnTo>
                    <a:pt x="714" y="0"/>
                  </a:lnTo>
                  <a:lnTo>
                    <a:pt x="715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9919" name="Freeform 111">
              <a:extLst>
                <a:ext uri="{FF2B5EF4-FFF2-40B4-BE49-F238E27FC236}">
                  <a16:creationId xmlns:a16="http://schemas.microsoft.com/office/drawing/2014/main" id="{26127FFA-CE49-4B92-8470-95148529A5AA}"/>
                </a:ext>
              </a:extLst>
            </p:cNvPr>
            <p:cNvSpPr>
              <a:spLocks/>
            </p:cNvSpPr>
            <p:nvPr/>
          </p:nvSpPr>
          <p:spPr bwMode="auto">
            <a:xfrm>
              <a:off x="1557" y="3534"/>
              <a:ext cx="237" cy="238"/>
            </a:xfrm>
            <a:custGeom>
              <a:avLst/>
              <a:gdLst>
                <a:gd name="T0" fmla="*/ 0 w 237"/>
                <a:gd name="T1" fmla="*/ 238 h 238"/>
                <a:gd name="T2" fmla="*/ 237 w 237"/>
                <a:gd name="T3" fmla="*/ 0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37" h="238">
                  <a:moveTo>
                    <a:pt x="0" y="238"/>
                  </a:moveTo>
                  <a:lnTo>
                    <a:pt x="237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9920" name="Freeform 112">
              <a:extLst>
                <a:ext uri="{FF2B5EF4-FFF2-40B4-BE49-F238E27FC236}">
                  <a16:creationId xmlns:a16="http://schemas.microsoft.com/office/drawing/2014/main" id="{FC47E1EF-8737-411D-9A78-9EA2AD0AF5BA}"/>
                </a:ext>
              </a:extLst>
            </p:cNvPr>
            <p:cNvSpPr>
              <a:spLocks/>
            </p:cNvSpPr>
            <p:nvPr/>
          </p:nvSpPr>
          <p:spPr bwMode="auto">
            <a:xfrm>
              <a:off x="1656" y="3695"/>
              <a:ext cx="80" cy="67"/>
            </a:xfrm>
            <a:custGeom>
              <a:avLst/>
              <a:gdLst>
                <a:gd name="T0" fmla="*/ 0 w 80"/>
                <a:gd name="T1" fmla="*/ 67 h 67"/>
                <a:gd name="T2" fmla="*/ 80 w 80"/>
                <a:gd name="T3" fmla="*/ 0 h 67"/>
                <a:gd name="T4" fmla="*/ 80 w 80"/>
                <a:gd name="T5" fmla="*/ 0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80" h="67">
                  <a:moveTo>
                    <a:pt x="0" y="67"/>
                  </a:moveTo>
                  <a:lnTo>
                    <a:pt x="80" y="0"/>
                  </a:lnTo>
                  <a:lnTo>
                    <a:pt x="80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9921" name="Freeform 113">
              <a:extLst>
                <a:ext uri="{FF2B5EF4-FFF2-40B4-BE49-F238E27FC236}">
                  <a16:creationId xmlns:a16="http://schemas.microsoft.com/office/drawing/2014/main" id="{D379265B-0695-411A-AD68-A5457B1846FC}"/>
                </a:ext>
              </a:extLst>
            </p:cNvPr>
            <p:cNvSpPr>
              <a:spLocks/>
            </p:cNvSpPr>
            <p:nvPr/>
          </p:nvSpPr>
          <p:spPr bwMode="auto">
            <a:xfrm>
              <a:off x="3782" y="3199"/>
              <a:ext cx="47" cy="47"/>
            </a:xfrm>
            <a:custGeom>
              <a:avLst/>
              <a:gdLst>
                <a:gd name="T0" fmla="*/ 0 w 94"/>
                <a:gd name="T1" fmla="*/ 94 h 94"/>
                <a:gd name="T2" fmla="*/ 93 w 94"/>
                <a:gd name="T3" fmla="*/ 0 h 94"/>
                <a:gd name="T4" fmla="*/ 94 w 94"/>
                <a:gd name="T5" fmla="*/ 0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4" h="94">
                  <a:moveTo>
                    <a:pt x="0" y="94"/>
                  </a:moveTo>
                  <a:lnTo>
                    <a:pt x="93" y="0"/>
                  </a:lnTo>
                  <a:lnTo>
                    <a:pt x="94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9922" name="Freeform 114">
              <a:extLst>
                <a:ext uri="{FF2B5EF4-FFF2-40B4-BE49-F238E27FC236}">
                  <a16:creationId xmlns:a16="http://schemas.microsoft.com/office/drawing/2014/main" id="{F1B27382-D6A5-472E-A385-156FFC8291EC}"/>
                </a:ext>
              </a:extLst>
            </p:cNvPr>
            <p:cNvSpPr>
              <a:spLocks/>
            </p:cNvSpPr>
            <p:nvPr/>
          </p:nvSpPr>
          <p:spPr bwMode="auto">
            <a:xfrm>
              <a:off x="3808" y="3199"/>
              <a:ext cx="123" cy="123"/>
            </a:xfrm>
            <a:custGeom>
              <a:avLst/>
              <a:gdLst>
                <a:gd name="T0" fmla="*/ 0 w 246"/>
                <a:gd name="T1" fmla="*/ 246 h 246"/>
                <a:gd name="T2" fmla="*/ 245 w 246"/>
                <a:gd name="T3" fmla="*/ 0 h 246"/>
                <a:gd name="T4" fmla="*/ 246 w 246"/>
                <a:gd name="T5" fmla="*/ 0 h 2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46" h="246">
                  <a:moveTo>
                    <a:pt x="0" y="246"/>
                  </a:moveTo>
                  <a:lnTo>
                    <a:pt x="245" y="0"/>
                  </a:lnTo>
                  <a:lnTo>
                    <a:pt x="246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9923" name="Freeform 115">
              <a:extLst>
                <a:ext uri="{FF2B5EF4-FFF2-40B4-BE49-F238E27FC236}">
                  <a16:creationId xmlns:a16="http://schemas.microsoft.com/office/drawing/2014/main" id="{711F4A1E-24A4-4F13-A891-8C6D35BB8027}"/>
                </a:ext>
              </a:extLst>
            </p:cNvPr>
            <p:cNvSpPr>
              <a:spLocks/>
            </p:cNvSpPr>
            <p:nvPr/>
          </p:nvSpPr>
          <p:spPr bwMode="auto">
            <a:xfrm>
              <a:off x="3851" y="3229"/>
              <a:ext cx="153" cy="153"/>
            </a:xfrm>
            <a:custGeom>
              <a:avLst/>
              <a:gdLst>
                <a:gd name="T0" fmla="*/ 0 w 305"/>
                <a:gd name="T1" fmla="*/ 305 h 305"/>
                <a:gd name="T2" fmla="*/ 304 w 305"/>
                <a:gd name="T3" fmla="*/ 0 h 305"/>
                <a:gd name="T4" fmla="*/ 305 w 305"/>
                <a:gd name="T5" fmla="*/ 0 h 3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05" h="305">
                  <a:moveTo>
                    <a:pt x="0" y="305"/>
                  </a:moveTo>
                  <a:lnTo>
                    <a:pt x="304" y="0"/>
                  </a:lnTo>
                  <a:lnTo>
                    <a:pt x="305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9924" name="Freeform 116">
              <a:extLst>
                <a:ext uri="{FF2B5EF4-FFF2-40B4-BE49-F238E27FC236}">
                  <a16:creationId xmlns:a16="http://schemas.microsoft.com/office/drawing/2014/main" id="{1FEDFE87-B16A-4E86-96DF-532F640D6CF0}"/>
                </a:ext>
              </a:extLst>
            </p:cNvPr>
            <p:cNvSpPr>
              <a:spLocks/>
            </p:cNvSpPr>
            <p:nvPr/>
          </p:nvSpPr>
          <p:spPr bwMode="auto">
            <a:xfrm>
              <a:off x="3900" y="3319"/>
              <a:ext cx="117" cy="113"/>
            </a:xfrm>
            <a:custGeom>
              <a:avLst/>
              <a:gdLst>
                <a:gd name="T0" fmla="*/ 0 w 117"/>
                <a:gd name="T1" fmla="*/ 113 h 113"/>
                <a:gd name="T2" fmla="*/ 117 w 117"/>
                <a:gd name="T3" fmla="*/ 0 h 113"/>
                <a:gd name="T4" fmla="*/ 117 w 117"/>
                <a:gd name="T5" fmla="*/ 0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17" h="113">
                  <a:moveTo>
                    <a:pt x="0" y="113"/>
                  </a:moveTo>
                  <a:lnTo>
                    <a:pt x="117" y="0"/>
                  </a:lnTo>
                  <a:lnTo>
                    <a:pt x="117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9925" name="Freeform 117">
              <a:extLst>
                <a:ext uri="{FF2B5EF4-FFF2-40B4-BE49-F238E27FC236}">
                  <a16:creationId xmlns:a16="http://schemas.microsoft.com/office/drawing/2014/main" id="{AA276FEE-6864-4A9A-AF53-767AAB91CE92}"/>
                </a:ext>
              </a:extLst>
            </p:cNvPr>
            <p:cNvSpPr>
              <a:spLocks/>
            </p:cNvSpPr>
            <p:nvPr/>
          </p:nvSpPr>
          <p:spPr bwMode="auto">
            <a:xfrm>
              <a:off x="3948" y="3378"/>
              <a:ext cx="112" cy="108"/>
            </a:xfrm>
            <a:custGeom>
              <a:avLst/>
              <a:gdLst>
                <a:gd name="T0" fmla="*/ 0 w 112"/>
                <a:gd name="T1" fmla="*/ 108 h 108"/>
                <a:gd name="T2" fmla="*/ 111 w 112"/>
                <a:gd name="T3" fmla="*/ 0 h 108"/>
                <a:gd name="T4" fmla="*/ 112 w 112"/>
                <a:gd name="T5" fmla="*/ 0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12" h="108">
                  <a:moveTo>
                    <a:pt x="0" y="108"/>
                  </a:moveTo>
                  <a:lnTo>
                    <a:pt x="111" y="0"/>
                  </a:lnTo>
                  <a:lnTo>
                    <a:pt x="112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9926" name="Freeform 118">
              <a:extLst>
                <a:ext uri="{FF2B5EF4-FFF2-40B4-BE49-F238E27FC236}">
                  <a16:creationId xmlns:a16="http://schemas.microsoft.com/office/drawing/2014/main" id="{ACEB5271-FDFA-4DF9-B550-BF43D2F32C1E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6" y="3417"/>
              <a:ext cx="98" cy="93"/>
            </a:xfrm>
            <a:custGeom>
              <a:avLst/>
              <a:gdLst>
                <a:gd name="T0" fmla="*/ 0 w 98"/>
                <a:gd name="T1" fmla="*/ 93 h 93"/>
                <a:gd name="T2" fmla="*/ 97 w 98"/>
                <a:gd name="T3" fmla="*/ 0 h 93"/>
                <a:gd name="T4" fmla="*/ 98 w 98"/>
                <a:gd name="T5" fmla="*/ 0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8" h="93">
                  <a:moveTo>
                    <a:pt x="0" y="93"/>
                  </a:moveTo>
                  <a:lnTo>
                    <a:pt x="97" y="0"/>
                  </a:lnTo>
                  <a:lnTo>
                    <a:pt x="98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9927" name="Freeform 119">
              <a:extLst>
                <a:ext uri="{FF2B5EF4-FFF2-40B4-BE49-F238E27FC236}">
                  <a16:creationId xmlns:a16="http://schemas.microsoft.com/office/drawing/2014/main" id="{1B4E8C2A-C1E7-4092-B998-5DE56A8F779A}"/>
                </a:ext>
              </a:extLst>
            </p:cNvPr>
            <p:cNvSpPr>
              <a:spLocks/>
            </p:cNvSpPr>
            <p:nvPr/>
          </p:nvSpPr>
          <p:spPr bwMode="auto">
            <a:xfrm>
              <a:off x="4286" y="3199"/>
              <a:ext cx="56" cy="56"/>
            </a:xfrm>
            <a:custGeom>
              <a:avLst/>
              <a:gdLst>
                <a:gd name="T0" fmla="*/ 0 w 112"/>
                <a:gd name="T1" fmla="*/ 112 h 112"/>
                <a:gd name="T2" fmla="*/ 111 w 112"/>
                <a:gd name="T3" fmla="*/ 0 h 112"/>
                <a:gd name="T4" fmla="*/ 112 w 112"/>
                <a:gd name="T5" fmla="*/ 0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12" h="112">
                  <a:moveTo>
                    <a:pt x="0" y="112"/>
                  </a:moveTo>
                  <a:lnTo>
                    <a:pt x="111" y="0"/>
                  </a:lnTo>
                  <a:lnTo>
                    <a:pt x="112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9928" name="Freeform 120">
              <a:extLst>
                <a:ext uri="{FF2B5EF4-FFF2-40B4-BE49-F238E27FC236}">
                  <a16:creationId xmlns:a16="http://schemas.microsoft.com/office/drawing/2014/main" id="{212817E8-B6CA-4E3A-92DE-7FF580F0517E}"/>
                </a:ext>
              </a:extLst>
            </p:cNvPr>
            <p:cNvSpPr>
              <a:spLocks/>
            </p:cNvSpPr>
            <p:nvPr/>
          </p:nvSpPr>
          <p:spPr bwMode="auto">
            <a:xfrm>
              <a:off x="4122" y="3199"/>
              <a:ext cx="323" cy="323"/>
            </a:xfrm>
            <a:custGeom>
              <a:avLst/>
              <a:gdLst>
                <a:gd name="T0" fmla="*/ 0 w 323"/>
                <a:gd name="T1" fmla="*/ 323 h 323"/>
                <a:gd name="T2" fmla="*/ 322 w 323"/>
                <a:gd name="T3" fmla="*/ 0 h 323"/>
                <a:gd name="T4" fmla="*/ 323 w 323"/>
                <a:gd name="T5" fmla="*/ 0 h 3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23" h="323">
                  <a:moveTo>
                    <a:pt x="0" y="323"/>
                  </a:moveTo>
                  <a:lnTo>
                    <a:pt x="322" y="0"/>
                  </a:lnTo>
                  <a:lnTo>
                    <a:pt x="323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9929" name="Freeform 121">
              <a:extLst>
                <a:ext uri="{FF2B5EF4-FFF2-40B4-BE49-F238E27FC236}">
                  <a16:creationId xmlns:a16="http://schemas.microsoft.com/office/drawing/2014/main" id="{CA695E4A-58AB-486C-B910-39A61F3EF927}"/>
                </a:ext>
              </a:extLst>
            </p:cNvPr>
            <p:cNvSpPr>
              <a:spLocks/>
            </p:cNvSpPr>
            <p:nvPr/>
          </p:nvSpPr>
          <p:spPr bwMode="auto">
            <a:xfrm>
              <a:off x="4242" y="3324"/>
              <a:ext cx="180" cy="179"/>
            </a:xfrm>
            <a:custGeom>
              <a:avLst/>
              <a:gdLst>
                <a:gd name="T0" fmla="*/ 0 w 359"/>
                <a:gd name="T1" fmla="*/ 358 h 358"/>
                <a:gd name="T2" fmla="*/ 358 w 359"/>
                <a:gd name="T3" fmla="*/ 0 h 358"/>
                <a:gd name="T4" fmla="*/ 359 w 359"/>
                <a:gd name="T5" fmla="*/ 0 h 3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59" h="358">
                  <a:moveTo>
                    <a:pt x="0" y="358"/>
                  </a:moveTo>
                  <a:lnTo>
                    <a:pt x="358" y="0"/>
                  </a:lnTo>
                  <a:lnTo>
                    <a:pt x="359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9930" name="Freeform 122">
              <a:extLst>
                <a:ext uri="{FF2B5EF4-FFF2-40B4-BE49-F238E27FC236}">
                  <a16:creationId xmlns:a16="http://schemas.microsoft.com/office/drawing/2014/main" id="{371E3E6B-1A44-4B70-891D-5C801EE4C53D}"/>
                </a:ext>
              </a:extLst>
            </p:cNvPr>
            <p:cNvSpPr>
              <a:spLocks/>
            </p:cNvSpPr>
            <p:nvPr/>
          </p:nvSpPr>
          <p:spPr bwMode="auto">
            <a:xfrm>
              <a:off x="1422" y="3480"/>
              <a:ext cx="834" cy="9"/>
            </a:xfrm>
            <a:custGeom>
              <a:avLst/>
              <a:gdLst>
                <a:gd name="T0" fmla="*/ 0 w 834"/>
                <a:gd name="T1" fmla="*/ 9 h 9"/>
                <a:gd name="T2" fmla="*/ 834 w 834"/>
                <a:gd name="T3" fmla="*/ 0 h 9"/>
                <a:gd name="T4" fmla="*/ 829 w 834"/>
                <a:gd name="T5" fmla="*/ 5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834" h="9">
                  <a:moveTo>
                    <a:pt x="0" y="9"/>
                  </a:moveTo>
                  <a:lnTo>
                    <a:pt x="834" y="0"/>
                  </a:lnTo>
                  <a:lnTo>
                    <a:pt x="829" y="5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9931" name="Freeform 123">
              <a:extLst>
                <a:ext uri="{FF2B5EF4-FFF2-40B4-BE49-F238E27FC236}">
                  <a16:creationId xmlns:a16="http://schemas.microsoft.com/office/drawing/2014/main" id="{800FAA94-1E87-4A12-87F7-77065A950A9F}"/>
                </a:ext>
              </a:extLst>
            </p:cNvPr>
            <p:cNvSpPr>
              <a:spLocks/>
            </p:cNvSpPr>
            <p:nvPr/>
          </p:nvSpPr>
          <p:spPr bwMode="auto">
            <a:xfrm>
              <a:off x="2310" y="3485"/>
              <a:ext cx="48" cy="1"/>
            </a:xfrm>
            <a:custGeom>
              <a:avLst/>
              <a:gdLst>
                <a:gd name="T0" fmla="*/ 0 w 96"/>
                <a:gd name="T1" fmla="*/ 95 w 96"/>
                <a:gd name="T2" fmla="*/ 96 w 9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96">
                  <a:moveTo>
                    <a:pt x="0" y="0"/>
                  </a:moveTo>
                  <a:lnTo>
                    <a:pt x="95" y="0"/>
                  </a:lnTo>
                  <a:lnTo>
                    <a:pt x="96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9932" name="Freeform 124">
              <a:extLst>
                <a:ext uri="{FF2B5EF4-FFF2-40B4-BE49-F238E27FC236}">
                  <a16:creationId xmlns:a16="http://schemas.microsoft.com/office/drawing/2014/main" id="{860A22C6-BCE4-4A92-8C9F-DD5118E839F7}"/>
                </a:ext>
              </a:extLst>
            </p:cNvPr>
            <p:cNvSpPr>
              <a:spLocks/>
            </p:cNvSpPr>
            <p:nvPr/>
          </p:nvSpPr>
          <p:spPr bwMode="auto">
            <a:xfrm>
              <a:off x="3348" y="3484"/>
              <a:ext cx="572" cy="2"/>
            </a:xfrm>
            <a:custGeom>
              <a:avLst/>
              <a:gdLst>
                <a:gd name="T0" fmla="*/ 0 w 572"/>
                <a:gd name="T1" fmla="*/ 2 h 2"/>
                <a:gd name="T2" fmla="*/ 572 w 572"/>
                <a:gd name="T3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572" h="2">
                  <a:moveTo>
                    <a:pt x="0" y="2"/>
                  </a:moveTo>
                  <a:lnTo>
                    <a:pt x="572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9933" name="Freeform 125">
              <a:extLst>
                <a:ext uri="{FF2B5EF4-FFF2-40B4-BE49-F238E27FC236}">
                  <a16:creationId xmlns:a16="http://schemas.microsoft.com/office/drawing/2014/main" id="{FE8EB6EA-DE80-44F3-8AEB-FDAA6F30EEA1}"/>
                </a:ext>
              </a:extLst>
            </p:cNvPr>
            <p:cNvSpPr>
              <a:spLocks/>
            </p:cNvSpPr>
            <p:nvPr/>
          </p:nvSpPr>
          <p:spPr bwMode="auto">
            <a:xfrm>
              <a:off x="3957" y="3485"/>
              <a:ext cx="32" cy="1"/>
            </a:xfrm>
            <a:custGeom>
              <a:avLst/>
              <a:gdLst>
                <a:gd name="T0" fmla="*/ 0 w 66"/>
                <a:gd name="T1" fmla="*/ 64 w 66"/>
                <a:gd name="T2" fmla="*/ 66 w 6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66">
                  <a:moveTo>
                    <a:pt x="0" y="0"/>
                  </a:moveTo>
                  <a:lnTo>
                    <a:pt x="64" y="0"/>
                  </a:lnTo>
                  <a:lnTo>
                    <a:pt x="66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9934" name="Freeform 126">
              <a:extLst>
                <a:ext uri="{FF2B5EF4-FFF2-40B4-BE49-F238E27FC236}">
                  <a16:creationId xmlns:a16="http://schemas.microsoft.com/office/drawing/2014/main" id="{4430CF6C-DFBF-4C5B-A656-D20F3EC90EF7}"/>
                </a:ext>
              </a:extLst>
            </p:cNvPr>
            <p:cNvSpPr>
              <a:spLocks/>
            </p:cNvSpPr>
            <p:nvPr/>
          </p:nvSpPr>
          <p:spPr bwMode="auto">
            <a:xfrm>
              <a:off x="4041" y="3485"/>
              <a:ext cx="717" cy="1"/>
            </a:xfrm>
            <a:custGeom>
              <a:avLst/>
              <a:gdLst>
                <a:gd name="T0" fmla="*/ 0 w 717"/>
                <a:gd name="T1" fmla="*/ 0 h 1"/>
                <a:gd name="T2" fmla="*/ 717 w 717"/>
                <a:gd name="T3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17" h="1">
                  <a:moveTo>
                    <a:pt x="0" y="0"/>
                  </a:moveTo>
                  <a:lnTo>
                    <a:pt x="717" y="1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9935" name="Freeform 127">
              <a:extLst>
                <a:ext uri="{FF2B5EF4-FFF2-40B4-BE49-F238E27FC236}">
                  <a16:creationId xmlns:a16="http://schemas.microsoft.com/office/drawing/2014/main" id="{59719DEE-3D75-4830-A298-3174CFF4657E}"/>
                </a:ext>
              </a:extLst>
            </p:cNvPr>
            <p:cNvSpPr>
              <a:spLocks/>
            </p:cNvSpPr>
            <p:nvPr/>
          </p:nvSpPr>
          <p:spPr bwMode="auto">
            <a:xfrm>
              <a:off x="1332" y="3491"/>
              <a:ext cx="48" cy="1"/>
            </a:xfrm>
            <a:custGeom>
              <a:avLst/>
              <a:gdLst>
                <a:gd name="T0" fmla="*/ 0 w 96"/>
                <a:gd name="T1" fmla="*/ 95 w 96"/>
                <a:gd name="T2" fmla="*/ 96 w 9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96">
                  <a:moveTo>
                    <a:pt x="0" y="0"/>
                  </a:moveTo>
                  <a:lnTo>
                    <a:pt x="95" y="0"/>
                  </a:lnTo>
                  <a:lnTo>
                    <a:pt x="96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9936" name="Freeform 128">
              <a:extLst>
                <a:ext uri="{FF2B5EF4-FFF2-40B4-BE49-F238E27FC236}">
                  <a16:creationId xmlns:a16="http://schemas.microsoft.com/office/drawing/2014/main" id="{9231394D-8BF0-48E9-9E26-3B85D3B28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3264" y="3485"/>
              <a:ext cx="48" cy="1"/>
            </a:xfrm>
            <a:custGeom>
              <a:avLst/>
              <a:gdLst>
                <a:gd name="T0" fmla="*/ 0 w 96"/>
                <a:gd name="T1" fmla="*/ 95 w 96"/>
                <a:gd name="T2" fmla="*/ 96 w 9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96">
                  <a:moveTo>
                    <a:pt x="0" y="0"/>
                  </a:moveTo>
                  <a:lnTo>
                    <a:pt x="95" y="0"/>
                  </a:lnTo>
                  <a:lnTo>
                    <a:pt x="96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9937" name="Line 129">
              <a:extLst>
                <a:ext uri="{FF2B5EF4-FFF2-40B4-BE49-F238E27FC236}">
                  <a16:creationId xmlns:a16="http://schemas.microsoft.com/office/drawing/2014/main" id="{E93F02AC-4813-4E32-A74E-C393990B6BF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00" y="3486"/>
              <a:ext cx="810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9938" name="Line 130">
              <a:extLst>
                <a:ext uri="{FF2B5EF4-FFF2-40B4-BE49-F238E27FC236}">
                  <a16:creationId xmlns:a16="http://schemas.microsoft.com/office/drawing/2014/main" id="{1A737196-4086-4C8B-B5FD-A17D6369341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16" y="3492"/>
              <a:ext cx="474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9939" name="Arc 131">
              <a:extLst>
                <a:ext uri="{FF2B5EF4-FFF2-40B4-BE49-F238E27FC236}">
                  <a16:creationId xmlns:a16="http://schemas.microsoft.com/office/drawing/2014/main" id="{8A289659-3DD5-4DAB-A5BF-38FE1BF26C53}"/>
                </a:ext>
              </a:extLst>
            </p:cNvPr>
            <p:cNvSpPr>
              <a:spLocks/>
            </p:cNvSpPr>
            <p:nvPr/>
          </p:nvSpPr>
          <p:spPr bwMode="auto">
            <a:xfrm>
              <a:off x="3439" y="3376"/>
              <a:ext cx="107" cy="218"/>
            </a:xfrm>
            <a:custGeom>
              <a:avLst/>
              <a:gdLst>
                <a:gd name="G0" fmla="+- 1223 0 0"/>
                <a:gd name="G1" fmla="+- 21600 0 0"/>
                <a:gd name="G2" fmla="+- 21600 0 0"/>
                <a:gd name="T0" fmla="*/ 1223 w 22823"/>
                <a:gd name="T1" fmla="*/ 0 h 43200"/>
                <a:gd name="T2" fmla="*/ 0 w 22823"/>
                <a:gd name="T3" fmla="*/ 43165 h 43200"/>
                <a:gd name="T4" fmla="*/ 1223 w 22823"/>
                <a:gd name="T5" fmla="*/ 21600 h 43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2823" h="43200" fill="none" extrusionOk="0">
                  <a:moveTo>
                    <a:pt x="1223" y="0"/>
                  </a:moveTo>
                  <a:cubicBezTo>
                    <a:pt x="13152" y="0"/>
                    <a:pt x="22823" y="9670"/>
                    <a:pt x="22823" y="21600"/>
                  </a:cubicBezTo>
                  <a:cubicBezTo>
                    <a:pt x="22823" y="33529"/>
                    <a:pt x="13152" y="43200"/>
                    <a:pt x="1223" y="43200"/>
                  </a:cubicBezTo>
                  <a:cubicBezTo>
                    <a:pt x="815" y="43199"/>
                    <a:pt x="407" y="43188"/>
                    <a:pt x="-1" y="43165"/>
                  </a:cubicBezTo>
                </a:path>
                <a:path w="22823" h="43200" stroke="0" extrusionOk="0">
                  <a:moveTo>
                    <a:pt x="1223" y="0"/>
                  </a:moveTo>
                  <a:cubicBezTo>
                    <a:pt x="13152" y="0"/>
                    <a:pt x="22823" y="9670"/>
                    <a:pt x="22823" y="21600"/>
                  </a:cubicBezTo>
                  <a:cubicBezTo>
                    <a:pt x="22823" y="33529"/>
                    <a:pt x="13152" y="43200"/>
                    <a:pt x="1223" y="43200"/>
                  </a:cubicBezTo>
                  <a:cubicBezTo>
                    <a:pt x="815" y="43199"/>
                    <a:pt x="407" y="43188"/>
                    <a:pt x="-1" y="43165"/>
                  </a:cubicBezTo>
                  <a:lnTo>
                    <a:pt x="1223" y="21600"/>
                  </a:lnTo>
                  <a:close/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9940" name="Arc 132">
              <a:extLst>
                <a:ext uri="{FF2B5EF4-FFF2-40B4-BE49-F238E27FC236}">
                  <a16:creationId xmlns:a16="http://schemas.microsoft.com/office/drawing/2014/main" id="{755920EC-171E-4D53-8E4B-BB6342ABE653}"/>
                </a:ext>
              </a:extLst>
            </p:cNvPr>
            <p:cNvSpPr>
              <a:spLocks/>
            </p:cNvSpPr>
            <p:nvPr/>
          </p:nvSpPr>
          <p:spPr bwMode="auto">
            <a:xfrm flipH="1" flipV="1">
              <a:off x="3020" y="3379"/>
              <a:ext cx="107" cy="218"/>
            </a:xfrm>
            <a:custGeom>
              <a:avLst/>
              <a:gdLst>
                <a:gd name="G0" fmla="+- 1223 0 0"/>
                <a:gd name="G1" fmla="+- 21600 0 0"/>
                <a:gd name="G2" fmla="+- 21600 0 0"/>
                <a:gd name="T0" fmla="*/ 1223 w 22823"/>
                <a:gd name="T1" fmla="*/ 0 h 43200"/>
                <a:gd name="T2" fmla="*/ 0 w 22823"/>
                <a:gd name="T3" fmla="*/ 43165 h 43200"/>
                <a:gd name="T4" fmla="*/ 1223 w 22823"/>
                <a:gd name="T5" fmla="*/ 21600 h 43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2823" h="43200" fill="none" extrusionOk="0">
                  <a:moveTo>
                    <a:pt x="1223" y="0"/>
                  </a:moveTo>
                  <a:cubicBezTo>
                    <a:pt x="13152" y="0"/>
                    <a:pt x="22823" y="9670"/>
                    <a:pt x="22823" y="21600"/>
                  </a:cubicBezTo>
                  <a:cubicBezTo>
                    <a:pt x="22823" y="33529"/>
                    <a:pt x="13152" y="43200"/>
                    <a:pt x="1223" y="43200"/>
                  </a:cubicBezTo>
                  <a:cubicBezTo>
                    <a:pt x="815" y="43199"/>
                    <a:pt x="407" y="43188"/>
                    <a:pt x="-1" y="43165"/>
                  </a:cubicBezTo>
                </a:path>
                <a:path w="22823" h="43200" stroke="0" extrusionOk="0">
                  <a:moveTo>
                    <a:pt x="1223" y="0"/>
                  </a:moveTo>
                  <a:cubicBezTo>
                    <a:pt x="13152" y="0"/>
                    <a:pt x="22823" y="9670"/>
                    <a:pt x="22823" y="21600"/>
                  </a:cubicBezTo>
                  <a:cubicBezTo>
                    <a:pt x="22823" y="33529"/>
                    <a:pt x="13152" y="43200"/>
                    <a:pt x="1223" y="43200"/>
                  </a:cubicBezTo>
                  <a:cubicBezTo>
                    <a:pt x="815" y="43199"/>
                    <a:pt x="407" y="43188"/>
                    <a:pt x="-1" y="43165"/>
                  </a:cubicBezTo>
                  <a:lnTo>
                    <a:pt x="1223" y="21600"/>
                  </a:lnTo>
                  <a:close/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 spd="slow">
    <p:cover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1199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98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98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198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98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4" dur="500"/>
                                        <p:tgtEl>
                                          <p:spTgt spid="1198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198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198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1198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199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199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9812" grpId="0" animBg="1" autoUpdateAnimBg="0"/>
      <p:bldP spid="119813" grpId="0" animBg="1" autoUpdateAnimBg="0"/>
      <p:bldP spid="119864" grpId="0" autoUpdateAnimBg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Text Box 2">
            <a:extLst>
              <a:ext uri="{FF2B5EF4-FFF2-40B4-BE49-F238E27FC236}">
                <a16:creationId xmlns:a16="http://schemas.microsoft.com/office/drawing/2014/main" id="{16C206ED-4FF8-4145-9F09-344F282D07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63737" y="-53854"/>
            <a:ext cx="6848475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zh-CN" altLang="en-US" sz="3600" dirty="0">
                <a:solidFill>
                  <a:schemeClr val="bg1"/>
                </a:solidFill>
              </a:rPr>
              <a:t>画局部剖视图应注意的问题：</a:t>
            </a:r>
          </a:p>
        </p:txBody>
      </p:sp>
      <p:sp>
        <p:nvSpPr>
          <p:cNvPr id="120835" name="Text Box 3">
            <a:extLst>
              <a:ext uri="{FF2B5EF4-FFF2-40B4-BE49-F238E27FC236}">
                <a16:creationId xmlns:a16="http://schemas.microsoft.com/office/drawing/2014/main" id="{EF0474D8-0346-4C3B-9216-618788B3E9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7550" y="849313"/>
            <a:ext cx="767715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en-US" altLang="zh-CN" sz="3200">
                <a:latin typeface="宋体" panose="02010600030101010101" pitchFamily="2" charset="-122"/>
                <a:sym typeface="Symbol" panose="05050102010706020507" pitchFamily="18" charset="2"/>
              </a:rPr>
              <a:t>⑴ </a:t>
            </a:r>
            <a:r>
              <a:rPr lang="zh-CN" altLang="en-US" sz="3200">
                <a:latin typeface="宋体" panose="02010600030101010101" pitchFamily="2" charset="-122"/>
                <a:sym typeface="Symbol" panose="05050102010706020507" pitchFamily="18" charset="2"/>
              </a:rPr>
              <a:t>波浪线不能与图上的其他图线重合。</a:t>
            </a:r>
            <a:endParaRPr lang="zh-CN" altLang="en-US" sz="3200">
              <a:latin typeface="宋体" panose="02010600030101010101" pitchFamily="2" charset="-122"/>
            </a:endParaRPr>
          </a:p>
        </p:txBody>
      </p:sp>
      <p:grpSp>
        <p:nvGrpSpPr>
          <p:cNvPr id="120836" name="Group 4">
            <a:extLst>
              <a:ext uri="{FF2B5EF4-FFF2-40B4-BE49-F238E27FC236}">
                <a16:creationId xmlns:a16="http://schemas.microsoft.com/office/drawing/2014/main" id="{0C48595D-7486-410E-971C-D9DB98B07F5F}"/>
              </a:ext>
            </a:extLst>
          </p:cNvPr>
          <p:cNvGrpSpPr>
            <a:grpSpLocks/>
          </p:cNvGrpSpPr>
          <p:nvPr/>
        </p:nvGrpSpPr>
        <p:grpSpPr bwMode="auto">
          <a:xfrm>
            <a:off x="1300163" y="2085975"/>
            <a:ext cx="2713037" cy="2638425"/>
            <a:chOff x="819" y="1314"/>
            <a:chExt cx="1709" cy="1662"/>
          </a:xfrm>
        </p:grpSpPr>
        <p:sp>
          <p:nvSpPr>
            <p:cNvPr id="120837" name="Line 5">
              <a:extLst>
                <a:ext uri="{FF2B5EF4-FFF2-40B4-BE49-F238E27FC236}">
                  <a16:creationId xmlns:a16="http://schemas.microsoft.com/office/drawing/2014/main" id="{CE5DFEA9-ACCF-497C-B816-16182AA839F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9" y="2131"/>
              <a:ext cx="1709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lgDash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20838" name="Rectangle 6">
              <a:extLst>
                <a:ext uri="{FF2B5EF4-FFF2-40B4-BE49-F238E27FC236}">
                  <a16:creationId xmlns:a16="http://schemas.microsoft.com/office/drawing/2014/main" id="{DC88F856-4D2A-4EF1-9D32-16FA6B09BE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8" y="1314"/>
              <a:ext cx="499" cy="1661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20839" name="Line 7">
              <a:extLst>
                <a:ext uri="{FF2B5EF4-FFF2-40B4-BE49-F238E27FC236}">
                  <a16:creationId xmlns:a16="http://schemas.microsoft.com/office/drawing/2014/main" id="{CCBA656E-7F38-4702-AB37-843F2C3E2B1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02" y="1315"/>
              <a:ext cx="106" cy="10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20840" name="Line 8">
              <a:extLst>
                <a:ext uri="{FF2B5EF4-FFF2-40B4-BE49-F238E27FC236}">
                  <a16:creationId xmlns:a16="http://schemas.microsoft.com/office/drawing/2014/main" id="{669F478A-364F-4970-B6EB-E578D002C7E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912" y="2880"/>
              <a:ext cx="96" cy="9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20841" name="Freeform 9">
              <a:extLst>
                <a:ext uri="{FF2B5EF4-FFF2-40B4-BE49-F238E27FC236}">
                  <a16:creationId xmlns:a16="http://schemas.microsoft.com/office/drawing/2014/main" id="{B134C83D-E234-41A0-8274-C5C18D9D8770}"/>
                </a:ext>
              </a:extLst>
            </p:cNvPr>
            <p:cNvSpPr>
              <a:spLocks/>
            </p:cNvSpPr>
            <p:nvPr/>
          </p:nvSpPr>
          <p:spPr bwMode="auto">
            <a:xfrm>
              <a:off x="912" y="1402"/>
              <a:ext cx="1" cy="1488"/>
            </a:xfrm>
            <a:custGeom>
              <a:avLst/>
              <a:gdLst>
                <a:gd name="T0" fmla="*/ 0 w 1"/>
                <a:gd name="T1" fmla="*/ 1488 h 1488"/>
                <a:gd name="T2" fmla="*/ 0 w 1"/>
                <a:gd name="T3" fmla="*/ 0 h 14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1488">
                  <a:moveTo>
                    <a:pt x="0" y="1488"/>
                  </a:moveTo>
                  <a:lnTo>
                    <a:pt x="0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20842" name="Rectangle 10">
              <a:extLst>
                <a:ext uri="{FF2B5EF4-FFF2-40B4-BE49-F238E27FC236}">
                  <a16:creationId xmlns:a16="http://schemas.microsoft.com/office/drawing/2014/main" id="{46FAEF5D-C918-4D01-AB19-11F1143844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07" y="1526"/>
              <a:ext cx="922" cy="1191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20843" name="Line 11">
              <a:extLst>
                <a:ext uri="{FF2B5EF4-FFF2-40B4-BE49-F238E27FC236}">
                  <a16:creationId xmlns:a16="http://schemas.microsoft.com/office/drawing/2014/main" id="{FCCEE139-655E-4C78-AD29-1A772A338F6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01" y="1747"/>
              <a:ext cx="537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20844" name="Line 12">
              <a:extLst>
                <a:ext uri="{FF2B5EF4-FFF2-40B4-BE49-F238E27FC236}">
                  <a16:creationId xmlns:a16="http://schemas.microsoft.com/office/drawing/2014/main" id="{E581924C-835F-4B2A-86D5-FA958E97FF9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01" y="2496"/>
              <a:ext cx="537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20845" name="Line 13">
              <a:extLst>
                <a:ext uri="{FF2B5EF4-FFF2-40B4-BE49-F238E27FC236}">
                  <a16:creationId xmlns:a16="http://schemas.microsoft.com/office/drawing/2014/main" id="{AF288A7D-73E4-4FBD-96A6-47F6C75F4C1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01" y="1747"/>
              <a:ext cx="0" cy="749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20846" name="Line 14">
              <a:extLst>
                <a:ext uri="{FF2B5EF4-FFF2-40B4-BE49-F238E27FC236}">
                  <a16:creationId xmlns:a16="http://schemas.microsoft.com/office/drawing/2014/main" id="{D6E4FB24-9E31-4268-A1F4-681210EC9C9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680" y="1747"/>
              <a:ext cx="221" cy="38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20847" name="Line 15">
              <a:extLst>
                <a:ext uri="{FF2B5EF4-FFF2-40B4-BE49-F238E27FC236}">
                  <a16:creationId xmlns:a16="http://schemas.microsoft.com/office/drawing/2014/main" id="{1FFA71EE-0082-466E-BA53-21E56FEE281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80" y="2131"/>
              <a:ext cx="221" cy="36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20848" name="Line 16">
              <a:extLst>
                <a:ext uri="{FF2B5EF4-FFF2-40B4-BE49-F238E27FC236}">
                  <a16:creationId xmlns:a16="http://schemas.microsoft.com/office/drawing/2014/main" id="{6BF673B5-AE5F-42E8-BC36-FB539E941A2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507" y="1517"/>
              <a:ext cx="192" cy="19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20849" name="Line 17">
              <a:extLst>
                <a:ext uri="{FF2B5EF4-FFF2-40B4-BE49-F238E27FC236}">
                  <a16:creationId xmlns:a16="http://schemas.microsoft.com/office/drawing/2014/main" id="{D9D70B87-874C-4BF2-B311-A5211B02FA3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507" y="1517"/>
              <a:ext cx="384" cy="38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20850" name="Line 18">
              <a:extLst>
                <a:ext uri="{FF2B5EF4-FFF2-40B4-BE49-F238E27FC236}">
                  <a16:creationId xmlns:a16="http://schemas.microsoft.com/office/drawing/2014/main" id="{CDAE5B1F-B660-4294-953B-6E436DFF6B1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509" y="1517"/>
              <a:ext cx="575" cy="57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20851" name="Line 19">
              <a:extLst>
                <a:ext uri="{FF2B5EF4-FFF2-40B4-BE49-F238E27FC236}">
                  <a16:creationId xmlns:a16="http://schemas.microsoft.com/office/drawing/2014/main" id="{4C5276D8-7C4A-40BC-A8E0-C8C6AEE5CD0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507" y="2102"/>
              <a:ext cx="183" cy="18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20852" name="Line 20">
              <a:extLst>
                <a:ext uri="{FF2B5EF4-FFF2-40B4-BE49-F238E27FC236}">
                  <a16:creationId xmlns:a16="http://schemas.microsoft.com/office/drawing/2014/main" id="{63D185A3-3F52-4DC2-B5DF-0B8B98F261C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035" y="1517"/>
              <a:ext cx="221" cy="22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20853" name="Line 21">
              <a:extLst>
                <a:ext uri="{FF2B5EF4-FFF2-40B4-BE49-F238E27FC236}">
                  <a16:creationId xmlns:a16="http://schemas.microsoft.com/office/drawing/2014/main" id="{B5F377E1-8143-4D80-B3DB-B41AB943D52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218" y="1537"/>
              <a:ext cx="201" cy="20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20854" name="Line 22">
              <a:extLst>
                <a:ext uri="{FF2B5EF4-FFF2-40B4-BE49-F238E27FC236}">
                  <a16:creationId xmlns:a16="http://schemas.microsoft.com/office/drawing/2014/main" id="{A17370B7-A2EA-4C1A-A519-2CE2DB903C4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507" y="2237"/>
              <a:ext cx="221" cy="22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20855" name="Line 23">
              <a:extLst>
                <a:ext uri="{FF2B5EF4-FFF2-40B4-BE49-F238E27FC236}">
                  <a16:creationId xmlns:a16="http://schemas.microsoft.com/office/drawing/2014/main" id="{81857FFC-AB1C-4D28-9096-BB3A4F2A337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507" y="2342"/>
              <a:ext cx="298" cy="29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20856" name="Line 24">
              <a:extLst>
                <a:ext uri="{FF2B5EF4-FFF2-40B4-BE49-F238E27FC236}">
                  <a16:creationId xmlns:a16="http://schemas.microsoft.com/office/drawing/2014/main" id="{54AB641E-1164-4600-A6AD-467E7690495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622" y="2457"/>
              <a:ext cx="250" cy="25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20857" name="Line 25">
              <a:extLst>
                <a:ext uri="{FF2B5EF4-FFF2-40B4-BE49-F238E27FC236}">
                  <a16:creationId xmlns:a16="http://schemas.microsoft.com/office/drawing/2014/main" id="{14E96966-7D86-465A-959E-D82C11DE4EC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805" y="2486"/>
              <a:ext cx="221" cy="22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20858" name="Line 26">
              <a:extLst>
                <a:ext uri="{FF2B5EF4-FFF2-40B4-BE49-F238E27FC236}">
                  <a16:creationId xmlns:a16="http://schemas.microsoft.com/office/drawing/2014/main" id="{00C9EC98-3860-4A0A-B77A-02AFAD3C430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976" y="2486"/>
              <a:ext cx="221" cy="22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20859" name="Line 27">
              <a:extLst>
                <a:ext uri="{FF2B5EF4-FFF2-40B4-BE49-F238E27FC236}">
                  <a16:creationId xmlns:a16="http://schemas.microsoft.com/office/drawing/2014/main" id="{18C19FEE-2BCA-475E-92FB-FA0A6745D0C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141" y="2486"/>
              <a:ext cx="221" cy="22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20860" name="Line 28">
              <a:extLst>
                <a:ext uri="{FF2B5EF4-FFF2-40B4-BE49-F238E27FC236}">
                  <a16:creationId xmlns:a16="http://schemas.microsoft.com/office/drawing/2014/main" id="{151C7195-D260-4616-B55B-CBD52BA361B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323" y="2611"/>
              <a:ext cx="96" cy="9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20861" name="Line 29">
              <a:extLst>
                <a:ext uri="{FF2B5EF4-FFF2-40B4-BE49-F238E27FC236}">
                  <a16:creationId xmlns:a16="http://schemas.microsoft.com/office/drawing/2014/main" id="{3F94FF19-A9F4-4FEF-BEB2-58137DE5942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381" y="1699"/>
              <a:ext cx="39" cy="3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120862" name="AutoShape 30">
            <a:extLst>
              <a:ext uri="{FF2B5EF4-FFF2-40B4-BE49-F238E27FC236}">
                <a16:creationId xmlns:a16="http://schemas.microsoft.com/office/drawing/2014/main" id="{271EB97F-8E52-42A0-977B-36ED1B0FED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93963" y="5000625"/>
            <a:ext cx="1679575" cy="622300"/>
          </a:xfrm>
          <a:prstGeom prst="wedgeEllipseCallout">
            <a:avLst>
              <a:gd name="adj1" fmla="val -55292"/>
              <a:gd name="adj2" fmla="val -172194"/>
            </a:avLst>
          </a:prstGeom>
          <a:solidFill>
            <a:srgbClr val="FFFF00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1" hangingPunct="1"/>
            <a:r>
              <a:rPr lang="zh-CN" altLang="en-US"/>
              <a:t>错误</a:t>
            </a:r>
          </a:p>
        </p:txBody>
      </p:sp>
      <p:sp>
        <p:nvSpPr>
          <p:cNvPr id="120863" name="AutoShape 31">
            <a:extLst>
              <a:ext uri="{FF2B5EF4-FFF2-40B4-BE49-F238E27FC236}">
                <a16:creationId xmlns:a16="http://schemas.microsoft.com/office/drawing/2014/main" id="{008C01AB-B143-4430-B495-5369CF3890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6225" y="5000625"/>
            <a:ext cx="1584325" cy="622300"/>
          </a:xfrm>
          <a:prstGeom prst="wedgeEllipseCallout">
            <a:avLst>
              <a:gd name="adj1" fmla="val -60819"/>
              <a:gd name="adj2" fmla="val -148213"/>
            </a:avLst>
          </a:prstGeom>
          <a:solidFill>
            <a:srgbClr val="FFCC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1" hangingPunct="1"/>
            <a:r>
              <a:rPr lang="zh-CN" altLang="en-US"/>
              <a:t>正确</a:t>
            </a:r>
          </a:p>
        </p:txBody>
      </p:sp>
      <p:grpSp>
        <p:nvGrpSpPr>
          <p:cNvPr id="120864" name="Group 32">
            <a:extLst>
              <a:ext uri="{FF2B5EF4-FFF2-40B4-BE49-F238E27FC236}">
                <a16:creationId xmlns:a16="http://schemas.microsoft.com/office/drawing/2014/main" id="{20FDCF92-4C16-422A-965C-A6A4B7443CFF}"/>
              </a:ext>
            </a:extLst>
          </p:cNvPr>
          <p:cNvGrpSpPr>
            <a:grpSpLocks/>
          </p:cNvGrpSpPr>
          <p:nvPr/>
        </p:nvGrpSpPr>
        <p:grpSpPr bwMode="auto">
          <a:xfrm>
            <a:off x="5172075" y="2085975"/>
            <a:ext cx="2713038" cy="2638425"/>
            <a:chOff x="3258" y="1314"/>
            <a:chExt cx="1709" cy="1662"/>
          </a:xfrm>
        </p:grpSpPr>
        <p:sp>
          <p:nvSpPr>
            <p:cNvPr id="120865" name="Line 33">
              <a:extLst>
                <a:ext uri="{FF2B5EF4-FFF2-40B4-BE49-F238E27FC236}">
                  <a16:creationId xmlns:a16="http://schemas.microsoft.com/office/drawing/2014/main" id="{4162A68E-1E4E-4624-8D40-65CEE9CB2FE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58" y="2131"/>
              <a:ext cx="1709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lgDash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20866" name="Rectangle 34">
              <a:extLst>
                <a:ext uri="{FF2B5EF4-FFF2-40B4-BE49-F238E27FC236}">
                  <a16:creationId xmlns:a16="http://schemas.microsoft.com/office/drawing/2014/main" id="{B0858D47-DAA8-446F-A044-B69857F4DF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47" y="1314"/>
              <a:ext cx="499" cy="1661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20867" name="Line 35">
              <a:extLst>
                <a:ext uri="{FF2B5EF4-FFF2-40B4-BE49-F238E27FC236}">
                  <a16:creationId xmlns:a16="http://schemas.microsoft.com/office/drawing/2014/main" id="{FE9B096D-5494-4B00-BDF0-A44664226B1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341" y="1315"/>
              <a:ext cx="106" cy="10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20868" name="Line 36">
              <a:extLst>
                <a:ext uri="{FF2B5EF4-FFF2-40B4-BE49-F238E27FC236}">
                  <a16:creationId xmlns:a16="http://schemas.microsoft.com/office/drawing/2014/main" id="{53E107F4-6DF4-4CAD-9ABA-5C6916F47BF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351" y="2880"/>
              <a:ext cx="96" cy="9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20869" name="Freeform 37">
              <a:extLst>
                <a:ext uri="{FF2B5EF4-FFF2-40B4-BE49-F238E27FC236}">
                  <a16:creationId xmlns:a16="http://schemas.microsoft.com/office/drawing/2014/main" id="{99532A6A-DB39-40E5-9567-FBD46AA352E0}"/>
                </a:ext>
              </a:extLst>
            </p:cNvPr>
            <p:cNvSpPr>
              <a:spLocks/>
            </p:cNvSpPr>
            <p:nvPr/>
          </p:nvSpPr>
          <p:spPr bwMode="auto">
            <a:xfrm>
              <a:off x="3351" y="1402"/>
              <a:ext cx="1" cy="1488"/>
            </a:xfrm>
            <a:custGeom>
              <a:avLst/>
              <a:gdLst>
                <a:gd name="T0" fmla="*/ 0 w 1"/>
                <a:gd name="T1" fmla="*/ 1488 h 1488"/>
                <a:gd name="T2" fmla="*/ 0 w 1"/>
                <a:gd name="T3" fmla="*/ 0 h 14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1488">
                  <a:moveTo>
                    <a:pt x="0" y="1488"/>
                  </a:moveTo>
                  <a:lnTo>
                    <a:pt x="0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20870" name="Rectangle 38">
              <a:extLst>
                <a:ext uri="{FF2B5EF4-FFF2-40B4-BE49-F238E27FC236}">
                  <a16:creationId xmlns:a16="http://schemas.microsoft.com/office/drawing/2014/main" id="{DBB25313-5B11-40EE-8A80-5FEF5AC550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46" y="1526"/>
              <a:ext cx="922" cy="1191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20871" name="Line 39">
              <a:extLst>
                <a:ext uri="{FF2B5EF4-FFF2-40B4-BE49-F238E27FC236}">
                  <a16:creationId xmlns:a16="http://schemas.microsoft.com/office/drawing/2014/main" id="{B6E8A093-6946-48DA-B10A-7773AE162F1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40" y="1747"/>
              <a:ext cx="537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20872" name="Line 40">
              <a:extLst>
                <a:ext uri="{FF2B5EF4-FFF2-40B4-BE49-F238E27FC236}">
                  <a16:creationId xmlns:a16="http://schemas.microsoft.com/office/drawing/2014/main" id="{50528453-074E-4B2C-964D-A240009726C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40" y="2496"/>
              <a:ext cx="537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20873" name="Line 41">
              <a:extLst>
                <a:ext uri="{FF2B5EF4-FFF2-40B4-BE49-F238E27FC236}">
                  <a16:creationId xmlns:a16="http://schemas.microsoft.com/office/drawing/2014/main" id="{ECBA339D-A8DB-417E-BA34-220EBE4AAB2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40" y="1737"/>
              <a:ext cx="0" cy="77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20874" name="Line 42">
              <a:extLst>
                <a:ext uri="{FF2B5EF4-FFF2-40B4-BE49-F238E27FC236}">
                  <a16:creationId xmlns:a16="http://schemas.microsoft.com/office/drawing/2014/main" id="{5FF271E6-4B4F-4487-9E9C-A6362660C5A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119" y="1747"/>
              <a:ext cx="221" cy="38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20875" name="Line 43">
              <a:extLst>
                <a:ext uri="{FF2B5EF4-FFF2-40B4-BE49-F238E27FC236}">
                  <a16:creationId xmlns:a16="http://schemas.microsoft.com/office/drawing/2014/main" id="{731F1355-927D-48A0-B5E4-64AF352BD76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19" y="2131"/>
              <a:ext cx="221" cy="36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20876" name="Freeform 44">
              <a:extLst>
                <a:ext uri="{FF2B5EF4-FFF2-40B4-BE49-F238E27FC236}">
                  <a16:creationId xmlns:a16="http://schemas.microsoft.com/office/drawing/2014/main" id="{9C584923-B00A-4D56-ABC0-7D17CAE96F3D}"/>
                </a:ext>
              </a:extLst>
            </p:cNvPr>
            <p:cNvSpPr>
              <a:spLocks/>
            </p:cNvSpPr>
            <p:nvPr/>
          </p:nvSpPr>
          <p:spPr bwMode="auto">
            <a:xfrm>
              <a:off x="4003" y="1517"/>
              <a:ext cx="83" cy="1200"/>
            </a:xfrm>
            <a:custGeom>
              <a:avLst/>
              <a:gdLst>
                <a:gd name="T0" fmla="*/ 67 w 83"/>
                <a:gd name="T1" fmla="*/ 0 h 1200"/>
                <a:gd name="T2" fmla="*/ 77 w 83"/>
                <a:gd name="T3" fmla="*/ 129 h 1200"/>
                <a:gd name="T4" fmla="*/ 29 w 83"/>
                <a:gd name="T5" fmla="*/ 278 h 1200"/>
                <a:gd name="T6" fmla="*/ 39 w 83"/>
                <a:gd name="T7" fmla="*/ 451 h 1200"/>
                <a:gd name="T8" fmla="*/ 5 w 83"/>
                <a:gd name="T9" fmla="*/ 653 h 1200"/>
                <a:gd name="T10" fmla="*/ 67 w 83"/>
                <a:gd name="T11" fmla="*/ 854 h 1200"/>
                <a:gd name="T12" fmla="*/ 15 w 83"/>
                <a:gd name="T13" fmla="*/ 1065 h 1200"/>
                <a:gd name="T14" fmla="*/ 34 w 83"/>
                <a:gd name="T15" fmla="*/ 1200 h 1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3" h="1200">
                  <a:moveTo>
                    <a:pt x="67" y="0"/>
                  </a:moveTo>
                  <a:cubicBezTo>
                    <a:pt x="69" y="21"/>
                    <a:pt x="83" y="83"/>
                    <a:pt x="77" y="129"/>
                  </a:cubicBezTo>
                  <a:cubicBezTo>
                    <a:pt x="71" y="175"/>
                    <a:pt x="35" y="224"/>
                    <a:pt x="29" y="278"/>
                  </a:cubicBezTo>
                  <a:cubicBezTo>
                    <a:pt x="23" y="332"/>
                    <a:pt x="43" y="389"/>
                    <a:pt x="39" y="451"/>
                  </a:cubicBezTo>
                  <a:cubicBezTo>
                    <a:pt x="35" y="513"/>
                    <a:pt x="0" y="586"/>
                    <a:pt x="5" y="653"/>
                  </a:cubicBezTo>
                  <a:cubicBezTo>
                    <a:pt x="10" y="720"/>
                    <a:pt x="65" y="785"/>
                    <a:pt x="67" y="854"/>
                  </a:cubicBezTo>
                  <a:cubicBezTo>
                    <a:pt x="69" y="923"/>
                    <a:pt x="20" y="1007"/>
                    <a:pt x="15" y="1065"/>
                  </a:cubicBezTo>
                  <a:cubicBezTo>
                    <a:pt x="10" y="1123"/>
                    <a:pt x="30" y="1172"/>
                    <a:pt x="34" y="1200"/>
                  </a:cubicBez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20877" name="Freeform 45">
              <a:extLst>
                <a:ext uri="{FF2B5EF4-FFF2-40B4-BE49-F238E27FC236}">
                  <a16:creationId xmlns:a16="http://schemas.microsoft.com/office/drawing/2014/main" id="{2DB258B9-7F4A-4E58-A923-2FB0C408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4070" y="1517"/>
              <a:ext cx="163" cy="163"/>
            </a:xfrm>
            <a:custGeom>
              <a:avLst/>
              <a:gdLst>
                <a:gd name="T0" fmla="*/ 0 w 163"/>
                <a:gd name="T1" fmla="*/ 163 h 163"/>
                <a:gd name="T2" fmla="*/ 163 w 163"/>
                <a:gd name="T3" fmla="*/ 0 h 1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63" h="163">
                  <a:moveTo>
                    <a:pt x="0" y="163"/>
                  </a:moveTo>
                  <a:lnTo>
                    <a:pt x="163" y="0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20878" name="Freeform 46">
              <a:extLst>
                <a:ext uri="{FF2B5EF4-FFF2-40B4-BE49-F238E27FC236}">
                  <a16:creationId xmlns:a16="http://schemas.microsoft.com/office/drawing/2014/main" id="{F05EB6FE-9D52-4B74-B72F-8B47CBDC330E}"/>
                </a:ext>
              </a:extLst>
            </p:cNvPr>
            <p:cNvSpPr>
              <a:spLocks/>
            </p:cNvSpPr>
            <p:nvPr/>
          </p:nvSpPr>
          <p:spPr bwMode="auto">
            <a:xfrm>
              <a:off x="4032" y="1517"/>
              <a:ext cx="355" cy="355"/>
            </a:xfrm>
            <a:custGeom>
              <a:avLst/>
              <a:gdLst>
                <a:gd name="T0" fmla="*/ 0 w 355"/>
                <a:gd name="T1" fmla="*/ 355 h 355"/>
                <a:gd name="T2" fmla="*/ 355 w 355"/>
                <a:gd name="T3" fmla="*/ 0 h 3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55" h="355">
                  <a:moveTo>
                    <a:pt x="0" y="355"/>
                  </a:moveTo>
                  <a:lnTo>
                    <a:pt x="355" y="0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20879" name="Line 47">
              <a:extLst>
                <a:ext uri="{FF2B5EF4-FFF2-40B4-BE49-F238E27FC236}">
                  <a16:creationId xmlns:a16="http://schemas.microsoft.com/office/drawing/2014/main" id="{F0060979-BDFB-4B12-9E95-4A824D7207D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032" y="1526"/>
              <a:ext cx="500" cy="5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20880" name="Line 48">
              <a:extLst>
                <a:ext uri="{FF2B5EF4-FFF2-40B4-BE49-F238E27FC236}">
                  <a16:creationId xmlns:a16="http://schemas.microsoft.com/office/drawing/2014/main" id="{66CB7C71-D358-4515-866B-2AA30C6FF2D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013" y="2054"/>
              <a:ext cx="144" cy="14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20881" name="Line 49">
              <a:extLst>
                <a:ext uri="{FF2B5EF4-FFF2-40B4-BE49-F238E27FC236}">
                  <a16:creationId xmlns:a16="http://schemas.microsoft.com/office/drawing/2014/main" id="{D3A50AAE-9FDB-4CEE-8AB2-E84EB93503E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474" y="1517"/>
              <a:ext cx="221" cy="22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20882" name="Freeform 50">
              <a:extLst>
                <a:ext uri="{FF2B5EF4-FFF2-40B4-BE49-F238E27FC236}">
                  <a16:creationId xmlns:a16="http://schemas.microsoft.com/office/drawing/2014/main" id="{9AF0EC42-71BC-4575-B940-561BB4953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4608" y="1517"/>
              <a:ext cx="230" cy="230"/>
            </a:xfrm>
            <a:custGeom>
              <a:avLst/>
              <a:gdLst>
                <a:gd name="T0" fmla="*/ 0 w 230"/>
                <a:gd name="T1" fmla="*/ 230 h 230"/>
                <a:gd name="T2" fmla="*/ 230 w 230"/>
                <a:gd name="T3" fmla="*/ 0 h 2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30" h="230">
                  <a:moveTo>
                    <a:pt x="0" y="230"/>
                  </a:moveTo>
                  <a:lnTo>
                    <a:pt x="230" y="0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20883" name="Freeform 51">
              <a:extLst>
                <a:ext uri="{FF2B5EF4-FFF2-40B4-BE49-F238E27FC236}">
                  <a16:creationId xmlns:a16="http://schemas.microsoft.com/office/drawing/2014/main" id="{5CE6F1FA-DBAD-4109-981C-AE103DB3E566}"/>
                </a:ext>
              </a:extLst>
            </p:cNvPr>
            <p:cNvSpPr>
              <a:spLocks/>
            </p:cNvSpPr>
            <p:nvPr/>
          </p:nvSpPr>
          <p:spPr bwMode="auto">
            <a:xfrm>
              <a:off x="4762" y="1632"/>
              <a:ext cx="105" cy="107"/>
            </a:xfrm>
            <a:custGeom>
              <a:avLst/>
              <a:gdLst>
                <a:gd name="T0" fmla="*/ 0 w 105"/>
                <a:gd name="T1" fmla="*/ 107 h 107"/>
                <a:gd name="T2" fmla="*/ 105 w 105"/>
                <a:gd name="T3" fmla="*/ 0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05" h="107">
                  <a:moveTo>
                    <a:pt x="0" y="107"/>
                  </a:moveTo>
                  <a:lnTo>
                    <a:pt x="105" y="0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20884" name="Line 52">
              <a:extLst>
                <a:ext uri="{FF2B5EF4-FFF2-40B4-BE49-F238E27FC236}">
                  <a16:creationId xmlns:a16="http://schemas.microsoft.com/office/drawing/2014/main" id="{4CEBAC23-6618-47E2-B5EE-2CCA02D4BCA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056" y="2203"/>
              <a:ext cx="105" cy="10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20885" name="Line 53">
              <a:extLst>
                <a:ext uri="{FF2B5EF4-FFF2-40B4-BE49-F238E27FC236}">
                  <a16:creationId xmlns:a16="http://schemas.microsoft.com/office/drawing/2014/main" id="{CE26FD47-AE4E-40BC-8B30-8913A0EED0A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042" y="2304"/>
              <a:ext cx="173" cy="17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20886" name="Freeform 54">
              <a:extLst>
                <a:ext uri="{FF2B5EF4-FFF2-40B4-BE49-F238E27FC236}">
                  <a16:creationId xmlns:a16="http://schemas.microsoft.com/office/drawing/2014/main" id="{2922F4BC-3210-45AD-99B5-0913B266544F}"/>
                </a:ext>
              </a:extLst>
            </p:cNvPr>
            <p:cNvSpPr>
              <a:spLocks/>
            </p:cNvSpPr>
            <p:nvPr/>
          </p:nvSpPr>
          <p:spPr bwMode="auto">
            <a:xfrm>
              <a:off x="4018" y="2400"/>
              <a:ext cx="259" cy="259"/>
            </a:xfrm>
            <a:custGeom>
              <a:avLst/>
              <a:gdLst>
                <a:gd name="T0" fmla="*/ 0 w 259"/>
                <a:gd name="T1" fmla="*/ 259 h 259"/>
                <a:gd name="T2" fmla="*/ 259 w 259"/>
                <a:gd name="T3" fmla="*/ 0 h 2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59" h="259">
                  <a:moveTo>
                    <a:pt x="0" y="259"/>
                  </a:moveTo>
                  <a:lnTo>
                    <a:pt x="259" y="0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20887" name="Freeform 55">
              <a:extLst>
                <a:ext uri="{FF2B5EF4-FFF2-40B4-BE49-F238E27FC236}">
                  <a16:creationId xmlns:a16="http://schemas.microsoft.com/office/drawing/2014/main" id="{9FAB3CB4-9B1C-4FBA-8033-424FB1E35C67}"/>
                </a:ext>
              </a:extLst>
            </p:cNvPr>
            <p:cNvSpPr>
              <a:spLocks/>
            </p:cNvSpPr>
            <p:nvPr/>
          </p:nvSpPr>
          <p:spPr bwMode="auto">
            <a:xfrm>
              <a:off x="4109" y="2487"/>
              <a:ext cx="231" cy="229"/>
            </a:xfrm>
            <a:custGeom>
              <a:avLst/>
              <a:gdLst>
                <a:gd name="T0" fmla="*/ 0 w 231"/>
                <a:gd name="T1" fmla="*/ 229 h 229"/>
                <a:gd name="T2" fmla="*/ 231 w 231"/>
                <a:gd name="T3" fmla="*/ 0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31" h="229">
                  <a:moveTo>
                    <a:pt x="0" y="229"/>
                  </a:moveTo>
                  <a:lnTo>
                    <a:pt x="231" y="0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20888" name="Freeform 56">
              <a:extLst>
                <a:ext uri="{FF2B5EF4-FFF2-40B4-BE49-F238E27FC236}">
                  <a16:creationId xmlns:a16="http://schemas.microsoft.com/office/drawing/2014/main" id="{49EBBA9A-F53E-4CE1-B13E-879C7BBD7857}"/>
                </a:ext>
              </a:extLst>
            </p:cNvPr>
            <p:cNvSpPr>
              <a:spLocks/>
            </p:cNvSpPr>
            <p:nvPr/>
          </p:nvSpPr>
          <p:spPr bwMode="auto">
            <a:xfrm>
              <a:off x="4272" y="2496"/>
              <a:ext cx="221" cy="222"/>
            </a:xfrm>
            <a:custGeom>
              <a:avLst/>
              <a:gdLst>
                <a:gd name="T0" fmla="*/ 0 w 221"/>
                <a:gd name="T1" fmla="*/ 222 h 222"/>
                <a:gd name="T2" fmla="*/ 221 w 221"/>
                <a:gd name="T3" fmla="*/ 0 h 2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21" h="222">
                  <a:moveTo>
                    <a:pt x="0" y="222"/>
                  </a:moveTo>
                  <a:lnTo>
                    <a:pt x="221" y="0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20889" name="Freeform 57">
              <a:extLst>
                <a:ext uri="{FF2B5EF4-FFF2-40B4-BE49-F238E27FC236}">
                  <a16:creationId xmlns:a16="http://schemas.microsoft.com/office/drawing/2014/main" id="{71269B9F-4584-4253-969B-DD2BCB2AE003}"/>
                </a:ext>
              </a:extLst>
            </p:cNvPr>
            <p:cNvSpPr>
              <a:spLocks/>
            </p:cNvSpPr>
            <p:nvPr/>
          </p:nvSpPr>
          <p:spPr bwMode="auto">
            <a:xfrm>
              <a:off x="4426" y="2487"/>
              <a:ext cx="230" cy="229"/>
            </a:xfrm>
            <a:custGeom>
              <a:avLst/>
              <a:gdLst>
                <a:gd name="T0" fmla="*/ 0 w 230"/>
                <a:gd name="T1" fmla="*/ 229 h 229"/>
                <a:gd name="T2" fmla="*/ 230 w 230"/>
                <a:gd name="T3" fmla="*/ 0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30" h="229">
                  <a:moveTo>
                    <a:pt x="0" y="229"/>
                  </a:moveTo>
                  <a:lnTo>
                    <a:pt x="230" y="0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20890" name="Freeform 58">
              <a:extLst>
                <a:ext uri="{FF2B5EF4-FFF2-40B4-BE49-F238E27FC236}">
                  <a16:creationId xmlns:a16="http://schemas.microsoft.com/office/drawing/2014/main" id="{9E22B639-71AB-443A-A37E-D7C50A58FCD5}"/>
                </a:ext>
              </a:extLst>
            </p:cNvPr>
            <p:cNvSpPr>
              <a:spLocks/>
            </p:cNvSpPr>
            <p:nvPr/>
          </p:nvSpPr>
          <p:spPr bwMode="auto">
            <a:xfrm>
              <a:off x="4589" y="2487"/>
              <a:ext cx="230" cy="229"/>
            </a:xfrm>
            <a:custGeom>
              <a:avLst/>
              <a:gdLst>
                <a:gd name="T0" fmla="*/ 0 w 230"/>
                <a:gd name="T1" fmla="*/ 229 h 229"/>
                <a:gd name="T2" fmla="*/ 230 w 230"/>
                <a:gd name="T3" fmla="*/ 0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30" h="229">
                  <a:moveTo>
                    <a:pt x="0" y="229"/>
                  </a:moveTo>
                  <a:lnTo>
                    <a:pt x="230" y="0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20891" name="Freeform 59">
              <a:extLst>
                <a:ext uri="{FF2B5EF4-FFF2-40B4-BE49-F238E27FC236}">
                  <a16:creationId xmlns:a16="http://schemas.microsoft.com/office/drawing/2014/main" id="{BEFB7CB9-BC84-4FEF-8026-ECC1169E32E1}"/>
                </a:ext>
              </a:extLst>
            </p:cNvPr>
            <p:cNvSpPr>
              <a:spLocks/>
            </p:cNvSpPr>
            <p:nvPr/>
          </p:nvSpPr>
          <p:spPr bwMode="auto">
            <a:xfrm>
              <a:off x="4752" y="2593"/>
              <a:ext cx="115" cy="114"/>
            </a:xfrm>
            <a:custGeom>
              <a:avLst/>
              <a:gdLst>
                <a:gd name="T0" fmla="*/ 0 w 115"/>
                <a:gd name="T1" fmla="*/ 114 h 114"/>
                <a:gd name="T2" fmla="*/ 115 w 115"/>
                <a:gd name="T3" fmla="*/ 0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15" h="114">
                  <a:moveTo>
                    <a:pt x="0" y="114"/>
                  </a:moveTo>
                  <a:lnTo>
                    <a:pt x="115" y="0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 spd="slow">
    <p:cover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08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208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208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208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3" dur="500"/>
                                        <p:tgtEl>
                                          <p:spTgt spid="1208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208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208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0835" grpId="0" autoUpdateAnimBg="0"/>
      <p:bldP spid="120862" grpId="0" animBg="1" autoUpdateAnimBg="0"/>
      <p:bldP spid="120863" grpId="0" animBg="1" autoUpdateAnimBg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8854" name="Group 134">
            <a:extLst>
              <a:ext uri="{FF2B5EF4-FFF2-40B4-BE49-F238E27FC236}">
                <a16:creationId xmlns:a16="http://schemas.microsoft.com/office/drawing/2014/main" id="{8C3A4B22-8F07-4A5F-BCA3-03E2D3BAFC8A}"/>
              </a:ext>
            </a:extLst>
          </p:cNvPr>
          <p:cNvGrpSpPr>
            <a:grpSpLocks/>
          </p:cNvGrpSpPr>
          <p:nvPr/>
        </p:nvGrpSpPr>
        <p:grpSpPr bwMode="auto">
          <a:xfrm>
            <a:off x="696913" y="1187450"/>
            <a:ext cx="2073275" cy="4602163"/>
            <a:chOff x="439" y="748"/>
            <a:chExt cx="1306" cy="2899"/>
          </a:xfrm>
        </p:grpSpPr>
        <p:grpSp>
          <p:nvGrpSpPr>
            <p:cNvPr id="158855" name="Group 135">
              <a:extLst>
                <a:ext uri="{FF2B5EF4-FFF2-40B4-BE49-F238E27FC236}">
                  <a16:creationId xmlns:a16="http://schemas.microsoft.com/office/drawing/2014/main" id="{40564650-6913-4A64-9437-5A5BBAADC4C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14" y="748"/>
              <a:ext cx="1087" cy="1577"/>
              <a:chOff x="514" y="748"/>
              <a:chExt cx="1087" cy="1577"/>
            </a:xfrm>
          </p:grpSpPr>
          <p:grpSp>
            <p:nvGrpSpPr>
              <p:cNvPr id="158856" name="Group 136">
                <a:extLst>
                  <a:ext uri="{FF2B5EF4-FFF2-40B4-BE49-F238E27FC236}">
                    <a16:creationId xmlns:a16="http://schemas.microsoft.com/office/drawing/2014/main" id="{C80D0E91-D171-4628-B8D4-9F42EA5AE40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32" y="1258"/>
                <a:ext cx="574" cy="547"/>
                <a:chOff x="732" y="1258"/>
                <a:chExt cx="574" cy="547"/>
              </a:xfrm>
            </p:grpSpPr>
            <p:sp>
              <p:nvSpPr>
                <p:cNvPr id="158857" name="Oval 137">
                  <a:extLst>
                    <a:ext uri="{FF2B5EF4-FFF2-40B4-BE49-F238E27FC236}">
                      <a16:creationId xmlns:a16="http://schemas.microsoft.com/office/drawing/2014/main" id="{9CE0F55D-ED7A-43A1-9DFD-253B05A2B5A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69" y="1258"/>
                  <a:ext cx="537" cy="503"/>
                </a:xfrm>
                <a:prstGeom prst="ellipse">
                  <a:avLst/>
                </a:prstGeom>
                <a:solidFill>
                  <a:srgbClr val="00CCFF"/>
                </a:solidFill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58858" name="Oval 138">
                  <a:extLst>
                    <a:ext uri="{FF2B5EF4-FFF2-40B4-BE49-F238E27FC236}">
                      <a16:creationId xmlns:a16="http://schemas.microsoft.com/office/drawing/2014/main" id="{BE1190CE-94E5-4178-96C2-A2CF3D5676B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82" y="1354"/>
                  <a:ext cx="308" cy="303"/>
                </a:xfrm>
                <a:prstGeom prst="ellipse">
                  <a:avLst/>
                </a:prstGeom>
                <a:solidFill>
                  <a:srgbClr val="00CCFF"/>
                </a:solidFill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58859" name="Freeform 139">
                  <a:extLst>
                    <a:ext uri="{FF2B5EF4-FFF2-40B4-BE49-F238E27FC236}">
                      <a16:creationId xmlns:a16="http://schemas.microsoft.com/office/drawing/2014/main" id="{03301C50-3348-4252-8F54-1DCA1A9722F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32" y="1286"/>
                  <a:ext cx="390" cy="519"/>
                </a:xfrm>
                <a:custGeom>
                  <a:avLst/>
                  <a:gdLst>
                    <a:gd name="T0" fmla="*/ 192 w 403"/>
                    <a:gd name="T1" fmla="*/ 0 h 509"/>
                    <a:gd name="T2" fmla="*/ 230 w 403"/>
                    <a:gd name="T3" fmla="*/ 105 h 509"/>
                    <a:gd name="T4" fmla="*/ 230 w 403"/>
                    <a:gd name="T5" fmla="*/ 211 h 509"/>
                    <a:gd name="T6" fmla="*/ 336 w 403"/>
                    <a:gd name="T7" fmla="*/ 365 h 509"/>
                    <a:gd name="T8" fmla="*/ 403 w 403"/>
                    <a:gd name="T9" fmla="*/ 461 h 509"/>
                    <a:gd name="T10" fmla="*/ 320 w 403"/>
                    <a:gd name="T11" fmla="*/ 509 h 509"/>
                    <a:gd name="T12" fmla="*/ 173 w 403"/>
                    <a:gd name="T13" fmla="*/ 470 h 509"/>
                    <a:gd name="T14" fmla="*/ 29 w 403"/>
                    <a:gd name="T15" fmla="*/ 374 h 509"/>
                    <a:gd name="T16" fmla="*/ 0 w 403"/>
                    <a:gd name="T17" fmla="*/ 144 h 509"/>
                    <a:gd name="T18" fmla="*/ 77 w 403"/>
                    <a:gd name="T19" fmla="*/ 9 h 509"/>
                    <a:gd name="T20" fmla="*/ 192 w 403"/>
                    <a:gd name="T21" fmla="*/ 0 h 50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403" h="509">
                      <a:moveTo>
                        <a:pt x="192" y="0"/>
                      </a:moveTo>
                      <a:lnTo>
                        <a:pt x="230" y="105"/>
                      </a:lnTo>
                      <a:lnTo>
                        <a:pt x="230" y="211"/>
                      </a:lnTo>
                      <a:lnTo>
                        <a:pt x="336" y="365"/>
                      </a:lnTo>
                      <a:lnTo>
                        <a:pt x="403" y="461"/>
                      </a:lnTo>
                      <a:lnTo>
                        <a:pt x="320" y="509"/>
                      </a:lnTo>
                      <a:lnTo>
                        <a:pt x="173" y="470"/>
                      </a:lnTo>
                      <a:lnTo>
                        <a:pt x="29" y="374"/>
                      </a:lnTo>
                      <a:lnTo>
                        <a:pt x="0" y="144"/>
                      </a:lnTo>
                      <a:lnTo>
                        <a:pt x="77" y="9"/>
                      </a:lnTo>
                      <a:lnTo>
                        <a:pt x="192" y="0"/>
                      </a:lnTo>
                      <a:close/>
                    </a:path>
                  </a:pathLst>
                </a:custGeom>
                <a:solidFill>
                  <a:srgbClr val="00CCFF"/>
                </a:solidFill>
                <a:ln w="38100" cap="flat" cmpd="sng">
                  <a:solidFill>
                    <a:srgbClr val="00CCFF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zh-CN" altLang="en-US"/>
                </a:p>
              </p:txBody>
            </p:sp>
          </p:grpSp>
          <p:sp>
            <p:nvSpPr>
              <p:cNvPr id="158860" name="Rectangle 140">
                <a:extLst>
                  <a:ext uri="{FF2B5EF4-FFF2-40B4-BE49-F238E27FC236}">
                    <a16:creationId xmlns:a16="http://schemas.microsoft.com/office/drawing/2014/main" id="{3CA54303-A89B-4A0C-9C3B-C653453190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4" y="915"/>
                <a:ext cx="1087" cy="1277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58861" name="Freeform 141">
                <a:extLst>
                  <a:ext uri="{FF2B5EF4-FFF2-40B4-BE49-F238E27FC236}">
                    <a16:creationId xmlns:a16="http://schemas.microsoft.com/office/drawing/2014/main" id="{7D71E3C0-21A2-4A1B-AA4D-E09E6E79D85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8" y="748"/>
                <a:ext cx="658" cy="1577"/>
              </a:xfrm>
              <a:custGeom>
                <a:avLst/>
                <a:gdLst>
                  <a:gd name="T0" fmla="*/ 0 w 658"/>
                  <a:gd name="T1" fmla="*/ 0 h 1577"/>
                  <a:gd name="T2" fmla="*/ 83 w 658"/>
                  <a:gd name="T3" fmla="*/ 228 h 1577"/>
                  <a:gd name="T4" fmla="*/ 185 w 658"/>
                  <a:gd name="T5" fmla="*/ 404 h 1577"/>
                  <a:gd name="T6" fmla="*/ 291 w 658"/>
                  <a:gd name="T7" fmla="*/ 704 h 1577"/>
                  <a:gd name="T8" fmla="*/ 321 w 658"/>
                  <a:gd name="T9" fmla="*/ 842 h 1577"/>
                  <a:gd name="T10" fmla="*/ 423 w 658"/>
                  <a:gd name="T11" fmla="*/ 980 h 1577"/>
                  <a:gd name="T12" fmla="*/ 562 w 658"/>
                  <a:gd name="T13" fmla="*/ 1149 h 1577"/>
                  <a:gd name="T14" fmla="*/ 592 w 658"/>
                  <a:gd name="T15" fmla="*/ 1306 h 1577"/>
                  <a:gd name="T16" fmla="*/ 658 w 658"/>
                  <a:gd name="T17" fmla="*/ 1577 h 15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658" h="1577">
                    <a:moveTo>
                      <a:pt x="0" y="0"/>
                    </a:moveTo>
                    <a:cubicBezTo>
                      <a:pt x="11" y="38"/>
                      <a:pt x="52" y="161"/>
                      <a:pt x="83" y="228"/>
                    </a:cubicBezTo>
                    <a:cubicBezTo>
                      <a:pt x="114" y="295"/>
                      <a:pt x="150" y="325"/>
                      <a:pt x="185" y="404"/>
                    </a:cubicBezTo>
                    <a:cubicBezTo>
                      <a:pt x="220" y="483"/>
                      <a:pt x="268" y="631"/>
                      <a:pt x="291" y="704"/>
                    </a:cubicBezTo>
                    <a:cubicBezTo>
                      <a:pt x="314" y="777"/>
                      <a:pt x="299" y="796"/>
                      <a:pt x="321" y="842"/>
                    </a:cubicBezTo>
                    <a:cubicBezTo>
                      <a:pt x="343" y="888"/>
                      <a:pt x="383" y="929"/>
                      <a:pt x="423" y="980"/>
                    </a:cubicBezTo>
                    <a:cubicBezTo>
                      <a:pt x="463" y="1031"/>
                      <a:pt x="534" y="1095"/>
                      <a:pt x="562" y="1149"/>
                    </a:cubicBezTo>
                    <a:cubicBezTo>
                      <a:pt x="590" y="1203"/>
                      <a:pt x="575" y="1234"/>
                      <a:pt x="592" y="1306"/>
                    </a:cubicBezTo>
                    <a:cubicBezTo>
                      <a:pt x="608" y="1377"/>
                      <a:pt x="645" y="1521"/>
                      <a:pt x="658" y="1577"/>
                    </a:cubicBezTo>
                  </a:path>
                </a:pathLst>
              </a:custGeom>
              <a:noFill/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58862" name="Line 142">
                <a:extLst>
                  <a:ext uri="{FF2B5EF4-FFF2-40B4-BE49-F238E27FC236}">
                    <a16:creationId xmlns:a16="http://schemas.microsoft.com/office/drawing/2014/main" id="{C7D4379E-80EE-4932-AFD0-24E3156EB97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63" y="916"/>
                <a:ext cx="0" cy="1283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58863" name="Line 143">
                <a:extLst>
                  <a:ext uri="{FF2B5EF4-FFF2-40B4-BE49-F238E27FC236}">
                    <a16:creationId xmlns:a16="http://schemas.microsoft.com/office/drawing/2014/main" id="{2B8AC64E-6BB3-45D0-A77F-54038A2B8C7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16" y="917"/>
                <a:ext cx="98" cy="98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58864" name="Line 144">
                <a:extLst>
                  <a:ext uri="{FF2B5EF4-FFF2-40B4-BE49-F238E27FC236}">
                    <a16:creationId xmlns:a16="http://schemas.microsoft.com/office/drawing/2014/main" id="{2C9ACEEB-97A9-4DE5-B163-1CD58EC554E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16" y="1036"/>
                <a:ext cx="147" cy="14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58865" name="Line 145">
                <a:extLst>
                  <a:ext uri="{FF2B5EF4-FFF2-40B4-BE49-F238E27FC236}">
                    <a16:creationId xmlns:a16="http://schemas.microsoft.com/office/drawing/2014/main" id="{99D578B9-65AE-4FB8-A17F-2089ADC53FD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16" y="1212"/>
                <a:ext cx="137" cy="137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58866" name="Line 146">
                <a:extLst>
                  <a:ext uri="{FF2B5EF4-FFF2-40B4-BE49-F238E27FC236}">
                    <a16:creationId xmlns:a16="http://schemas.microsoft.com/office/drawing/2014/main" id="{8E60A2E6-3C25-4662-B0DC-4258D270DA9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16" y="1378"/>
                <a:ext cx="137" cy="137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58867" name="Line 147">
                <a:extLst>
                  <a:ext uri="{FF2B5EF4-FFF2-40B4-BE49-F238E27FC236}">
                    <a16:creationId xmlns:a16="http://schemas.microsoft.com/office/drawing/2014/main" id="{C1DF663C-E9E1-485F-80CF-0084923A822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26" y="1553"/>
                <a:ext cx="128" cy="129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58868" name="Line 148">
                <a:extLst>
                  <a:ext uri="{FF2B5EF4-FFF2-40B4-BE49-F238E27FC236}">
                    <a16:creationId xmlns:a16="http://schemas.microsoft.com/office/drawing/2014/main" id="{41CB4341-AFB4-4D18-AC93-93DA782CF7D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16" y="1730"/>
                <a:ext cx="137" cy="137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58869" name="Line 149">
                <a:extLst>
                  <a:ext uri="{FF2B5EF4-FFF2-40B4-BE49-F238E27FC236}">
                    <a16:creationId xmlns:a16="http://schemas.microsoft.com/office/drawing/2014/main" id="{59E6F7D1-213B-4E74-846B-4891DB5EDE3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26" y="1907"/>
                <a:ext cx="128" cy="128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58870" name="Line 150">
                <a:extLst>
                  <a:ext uri="{FF2B5EF4-FFF2-40B4-BE49-F238E27FC236}">
                    <a16:creationId xmlns:a16="http://schemas.microsoft.com/office/drawing/2014/main" id="{C244732C-BCA4-4EC8-BDD3-B3C1559DE08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36" y="2073"/>
                <a:ext cx="117" cy="118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58871" name="Line 151">
                <a:extLst>
                  <a:ext uri="{FF2B5EF4-FFF2-40B4-BE49-F238E27FC236}">
                    <a16:creationId xmlns:a16="http://schemas.microsoft.com/office/drawing/2014/main" id="{19F08110-5407-4060-A0B2-6D39EBFF1F4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00" y="1523"/>
                <a:ext cx="714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prstDash val="lgDash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158872" name="Group 152">
              <a:extLst>
                <a:ext uri="{FF2B5EF4-FFF2-40B4-BE49-F238E27FC236}">
                  <a16:creationId xmlns:a16="http://schemas.microsoft.com/office/drawing/2014/main" id="{2381E904-1EAB-497D-89D1-837C8EEB3B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9" y="2364"/>
              <a:ext cx="1306" cy="1283"/>
              <a:chOff x="439" y="2364"/>
              <a:chExt cx="1306" cy="1283"/>
            </a:xfrm>
          </p:grpSpPr>
          <p:grpSp>
            <p:nvGrpSpPr>
              <p:cNvPr id="158873" name="Group 153">
                <a:extLst>
                  <a:ext uri="{FF2B5EF4-FFF2-40B4-BE49-F238E27FC236}">
                    <a16:creationId xmlns:a16="http://schemas.microsoft.com/office/drawing/2014/main" id="{D9E07124-6DEC-4CB7-AF07-35B3255CFD7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39" y="2364"/>
                <a:ext cx="1306" cy="1283"/>
                <a:chOff x="439" y="2364"/>
                <a:chExt cx="1306" cy="1283"/>
              </a:xfrm>
            </p:grpSpPr>
            <p:grpSp>
              <p:nvGrpSpPr>
                <p:cNvPr id="158874" name="Group 154">
                  <a:extLst>
                    <a:ext uri="{FF2B5EF4-FFF2-40B4-BE49-F238E27FC236}">
                      <a16:creationId xmlns:a16="http://schemas.microsoft.com/office/drawing/2014/main" id="{30F97382-9644-4261-806B-B665949A86C5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520" y="2449"/>
                  <a:ext cx="1063" cy="1006"/>
                  <a:chOff x="520" y="2449"/>
                  <a:chExt cx="1063" cy="1006"/>
                </a:xfrm>
              </p:grpSpPr>
              <p:sp>
                <p:nvSpPr>
                  <p:cNvPr id="158875" name="Oval 155">
                    <a:extLst>
                      <a:ext uri="{FF2B5EF4-FFF2-40B4-BE49-F238E27FC236}">
                        <a16:creationId xmlns:a16="http://schemas.microsoft.com/office/drawing/2014/main" id="{0E703F4C-9A6C-4CD5-8754-DE8EC4D0424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20" y="2449"/>
                    <a:ext cx="1063" cy="978"/>
                  </a:xfrm>
                  <a:prstGeom prst="ellips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anchor="ctr"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58876" name="Freeform 156">
                    <a:extLst>
                      <a:ext uri="{FF2B5EF4-FFF2-40B4-BE49-F238E27FC236}">
                        <a16:creationId xmlns:a16="http://schemas.microsoft.com/office/drawing/2014/main" id="{64F0D78F-2D1C-4463-8452-5A244D5821F2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771" y="3317"/>
                    <a:ext cx="547" cy="138"/>
                  </a:xfrm>
                  <a:custGeom>
                    <a:avLst/>
                    <a:gdLst>
                      <a:gd name="T0" fmla="*/ 0 w 548"/>
                      <a:gd name="T1" fmla="*/ 10 h 135"/>
                      <a:gd name="T2" fmla="*/ 0 w 548"/>
                      <a:gd name="T3" fmla="*/ 68 h 135"/>
                      <a:gd name="T4" fmla="*/ 87 w 548"/>
                      <a:gd name="T5" fmla="*/ 116 h 135"/>
                      <a:gd name="T6" fmla="*/ 183 w 548"/>
                      <a:gd name="T7" fmla="*/ 135 h 135"/>
                      <a:gd name="T8" fmla="*/ 288 w 548"/>
                      <a:gd name="T9" fmla="*/ 135 h 135"/>
                      <a:gd name="T10" fmla="*/ 394 w 548"/>
                      <a:gd name="T11" fmla="*/ 135 h 135"/>
                      <a:gd name="T12" fmla="*/ 490 w 548"/>
                      <a:gd name="T13" fmla="*/ 116 h 135"/>
                      <a:gd name="T14" fmla="*/ 548 w 548"/>
                      <a:gd name="T15" fmla="*/ 68 h 135"/>
                      <a:gd name="T16" fmla="*/ 538 w 548"/>
                      <a:gd name="T17" fmla="*/ 0 h 135"/>
                      <a:gd name="T18" fmla="*/ 490 w 548"/>
                      <a:gd name="T19" fmla="*/ 39 h 135"/>
                      <a:gd name="T20" fmla="*/ 394 w 548"/>
                      <a:gd name="T21" fmla="*/ 68 h 135"/>
                      <a:gd name="T22" fmla="*/ 298 w 548"/>
                      <a:gd name="T23" fmla="*/ 58 h 135"/>
                      <a:gd name="T24" fmla="*/ 231 w 548"/>
                      <a:gd name="T25" fmla="*/ 68 h 135"/>
                      <a:gd name="T26" fmla="*/ 77 w 548"/>
                      <a:gd name="T27" fmla="*/ 39 h 135"/>
                      <a:gd name="T28" fmla="*/ 0 w 548"/>
                      <a:gd name="T29" fmla="*/ 10 h 13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</a:cxnLst>
                    <a:rect l="0" t="0" r="r" b="b"/>
                    <a:pathLst>
                      <a:path w="548" h="135">
                        <a:moveTo>
                          <a:pt x="0" y="10"/>
                        </a:moveTo>
                        <a:lnTo>
                          <a:pt x="0" y="68"/>
                        </a:lnTo>
                        <a:lnTo>
                          <a:pt x="87" y="116"/>
                        </a:lnTo>
                        <a:lnTo>
                          <a:pt x="183" y="135"/>
                        </a:lnTo>
                        <a:lnTo>
                          <a:pt x="288" y="135"/>
                        </a:lnTo>
                        <a:lnTo>
                          <a:pt x="394" y="135"/>
                        </a:lnTo>
                        <a:lnTo>
                          <a:pt x="490" y="116"/>
                        </a:lnTo>
                        <a:lnTo>
                          <a:pt x="548" y="68"/>
                        </a:lnTo>
                        <a:lnTo>
                          <a:pt x="538" y="0"/>
                        </a:lnTo>
                        <a:lnTo>
                          <a:pt x="490" y="39"/>
                        </a:lnTo>
                        <a:lnTo>
                          <a:pt x="394" y="68"/>
                        </a:lnTo>
                        <a:lnTo>
                          <a:pt x="298" y="58"/>
                        </a:lnTo>
                        <a:lnTo>
                          <a:pt x="231" y="68"/>
                        </a:lnTo>
                        <a:lnTo>
                          <a:pt x="77" y="39"/>
                        </a:lnTo>
                        <a:lnTo>
                          <a:pt x="0" y="10"/>
                        </a:lnTo>
                        <a:close/>
                      </a:path>
                    </a:pathLst>
                  </a:custGeom>
                  <a:solidFill>
                    <a:srgbClr val="00CCFF"/>
                  </a:solidFill>
                  <a:ln w="9525" cap="flat" cmpd="sng">
                    <a:solidFill>
                      <a:srgbClr val="00CCFF"/>
                    </a:solidFill>
                    <a:prstDash val="solid"/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>
                    <a:spAutoFit/>
                  </a:bodyPr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158877" name="Line 157">
                  <a:extLst>
                    <a:ext uri="{FF2B5EF4-FFF2-40B4-BE49-F238E27FC236}">
                      <a16:creationId xmlns:a16="http://schemas.microsoft.com/office/drawing/2014/main" id="{2DC7696D-D054-4123-BECC-A0B75A3BEC7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39" y="2942"/>
                  <a:ext cx="1306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prstDash val="lgDashDot"/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58878" name="Line 158">
                  <a:extLst>
                    <a:ext uri="{FF2B5EF4-FFF2-40B4-BE49-F238E27FC236}">
                      <a16:creationId xmlns:a16="http://schemas.microsoft.com/office/drawing/2014/main" id="{EFC368B7-064A-4B50-8BEC-3164DBDBA1E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047" y="2364"/>
                  <a:ext cx="0" cy="1283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prstDash val="lgDashDot"/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58879" name="Line 159">
                  <a:extLst>
                    <a:ext uri="{FF2B5EF4-FFF2-40B4-BE49-F238E27FC236}">
                      <a16:creationId xmlns:a16="http://schemas.microsoft.com/office/drawing/2014/main" id="{BEB8168D-98AE-4194-BD2B-1924EF53DF8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772" y="3358"/>
                  <a:ext cx="0" cy="209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58880" name="Line 160">
                  <a:extLst>
                    <a:ext uri="{FF2B5EF4-FFF2-40B4-BE49-F238E27FC236}">
                      <a16:creationId xmlns:a16="http://schemas.microsoft.com/office/drawing/2014/main" id="{46A4219C-84AD-42F8-896F-0E1A3710210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327" y="3357"/>
                  <a:ext cx="0" cy="205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58881" name="Line 161">
                  <a:extLst>
                    <a:ext uri="{FF2B5EF4-FFF2-40B4-BE49-F238E27FC236}">
                      <a16:creationId xmlns:a16="http://schemas.microsoft.com/office/drawing/2014/main" id="{9F9BCACA-2A64-4996-AA29-953D75A69DE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773" y="3552"/>
                  <a:ext cx="564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58882" name="Oval 162">
                  <a:extLst>
                    <a:ext uri="{FF2B5EF4-FFF2-40B4-BE49-F238E27FC236}">
                      <a16:creationId xmlns:a16="http://schemas.microsoft.com/office/drawing/2014/main" id="{2A2E99AF-C274-44E6-A266-B0189E31B48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66" y="2583"/>
                  <a:ext cx="756" cy="706"/>
                </a:xfrm>
                <a:prstGeom prst="ellips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58883" name="Line 163">
                  <a:extLst>
                    <a:ext uri="{FF2B5EF4-FFF2-40B4-BE49-F238E27FC236}">
                      <a16:creationId xmlns:a16="http://schemas.microsoft.com/office/drawing/2014/main" id="{C2B027E6-8198-4355-926B-EBA1C3BCFE5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887" y="3250"/>
                  <a:ext cx="0" cy="302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58884" name="Line 164">
                  <a:extLst>
                    <a:ext uri="{FF2B5EF4-FFF2-40B4-BE49-F238E27FC236}">
                      <a16:creationId xmlns:a16="http://schemas.microsoft.com/office/drawing/2014/main" id="{FC95125B-DABC-4FB9-8E90-8A2E92AA784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203" y="3269"/>
                  <a:ext cx="0" cy="284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58885" name="Freeform 165">
                  <a:extLst>
                    <a:ext uri="{FF2B5EF4-FFF2-40B4-BE49-F238E27FC236}">
                      <a16:creationId xmlns:a16="http://schemas.microsoft.com/office/drawing/2014/main" id="{02975AB9-7206-43FF-A625-91EF63C402B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98" y="3122"/>
                  <a:ext cx="882" cy="118"/>
                </a:xfrm>
                <a:custGeom>
                  <a:avLst/>
                  <a:gdLst>
                    <a:gd name="T0" fmla="*/ 0 w 883"/>
                    <a:gd name="T1" fmla="*/ 77 h 116"/>
                    <a:gd name="T2" fmla="*/ 86 w 883"/>
                    <a:gd name="T3" fmla="*/ 29 h 116"/>
                    <a:gd name="T4" fmla="*/ 268 w 883"/>
                    <a:gd name="T5" fmla="*/ 0 h 116"/>
                    <a:gd name="T6" fmla="*/ 403 w 883"/>
                    <a:gd name="T7" fmla="*/ 29 h 116"/>
                    <a:gd name="T8" fmla="*/ 595 w 883"/>
                    <a:gd name="T9" fmla="*/ 10 h 116"/>
                    <a:gd name="T10" fmla="*/ 777 w 883"/>
                    <a:gd name="T11" fmla="*/ 58 h 116"/>
                    <a:gd name="T12" fmla="*/ 883 w 883"/>
                    <a:gd name="T13" fmla="*/ 116 h 11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83" h="116">
                      <a:moveTo>
                        <a:pt x="0" y="77"/>
                      </a:moveTo>
                      <a:cubicBezTo>
                        <a:pt x="14" y="69"/>
                        <a:pt x="42" y="42"/>
                        <a:pt x="86" y="29"/>
                      </a:cubicBezTo>
                      <a:cubicBezTo>
                        <a:pt x="130" y="16"/>
                        <a:pt x="215" y="0"/>
                        <a:pt x="268" y="0"/>
                      </a:cubicBezTo>
                      <a:cubicBezTo>
                        <a:pt x="321" y="0"/>
                        <a:pt x="349" y="27"/>
                        <a:pt x="403" y="29"/>
                      </a:cubicBezTo>
                      <a:cubicBezTo>
                        <a:pt x="457" y="31"/>
                        <a:pt x="533" y="5"/>
                        <a:pt x="595" y="10"/>
                      </a:cubicBezTo>
                      <a:cubicBezTo>
                        <a:pt x="657" y="15"/>
                        <a:pt x="729" y="40"/>
                        <a:pt x="777" y="58"/>
                      </a:cubicBezTo>
                      <a:cubicBezTo>
                        <a:pt x="825" y="76"/>
                        <a:pt x="861" y="104"/>
                        <a:pt x="883" y="116"/>
                      </a:cubicBezTo>
                    </a:path>
                  </a:pathLst>
                </a:custGeom>
                <a:noFill/>
                <a:ln w="1905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zh-CN" altLang="en-US"/>
                </a:p>
              </p:txBody>
            </p:sp>
          </p:grpSp>
          <p:sp>
            <p:nvSpPr>
              <p:cNvPr id="158886" name="Line 166">
                <a:extLst>
                  <a:ext uri="{FF2B5EF4-FFF2-40B4-BE49-F238E27FC236}">
                    <a16:creationId xmlns:a16="http://schemas.microsoft.com/office/drawing/2014/main" id="{B5D1B725-2CE4-41F6-B38D-0B8D3974A42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80" y="3445"/>
                <a:ext cx="96" cy="98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58887" name="Freeform 167">
                <a:extLst>
                  <a:ext uri="{FF2B5EF4-FFF2-40B4-BE49-F238E27FC236}">
                    <a16:creationId xmlns:a16="http://schemas.microsoft.com/office/drawing/2014/main" id="{4880B422-D62C-45A3-9042-F89EC083113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71" y="3279"/>
                <a:ext cx="115" cy="117"/>
              </a:xfrm>
              <a:custGeom>
                <a:avLst/>
                <a:gdLst>
                  <a:gd name="T0" fmla="*/ 0 w 116"/>
                  <a:gd name="T1" fmla="*/ 115 h 115"/>
                  <a:gd name="T2" fmla="*/ 116 w 116"/>
                  <a:gd name="T3" fmla="*/ 0 h 1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16" h="115">
                    <a:moveTo>
                      <a:pt x="0" y="115"/>
                    </a:moveTo>
                    <a:lnTo>
                      <a:pt x="116" y="0"/>
                    </a:lnTo>
                  </a:path>
                </a:pathLst>
              </a:cu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58888" name="Freeform 168">
                <a:extLst>
                  <a:ext uri="{FF2B5EF4-FFF2-40B4-BE49-F238E27FC236}">
                    <a16:creationId xmlns:a16="http://schemas.microsoft.com/office/drawing/2014/main" id="{4286944A-4471-4E86-912C-B164FE40473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4" y="3200"/>
                <a:ext cx="96" cy="98"/>
              </a:xfrm>
              <a:custGeom>
                <a:avLst/>
                <a:gdLst>
                  <a:gd name="T0" fmla="*/ 0 w 96"/>
                  <a:gd name="T1" fmla="*/ 96 h 96"/>
                  <a:gd name="T2" fmla="*/ 96 w 96"/>
                  <a:gd name="T3" fmla="*/ 0 h 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96" h="96">
                    <a:moveTo>
                      <a:pt x="0" y="96"/>
                    </a:moveTo>
                    <a:lnTo>
                      <a:pt x="96" y="0"/>
                    </a:lnTo>
                  </a:path>
                </a:pathLst>
              </a:cu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58889" name="Freeform 169">
                <a:extLst>
                  <a:ext uri="{FF2B5EF4-FFF2-40B4-BE49-F238E27FC236}">
                    <a16:creationId xmlns:a16="http://schemas.microsoft.com/office/drawing/2014/main" id="{D3737BA1-5B08-4270-ABC4-CDD6CF656E8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01" y="3426"/>
                <a:ext cx="125" cy="128"/>
              </a:xfrm>
              <a:custGeom>
                <a:avLst/>
                <a:gdLst>
                  <a:gd name="T0" fmla="*/ 0 w 125"/>
                  <a:gd name="T1" fmla="*/ 126 h 126"/>
                  <a:gd name="T2" fmla="*/ 125 w 125"/>
                  <a:gd name="T3" fmla="*/ 0 h 1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25" h="126">
                    <a:moveTo>
                      <a:pt x="0" y="126"/>
                    </a:moveTo>
                    <a:lnTo>
                      <a:pt x="125" y="0"/>
                    </a:lnTo>
                  </a:path>
                </a:pathLst>
              </a:cu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58890" name="Line 170">
                <a:extLst>
                  <a:ext uri="{FF2B5EF4-FFF2-40B4-BE49-F238E27FC236}">
                    <a16:creationId xmlns:a16="http://schemas.microsoft.com/office/drawing/2014/main" id="{72B3AD0E-19A0-4FB4-B8F8-68532D052F9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201" y="3191"/>
                <a:ext cx="201" cy="205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158891" name="Line 171">
              <a:extLst>
                <a:ext uri="{FF2B5EF4-FFF2-40B4-BE49-F238E27FC236}">
                  <a16:creationId xmlns:a16="http://schemas.microsoft.com/office/drawing/2014/main" id="{D6E1D440-A27C-4983-BA78-8E827A3B9EE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55" y="825"/>
              <a:ext cx="0" cy="148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lgDash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158760" name="Text Box 40">
            <a:extLst>
              <a:ext uri="{FF2B5EF4-FFF2-40B4-BE49-F238E27FC236}">
                <a16:creationId xmlns:a16="http://schemas.microsoft.com/office/drawing/2014/main" id="{CA2E2923-1979-4425-8F7D-BEC53EA56B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303" y="500702"/>
            <a:ext cx="877728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en-US" altLang="zh-CN" dirty="0">
                <a:sym typeface="Symbol" panose="05050102010706020507" pitchFamily="18" charset="2"/>
              </a:rPr>
              <a:t>   </a:t>
            </a:r>
            <a:r>
              <a:rPr lang="en-US" altLang="zh-CN" dirty="0"/>
              <a:t>⑵ </a:t>
            </a:r>
            <a:r>
              <a:rPr lang="zh-CN" altLang="en-US" dirty="0">
                <a:sym typeface="Symbol" panose="05050102010706020507" pitchFamily="18" charset="2"/>
              </a:rPr>
              <a:t>波浪线不能穿空而过，也不能超出视图的轮廓线。</a:t>
            </a:r>
          </a:p>
        </p:txBody>
      </p:sp>
      <p:sp>
        <p:nvSpPr>
          <p:cNvPr id="158761" name="Text Box 41">
            <a:extLst>
              <a:ext uri="{FF2B5EF4-FFF2-40B4-BE49-F238E27FC236}">
                <a16:creationId xmlns:a16="http://schemas.microsoft.com/office/drawing/2014/main" id="{ABD86AAF-DEEB-48EB-832E-48C6DBCACC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25575" y="4757738"/>
            <a:ext cx="488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en-US" altLang="zh-CN">
                <a:solidFill>
                  <a:srgbClr val="FF0000"/>
                </a:solidFill>
              </a:rPr>
              <a:t>×</a:t>
            </a:r>
          </a:p>
        </p:txBody>
      </p:sp>
      <p:sp>
        <p:nvSpPr>
          <p:cNvPr id="158762" name="Text Box 42">
            <a:extLst>
              <a:ext uri="{FF2B5EF4-FFF2-40B4-BE49-F238E27FC236}">
                <a16:creationId xmlns:a16="http://schemas.microsoft.com/office/drawing/2014/main" id="{06A675E1-99A7-4663-8C59-742F57AE50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20800" y="2097088"/>
            <a:ext cx="488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en-US" altLang="zh-CN">
                <a:solidFill>
                  <a:srgbClr val="FF0000"/>
                </a:solidFill>
              </a:rPr>
              <a:t>×</a:t>
            </a:r>
          </a:p>
        </p:txBody>
      </p:sp>
      <p:sp>
        <p:nvSpPr>
          <p:cNvPr id="158763" name="Text Box 43">
            <a:extLst>
              <a:ext uri="{FF2B5EF4-FFF2-40B4-BE49-F238E27FC236}">
                <a16:creationId xmlns:a16="http://schemas.microsoft.com/office/drawing/2014/main" id="{2582871B-B46C-4261-868A-11162D4B8F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5825" y="1049338"/>
            <a:ext cx="488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en-US" altLang="zh-CN">
                <a:solidFill>
                  <a:srgbClr val="FF0000"/>
                </a:solidFill>
              </a:rPr>
              <a:t>×</a:t>
            </a:r>
          </a:p>
        </p:txBody>
      </p:sp>
      <p:sp>
        <p:nvSpPr>
          <p:cNvPr id="158764" name="Text Box 44">
            <a:extLst>
              <a:ext uri="{FF2B5EF4-FFF2-40B4-BE49-F238E27FC236}">
                <a16:creationId xmlns:a16="http://schemas.microsoft.com/office/drawing/2014/main" id="{718251EC-5573-4B6F-8B4E-80315D30E8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63725" y="3389313"/>
            <a:ext cx="488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en-US" altLang="zh-CN">
                <a:solidFill>
                  <a:srgbClr val="FF0000"/>
                </a:solidFill>
              </a:rPr>
              <a:t>×</a:t>
            </a:r>
          </a:p>
        </p:txBody>
      </p:sp>
      <p:sp>
        <p:nvSpPr>
          <p:cNvPr id="158804" name="Text Box 84">
            <a:extLst>
              <a:ext uri="{FF2B5EF4-FFF2-40B4-BE49-F238E27FC236}">
                <a16:creationId xmlns:a16="http://schemas.microsoft.com/office/drawing/2014/main" id="{B4A36608-64AD-40CA-AAFD-65D6F83D49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9038" y="5907088"/>
            <a:ext cx="125730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zh-CN" altLang="en-US" sz="3200">
                <a:solidFill>
                  <a:srgbClr val="FF0000"/>
                </a:solidFill>
                <a:latin typeface="宋体" panose="02010600030101010101" pitchFamily="2" charset="-122"/>
              </a:rPr>
              <a:t>错误</a:t>
            </a:r>
          </a:p>
        </p:txBody>
      </p:sp>
      <p:sp>
        <p:nvSpPr>
          <p:cNvPr id="158805" name="Text Box 85">
            <a:extLst>
              <a:ext uri="{FF2B5EF4-FFF2-40B4-BE49-F238E27FC236}">
                <a16:creationId xmlns:a16="http://schemas.microsoft.com/office/drawing/2014/main" id="{BA2C9D2C-BAC5-45FE-B6B2-49AF902FB0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23113" y="5845175"/>
            <a:ext cx="1300162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zh-CN" altLang="en-US" sz="3200">
                <a:solidFill>
                  <a:srgbClr val="FF0000"/>
                </a:solidFill>
                <a:latin typeface="宋体" panose="02010600030101010101" pitchFamily="2" charset="-122"/>
              </a:rPr>
              <a:t>正确</a:t>
            </a:r>
          </a:p>
        </p:txBody>
      </p:sp>
      <p:grpSp>
        <p:nvGrpSpPr>
          <p:cNvPr id="158892" name="Group 172">
            <a:extLst>
              <a:ext uri="{FF2B5EF4-FFF2-40B4-BE49-F238E27FC236}">
                <a16:creationId xmlns:a16="http://schemas.microsoft.com/office/drawing/2014/main" id="{F65859F8-4B98-4C0F-A491-1F98347A4BC3}"/>
              </a:ext>
            </a:extLst>
          </p:cNvPr>
          <p:cNvGrpSpPr>
            <a:grpSpLocks/>
          </p:cNvGrpSpPr>
          <p:nvPr/>
        </p:nvGrpSpPr>
        <p:grpSpPr bwMode="auto">
          <a:xfrm>
            <a:off x="6681788" y="1387475"/>
            <a:ext cx="2017712" cy="4359275"/>
            <a:chOff x="4209" y="874"/>
            <a:chExt cx="1271" cy="2746"/>
          </a:xfrm>
        </p:grpSpPr>
        <p:grpSp>
          <p:nvGrpSpPr>
            <p:cNvPr id="158816" name="Group 96">
              <a:extLst>
                <a:ext uri="{FF2B5EF4-FFF2-40B4-BE49-F238E27FC236}">
                  <a16:creationId xmlns:a16="http://schemas.microsoft.com/office/drawing/2014/main" id="{8DDC198E-285B-407C-ABD1-DCD0B63BE0D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94" y="1295"/>
              <a:ext cx="559" cy="532"/>
              <a:chOff x="4494" y="1295"/>
              <a:chExt cx="559" cy="532"/>
            </a:xfrm>
          </p:grpSpPr>
          <p:sp>
            <p:nvSpPr>
              <p:cNvPr id="158817" name="Oval 97">
                <a:extLst>
                  <a:ext uri="{FF2B5EF4-FFF2-40B4-BE49-F238E27FC236}">
                    <a16:creationId xmlns:a16="http://schemas.microsoft.com/office/drawing/2014/main" id="{6307F413-8635-4E99-A731-2ED6891FDF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30" y="1295"/>
                <a:ext cx="523" cy="490"/>
              </a:xfrm>
              <a:prstGeom prst="ellipse">
                <a:avLst/>
              </a:prstGeom>
              <a:solidFill>
                <a:srgbClr val="00CCFF"/>
              </a:solidFill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58818" name="Oval 98">
                <a:extLst>
                  <a:ext uri="{FF2B5EF4-FFF2-40B4-BE49-F238E27FC236}">
                    <a16:creationId xmlns:a16="http://schemas.microsoft.com/office/drawing/2014/main" id="{A0ED45E6-FF53-485B-AB03-463326712A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40" y="1388"/>
                <a:ext cx="300" cy="295"/>
              </a:xfrm>
              <a:prstGeom prst="ellipse">
                <a:avLst/>
              </a:prstGeom>
              <a:solidFill>
                <a:srgbClr val="00CCFF"/>
              </a:solidFill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58819" name="Freeform 99">
                <a:extLst>
                  <a:ext uri="{FF2B5EF4-FFF2-40B4-BE49-F238E27FC236}">
                    <a16:creationId xmlns:a16="http://schemas.microsoft.com/office/drawing/2014/main" id="{F25EAEC6-15C1-4001-A858-945BE5AAF1C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94" y="1322"/>
                <a:ext cx="380" cy="505"/>
              </a:xfrm>
              <a:custGeom>
                <a:avLst/>
                <a:gdLst>
                  <a:gd name="T0" fmla="*/ 192 w 403"/>
                  <a:gd name="T1" fmla="*/ 0 h 509"/>
                  <a:gd name="T2" fmla="*/ 230 w 403"/>
                  <a:gd name="T3" fmla="*/ 105 h 509"/>
                  <a:gd name="T4" fmla="*/ 230 w 403"/>
                  <a:gd name="T5" fmla="*/ 211 h 509"/>
                  <a:gd name="T6" fmla="*/ 336 w 403"/>
                  <a:gd name="T7" fmla="*/ 365 h 509"/>
                  <a:gd name="T8" fmla="*/ 403 w 403"/>
                  <a:gd name="T9" fmla="*/ 461 h 509"/>
                  <a:gd name="T10" fmla="*/ 320 w 403"/>
                  <a:gd name="T11" fmla="*/ 509 h 509"/>
                  <a:gd name="T12" fmla="*/ 173 w 403"/>
                  <a:gd name="T13" fmla="*/ 470 h 509"/>
                  <a:gd name="T14" fmla="*/ 29 w 403"/>
                  <a:gd name="T15" fmla="*/ 374 h 509"/>
                  <a:gd name="T16" fmla="*/ 0 w 403"/>
                  <a:gd name="T17" fmla="*/ 144 h 509"/>
                  <a:gd name="T18" fmla="*/ 77 w 403"/>
                  <a:gd name="T19" fmla="*/ 9 h 509"/>
                  <a:gd name="T20" fmla="*/ 192 w 403"/>
                  <a:gd name="T21" fmla="*/ 0 h 5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403" h="509">
                    <a:moveTo>
                      <a:pt x="192" y="0"/>
                    </a:moveTo>
                    <a:lnTo>
                      <a:pt x="230" y="105"/>
                    </a:lnTo>
                    <a:lnTo>
                      <a:pt x="230" y="211"/>
                    </a:lnTo>
                    <a:lnTo>
                      <a:pt x="336" y="365"/>
                    </a:lnTo>
                    <a:lnTo>
                      <a:pt x="403" y="461"/>
                    </a:lnTo>
                    <a:lnTo>
                      <a:pt x="320" y="509"/>
                    </a:lnTo>
                    <a:lnTo>
                      <a:pt x="173" y="470"/>
                    </a:lnTo>
                    <a:lnTo>
                      <a:pt x="29" y="374"/>
                    </a:lnTo>
                    <a:lnTo>
                      <a:pt x="0" y="144"/>
                    </a:lnTo>
                    <a:lnTo>
                      <a:pt x="77" y="9"/>
                    </a:lnTo>
                    <a:lnTo>
                      <a:pt x="192" y="0"/>
                    </a:lnTo>
                    <a:close/>
                  </a:path>
                </a:pathLst>
              </a:custGeom>
              <a:solidFill>
                <a:srgbClr val="00CCFF"/>
              </a:solidFill>
              <a:ln w="38100" cap="flat" cmpd="sng">
                <a:solidFill>
                  <a:srgbClr val="00CCFF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158820" name="Rectangle 100">
              <a:extLst>
                <a:ext uri="{FF2B5EF4-FFF2-40B4-BE49-F238E27FC236}">
                  <a16:creationId xmlns:a16="http://schemas.microsoft.com/office/drawing/2014/main" id="{2516B4AD-DA83-41B8-9BD8-9CCDC79CC5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82" y="961"/>
              <a:ext cx="1058" cy="1243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58821" name="Line 101">
              <a:extLst>
                <a:ext uri="{FF2B5EF4-FFF2-40B4-BE49-F238E27FC236}">
                  <a16:creationId xmlns:a16="http://schemas.microsoft.com/office/drawing/2014/main" id="{CD54BDC8-2140-435F-9845-9AF2FB6FDB5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427" y="962"/>
              <a:ext cx="0" cy="1249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58822" name="Line 102">
              <a:extLst>
                <a:ext uri="{FF2B5EF4-FFF2-40B4-BE49-F238E27FC236}">
                  <a16:creationId xmlns:a16="http://schemas.microsoft.com/office/drawing/2014/main" id="{D702EE72-2153-41C6-AF47-668B6FBDFCF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84" y="963"/>
              <a:ext cx="96" cy="9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58823" name="Line 103">
              <a:extLst>
                <a:ext uri="{FF2B5EF4-FFF2-40B4-BE49-F238E27FC236}">
                  <a16:creationId xmlns:a16="http://schemas.microsoft.com/office/drawing/2014/main" id="{E22754C9-3CAF-491E-94D4-FCF48078358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84" y="1079"/>
              <a:ext cx="143" cy="14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58824" name="Line 104">
              <a:extLst>
                <a:ext uri="{FF2B5EF4-FFF2-40B4-BE49-F238E27FC236}">
                  <a16:creationId xmlns:a16="http://schemas.microsoft.com/office/drawing/2014/main" id="{FD2FE0B5-D952-4D46-8FC2-8872E825F71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84" y="1251"/>
              <a:ext cx="133" cy="13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58825" name="Line 105">
              <a:extLst>
                <a:ext uri="{FF2B5EF4-FFF2-40B4-BE49-F238E27FC236}">
                  <a16:creationId xmlns:a16="http://schemas.microsoft.com/office/drawing/2014/main" id="{BE190ED6-D77B-4E5F-9EB4-FBBF1C497EB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84" y="1412"/>
              <a:ext cx="133" cy="13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58826" name="Line 106">
              <a:extLst>
                <a:ext uri="{FF2B5EF4-FFF2-40B4-BE49-F238E27FC236}">
                  <a16:creationId xmlns:a16="http://schemas.microsoft.com/office/drawing/2014/main" id="{0D429C51-E41C-4243-9D7B-5EEC9D3EFB7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94" y="1583"/>
              <a:ext cx="124" cy="12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58827" name="Line 107">
              <a:extLst>
                <a:ext uri="{FF2B5EF4-FFF2-40B4-BE49-F238E27FC236}">
                  <a16:creationId xmlns:a16="http://schemas.microsoft.com/office/drawing/2014/main" id="{2BD49D7E-C17D-4DEE-8A7D-2B8FCBA6A19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84" y="1754"/>
              <a:ext cx="133" cy="13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58828" name="Line 108">
              <a:extLst>
                <a:ext uri="{FF2B5EF4-FFF2-40B4-BE49-F238E27FC236}">
                  <a16:creationId xmlns:a16="http://schemas.microsoft.com/office/drawing/2014/main" id="{C0B5D2F2-7A27-4BB0-9877-EEC8733A718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94" y="1926"/>
              <a:ext cx="124" cy="12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58829" name="Line 109">
              <a:extLst>
                <a:ext uri="{FF2B5EF4-FFF2-40B4-BE49-F238E27FC236}">
                  <a16:creationId xmlns:a16="http://schemas.microsoft.com/office/drawing/2014/main" id="{0907FE53-59B6-4043-952C-366266C570A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303" y="2089"/>
              <a:ext cx="114" cy="11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58830" name="Line 110">
              <a:extLst>
                <a:ext uri="{FF2B5EF4-FFF2-40B4-BE49-F238E27FC236}">
                  <a16:creationId xmlns:a16="http://schemas.microsoft.com/office/drawing/2014/main" id="{FC3C26A5-7C71-41B5-9D5C-E2284E09540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63" y="1553"/>
              <a:ext cx="695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lgDash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grpSp>
          <p:nvGrpSpPr>
            <p:cNvPr id="158831" name="Group 111">
              <a:extLst>
                <a:ext uri="{FF2B5EF4-FFF2-40B4-BE49-F238E27FC236}">
                  <a16:creationId xmlns:a16="http://schemas.microsoft.com/office/drawing/2014/main" id="{CA9A37B0-D115-46C5-A4CB-B0CA90B0BDC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288" y="2454"/>
              <a:ext cx="1034" cy="979"/>
              <a:chOff x="4288" y="2454"/>
              <a:chExt cx="1034" cy="979"/>
            </a:xfrm>
          </p:grpSpPr>
          <p:sp>
            <p:nvSpPr>
              <p:cNvPr id="158832" name="Oval 112">
                <a:extLst>
                  <a:ext uri="{FF2B5EF4-FFF2-40B4-BE49-F238E27FC236}">
                    <a16:creationId xmlns:a16="http://schemas.microsoft.com/office/drawing/2014/main" id="{315DB6BC-A2E2-4601-A72F-FDB51FDF9B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88" y="2454"/>
                <a:ext cx="1034" cy="952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58833" name="Freeform 113">
                <a:extLst>
                  <a:ext uri="{FF2B5EF4-FFF2-40B4-BE49-F238E27FC236}">
                    <a16:creationId xmlns:a16="http://schemas.microsoft.com/office/drawing/2014/main" id="{E8FD824C-C0B5-4A15-A5BA-1E972035FE7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32" y="3299"/>
                <a:ext cx="532" cy="134"/>
              </a:xfrm>
              <a:custGeom>
                <a:avLst/>
                <a:gdLst>
                  <a:gd name="T0" fmla="*/ 0 w 548"/>
                  <a:gd name="T1" fmla="*/ 10 h 135"/>
                  <a:gd name="T2" fmla="*/ 0 w 548"/>
                  <a:gd name="T3" fmla="*/ 68 h 135"/>
                  <a:gd name="T4" fmla="*/ 87 w 548"/>
                  <a:gd name="T5" fmla="*/ 116 h 135"/>
                  <a:gd name="T6" fmla="*/ 183 w 548"/>
                  <a:gd name="T7" fmla="*/ 135 h 135"/>
                  <a:gd name="T8" fmla="*/ 288 w 548"/>
                  <a:gd name="T9" fmla="*/ 135 h 135"/>
                  <a:gd name="T10" fmla="*/ 394 w 548"/>
                  <a:gd name="T11" fmla="*/ 135 h 135"/>
                  <a:gd name="T12" fmla="*/ 490 w 548"/>
                  <a:gd name="T13" fmla="*/ 116 h 135"/>
                  <a:gd name="T14" fmla="*/ 548 w 548"/>
                  <a:gd name="T15" fmla="*/ 68 h 135"/>
                  <a:gd name="T16" fmla="*/ 538 w 548"/>
                  <a:gd name="T17" fmla="*/ 0 h 135"/>
                  <a:gd name="T18" fmla="*/ 490 w 548"/>
                  <a:gd name="T19" fmla="*/ 39 h 135"/>
                  <a:gd name="T20" fmla="*/ 394 w 548"/>
                  <a:gd name="T21" fmla="*/ 68 h 135"/>
                  <a:gd name="T22" fmla="*/ 298 w 548"/>
                  <a:gd name="T23" fmla="*/ 58 h 135"/>
                  <a:gd name="T24" fmla="*/ 231 w 548"/>
                  <a:gd name="T25" fmla="*/ 68 h 135"/>
                  <a:gd name="T26" fmla="*/ 77 w 548"/>
                  <a:gd name="T27" fmla="*/ 39 h 135"/>
                  <a:gd name="T28" fmla="*/ 0 w 548"/>
                  <a:gd name="T29" fmla="*/ 10 h 1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548" h="135">
                    <a:moveTo>
                      <a:pt x="0" y="10"/>
                    </a:moveTo>
                    <a:lnTo>
                      <a:pt x="0" y="68"/>
                    </a:lnTo>
                    <a:lnTo>
                      <a:pt x="87" y="116"/>
                    </a:lnTo>
                    <a:lnTo>
                      <a:pt x="183" y="135"/>
                    </a:lnTo>
                    <a:lnTo>
                      <a:pt x="288" y="135"/>
                    </a:lnTo>
                    <a:lnTo>
                      <a:pt x="394" y="135"/>
                    </a:lnTo>
                    <a:lnTo>
                      <a:pt x="490" y="116"/>
                    </a:lnTo>
                    <a:lnTo>
                      <a:pt x="548" y="68"/>
                    </a:lnTo>
                    <a:lnTo>
                      <a:pt x="538" y="0"/>
                    </a:lnTo>
                    <a:lnTo>
                      <a:pt x="490" y="39"/>
                    </a:lnTo>
                    <a:lnTo>
                      <a:pt x="394" y="68"/>
                    </a:lnTo>
                    <a:lnTo>
                      <a:pt x="298" y="58"/>
                    </a:lnTo>
                    <a:lnTo>
                      <a:pt x="231" y="68"/>
                    </a:lnTo>
                    <a:lnTo>
                      <a:pt x="77" y="39"/>
                    </a:lnTo>
                    <a:lnTo>
                      <a:pt x="0" y="10"/>
                    </a:lnTo>
                    <a:close/>
                  </a:path>
                </a:pathLst>
              </a:custGeom>
              <a:solidFill>
                <a:srgbClr val="00CCFF"/>
              </a:solidFill>
              <a:ln w="9525" cap="flat" cmpd="sng">
                <a:solidFill>
                  <a:srgbClr val="00CCFF"/>
                </a:solidFill>
                <a:prstDash val="solid"/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158834" name="Line 114">
              <a:extLst>
                <a:ext uri="{FF2B5EF4-FFF2-40B4-BE49-F238E27FC236}">
                  <a16:creationId xmlns:a16="http://schemas.microsoft.com/office/drawing/2014/main" id="{9053E946-AFAC-4A3A-AA5D-CE86B06387C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09" y="2934"/>
              <a:ext cx="1271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lgDash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58835" name="Line 115">
              <a:extLst>
                <a:ext uri="{FF2B5EF4-FFF2-40B4-BE49-F238E27FC236}">
                  <a16:creationId xmlns:a16="http://schemas.microsoft.com/office/drawing/2014/main" id="{B0599FFD-439A-4207-B216-0126AE21EC4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1" y="2371"/>
              <a:ext cx="0" cy="124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lgDash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58836" name="Line 116">
              <a:extLst>
                <a:ext uri="{FF2B5EF4-FFF2-40B4-BE49-F238E27FC236}">
                  <a16:creationId xmlns:a16="http://schemas.microsoft.com/office/drawing/2014/main" id="{10056AAD-C015-42F1-835D-A6982EA914C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33" y="3339"/>
              <a:ext cx="0" cy="20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58837" name="Line 117">
              <a:extLst>
                <a:ext uri="{FF2B5EF4-FFF2-40B4-BE49-F238E27FC236}">
                  <a16:creationId xmlns:a16="http://schemas.microsoft.com/office/drawing/2014/main" id="{5C21956F-80CC-4E8B-B678-746778710CA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73" y="3338"/>
              <a:ext cx="0" cy="2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58838" name="Line 118">
              <a:extLst>
                <a:ext uri="{FF2B5EF4-FFF2-40B4-BE49-F238E27FC236}">
                  <a16:creationId xmlns:a16="http://schemas.microsoft.com/office/drawing/2014/main" id="{E8D475CA-9EDE-48F3-9143-06184F1E161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534" y="3528"/>
              <a:ext cx="549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58839" name="Oval 119">
              <a:extLst>
                <a:ext uri="{FF2B5EF4-FFF2-40B4-BE49-F238E27FC236}">
                  <a16:creationId xmlns:a16="http://schemas.microsoft.com/office/drawing/2014/main" id="{2C7F979E-49BA-4A5B-9B41-4E372C073C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29" y="2584"/>
              <a:ext cx="737" cy="688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58840" name="Line 120">
              <a:extLst>
                <a:ext uri="{FF2B5EF4-FFF2-40B4-BE49-F238E27FC236}">
                  <a16:creationId xmlns:a16="http://schemas.microsoft.com/office/drawing/2014/main" id="{084CA662-44BC-49B3-AF7B-51C6EB03C61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44" y="3234"/>
              <a:ext cx="0" cy="29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58841" name="Line 121">
              <a:extLst>
                <a:ext uri="{FF2B5EF4-FFF2-40B4-BE49-F238E27FC236}">
                  <a16:creationId xmlns:a16="http://schemas.microsoft.com/office/drawing/2014/main" id="{FFA46E54-B105-4787-933F-1E307B5CB6B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53" y="3252"/>
              <a:ext cx="0" cy="27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58842" name="Line 122">
              <a:extLst>
                <a:ext uri="{FF2B5EF4-FFF2-40B4-BE49-F238E27FC236}">
                  <a16:creationId xmlns:a16="http://schemas.microsoft.com/office/drawing/2014/main" id="{F557AF52-3FB1-4A40-B182-D6A6B01642D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541" y="3423"/>
              <a:ext cx="93" cy="96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58843" name="Freeform 123">
              <a:extLst>
                <a:ext uri="{FF2B5EF4-FFF2-40B4-BE49-F238E27FC236}">
                  <a16:creationId xmlns:a16="http://schemas.microsoft.com/office/drawing/2014/main" id="{41DAD944-611E-43B7-94F9-FCB5533E4F3D}"/>
                </a:ext>
              </a:extLst>
            </p:cNvPr>
            <p:cNvSpPr>
              <a:spLocks/>
            </p:cNvSpPr>
            <p:nvPr/>
          </p:nvSpPr>
          <p:spPr bwMode="auto">
            <a:xfrm>
              <a:off x="4531" y="3262"/>
              <a:ext cx="113" cy="114"/>
            </a:xfrm>
            <a:custGeom>
              <a:avLst/>
              <a:gdLst>
                <a:gd name="T0" fmla="*/ 0 w 116"/>
                <a:gd name="T1" fmla="*/ 115 h 115"/>
                <a:gd name="T2" fmla="*/ 116 w 116"/>
                <a:gd name="T3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16" h="115">
                  <a:moveTo>
                    <a:pt x="0" y="115"/>
                  </a:moveTo>
                  <a:lnTo>
                    <a:pt x="116" y="0"/>
                  </a:lnTo>
                </a:path>
              </a:pathLst>
            </a:cu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58844" name="Freeform 124">
              <a:extLst>
                <a:ext uri="{FF2B5EF4-FFF2-40B4-BE49-F238E27FC236}">
                  <a16:creationId xmlns:a16="http://schemas.microsoft.com/office/drawing/2014/main" id="{D3F3552C-696C-4EBC-8E2B-28E01A761110}"/>
                </a:ext>
              </a:extLst>
            </p:cNvPr>
            <p:cNvSpPr>
              <a:spLocks/>
            </p:cNvSpPr>
            <p:nvPr/>
          </p:nvSpPr>
          <p:spPr bwMode="auto">
            <a:xfrm>
              <a:off x="4457" y="3186"/>
              <a:ext cx="93" cy="95"/>
            </a:xfrm>
            <a:custGeom>
              <a:avLst/>
              <a:gdLst>
                <a:gd name="T0" fmla="*/ 0 w 96"/>
                <a:gd name="T1" fmla="*/ 96 h 96"/>
                <a:gd name="T2" fmla="*/ 96 w 96"/>
                <a:gd name="T3" fmla="*/ 0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96" h="96">
                  <a:moveTo>
                    <a:pt x="0" y="96"/>
                  </a:moveTo>
                  <a:lnTo>
                    <a:pt x="96" y="0"/>
                  </a:lnTo>
                </a:path>
              </a:pathLst>
            </a:cu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58845" name="Freeform 125">
              <a:extLst>
                <a:ext uri="{FF2B5EF4-FFF2-40B4-BE49-F238E27FC236}">
                  <a16:creationId xmlns:a16="http://schemas.microsoft.com/office/drawing/2014/main" id="{32A166AE-86BB-4370-9987-1053C510E17C}"/>
                </a:ext>
              </a:extLst>
            </p:cNvPr>
            <p:cNvSpPr>
              <a:spLocks/>
            </p:cNvSpPr>
            <p:nvPr/>
          </p:nvSpPr>
          <p:spPr bwMode="auto">
            <a:xfrm>
              <a:off x="4950" y="3405"/>
              <a:ext cx="122" cy="124"/>
            </a:xfrm>
            <a:custGeom>
              <a:avLst/>
              <a:gdLst>
                <a:gd name="T0" fmla="*/ 0 w 125"/>
                <a:gd name="T1" fmla="*/ 126 h 126"/>
                <a:gd name="T2" fmla="*/ 125 w 125"/>
                <a:gd name="T3" fmla="*/ 0 h 1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25" h="126">
                  <a:moveTo>
                    <a:pt x="0" y="126"/>
                  </a:moveTo>
                  <a:lnTo>
                    <a:pt x="125" y="0"/>
                  </a:lnTo>
                </a:path>
              </a:pathLst>
            </a:cu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58846" name="Line 126">
              <a:extLst>
                <a:ext uri="{FF2B5EF4-FFF2-40B4-BE49-F238E27FC236}">
                  <a16:creationId xmlns:a16="http://schemas.microsoft.com/office/drawing/2014/main" id="{BBCAF4E3-98CD-4A91-9856-E76BF661592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950" y="3176"/>
              <a:ext cx="197" cy="20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58847" name="Line 127">
              <a:extLst>
                <a:ext uri="{FF2B5EF4-FFF2-40B4-BE49-F238E27FC236}">
                  <a16:creationId xmlns:a16="http://schemas.microsoft.com/office/drawing/2014/main" id="{2209FFD6-CC6F-4C33-B624-9683E78D8CC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808" y="874"/>
              <a:ext cx="0" cy="144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lgDash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58848" name="Freeform 128">
              <a:extLst>
                <a:ext uri="{FF2B5EF4-FFF2-40B4-BE49-F238E27FC236}">
                  <a16:creationId xmlns:a16="http://schemas.microsoft.com/office/drawing/2014/main" id="{8C5D405A-D177-4008-BC73-E71D0BC484E5}"/>
                </a:ext>
              </a:extLst>
            </p:cNvPr>
            <p:cNvSpPr>
              <a:spLocks/>
            </p:cNvSpPr>
            <p:nvPr/>
          </p:nvSpPr>
          <p:spPr bwMode="auto">
            <a:xfrm>
              <a:off x="4516" y="963"/>
              <a:ext cx="207" cy="450"/>
            </a:xfrm>
            <a:custGeom>
              <a:avLst/>
              <a:gdLst>
                <a:gd name="T0" fmla="*/ 207 w 207"/>
                <a:gd name="T1" fmla="*/ 450 h 450"/>
                <a:gd name="T2" fmla="*/ 169 w 207"/>
                <a:gd name="T3" fmla="*/ 366 h 450"/>
                <a:gd name="T4" fmla="*/ 148 w 207"/>
                <a:gd name="T5" fmla="*/ 233 h 450"/>
                <a:gd name="T6" fmla="*/ 49 w 207"/>
                <a:gd name="T7" fmla="*/ 162 h 450"/>
                <a:gd name="T8" fmla="*/ 0 w 207"/>
                <a:gd name="T9" fmla="*/ 0 h 4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7" h="450">
                  <a:moveTo>
                    <a:pt x="207" y="450"/>
                  </a:moveTo>
                  <a:cubicBezTo>
                    <a:pt x="201" y="437"/>
                    <a:pt x="179" y="402"/>
                    <a:pt x="169" y="366"/>
                  </a:cubicBezTo>
                  <a:cubicBezTo>
                    <a:pt x="159" y="330"/>
                    <a:pt x="168" y="267"/>
                    <a:pt x="148" y="233"/>
                  </a:cubicBezTo>
                  <a:cubicBezTo>
                    <a:pt x="128" y="199"/>
                    <a:pt x="74" y="201"/>
                    <a:pt x="49" y="162"/>
                  </a:cubicBezTo>
                  <a:cubicBezTo>
                    <a:pt x="25" y="124"/>
                    <a:pt x="8" y="27"/>
                    <a:pt x="0" y="0"/>
                  </a:cubicBez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8849" name="Freeform 129">
              <a:extLst>
                <a:ext uri="{FF2B5EF4-FFF2-40B4-BE49-F238E27FC236}">
                  <a16:creationId xmlns:a16="http://schemas.microsoft.com/office/drawing/2014/main" id="{E943167B-C652-4B84-9F8C-F0F4D8C16933}"/>
                </a:ext>
              </a:extLst>
            </p:cNvPr>
            <p:cNvSpPr>
              <a:spLocks/>
            </p:cNvSpPr>
            <p:nvPr/>
          </p:nvSpPr>
          <p:spPr bwMode="auto">
            <a:xfrm>
              <a:off x="4827" y="1670"/>
              <a:ext cx="296" cy="522"/>
            </a:xfrm>
            <a:custGeom>
              <a:avLst/>
              <a:gdLst>
                <a:gd name="T0" fmla="*/ 0 w 252"/>
                <a:gd name="T1" fmla="*/ 0 h 444"/>
                <a:gd name="T2" fmla="*/ 60 w 252"/>
                <a:gd name="T3" fmla="*/ 90 h 444"/>
                <a:gd name="T4" fmla="*/ 108 w 252"/>
                <a:gd name="T5" fmla="*/ 126 h 444"/>
                <a:gd name="T6" fmla="*/ 138 w 252"/>
                <a:gd name="T7" fmla="*/ 204 h 444"/>
                <a:gd name="T8" fmla="*/ 210 w 252"/>
                <a:gd name="T9" fmla="*/ 306 h 444"/>
                <a:gd name="T10" fmla="*/ 216 w 252"/>
                <a:gd name="T11" fmla="*/ 408 h 444"/>
                <a:gd name="T12" fmla="*/ 252 w 252"/>
                <a:gd name="T13" fmla="*/ 444 h 4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52" h="444">
                  <a:moveTo>
                    <a:pt x="0" y="0"/>
                  </a:moveTo>
                  <a:cubicBezTo>
                    <a:pt x="21" y="34"/>
                    <a:pt x="42" y="69"/>
                    <a:pt x="60" y="90"/>
                  </a:cubicBezTo>
                  <a:cubicBezTo>
                    <a:pt x="78" y="111"/>
                    <a:pt x="95" y="107"/>
                    <a:pt x="108" y="126"/>
                  </a:cubicBezTo>
                  <a:cubicBezTo>
                    <a:pt x="121" y="145"/>
                    <a:pt x="121" y="174"/>
                    <a:pt x="138" y="204"/>
                  </a:cubicBezTo>
                  <a:cubicBezTo>
                    <a:pt x="155" y="234"/>
                    <a:pt x="197" y="272"/>
                    <a:pt x="210" y="306"/>
                  </a:cubicBezTo>
                  <a:cubicBezTo>
                    <a:pt x="223" y="340"/>
                    <a:pt x="209" y="385"/>
                    <a:pt x="216" y="408"/>
                  </a:cubicBezTo>
                  <a:cubicBezTo>
                    <a:pt x="223" y="431"/>
                    <a:pt x="237" y="437"/>
                    <a:pt x="252" y="444"/>
                  </a:cubicBez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8850" name="Freeform 130">
              <a:extLst>
                <a:ext uri="{FF2B5EF4-FFF2-40B4-BE49-F238E27FC236}">
                  <a16:creationId xmlns:a16="http://schemas.microsoft.com/office/drawing/2014/main" id="{CA2DF405-525E-4CA0-BCDD-F605DFE23EF2}"/>
                </a:ext>
              </a:extLst>
            </p:cNvPr>
            <p:cNvSpPr>
              <a:spLocks/>
            </p:cNvSpPr>
            <p:nvPr/>
          </p:nvSpPr>
          <p:spPr bwMode="auto">
            <a:xfrm>
              <a:off x="5088" y="3139"/>
              <a:ext cx="148" cy="49"/>
            </a:xfrm>
            <a:custGeom>
              <a:avLst/>
              <a:gdLst>
                <a:gd name="T0" fmla="*/ 0 w 126"/>
                <a:gd name="T1" fmla="*/ 0 h 42"/>
                <a:gd name="T2" fmla="*/ 42 w 126"/>
                <a:gd name="T3" fmla="*/ 36 h 42"/>
                <a:gd name="T4" fmla="*/ 84 w 126"/>
                <a:gd name="T5" fmla="*/ 30 h 42"/>
                <a:gd name="T6" fmla="*/ 126 w 126"/>
                <a:gd name="T7" fmla="*/ 4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6" h="42">
                  <a:moveTo>
                    <a:pt x="0" y="0"/>
                  </a:moveTo>
                  <a:cubicBezTo>
                    <a:pt x="7" y="7"/>
                    <a:pt x="28" y="31"/>
                    <a:pt x="42" y="36"/>
                  </a:cubicBezTo>
                  <a:cubicBezTo>
                    <a:pt x="56" y="41"/>
                    <a:pt x="70" y="29"/>
                    <a:pt x="84" y="30"/>
                  </a:cubicBezTo>
                  <a:cubicBezTo>
                    <a:pt x="98" y="31"/>
                    <a:pt x="117" y="40"/>
                    <a:pt x="126" y="42"/>
                  </a:cubicBez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8851" name="Freeform 131">
              <a:extLst>
                <a:ext uri="{FF2B5EF4-FFF2-40B4-BE49-F238E27FC236}">
                  <a16:creationId xmlns:a16="http://schemas.microsoft.com/office/drawing/2014/main" id="{53B0061A-EEAD-4BB8-96AE-7EA366130B77}"/>
                </a:ext>
              </a:extLst>
            </p:cNvPr>
            <p:cNvSpPr>
              <a:spLocks/>
            </p:cNvSpPr>
            <p:nvPr/>
          </p:nvSpPr>
          <p:spPr bwMode="auto">
            <a:xfrm>
              <a:off x="4389" y="3110"/>
              <a:ext cx="85" cy="106"/>
            </a:xfrm>
            <a:custGeom>
              <a:avLst/>
              <a:gdLst>
                <a:gd name="T0" fmla="*/ 72 w 72"/>
                <a:gd name="T1" fmla="*/ 0 h 90"/>
                <a:gd name="T2" fmla="*/ 42 w 72"/>
                <a:gd name="T3" fmla="*/ 30 h 90"/>
                <a:gd name="T4" fmla="*/ 42 w 72"/>
                <a:gd name="T5" fmla="*/ 66 h 90"/>
                <a:gd name="T6" fmla="*/ 0 w 72"/>
                <a:gd name="T7" fmla="*/ 90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2" h="90">
                  <a:moveTo>
                    <a:pt x="72" y="0"/>
                  </a:moveTo>
                  <a:cubicBezTo>
                    <a:pt x="59" y="9"/>
                    <a:pt x="47" y="19"/>
                    <a:pt x="42" y="30"/>
                  </a:cubicBezTo>
                  <a:cubicBezTo>
                    <a:pt x="37" y="41"/>
                    <a:pt x="49" y="56"/>
                    <a:pt x="42" y="66"/>
                  </a:cubicBezTo>
                  <a:cubicBezTo>
                    <a:pt x="35" y="76"/>
                    <a:pt x="7" y="86"/>
                    <a:pt x="0" y="90"/>
                  </a:cubicBez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pic>
        <p:nvPicPr>
          <p:cNvPr id="158893" name="Picture 173">
            <a:extLst>
              <a:ext uri="{FF2B5EF4-FFF2-40B4-BE49-F238E27FC236}">
                <a16:creationId xmlns:a16="http://schemas.microsoft.com/office/drawing/2014/main" id="{A8A11FE0-71F2-454D-AD5A-ACC44955D6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14688" y="865188"/>
            <a:ext cx="2843212" cy="2881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58894" name="Picture 174">
            <a:extLst>
              <a:ext uri="{FF2B5EF4-FFF2-40B4-BE49-F238E27FC236}">
                <a16:creationId xmlns:a16="http://schemas.microsoft.com/office/drawing/2014/main" id="{37559B9A-4F43-4E15-8626-5C340DB550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70275" y="3767138"/>
            <a:ext cx="2522538" cy="2722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1588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588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88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75"/>
                                        <p:tgtEl>
                                          <p:spTgt spid="1587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75"/>
                                        <p:tgtEl>
                                          <p:spTgt spid="1587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75"/>
                                        <p:tgtEl>
                                          <p:spTgt spid="1587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75"/>
                                        <p:tgtEl>
                                          <p:spTgt spid="1587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8" dur="500"/>
                                        <p:tgtEl>
                                          <p:spTgt spid="1588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3" dur="500"/>
                                        <p:tgtEl>
                                          <p:spTgt spid="1588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588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588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588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588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8761" grpId="0" build="p" autoUpdateAnimBg="0"/>
      <p:bldP spid="158762" grpId="0" build="p" autoUpdateAnimBg="0"/>
      <p:bldP spid="158763" grpId="0" build="p" autoUpdateAnimBg="0"/>
      <p:bldP spid="158764" grpId="0" build="p" autoUpdateAnimBg="0"/>
      <p:bldP spid="158804" grpId="0" autoUpdateAnimBg="0"/>
      <p:bldP spid="158805" grpId="0" autoUpdateAnimBg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9831" name="Group 87">
            <a:extLst>
              <a:ext uri="{FF2B5EF4-FFF2-40B4-BE49-F238E27FC236}">
                <a16:creationId xmlns:a16="http://schemas.microsoft.com/office/drawing/2014/main" id="{9BA0FE35-ACC8-4FFA-8935-6894A8340777}"/>
              </a:ext>
            </a:extLst>
          </p:cNvPr>
          <p:cNvGrpSpPr>
            <a:grpSpLocks/>
          </p:cNvGrpSpPr>
          <p:nvPr/>
        </p:nvGrpSpPr>
        <p:grpSpPr bwMode="auto">
          <a:xfrm>
            <a:off x="6578600" y="911225"/>
            <a:ext cx="1909763" cy="4367213"/>
            <a:chOff x="4144" y="574"/>
            <a:chExt cx="1203" cy="2751"/>
          </a:xfrm>
        </p:grpSpPr>
        <p:grpSp>
          <p:nvGrpSpPr>
            <p:cNvPr id="159829" name="Group 85">
              <a:extLst>
                <a:ext uri="{FF2B5EF4-FFF2-40B4-BE49-F238E27FC236}">
                  <a16:creationId xmlns:a16="http://schemas.microsoft.com/office/drawing/2014/main" id="{4BCED5DF-BFBF-4A3C-BB50-FD8DEACFF85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215" y="2150"/>
              <a:ext cx="1065" cy="987"/>
              <a:chOff x="4215" y="2150"/>
              <a:chExt cx="1065" cy="987"/>
            </a:xfrm>
          </p:grpSpPr>
          <p:sp>
            <p:nvSpPr>
              <p:cNvPr id="159748" name="Oval 4">
                <a:extLst>
                  <a:ext uri="{FF2B5EF4-FFF2-40B4-BE49-F238E27FC236}">
                    <a16:creationId xmlns:a16="http://schemas.microsoft.com/office/drawing/2014/main" id="{001622C5-BE2D-4662-9C70-EC43BC7174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5" y="2150"/>
                <a:ext cx="1065" cy="960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59749" name="Freeform 5">
                <a:extLst>
                  <a:ext uri="{FF2B5EF4-FFF2-40B4-BE49-F238E27FC236}">
                    <a16:creationId xmlns:a16="http://schemas.microsoft.com/office/drawing/2014/main" id="{8CF2674D-29C8-460A-8F07-5D8DF74A27A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66" y="3002"/>
                <a:ext cx="548" cy="135"/>
              </a:xfrm>
              <a:custGeom>
                <a:avLst/>
                <a:gdLst>
                  <a:gd name="T0" fmla="*/ 0 w 548"/>
                  <a:gd name="T1" fmla="*/ 10 h 135"/>
                  <a:gd name="T2" fmla="*/ 0 w 548"/>
                  <a:gd name="T3" fmla="*/ 68 h 135"/>
                  <a:gd name="T4" fmla="*/ 87 w 548"/>
                  <a:gd name="T5" fmla="*/ 116 h 135"/>
                  <a:gd name="T6" fmla="*/ 183 w 548"/>
                  <a:gd name="T7" fmla="*/ 135 h 135"/>
                  <a:gd name="T8" fmla="*/ 288 w 548"/>
                  <a:gd name="T9" fmla="*/ 135 h 135"/>
                  <a:gd name="T10" fmla="*/ 394 w 548"/>
                  <a:gd name="T11" fmla="*/ 135 h 135"/>
                  <a:gd name="T12" fmla="*/ 490 w 548"/>
                  <a:gd name="T13" fmla="*/ 116 h 135"/>
                  <a:gd name="T14" fmla="*/ 548 w 548"/>
                  <a:gd name="T15" fmla="*/ 68 h 135"/>
                  <a:gd name="T16" fmla="*/ 538 w 548"/>
                  <a:gd name="T17" fmla="*/ 0 h 135"/>
                  <a:gd name="T18" fmla="*/ 490 w 548"/>
                  <a:gd name="T19" fmla="*/ 39 h 135"/>
                  <a:gd name="T20" fmla="*/ 394 w 548"/>
                  <a:gd name="T21" fmla="*/ 68 h 135"/>
                  <a:gd name="T22" fmla="*/ 298 w 548"/>
                  <a:gd name="T23" fmla="*/ 58 h 135"/>
                  <a:gd name="T24" fmla="*/ 231 w 548"/>
                  <a:gd name="T25" fmla="*/ 68 h 135"/>
                  <a:gd name="T26" fmla="*/ 77 w 548"/>
                  <a:gd name="T27" fmla="*/ 39 h 135"/>
                  <a:gd name="T28" fmla="*/ 0 w 548"/>
                  <a:gd name="T29" fmla="*/ 10 h 1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548" h="135">
                    <a:moveTo>
                      <a:pt x="0" y="10"/>
                    </a:moveTo>
                    <a:lnTo>
                      <a:pt x="0" y="68"/>
                    </a:lnTo>
                    <a:lnTo>
                      <a:pt x="87" y="116"/>
                    </a:lnTo>
                    <a:lnTo>
                      <a:pt x="183" y="135"/>
                    </a:lnTo>
                    <a:lnTo>
                      <a:pt x="288" y="135"/>
                    </a:lnTo>
                    <a:lnTo>
                      <a:pt x="394" y="135"/>
                    </a:lnTo>
                    <a:lnTo>
                      <a:pt x="490" y="116"/>
                    </a:lnTo>
                    <a:lnTo>
                      <a:pt x="548" y="68"/>
                    </a:lnTo>
                    <a:lnTo>
                      <a:pt x="538" y="0"/>
                    </a:lnTo>
                    <a:lnTo>
                      <a:pt x="490" y="39"/>
                    </a:lnTo>
                    <a:lnTo>
                      <a:pt x="394" y="68"/>
                    </a:lnTo>
                    <a:lnTo>
                      <a:pt x="298" y="58"/>
                    </a:lnTo>
                    <a:lnTo>
                      <a:pt x="231" y="68"/>
                    </a:lnTo>
                    <a:lnTo>
                      <a:pt x="77" y="39"/>
                    </a:lnTo>
                    <a:lnTo>
                      <a:pt x="0" y="10"/>
                    </a:lnTo>
                    <a:close/>
                  </a:path>
                </a:pathLst>
              </a:custGeom>
              <a:solidFill>
                <a:srgbClr val="00FFFF"/>
              </a:solidFill>
              <a:ln w="9525" cap="flat" cmpd="sng">
                <a:solidFill>
                  <a:srgbClr val="00FFFF"/>
                </a:solidFill>
                <a:prstDash val="solid"/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159750" name="Line 6">
              <a:extLst>
                <a:ext uri="{FF2B5EF4-FFF2-40B4-BE49-F238E27FC236}">
                  <a16:creationId xmlns:a16="http://schemas.microsoft.com/office/drawing/2014/main" id="{1A85838C-1E67-4EB8-BE04-B4C9FAF8206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67" y="3042"/>
              <a:ext cx="0" cy="20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59751" name="Line 7">
              <a:extLst>
                <a:ext uri="{FF2B5EF4-FFF2-40B4-BE49-F238E27FC236}">
                  <a16:creationId xmlns:a16="http://schemas.microsoft.com/office/drawing/2014/main" id="{F1954A15-6035-4951-8C6F-C2430867CC7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24" y="3041"/>
              <a:ext cx="0" cy="20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59752" name="Line 8">
              <a:extLst>
                <a:ext uri="{FF2B5EF4-FFF2-40B4-BE49-F238E27FC236}">
                  <a16:creationId xmlns:a16="http://schemas.microsoft.com/office/drawing/2014/main" id="{74303B04-7609-46A7-9BD2-88A706020DC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468" y="3232"/>
              <a:ext cx="56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59753" name="Oval 9">
              <a:extLst>
                <a:ext uri="{FF2B5EF4-FFF2-40B4-BE49-F238E27FC236}">
                  <a16:creationId xmlns:a16="http://schemas.microsoft.com/office/drawing/2014/main" id="{F9A59F3A-0E7C-4FBC-A137-481D4FD2D0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61" y="2282"/>
              <a:ext cx="758" cy="692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59754" name="Line 10">
              <a:extLst>
                <a:ext uri="{FF2B5EF4-FFF2-40B4-BE49-F238E27FC236}">
                  <a16:creationId xmlns:a16="http://schemas.microsoft.com/office/drawing/2014/main" id="{0DBD0EA6-F890-4DC4-8580-B6A2C886F6C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83" y="2936"/>
              <a:ext cx="0" cy="29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59755" name="Line 11">
              <a:extLst>
                <a:ext uri="{FF2B5EF4-FFF2-40B4-BE49-F238E27FC236}">
                  <a16:creationId xmlns:a16="http://schemas.microsoft.com/office/drawing/2014/main" id="{4FAADBC9-67B5-415A-A6A2-893ED58AD46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00" y="2954"/>
              <a:ext cx="0" cy="279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59756" name="Line 12">
              <a:extLst>
                <a:ext uri="{FF2B5EF4-FFF2-40B4-BE49-F238E27FC236}">
                  <a16:creationId xmlns:a16="http://schemas.microsoft.com/office/drawing/2014/main" id="{A77C5610-0588-4ECD-AF7F-BE67B9FFD7B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486" y="3127"/>
              <a:ext cx="96" cy="96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59757" name="Freeform 13">
              <a:extLst>
                <a:ext uri="{FF2B5EF4-FFF2-40B4-BE49-F238E27FC236}">
                  <a16:creationId xmlns:a16="http://schemas.microsoft.com/office/drawing/2014/main" id="{8E70E3D6-B348-4C2C-BDC1-0D2C2B726D98}"/>
                </a:ext>
              </a:extLst>
            </p:cNvPr>
            <p:cNvSpPr>
              <a:spLocks/>
            </p:cNvSpPr>
            <p:nvPr/>
          </p:nvSpPr>
          <p:spPr bwMode="auto">
            <a:xfrm>
              <a:off x="4466" y="2984"/>
              <a:ext cx="115" cy="115"/>
            </a:xfrm>
            <a:custGeom>
              <a:avLst/>
              <a:gdLst>
                <a:gd name="T0" fmla="*/ 0 w 115"/>
                <a:gd name="T1" fmla="*/ 115 h 115"/>
                <a:gd name="T2" fmla="*/ 115 w 115"/>
                <a:gd name="T3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15" h="115">
                  <a:moveTo>
                    <a:pt x="0" y="115"/>
                  </a:moveTo>
                  <a:lnTo>
                    <a:pt x="115" y="0"/>
                  </a:lnTo>
                </a:path>
              </a:pathLst>
            </a:cu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59758" name="Freeform 14">
              <a:extLst>
                <a:ext uri="{FF2B5EF4-FFF2-40B4-BE49-F238E27FC236}">
                  <a16:creationId xmlns:a16="http://schemas.microsoft.com/office/drawing/2014/main" id="{F28F14A7-A1DC-4EAF-8627-612636FD45F4}"/>
                </a:ext>
              </a:extLst>
            </p:cNvPr>
            <p:cNvSpPr>
              <a:spLocks/>
            </p:cNvSpPr>
            <p:nvPr/>
          </p:nvSpPr>
          <p:spPr bwMode="auto">
            <a:xfrm>
              <a:off x="4400" y="2897"/>
              <a:ext cx="96" cy="96"/>
            </a:xfrm>
            <a:custGeom>
              <a:avLst/>
              <a:gdLst>
                <a:gd name="T0" fmla="*/ 0 w 96"/>
                <a:gd name="T1" fmla="*/ 96 h 96"/>
                <a:gd name="T2" fmla="*/ 96 w 96"/>
                <a:gd name="T3" fmla="*/ 0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96" h="96">
                  <a:moveTo>
                    <a:pt x="0" y="96"/>
                  </a:moveTo>
                  <a:lnTo>
                    <a:pt x="96" y="0"/>
                  </a:lnTo>
                </a:path>
              </a:pathLst>
            </a:cu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59759" name="Freeform 15">
              <a:extLst>
                <a:ext uri="{FF2B5EF4-FFF2-40B4-BE49-F238E27FC236}">
                  <a16:creationId xmlns:a16="http://schemas.microsoft.com/office/drawing/2014/main" id="{C7FC75F3-7CAE-4369-B2C5-A18E505808B4}"/>
                </a:ext>
              </a:extLst>
            </p:cNvPr>
            <p:cNvSpPr>
              <a:spLocks/>
            </p:cNvSpPr>
            <p:nvPr/>
          </p:nvSpPr>
          <p:spPr bwMode="auto">
            <a:xfrm>
              <a:off x="4898" y="3108"/>
              <a:ext cx="125" cy="126"/>
            </a:xfrm>
            <a:custGeom>
              <a:avLst/>
              <a:gdLst>
                <a:gd name="T0" fmla="*/ 0 w 125"/>
                <a:gd name="T1" fmla="*/ 126 h 126"/>
                <a:gd name="T2" fmla="*/ 125 w 125"/>
                <a:gd name="T3" fmla="*/ 0 h 1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25" h="126">
                  <a:moveTo>
                    <a:pt x="0" y="126"/>
                  </a:moveTo>
                  <a:lnTo>
                    <a:pt x="125" y="0"/>
                  </a:lnTo>
                </a:path>
              </a:pathLst>
            </a:cu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59760" name="Freeform 16">
              <a:extLst>
                <a:ext uri="{FF2B5EF4-FFF2-40B4-BE49-F238E27FC236}">
                  <a16:creationId xmlns:a16="http://schemas.microsoft.com/office/drawing/2014/main" id="{4D94A81B-231B-4745-BFD3-863D52DF69B0}"/>
                </a:ext>
              </a:extLst>
            </p:cNvPr>
            <p:cNvSpPr>
              <a:spLocks/>
            </p:cNvSpPr>
            <p:nvPr/>
          </p:nvSpPr>
          <p:spPr bwMode="auto">
            <a:xfrm>
              <a:off x="4898" y="2888"/>
              <a:ext cx="192" cy="192"/>
            </a:xfrm>
            <a:custGeom>
              <a:avLst/>
              <a:gdLst>
                <a:gd name="T0" fmla="*/ 0 w 192"/>
                <a:gd name="T1" fmla="*/ 192 h 192"/>
                <a:gd name="T2" fmla="*/ 192 w 192"/>
                <a:gd name="T3" fmla="*/ 0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92" h="192">
                  <a:moveTo>
                    <a:pt x="0" y="192"/>
                  </a:moveTo>
                  <a:lnTo>
                    <a:pt x="192" y="0"/>
                  </a:lnTo>
                </a:path>
              </a:pathLst>
            </a:cu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59761" name="Freeform 17">
              <a:extLst>
                <a:ext uri="{FF2B5EF4-FFF2-40B4-BE49-F238E27FC236}">
                  <a16:creationId xmlns:a16="http://schemas.microsoft.com/office/drawing/2014/main" id="{F279EA21-1E54-4C5F-A332-ADE72F180FC5}"/>
                </a:ext>
              </a:extLst>
            </p:cNvPr>
            <p:cNvSpPr>
              <a:spLocks/>
            </p:cNvSpPr>
            <p:nvPr/>
          </p:nvSpPr>
          <p:spPr bwMode="auto">
            <a:xfrm>
              <a:off x="4293" y="2219"/>
              <a:ext cx="937" cy="660"/>
            </a:xfrm>
            <a:custGeom>
              <a:avLst/>
              <a:gdLst>
                <a:gd name="T0" fmla="*/ 82 w 937"/>
                <a:gd name="T1" fmla="*/ 645 h 660"/>
                <a:gd name="T2" fmla="*/ 232 w 937"/>
                <a:gd name="T3" fmla="*/ 555 h 660"/>
                <a:gd name="T4" fmla="*/ 157 w 937"/>
                <a:gd name="T5" fmla="*/ 465 h 660"/>
                <a:gd name="T6" fmla="*/ 127 w 937"/>
                <a:gd name="T7" fmla="*/ 360 h 660"/>
                <a:gd name="T8" fmla="*/ 153 w 937"/>
                <a:gd name="T9" fmla="*/ 256 h 660"/>
                <a:gd name="T10" fmla="*/ 240 w 937"/>
                <a:gd name="T11" fmla="*/ 131 h 660"/>
                <a:gd name="T12" fmla="*/ 461 w 937"/>
                <a:gd name="T13" fmla="*/ 102 h 660"/>
                <a:gd name="T14" fmla="*/ 622 w 937"/>
                <a:gd name="T15" fmla="*/ 195 h 660"/>
                <a:gd name="T16" fmla="*/ 749 w 937"/>
                <a:gd name="T17" fmla="*/ 294 h 660"/>
                <a:gd name="T18" fmla="*/ 787 w 937"/>
                <a:gd name="T19" fmla="*/ 428 h 660"/>
                <a:gd name="T20" fmla="*/ 729 w 937"/>
                <a:gd name="T21" fmla="*/ 592 h 660"/>
                <a:gd name="T22" fmla="*/ 787 w 937"/>
                <a:gd name="T23" fmla="*/ 660 h 660"/>
                <a:gd name="T24" fmla="*/ 877 w 937"/>
                <a:gd name="T25" fmla="*/ 555 h 660"/>
                <a:gd name="T26" fmla="*/ 937 w 937"/>
                <a:gd name="T27" fmla="*/ 360 h 660"/>
                <a:gd name="T28" fmla="*/ 825 w 937"/>
                <a:gd name="T29" fmla="*/ 227 h 660"/>
                <a:gd name="T30" fmla="*/ 757 w 937"/>
                <a:gd name="T31" fmla="*/ 75 h 660"/>
                <a:gd name="T32" fmla="*/ 562 w 937"/>
                <a:gd name="T33" fmla="*/ 0 h 660"/>
                <a:gd name="T34" fmla="*/ 365 w 937"/>
                <a:gd name="T35" fmla="*/ 6 h 660"/>
                <a:gd name="T36" fmla="*/ 221 w 937"/>
                <a:gd name="T37" fmla="*/ 54 h 660"/>
                <a:gd name="T38" fmla="*/ 86 w 937"/>
                <a:gd name="T39" fmla="*/ 169 h 660"/>
                <a:gd name="T40" fmla="*/ 0 w 937"/>
                <a:gd name="T41" fmla="*/ 352 h 660"/>
                <a:gd name="T42" fmla="*/ 29 w 937"/>
                <a:gd name="T43" fmla="*/ 515 h 660"/>
                <a:gd name="T44" fmla="*/ 82 w 937"/>
                <a:gd name="T45" fmla="*/ 645 h 6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937" h="660">
                  <a:moveTo>
                    <a:pt x="82" y="645"/>
                  </a:moveTo>
                  <a:lnTo>
                    <a:pt x="232" y="555"/>
                  </a:lnTo>
                  <a:lnTo>
                    <a:pt x="157" y="465"/>
                  </a:lnTo>
                  <a:lnTo>
                    <a:pt x="127" y="360"/>
                  </a:lnTo>
                  <a:lnTo>
                    <a:pt x="153" y="256"/>
                  </a:lnTo>
                  <a:lnTo>
                    <a:pt x="240" y="131"/>
                  </a:lnTo>
                  <a:lnTo>
                    <a:pt x="461" y="102"/>
                  </a:lnTo>
                  <a:lnTo>
                    <a:pt x="622" y="195"/>
                  </a:lnTo>
                  <a:lnTo>
                    <a:pt x="749" y="294"/>
                  </a:lnTo>
                  <a:lnTo>
                    <a:pt x="787" y="428"/>
                  </a:lnTo>
                  <a:lnTo>
                    <a:pt x="729" y="592"/>
                  </a:lnTo>
                  <a:lnTo>
                    <a:pt x="787" y="660"/>
                  </a:lnTo>
                  <a:lnTo>
                    <a:pt x="877" y="555"/>
                  </a:lnTo>
                  <a:lnTo>
                    <a:pt x="937" y="360"/>
                  </a:lnTo>
                  <a:lnTo>
                    <a:pt x="825" y="227"/>
                  </a:lnTo>
                  <a:lnTo>
                    <a:pt x="757" y="75"/>
                  </a:lnTo>
                  <a:lnTo>
                    <a:pt x="562" y="0"/>
                  </a:lnTo>
                  <a:lnTo>
                    <a:pt x="365" y="6"/>
                  </a:lnTo>
                  <a:lnTo>
                    <a:pt x="221" y="54"/>
                  </a:lnTo>
                  <a:lnTo>
                    <a:pt x="86" y="169"/>
                  </a:lnTo>
                  <a:lnTo>
                    <a:pt x="0" y="352"/>
                  </a:lnTo>
                  <a:lnTo>
                    <a:pt x="29" y="515"/>
                  </a:lnTo>
                  <a:lnTo>
                    <a:pt x="82" y="645"/>
                  </a:lnTo>
                  <a:close/>
                </a:path>
              </a:pathLst>
            </a:custGeom>
            <a:solidFill>
              <a:srgbClr val="00FFFF"/>
            </a:solidFill>
            <a:ln w="9525" cap="flat" cmpd="sng">
              <a:solidFill>
                <a:srgbClr val="00FFFF"/>
              </a:solidFill>
              <a:prstDash val="solid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59762" name="Line 18">
              <a:extLst>
                <a:ext uri="{FF2B5EF4-FFF2-40B4-BE49-F238E27FC236}">
                  <a16:creationId xmlns:a16="http://schemas.microsoft.com/office/drawing/2014/main" id="{583DA55B-D204-47CF-B817-27AC8D0725B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44" y="2634"/>
              <a:ext cx="120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lgDash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59763" name="Line 19">
              <a:extLst>
                <a:ext uri="{FF2B5EF4-FFF2-40B4-BE49-F238E27FC236}">
                  <a16:creationId xmlns:a16="http://schemas.microsoft.com/office/drawing/2014/main" id="{C82CFA54-0520-46B9-80DB-335025EE00B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44" y="2067"/>
              <a:ext cx="0" cy="125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lgDash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59764" name="Freeform 20">
              <a:extLst>
                <a:ext uri="{FF2B5EF4-FFF2-40B4-BE49-F238E27FC236}">
                  <a16:creationId xmlns:a16="http://schemas.microsoft.com/office/drawing/2014/main" id="{F9FC16D6-0622-467E-97FD-0E114E17B8AC}"/>
                </a:ext>
              </a:extLst>
            </p:cNvPr>
            <p:cNvSpPr>
              <a:spLocks/>
            </p:cNvSpPr>
            <p:nvPr/>
          </p:nvSpPr>
          <p:spPr bwMode="auto">
            <a:xfrm>
              <a:off x="4341" y="2749"/>
              <a:ext cx="845" cy="206"/>
            </a:xfrm>
            <a:custGeom>
              <a:avLst/>
              <a:gdLst>
                <a:gd name="T0" fmla="*/ 0 w 845"/>
                <a:gd name="T1" fmla="*/ 206 h 206"/>
                <a:gd name="T2" fmla="*/ 48 w 845"/>
                <a:gd name="T3" fmla="*/ 119 h 206"/>
                <a:gd name="T4" fmla="*/ 201 w 845"/>
                <a:gd name="T5" fmla="*/ 42 h 206"/>
                <a:gd name="T6" fmla="*/ 305 w 845"/>
                <a:gd name="T7" fmla="*/ 0 h 206"/>
                <a:gd name="T8" fmla="*/ 444 w 845"/>
                <a:gd name="T9" fmla="*/ 39 h 206"/>
                <a:gd name="T10" fmla="*/ 528 w 845"/>
                <a:gd name="T11" fmla="*/ 8 h 206"/>
                <a:gd name="T12" fmla="*/ 643 w 845"/>
                <a:gd name="T13" fmla="*/ 33 h 206"/>
                <a:gd name="T14" fmla="*/ 749 w 845"/>
                <a:gd name="T15" fmla="*/ 138 h 206"/>
                <a:gd name="T16" fmla="*/ 845 w 845"/>
                <a:gd name="T17" fmla="*/ 167 h 2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45" h="206">
                  <a:moveTo>
                    <a:pt x="0" y="206"/>
                  </a:moveTo>
                  <a:cubicBezTo>
                    <a:pt x="7" y="176"/>
                    <a:pt x="15" y="146"/>
                    <a:pt x="48" y="119"/>
                  </a:cubicBezTo>
                  <a:cubicBezTo>
                    <a:pt x="81" y="92"/>
                    <a:pt x="158" y="62"/>
                    <a:pt x="201" y="42"/>
                  </a:cubicBezTo>
                  <a:cubicBezTo>
                    <a:pt x="244" y="22"/>
                    <a:pt x="265" y="0"/>
                    <a:pt x="305" y="0"/>
                  </a:cubicBezTo>
                  <a:cubicBezTo>
                    <a:pt x="345" y="0"/>
                    <a:pt x="407" y="38"/>
                    <a:pt x="444" y="39"/>
                  </a:cubicBezTo>
                  <a:cubicBezTo>
                    <a:pt x="481" y="40"/>
                    <a:pt x="495" y="9"/>
                    <a:pt x="528" y="8"/>
                  </a:cubicBezTo>
                  <a:cubicBezTo>
                    <a:pt x="561" y="7"/>
                    <a:pt x="606" y="11"/>
                    <a:pt x="643" y="33"/>
                  </a:cubicBezTo>
                  <a:cubicBezTo>
                    <a:pt x="680" y="55"/>
                    <a:pt x="715" y="116"/>
                    <a:pt x="749" y="138"/>
                  </a:cubicBezTo>
                  <a:cubicBezTo>
                    <a:pt x="783" y="160"/>
                    <a:pt x="831" y="164"/>
                    <a:pt x="845" y="167"/>
                  </a:cubicBezTo>
                </a:path>
              </a:pathLst>
            </a:custGeom>
            <a:noFill/>
            <a:ln w="19050" cap="flat" cmpd="sng">
              <a:solidFill>
                <a:srgbClr val="000000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59765" name="Oval 21">
              <a:extLst>
                <a:ext uri="{FF2B5EF4-FFF2-40B4-BE49-F238E27FC236}">
                  <a16:creationId xmlns:a16="http://schemas.microsoft.com/office/drawing/2014/main" id="{B1655241-7481-4C36-B6A0-EBFD74C722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75" y="981"/>
              <a:ext cx="523" cy="493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59766" name="Oval 22">
              <a:extLst>
                <a:ext uri="{FF2B5EF4-FFF2-40B4-BE49-F238E27FC236}">
                  <a16:creationId xmlns:a16="http://schemas.microsoft.com/office/drawing/2014/main" id="{C74E4486-505D-4D3A-A2B9-22A1E2301E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83" y="1082"/>
              <a:ext cx="317" cy="297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59767" name="Freeform 23">
              <a:extLst>
                <a:ext uri="{FF2B5EF4-FFF2-40B4-BE49-F238E27FC236}">
                  <a16:creationId xmlns:a16="http://schemas.microsoft.com/office/drawing/2014/main" id="{AC083092-0B60-4F3A-B8FC-5BA45274E5B4}"/>
                </a:ext>
              </a:extLst>
            </p:cNvPr>
            <p:cNvSpPr>
              <a:spLocks/>
            </p:cNvSpPr>
            <p:nvPr/>
          </p:nvSpPr>
          <p:spPr bwMode="auto">
            <a:xfrm>
              <a:off x="4428" y="1007"/>
              <a:ext cx="403" cy="517"/>
            </a:xfrm>
            <a:custGeom>
              <a:avLst/>
              <a:gdLst>
                <a:gd name="T0" fmla="*/ 192 w 403"/>
                <a:gd name="T1" fmla="*/ 0 h 509"/>
                <a:gd name="T2" fmla="*/ 230 w 403"/>
                <a:gd name="T3" fmla="*/ 105 h 509"/>
                <a:gd name="T4" fmla="*/ 230 w 403"/>
                <a:gd name="T5" fmla="*/ 211 h 509"/>
                <a:gd name="T6" fmla="*/ 336 w 403"/>
                <a:gd name="T7" fmla="*/ 365 h 509"/>
                <a:gd name="T8" fmla="*/ 403 w 403"/>
                <a:gd name="T9" fmla="*/ 461 h 509"/>
                <a:gd name="T10" fmla="*/ 320 w 403"/>
                <a:gd name="T11" fmla="*/ 509 h 509"/>
                <a:gd name="T12" fmla="*/ 173 w 403"/>
                <a:gd name="T13" fmla="*/ 470 h 509"/>
                <a:gd name="T14" fmla="*/ 29 w 403"/>
                <a:gd name="T15" fmla="*/ 374 h 509"/>
                <a:gd name="T16" fmla="*/ 0 w 403"/>
                <a:gd name="T17" fmla="*/ 144 h 509"/>
                <a:gd name="T18" fmla="*/ 77 w 403"/>
                <a:gd name="T19" fmla="*/ 9 h 509"/>
                <a:gd name="T20" fmla="*/ 192 w 403"/>
                <a:gd name="T21" fmla="*/ 0 h 5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03" h="509">
                  <a:moveTo>
                    <a:pt x="192" y="0"/>
                  </a:moveTo>
                  <a:lnTo>
                    <a:pt x="230" y="105"/>
                  </a:lnTo>
                  <a:lnTo>
                    <a:pt x="230" y="211"/>
                  </a:lnTo>
                  <a:lnTo>
                    <a:pt x="336" y="365"/>
                  </a:lnTo>
                  <a:lnTo>
                    <a:pt x="403" y="461"/>
                  </a:lnTo>
                  <a:lnTo>
                    <a:pt x="320" y="509"/>
                  </a:lnTo>
                  <a:lnTo>
                    <a:pt x="173" y="470"/>
                  </a:lnTo>
                  <a:lnTo>
                    <a:pt x="29" y="374"/>
                  </a:lnTo>
                  <a:lnTo>
                    <a:pt x="0" y="144"/>
                  </a:lnTo>
                  <a:lnTo>
                    <a:pt x="77" y="9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rgbClr val="00FFFF"/>
            </a:solidFill>
            <a:ln w="38100" cap="flat" cmpd="sng">
              <a:solidFill>
                <a:srgbClr val="00FFF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59768" name="Rectangle 24">
              <a:extLst>
                <a:ext uri="{FF2B5EF4-FFF2-40B4-BE49-F238E27FC236}">
                  <a16:creationId xmlns:a16="http://schemas.microsoft.com/office/drawing/2014/main" id="{7B68A2A2-F7BA-4304-9B1A-8839BE04A7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5" y="638"/>
              <a:ext cx="1065" cy="1251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59769" name="Line 25">
              <a:extLst>
                <a:ext uri="{FF2B5EF4-FFF2-40B4-BE49-F238E27FC236}">
                  <a16:creationId xmlns:a16="http://schemas.microsoft.com/office/drawing/2014/main" id="{3C0C9FD9-2C1E-4D1E-A2DA-F5E24144993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361" y="783"/>
              <a:ext cx="0" cy="111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59770" name="Line 26">
              <a:extLst>
                <a:ext uri="{FF2B5EF4-FFF2-40B4-BE49-F238E27FC236}">
                  <a16:creationId xmlns:a16="http://schemas.microsoft.com/office/drawing/2014/main" id="{E99BD5EA-FADF-4721-AB5A-4375E1A2B17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17" y="640"/>
              <a:ext cx="96" cy="9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59771" name="Freeform 27">
              <a:extLst>
                <a:ext uri="{FF2B5EF4-FFF2-40B4-BE49-F238E27FC236}">
                  <a16:creationId xmlns:a16="http://schemas.microsoft.com/office/drawing/2014/main" id="{D1528E4E-458A-41EC-A901-77CB9D416FD6}"/>
                </a:ext>
              </a:extLst>
            </p:cNvPr>
            <p:cNvSpPr>
              <a:spLocks/>
            </p:cNvSpPr>
            <p:nvPr/>
          </p:nvSpPr>
          <p:spPr bwMode="auto">
            <a:xfrm>
              <a:off x="4217" y="631"/>
              <a:ext cx="268" cy="269"/>
            </a:xfrm>
            <a:custGeom>
              <a:avLst/>
              <a:gdLst>
                <a:gd name="T0" fmla="*/ 0 w 268"/>
                <a:gd name="T1" fmla="*/ 269 h 269"/>
                <a:gd name="T2" fmla="*/ 268 w 268"/>
                <a:gd name="T3" fmla="*/ 0 h 2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68" h="269">
                  <a:moveTo>
                    <a:pt x="0" y="269"/>
                  </a:moveTo>
                  <a:lnTo>
                    <a:pt x="268" y="0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59772" name="Freeform 28">
              <a:extLst>
                <a:ext uri="{FF2B5EF4-FFF2-40B4-BE49-F238E27FC236}">
                  <a16:creationId xmlns:a16="http://schemas.microsoft.com/office/drawing/2014/main" id="{149094D3-D7D8-4833-B9B3-6BA1C8F86A3C}"/>
                </a:ext>
              </a:extLst>
            </p:cNvPr>
            <p:cNvSpPr>
              <a:spLocks/>
            </p:cNvSpPr>
            <p:nvPr/>
          </p:nvSpPr>
          <p:spPr bwMode="auto">
            <a:xfrm>
              <a:off x="4217" y="919"/>
              <a:ext cx="143" cy="144"/>
            </a:xfrm>
            <a:custGeom>
              <a:avLst/>
              <a:gdLst>
                <a:gd name="T0" fmla="*/ 0 w 143"/>
                <a:gd name="T1" fmla="*/ 144 h 144"/>
                <a:gd name="T2" fmla="*/ 143 w 143"/>
                <a:gd name="T3" fmla="*/ 0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43" h="144">
                  <a:moveTo>
                    <a:pt x="0" y="144"/>
                  </a:moveTo>
                  <a:lnTo>
                    <a:pt x="143" y="0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59773" name="Freeform 29">
              <a:extLst>
                <a:ext uri="{FF2B5EF4-FFF2-40B4-BE49-F238E27FC236}">
                  <a16:creationId xmlns:a16="http://schemas.microsoft.com/office/drawing/2014/main" id="{1ED3E2C1-D265-4EA1-984E-E412AC7552A6}"/>
                </a:ext>
              </a:extLst>
            </p:cNvPr>
            <p:cNvSpPr>
              <a:spLocks/>
            </p:cNvSpPr>
            <p:nvPr/>
          </p:nvSpPr>
          <p:spPr bwMode="auto">
            <a:xfrm>
              <a:off x="4217" y="1082"/>
              <a:ext cx="143" cy="144"/>
            </a:xfrm>
            <a:custGeom>
              <a:avLst/>
              <a:gdLst>
                <a:gd name="T0" fmla="*/ 0 w 143"/>
                <a:gd name="T1" fmla="*/ 144 h 144"/>
                <a:gd name="T2" fmla="*/ 143 w 143"/>
                <a:gd name="T3" fmla="*/ 0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43" h="144">
                  <a:moveTo>
                    <a:pt x="0" y="144"/>
                  </a:moveTo>
                  <a:lnTo>
                    <a:pt x="143" y="0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59774" name="Freeform 30">
              <a:extLst>
                <a:ext uri="{FF2B5EF4-FFF2-40B4-BE49-F238E27FC236}">
                  <a16:creationId xmlns:a16="http://schemas.microsoft.com/office/drawing/2014/main" id="{B5734424-483D-460D-B686-B521A03F0BCC}"/>
                </a:ext>
              </a:extLst>
            </p:cNvPr>
            <p:cNvSpPr>
              <a:spLocks/>
            </p:cNvSpPr>
            <p:nvPr/>
          </p:nvSpPr>
          <p:spPr bwMode="auto">
            <a:xfrm>
              <a:off x="4227" y="1255"/>
              <a:ext cx="133" cy="135"/>
            </a:xfrm>
            <a:custGeom>
              <a:avLst/>
              <a:gdLst>
                <a:gd name="T0" fmla="*/ 0 w 133"/>
                <a:gd name="T1" fmla="*/ 135 h 135"/>
                <a:gd name="T2" fmla="*/ 133 w 133"/>
                <a:gd name="T3" fmla="*/ 0 h 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33" h="135">
                  <a:moveTo>
                    <a:pt x="0" y="135"/>
                  </a:moveTo>
                  <a:lnTo>
                    <a:pt x="133" y="0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59775" name="Freeform 31">
              <a:extLst>
                <a:ext uri="{FF2B5EF4-FFF2-40B4-BE49-F238E27FC236}">
                  <a16:creationId xmlns:a16="http://schemas.microsoft.com/office/drawing/2014/main" id="{1907409C-8EF8-4A1D-88AF-613EA0C7CFCF}"/>
                </a:ext>
              </a:extLst>
            </p:cNvPr>
            <p:cNvSpPr>
              <a:spLocks/>
            </p:cNvSpPr>
            <p:nvPr/>
          </p:nvSpPr>
          <p:spPr bwMode="auto">
            <a:xfrm>
              <a:off x="4217" y="1428"/>
              <a:ext cx="143" cy="143"/>
            </a:xfrm>
            <a:custGeom>
              <a:avLst/>
              <a:gdLst>
                <a:gd name="T0" fmla="*/ 0 w 143"/>
                <a:gd name="T1" fmla="*/ 143 h 143"/>
                <a:gd name="T2" fmla="*/ 143 w 143"/>
                <a:gd name="T3" fmla="*/ 0 h 1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43" h="143">
                  <a:moveTo>
                    <a:pt x="0" y="143"/>
                  </a:moveTo>
                  <a:lnTo>
                    <a:pt x="143" y="0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59776" name="Freeform 32">
              <a:extLst>
                <a:ext uri="{FF2B5EF4-FFF2-40B4-BE49-F238E27FC236}">
                  <a16:creationId xmlns:a16="http://schemas.microsoft.com/office/drawing/2014/main" id="{85CBC392-2CEF-4ECB-8E3E-57C739CB5242}"/>
                </a:ext>
              </a:extLst>
            </p:cNvPr>
            <p:cNvSpPr>
              <a:spLocks/>
            </p:cNvSpPr>
            <p:nvPr/>
          </p:nvSpPr>
          <p:spPr bwMode="auto">
            <a:xfrm>
              <a:off x="4227" y="1601"/>
              <a:ext cx="133" cy="135"/>
            </a:xfrm>
            <a:custGeom>
              <a:avLst/>
              <a:gdLst>
                <a:gd name="T0" fmla="*/ 0 w 133"/>
                <a:gd name="T1" fmla="*/ 135 h 135"/>
                <a:gd name="T2" fmla="*/ 133 w 133"/>
                <a:gd name="T3" fmla="*/ 0 h 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33" h="135">
                  <a:moveTo>
                    <a:pt x="0" y="135"/>
                  </a:moveTo>
                  <a:lnTo>
                    <a:pt x="133" y="0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59777" name="Freeform 33">
              <a:extLst>
                <a:ext uri="{FF2B5EF4-FFF2-40B4-BE49-F238E27FC236}">
                  <a16:creationId xmlns:a16="http://schemas.microsoft.com/office/drawing/2014/main" id="{97AAC3CB-2B20-44EA-A253-E93FD72755D6}"/>
                </a:ext>
              </a:extLst>
            </p:cNvPr>
            <p:cNvSpPr>
              <a:spLocks/>
            </p:cNvSpPr>
            <p:nvPr/>
          </p:nvSpPr>
          <p:spPr bwMode="auto">
            <a:xfrm>
              <a:off x="4236" y="1754"/>
              <a:ext cx="134" cy="135"/>
            </a:xfrm>
            <a:custGeom>
              <a:avLst/>
              <a:gdLst>
                <a:gd name="T0" fmla="*/ 0 w 134"/>
                <a:gd name="T1" fmla="*/ 135 h 135"/>
                <a:gd name="T2" fmla="*/ 134 w 134"/>
                <a:gd name="T3" fmla="*/ 0 h 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34" h="135">
                  <a:moveTo>
                    <a:pt x="0" y="135"/>
                  </a:moveTo>
                  <a:lnTo>
                    <a:pt x="134" y="0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59778" name="Line 34">
              <a:extLst>
                <a:ext uri="{FF2B5EF4-FFF2-40B4-BE49-F238E27FC236}">
                  <a16:creationId xmlns:a16="http://schemas.microsoft.com/office/drawing/2014/main" id="{992F7704-2B6E-43DE-8EA8-D9F84394B6D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14" y="1234"/>
              <a:ext cx="58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lgDash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59779" name="Line 35">
              <a:extLst>
                <a:ext uri="{FF2B5EF4-FFF2-40B4-BE49-F238E27FC236}">
                  <a16:creationId xmlns:a16="http://schemas.microsoft.com/office/drawing/2014/main" id="{B8FD001D-A886-4A74-B164-B4E5EE09A96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744" y="574"/>
              <a:ext cx="0" cy="142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lgDash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59780" name="Line 36">
              <a:extLst>
                <a:ext uri="{FF2B5EF4-FFF2-40B4-BE49-F238E27FC236}">
                  <a16:creationId xmlns:a16="http://schemas.microsoft.com/office/drawing/2014/main" id="{BADE45EB-2B68-4083-B08B-A2F51A10ED0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60" y="785"/>
              <a:ext cx="202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59781" name="Freeform 37">
              <a:extLst>
                <a:ext uri="{FF2B5EF4-FFF2-40B4-BE49-F238E27FC236}">
                  <a16:creationId xmlns:a16="http://schemas.microsoft.com/office/drawing/2014/main" id="{9E1C0514-3AAC-485D-8F96-AD9632ECBBFC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5" y="631"/>
              <a:ext cx="162" cy="471"/>
            </a:xfrm>
            <a:custGeom>
              <a:avLst/>
              <a:gdLst>
                <a:gd name="T0" fmla="*/ 162 w 162"/>
                <a:gd name="T1" fmla="*/ 471 h 471"/>
                <a:gd name="T2" fmla="*/ 124 w 162"/>
                <a:gd name="T3" fmla="*/ 365 h 471"/>
                <a:gd name="T4" fmla="*/ 60 w 162"/>
                <a:gd name="T5" fmla="*/ 279 h 471"/>
                <a:gd name="T6" fmla="*/ 66 w 162"/>
                <a:gd name="T7" fmla="*/ 163 h 471"/>
                <a:gd name="T8" fmla="*/ 9 w 162"/>
                <a:gd name="T9" fmla="*/ 58 h 471"/>
                <a:gd name="T10" fmla="*/ 9 w 162"/>
                <a:gd name="T11" fmla="*/ 0 h 4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62" h="471">
                  <a:moveTo>
                    <a:pt x="162" y="471"/>
                  </a:moveTo>
                  <a:cubicBezTo>
                    <a:pt x="150" y="434"/>
                    <a:pt x="141" y="397"/>
                    <a:pt x="124" y="365"/>
                  </a:cubicBezTo>
                  <a:cubicBezTo>
                    <a:pt x="107" y="333"/>
                    <a:pt x="70" y="313"/>
                    <a:pt x="60" y="279"/>
                  </a:cubicBezTo>
                  <a:cubicBezTo>
                    <a:pt x="50" y="245"/>
                    <a:pt x="74" y="200"/>
                    <a:pt x="66" y="163"/>
                  </a:cubicBezTo>
                  <a:cubicBezTo>
                    <a:pt x="58" y="126"/>
                    <a:pt x="18" y="85"/>
                    <a:pt x="9" y="58"/>
                  </a:cubicBezTo>
                  <a:cubicBezTo>
                    <a:pt x="0" y="31"/>
                    <a:pt x="4" y="15"/>
                    <a:pt x="9" y="0"/>
                  </a:cubicBezTo>
                </a:path>
              </a:pathLst>
            </a:custGeom>
            <a:noFill/>
            <a:ln w="19050" cap="flat" cmpd="sng">
              <a:solidFill>
                <a:srgbClr val="000000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59782" name="Freeform 38">
              <a:extLst>
                <a:ext uri="{FF2B5EF4-FFF2-40B4-BE49-F238E27FC236}">
                  <a16:creationId xmlns:a16="http://schemas.microsoft.com/office/drawing/2014/main" id="{49F5BF2D-D1F0-47DD-BE64-3127FB082ACD}"/>
                </a:ext>
              </a:extLst>
            </p:cNvPr>
            <p:cNvSpPr>
              <a:spLocks/>
            </p:cNvSpPr>
            <p:nvPr/>
          </p:nvSpPr>
          <p:spPr bwMode="auto">
            <a:xfrm>
              <a:off x="4773" y="1380"/>
              <a:ext cx="249" cy="509"/>
            </a:xfrm>
            <a:custGeom>
              <a:avLst/>
              <a:gdLst>
                <a:gd name="T0" fmla="*/ 0 w 249"/>
                <a:gd name="T1" fmla="*/ 0 h 509"/>
                <a:gd name="T2" fmla="*/ 48 w 249"/>
                <a:gd name="T3" fmla="*/ 67 h 509"/>
                <a:gd name="T4" fmla="*/ 173 w 249"/>
                <a:gd name="T5" fmla="*/ 211 h 509"/>
                <a:gd name="T6" fmla="*/ 201 w 249"/>
                <a:gd name="T7" fmla="*/ 374 h 509"/>
                <a:gd name="T8" fmla="*/ 249 w 249"/>
                <a:gd name="T9" fmla="*/ 509 h 5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9" h="509">
                  <a:moveTo>
                    <a:pt x="0" y="0"/>
                  </a:moveTo>
                  <a:cubicBezTo>
                    <a:pt x="10" y="11"/>
                    <a:pt x="19" y="32"/>
                    <a:pt x="48" y="67"/>
                  </a:cubicBezTo>
                  <a:cubicBezTo>
                    <a:pt x="77" y="102"/>
                    <a:pt x="147" y="160"/>
                    <a:pt x="173" y="211"/>
                  </a:cubicBezTo>
                  <a:cubicBezTo>
                    <a:pt x="199" y="262"/>
                    <a:pt x="188" y="325"/>
                    <a:pt x="201" y="374"/>
                  </a:cubicBezTo>
                  <a:cubicBezTo>
                    <a:pt x="214" y="423"/>
                    <a:pt x="241" y="487"/>
                    <a:pt x="249" y="509"/>
                  </a:cubicBezTo>
                </a:path>
              </a:pathLst>
            </a:custGeom>
            <a:noFill/>
            <a:ln w="19050" cap="flat" cmpd="sng">
              <a:solidFill>
                <a:srgbClr val="000000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159783" name="Rectangle 39">
            <a:extLst>
              <a:ext uri="{FF2B5EF4-FFF2-40B4-BE49-F238E27FC236}">
                <a16:creationId xmlns:a16="http://schemas.microsoft.com/office/drawing/2014/main" id="{61B637B7-F1E4-427C-B602-CA66204A97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05563" y="5638800"/>
            <a:ext cx="533400" cy="566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CCFFFF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59828" name="Group 84">
            <a:extLst>
              <a:ext uri="{FF2B5EF4-FFF2-40B4-BE49-F238E27FC236}">
                <a16:creationId xmlns:a16="http://schemas.microsoft.com/office/drawing/2014/main" id="{AEDCF8FD-8260-4F35-8DF8-86A3EC3B681E}"/>
              </a:ext>
            </a:extLst>
          </p:cNvPr>
          <p:cNvGrpSpPr>
            <a:grpSpLocks/>
          </p:cNvGrpSpPr>
          <p:nvPr/>
        </p:nvGrpSpPr>
        <p:grpSpPr bwMode="auto">
          <a:xfrm>
            <a:off x="1104900" y="890588"/>
            <a:ext cx="1909763" cy="4367212"/>
            <a:chOff x="696" y="561"/>
            <a:chExt cx="1203" cy="2751"/>
          </a:xfrm>
        </p:grpSpPr>
        <p:grpSp>
          <p:nvGrpSpPr>
            <p:cNvPr id="159827" name="Group 83">
              <a:extLst>
                <a:ext uri="{FF2B5EF4-FFF2-40B4-BE49-F238E27FC236}">
                  <a16:creationId xmlns:a16="http://schemas.microsoft.com/office/drawing/2014/main" id="{599BC0B3-AC36-4482-BE7A-C43DE058178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67" y="2137"/>
              <a:ext cx="1065" cy="987"/>
              <a:chOff x="767" y="2137"/>
              <a:chExt cx="1065" cy="987"/>
            </a:xfrm>
          </p:grpSpPr>
          <p:sp>
            <p:nvSpPr>
              <p:cNvPr id="159786" name="Oval 42">
                <a:extLst>
                  <a:ext uri="{FF2B5EF4-FFF2-40B4-BE49-F238E27FC236}">
                    <a16:creationId xmlns:a16="http://schemas.microsoft.com/office/drawing/2014/main" id="{18360D94-5C79-41B0-A736-5FED613630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7" y="2137"/>
                <a:ext cx="1065" cy="960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59787" name="Freeform 43">
                <a:extLst>
                  <a:ext uri="{FF2B5EF4-FFF2-40B4-BE49-F238E27FC236}">
                    <a16:creationId xmlns:a16="http://schemas.microsoft.com/office/drawing/2014/main" id="{D0F570F8-1447-45B1-85C6-1140DC431C4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8" y="2989"/>
                <a:ext cx="548" cy="135"/>
              </a:xfrm>
              <a:custGeom>
                <a:avLst/>
                <a:gdLst>
                  <a:gd name="T0" fmla="*/ 0 w 548"/>
                  <a:gd name="T1" fmla="*/ 10 h 135"/>
                  <a:gd name="T2" fmla="*/ 0 w 548"/>
                  <a:gd name="T3" fmla="*/ 68 h 135"/>
                  <a:gd name="T4" fmla="*/ 87 w 548"/>
                  <a:gd name="T5" fmla="*/ 116 h 135"/>
                  <a:gd name="T6" fmla="*/ 183 w 548"/>
                  <a:gd name="T7" fmla="*/ 135 h 135"/>
                  <a:gd name="T8" fmla="*/ 288 w 548"/>
                  <a:gd name="T9" fmla="*/ 135 h 135"/>
                  <a:gd name="T10" fmla="*/ 394 w 548"/>
                  <a:gd name="T11" fmla="*/ 135 h 135"/>
                  <a:gd name="T12" fmla="*/ 490 w 548"/>
                  <a:gd name="T13" fmla="*/ 116 h 135"/>
                  <a:gd name="T14" fmla="*/ 548 w 548"/>
                  <a:gd name="T15" fmla="*/ 68 h 135"/>
                  <a:gd name="T16" fmla="*/ 538 w 548"/>
                  <a:gd name="T17" fmla="*/ 0 h 135"/>
                  <a:gd name="T18" fmla="*/ 490 w 548"/>
                  <a:gd name="T19" fmla="*/ 39 h 135"/>
                  <a:gd name="T20" fmla="*/ 394 w 548"/>
                  <a:gd name="T21" fmla="*/ 68 h 135"/>
                  <a:gd name="T22" fmla="*/ 298 w 548"/>
                  <a:gd name="T23" fmla="*/ 58 h 135"/>
                  <a:gd name="T24" fmla="*/ 231 w 548"/>
                  <a:gd name="T25" fmla="*/ 68 h 135"/>
                  <a:gd name="T26" fmla="*/ 77 w 548"/>
                  <a:gd name="T27" fmla="*/ 39 h 135"/>
                  <a:gd name="T28" fmla="*/ 0 w 548"/>
                  <a:gd name="T29" fmla="*/ 10 h 1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548" h="135">
                    <a:moveTo>
                      <a:pt x="0" y="10"/>
                    </a:moveTo>
                    <a:lnTo>
                      <a:pt x="0" y="68"/>
                    </a:lnTo>
                    <a:lnTo>
                      <a:pt x="87" y="116"/>
                    </a:lnTo>
                    <a:lnTo>
                      <a:pt x="183" y="135"/>
                    </a:lnTo>
                    <a:lnTo>
                      <a:pt x="288" y="135"/>
                    </a:lnTo>
                    <a:lnTo>
                      <a:pt x="394" y="135"/>
                    </a:lnTo>
                    <a:lnTo>
                      <a:pt x="490" y="116"/>
                    </a:lnTo>
                    <a:lnTo>
                      <a:pt x="548" y="68"/>
                    </a:lnTo>
                    <a:lnTo>
                      <a:pt x="538" y="0"/>
                    </a:lnTo>
                    <a:lnTo>
                      <a:pt x="490" y="39"/>
                    </a:lnTo>
                    <a:lnTo>
                      <a:pt x="394" y="68"/>
                    </a:lnTo>
                    <a:lnTo>
                      <a:pt x="298" y="58"/>
                    </a:lnTo>
                    <a:lnTo>
                      <a:pt x="231" y="68"/>
                    </a:lnTo>
                    <a:lnTo>
                      <a:pt x="77" y="39"/>
                    </a:lnTo>
                    <a:lnTo>
                      <a:pt x="0" y="10"/>
                    </a:lnTo>
                    <a:close/>
                  </a:path>
                </a:pathLst>
              </a:custGeom>
              <a:solidFill>
                <a:srgbClr val="00FFFF"/>
              </a:solidFill>
              <a:ln w="9525" cap="flat" cmpd="sng">
                <a:solidFill>
                  <a:srgbClr val="00FFFF"/>
                </a:solidFill>
                <a:prstDash val="solid"/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159788" name="Line 44">
              <a:extLst>
                <a:ext uri="{FF2B5EF4-FFF2-40B4-BE49-F238E27FC236}">
                  <a16:creationId xmlns:a16="http://schemas.microsoft.com/office/drawing/2014/main" id="{133ED9A1-AB5D-4D9E-BD12-6E2D69F2E0D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19" y="3029"/>
              <a:ext cx="0" cy="20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59789" name="Line 45">
              <a:extLst>
                <a:ext uri="{FF2B5EF4-FFF2-40B4-BE49-F238E27FC236}">
                  <a16:creationId xmlns:a16="http://schemas.microsoft.com/office/drawing/2014/main" id="{8A35617A-9DD2-4DD0-BC8E-7784862697F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76" y="3028"/>
              <a:ext cx="0" cy="20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59790" name="Line 46">
              <a:extLst>
                <a:ext uri="{FF2B5EF4-FFF2-40B4-BE49-F238E27FC236}">
                  <a16:creationId xmlns:a16="http://schemas.microsoft.com/office/drawing/2014/main" id="{5E910AB4-A7D0-4B1A-BFD2-789502DA113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20" y="3219"/>
              <a:ext cx="56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59791" name="Oval 47">
              <a:extLst>
                <a:ext uri="{FF2B5EF4-FFF2-40B4-BE49-F238E27FC236}">
                  <a16:creationId xmlns:a16="http://schemas.microsoft.com/office/drawing/2014/main" id="{0AC670E2-485B-4E14-8298-F189205835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3" y="2269"/>
              <a:ext cx="758" cy="692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59792" name="Line 48">
              <a:extLst>
                <a:ext uri="{FF2B5EF4-FFF2-40B4-BE49-F238E27FC236}">
                  <a16:creationId xmlns:a16="http://schemas.microsoft.com/office/drawing/2014/main" id="{A875E4E8-8B68-4768-A2C4-1683F032C72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35" y="2923"/>
              <a:ext cx="0" cy="29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59793" name="Line 49">
              <a:extLst>
                <a:ext uri="{FF2B5EF4-FFF2-40B4-BE49-F238E27FC236}">
                  <a16:creationId xmlns:a16="http://schemas.microsoft.com/office/drawing/2014/main" id="{1AB5EB9A-C288-4A2F-8C3F-36FB5AF6FD8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52" y="2941"/>
              <a:ext cx="0" cy="279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59794" name="Line 50">
              <a:extLst>
                <a:ext uri="{FF2B5EF4-FFF2-40B4-BE49-F238E27FC236}">
                  <a16:creationId xmlns:a16="http://schemas.microsoft.com/office/drawing/2014/main" id="{601BB6EA-1F2B-4585-A66F-0946BE52714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38" y="3114"/>
              <a:ext cx="96" cy="96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59795" name="Freeform 51">
              <a:extLst>
                <a:ext uri="{FF2B5EF4-FFF2-40B4-BE49-F238E27FC236}">
                  <a16:creationId xmlns:a16="http://schemas.microsoft.com/office/drawing/2014/main" id="{71926FF3-005B-4D88-BB26-39B4B3496940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8" y="2971"/>
              <a:ext cx="115" cy="115"/>
            </a:xfrm>
            <a:custGeom>
              <a:avLst/>
              <a:gdLst>
                <a:gd name="T0" fmla="*/ 0 w 115"/>
                <a:gd name="T1" fmla="*/ 115 h 115"/>
                <a:gd name="T2" fmla="*/ 115 w 115"/>
                <a:gd name="T3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15" h="115">
                  <a:moveTo>
                    <a:pt x="0" y="115"/>
                  </a:moveTo>
                  <a:lnTo>
                    <a:pt x="115" y="0"/>
                  </a:lnTo>
                </a:path>
              </a:pathLst>
            </a:cu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59796" name="Freeform 52">
              <a:extLst>
                <a:ext uri="{FF2B5EF4-FFF2-40B4-BE49-F238E27FC236}">
                  <a16:creationId xmlns:a16="http://schemas.microsoft.com/office/drawing/2014/main" id="{5FDB39E9-CCC5-43AE-BC25-EF4C319EE569}"/>
                </a:ext>
              </a:extLst>
            </p:cNvPr>
            <p:cNvSpPr>
              <a:spLocks/>
            </p:cNvSpPr>
            <p:nvPr/>
          </p:nvSpPr>
          <p:spPr bwMode="auto">
            <a:xfrm>
              <a:off x="952" y="2884"/>
              <a:ext cx="96" cy="96"/>
            </a:xfrm>
            <a:custGeom>
              <a:avLst/>
              <a:gdLst>
                <a:gd name="T0" fmla="*/ 0 w 96"/>
                <a:gd name="T1" fmla="*/ 96 h 96"/>
                <a:gd name="T2" fmla="*/ 96 w 96"/>
                <a:gd name="T3" fmla="*/ 0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96" h="96">
                  <a:moveTo>
                    <a:pt x="0" y="96"/>
                  </a:moveTo>
                  <a:lnTo>
                    <a:pt x="96" y="0"/>
                  </a:lnTo>
                </a:path>
              </a:pathLst>
            </a:cu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59797" name="Freeform 53">
              <a:extLst>
                <a:ext uri="{FF2B5EF4-FFF2-40B4-BE49-F238E27FC236}">
                  <a16:creationId xmlns:a16="http://schemas.microsoft.com/office/drawing/2014/main" id="{0D125F9C-3268-4804-AA44-48AD7378CA95}"/>
                </a:ext>
              </a:extLst>
            </p:cNvPr>
            <p:cNvSpPr>
              <a:spLocks/>
            </p:cNvSpPr>
            <p:nvPr/>
          </p:nvSpPr>
          <p:spPr bwMode="auto">
            <a:xfrm>
              <a:off x="1450" y="3095"/>
              <a:ext cx="125" cy="126"/>
            </a:xfrm>
            <a:custGeom>
              <a:avLst/>
              <a:gdLst>
                <a:gd name="T0" fmla="*/ 0 w 125"/>
                <a:gd name="T1" fmla="*/ 126 h 126"/>
                <a:gd name="T2" fmla="*/ 125 w 125"/>
                <a:gd name="T3" fmla="*/ 0 h 1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25" h="126">
                  <a:moveTo>
                    <a:pt x="0" y="126"/>
                  </a:moveTo>
                  <a:lnTo>
                    <a:pt x="125" y="0"/>
                  </a:lnTo>
                </a:path>
              </a:pathLst>
            </a:cu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59798" name="Freeform 54">
              <a:extLst>
                <a:ext uri="{FF2B5EF4-FFF2-40B4-BE49-F238E27FC236}">
                  <a16:creationId xmlns:a16="http://schemas.microsoft.com/office/drawing/2014/main" id="{C41DB512-1CBF-42EB-A332-94671B682CEC}"/>
                </a:ext>
              </a:extLst>
            </p:cNvPr>
            <p:cNvSpPr>
              <a:spLocks/>
            </p:cNvSpPr>
            <p:nvPr/>
          </p:nvSpPr>
          <p:spPr bwMode="auto">
            <a:xfrm>
              <a:off x="1450" y="2875"/>
              <a:ext cx="192" cy="192"/>
            </a:xfrm>
            <a:custGeom>
              <a:avLst/>
              <a:gdLst>
                <a:gd name="T0" fmla="*/ 0 w 192"/>
                <a:gd name="T1" fmla="*/ 192 h 192"/>
                <a:gd name="T2" fmla="*/ 192 w 192"/>
                <a:gd name="T3" fmla="*/ 0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92" h="192">
                  <a:moveTo>
                    <a:pt x="0" y="192"/>
                  </a:moveTo>
                  <a:lnTo>
                    <a:pt x="192" y="0"/>
                  </a:lnTo>
                </a:path>
              </a:pathLst>
            </a:cu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59799" name="Freeform 55">
              <a:extLst>
                <a:ext uri="{FF2B5EF4-FFF2-40B4-BE49-F238E27FC236}">
                  <a16:creationId xmlns:a16="http://schemas.microsoft.com/office/drawing/2014/main" id="{959B6379-8CF7-494F-A86E-BCDC9B7EA906}"/>
                </a:ext>
              </a:extLst>
            </p:cNvPr>
            <p:cNvSpPr>
              <a:spLocks/>
            </p:cNvSpPr>
            <p:nvPr/>
          </p:nvSpPr>
          <p:spPr bwMode="auto">
            <a:xfrm>
              <a:off x="845" y="2206"/>
              <a:ext cx="937" cy="660"/>
            </a:xfrm>
            <a:custGeom>
              <a:avLst/>
              <a:gdLst>
                <a:gd name="T0" fmla="*/ 82 w 937"/>
                <a:gd name="T1" fmla="*/ 645 h 660"/>
                <a:gd name="T2" fmla="*/ 232 w 937"/>
                <a:gd name="T3" fmla="*/ 555 h 660"/>
                <a:gd name="T4" fmla="*/ 157 w 937"/>
                <a:gd name="T5" fmla="*/ 465 h 660"/>
                <a:gd name="T6" fmla="*/ 127 w 937"/>
                <a:gd name="T7" fmla="*/ 360 h 660"/>
                <a:gd name="T8" fmla="*/ 153 w 937"/>
                <a:gd name="T9" fmla="*/ 256 h 660"/>
                <a:gd name="T10" fmla="*/ 240 w 937"/>
                <a:gd name="T11" fmla="*/ 131 h 660"/>
                <a:gd name="T12" fmla="*/ 461 w 937"/>
                <a:gd name="T13" fmla="*/ 102 h 660"/>
                <a:gd name="T14" fmla="*/ 622 w 937"/>
                <a:gd name="T15" fmla="*/ 195 h 660"/>
                <a:gd name="T16" fmla="*/ 749 w 937"/>
                <a:gd name="T17" fmla="*/ 294 h 660"/>
                <a:gd name="T18" fmla="*/ 787 w 937"/>
                <a:gd name="T19" fmla="*/ 428 h 660"/>
                <a:gd name="T20" fmla="*/ 729 w 937"/>
                <a:gd name="T21" fmla="*/ 592 h 660"/>
                <a:gd name="T22" fmla="*/ 787 w 937"/>
                <a:gd name="T23" fmla="*/ 660 h 660"/>
                <a:gd name="T24" fmla="*/ 877 w 937"/>
                <a:gd name="T25" fmla="*/ 555 h 660"/>
                <a:gd name="T26" fmla="*/ 937 w 937"/>
                <a:gd name="T27" fmla="*/ 360 h 660"/>
                <a:gd name="T28" fmla="*/ 825 w 937"/>
                <a:gd name="T29" fmla="*/ 227 h 660"/>
                <a:gd name="T30" fmla="*/ 757 w 937"/>
                <a:gd name="T31" fmla="*/ 75 h 660"/>
                <a:gd name="T32" fmla="*/ 562 w 937"/>
                <a:gd name="T33" fmla="*/ 0 h 660"/>
                <a:gd name="T34" fmla="*/ 365 w 937"/>
                <a:gd name="T35" fmla="*/ 6 h 660"/>
                <a:gd name="T36" fmla="*/ 221 w 937"/>
                <a:gd name="T37" fmla="*/ 54 h 660"/>
                <a:gd name="T38" fmla="*/ 86 w 937"/>
                <a:gd name="T39" fmla="*/ 169 h 660"/>
                <a:gd name="T40" fmla="*/ 0 w 937"/>
                <a:gd name="T41" fmla="*/ 352 h 660"/>
                <a:gd name="T42" fmla="*/ 29 w 937"/>
                <a:gd name="T43" fmla="*/ 515 h 660"/>
                <a:gd name="T44" fmla="*/ 82 w 937"/>
                <a:gd name="T45" fmla="*/ 645 h 6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937" h="660">
                  <a:moveTo>
                    <a:pt x="82" y="645"/>
                  </a:moveTo>
                  <a:lnTo>
                    <a:pt x="232" y="555"/>
                  </a:lnTo>
                  <a:lnTo>
                    <a:pt x="157" y="465"/>
                  </a:lnTo>
                  <a:lnTo>
                    <a:pt x="127" y="360"/>
                  </a:lnTo>
                  <a:lnTo>
                    <a:pt x="153" y="256"/>
                  </a:lnTo>
                  <a:lnTo>
                    <a:pt x="240" y="131"/>
                  </a:lnTo>
                  <a:lnTo>
                    <a:pt x="461" y="102"/>
                  </a:lnTo>
                  <a:lnTo>
                    <a:pt x="622" y="195"/>
                  </a:lnTo>
                  <a:lnTo>
                    <a:pt x="749" y="294"/>
                  </a:lnTo>
                  <a:lnTo>
                    <a:pt x="787" y="428"/>
                  </a:lnTo>
                  <a:lnTo>
                    <a:pt x="729" y="592"/>
                  </a:lnTo>
                  <a:lnTo>
                    <a:pt x="787" y="660"/>
                  </a:lnTo>
                  <a:lnTo>
                    <a:pt x="877" y="555"/>
                  </a:lnTo>
                  <a:lnTo>
                    <a:pt x="937" y="360"/>
                  </a:lnTo>
                  <a:lnTo>
                    <a:pt x="825" y="227"/>
                  </a:lnTo>
                  <a:lnTo>
                    <a:pt x="757" y="75"/>
                  </a:lnTo>
                  <a:lnTo>
                    <a:pt x="562" y="0"/>
                  </a:lnTo>
                  <a:lnTo>
                    <a:pt x="365" y="6"/>
                  </a:lnTo>
                  <a:lnTo>
                    <a:pt x="221" y="54"/>
                  </a:lnTo>
                  <a:lnTo>
                    <a:pt x="86" y="169"/>
                  </a:lnTo>
                  <a:lnTo>
                    <a:pt x="0" y="352"/>
                  </a:lnTo>
                  <a:lnTo>
                    <a:pt x="29" y="515"/>
                  </a:lnTo>
                  <a:lnTo>
                    <a:pt x="82" y="645"/>
                  </a:lnTo>
                  <a:close/>
                </a:path>
              </a:pathLst>
            </a:custGeom>
            <a:solidFill>
              <a:srgbClr val="00FFFF"/>
            </a:solidFill>
            <a:ln w="9525" cap="flat" cmpd="sng">
              <a:solidFill>
                <a:srgbClr val="00FFFF"/>
              </a:solidFill>
              <a:prstDash val="solid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59800" name="Line 56">
              <a:extLst>
                <a:ext uri="{FF2B5EF4-FFF2-40B4-BE49-F238E27FC236}">
                  <a16:creationId xmlns:a16="http://schemas.microsoft.com/office/drawing/2014/main" id="{19EF814E-90EE-493A-9AF5-ADE97BD1A49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96" y="2621"/>
              <a:ext cx="120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lgDash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59801" name="Line 57">
              <a:extLst>
                <a:ext uri="{FF2B5EF4-FFF2-40B4-BE49-F238E27FC236}">
                  <a16:creationId xmlns:a16="http://schemas.microsoft.com/office/drawing/2014/main" id="{AB9E5ACF-2A2D-4339-BF60-A518EB60DD4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96" y="2054"/>
              <a:ext cx="0" cy="125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lgDash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59802" name="Oval 58">
              <a:extLst>
                <a:ext uri="{FF2B5EF4-FFF2-40B4-BE49-F238E27FC236}">
                  <a16:creationId xmlns:a16="http://schemas.microsoft.com/office/drawing/2014/main" id="{FAC521B4-BCA9-41E9-AF00-4C4892D652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27" y="968"/>
              <a:ext cx="523" cy="493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59803" name="Oval 59">
              <a:extLst>
                <a:ext uri="{FF2B5EF4-FFF2-40B4-BE49-F238E27FC236}">
                  <a16:creationId xmlns:a16="http://schemas.microsoft.com/office/drawing/2014/main" id="{1121F6C5-8394-435D-9F33-2059CD0745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5" y="1069"/>
              <a:ext cx="317" cy="297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59804" name="Freeform 60">
              <a:extLst>
                <a:ext uri="{FF2B5EF4-FFF2-40B4-BE49-F238E27FC236}">
                  <a16:creationId xmlns:a16="http://schemas.microsoft.com/office/drawing/2014/main" id="{621DC8AB-F935-448A-9F66-D422F6278697}"/>
                </a:ext>
              </a:extLst>
            </p:cNvPr>
            <p:cNvSpPr>
              <a:spLocks/>
            </p:cNvSpPr>
            <p:nvPr/>
          </p:nvSpPr>
          <p:spPr bwMode="auto">
            <a:xfrm>
              <a:off x="980" y="994"/>
              <a:ext cx="403" cy="517"/>
            </a:xfrm>
            <a:custGeom>
              <a:avLst/>
              <a:gdLst>
                <a:gd name="T0" fmla="*/ 192 w 403"/>
                <a:gd name="T1" fmla="*/ 0 h 509"/>
                <a:gd name="T2" fmla="*/ 230 w 403"/>
                <a:gd name="T3" fmla="*/ 105 h 509"/>
                <a:gd name="T4" fmla="*/ 230 w 403"/>
                <a:gd name="T5" fmla="*/ 211 h 509"/>
                <a:gd name="T6" fmla="*/ 336 w 403"/>
                <a:gd name="T7" fmla="*/ 365 h 509"/>
                <a:gd name="T8" fmla="*/ 403 w 403"/>
                <a:gd name="T9" fmla="*/ 461 h 509"/>
                <a:gd name="T10" fmla="*/ 320 w 403"/>
                <a:gd name="T11" fmla="*/ 509 h 509"/>
                <a:gd name="T12" fmla="*/ 173 w 403"/>
                <a:gd name="T13" fmla="*/ 470 h 509"/>
                <a:gd name="T14" fmla="*/ 29 w 403"/>
                <a:gd name="T15" fmla="*/ 374 h 509"/>
                <a:gd name="T16" fmla="*/ 0 w 403"/>
                <a:gd name="T17" fmla="*/ 144 h 509"/>
                <a:gd name="T18" fmla="*/ 77 w 403"/>
                <a:gd name="T19" fmla="*/ 9 h 509"/>
                <a:gd name="T20" fmla="*/ 192 w 403"/>
                <a:gd name="T21" fmla="*/ 0 h 5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03" h="509">
                  <a:moveTo>
                    <a:pt x="192" y="0"/>
                  </a:moveTo>
                  <a:lnTo>
                    <a:pt x="230" y="105"/>
                  </a:lnTo>
                  <a:lnTo>
                    <a:pt x="230" y="211"/>
                  </a:lnTo>
                  <a:lnTo>
                    <a:pt x="336" y="365"/>
                  </a:lnTo>
                  <a:lnTo>
                    <a:pt x="403" y="461"/>
                  </a:lnTo>
                  <a:lnTo>
                    <a:pt x="320" y="509"/>
                  </a:lnTo>
                  <a:lnTo>
                    <a:pt x="173" y="470"/>
                  </a:lnTo>
                  <a:lnTo>
                    <a:pt x="29" y="374"/>
                  </a:lnTo>
                  <a:lnTo>
                    <a:pt x="0" y="144"/>
                  </a:lnTo>
                  <a:lnTo>
                    <a:pt x="77" y="9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rgbClr val="00FFFF"/>
            </a:solidFill>
            <a:ln w="38100" cap="flat" cmpd="sng">
              <a:solidFill>
                <a:srgbClr val="00FFF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59805" name="Rectangle 61">
              <a:extLst>
                <a:ext uri="{FF2B5EF4-FFF2-40B4-BE49-F238E27FC236}">
                  <a16:creationId xmlns:a16="http://schemas.microsoft.com/office/drawing/2014/main" id="{3C30B78F-23D5-4579-9745-92785FAD32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7" y="625"/>
              <a:ext cx="1065" cy="1251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59806" name="Line 62">
              <a:extLst>
                <a:ext uri="{FF2B5EF4-FFF2-40B4-BE49-F238E27FC236}">
                  <a16:creationId xmlns:a16="http://schemas.microsoft.com/office/drawing/2014/main" id="{FE907234-3F10-408A-9552-F31AF6BD61E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913" y="770"/>
              <a:ext cx="0" cy="111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59807" name="Line 63">
              <a:extLst>
                <a:ext uri="{FF2B5EF4-FFF2-40B4-BE49-F238E27FC236}">
                  <a16:creationId xmlns:a16="http://schemas.microsoft.com/office/drawing/2014/main" id="{6C01DD19-99F7-4F8A-9890-FE46B31A00F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69" y="627"/>
              <a:ext cx="96" cy="9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59808" name="Freeform 64">
              <a:extLst>
                <a:ext uri="{FF2B5EF4-FFF2-40B4-BE49-F238E27FC236}">
                  <a16:creationId xmlns:a16="http://schemas.microsoft.com/office/drawing/2014/main" id="{F5E5D596-77F7-45D5-A0A8-9B96B1C64E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69" y="618"/>
              <a:ext cx="268" cy="269"/>
            </a:xfrm>
            <a:custGeom>
              <a:avLst/>
              <a:gdLst>
                <a:gd name="T0" fmla="*/ 0 w 268"/>
                <a:gd name="T1" fmla="*/ 269 h 269"/>
                <a:gd name="T2" fmla="*/ 268 w 268"/>
                <a:gd name="T3" fmla="*/ 0 h 2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68" h="269">
                  <a:moveTo>
                    <a:pt x="0" y="269"/>
                  </a:moveTo>
                  <a:lnTo>
                    <a:pt x="268" y="0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59809" name="Freeform 65">
              <a:extLst>
                <a:ext uri="{FF2B5EF4-FFF2-40B4-BE49-F238E27FC236}">
                  <a16:creationId xmlns:a16="http://schemas.microsoft.com/office/drawing/2014/main" id="{88251284-C067-4F27-973B-3268DD5C5695}"/>
                </a:ext>
              </a:extLst>
            </p:cNvPr>
            <p:cNvSpPr>
              <a:spLocks/>
            </p:cNvSpPr>
            <p:nvPr/>
          </p:nvSpPr>
          <p:spPr bwMode="auto">
            <a:xfrm>
              <a:off x="769" y="906"/>
              <a:ext cx="143" cy="144"/>
            </a:xfrm>
            <a:custGeom>
              <a:avLst/>
              <a:gdLst>
                <a:gd name="T0" fmla="*/ 0 w 143"/>
                <a:gd name="T1" fmla="*/ 144 h 144"/>
                <a:gd name="T2" fmla="*/ 143 w 143"/>
                <a:gd name="T3" fmla="*/ 0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43" h="144">
                  <a:moveTo>
                    <a:pt x="0" y="144"/>
                  </a:moveTo>
                  <a:lnTo>
                    <a:pt x="143" y="0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59810" name="Freeform 66">
              <a:extLst>
                <a:ext uri="{FF2B5EF4-FFF2-40B4-BE49-F238E27FC236}">
                  <a16:creationId xmlns:a16="http://schemas.microsoft.com/office/drawing/2014/main" id="{C519EA4B-D19B-4ED1-8652-BE89E196B711}"/>
                </a:ext>
              </a:extLst>
            </p:cNvPr>
            <p:cNvSpPr>
              <a:spLocks/>
            </p:cNvSpPr>
            <p:nvPr/>
          </p:nvSpPr>
          <p:spPr bwMode="auto">
            <a:xfrm>
              <a:off x="769" y="1069"/>
              <a:ext cx="143" cy="144"/>
            </a:xfrm>
            <a:custGeom>
              <a:avLst/>
              <a:gdLst>
                <a:gd name="T0" fmla="*/ 0 w 143"/>
                <a:gd name="T1" fmla="*/ 144 h 144"/>
                <a:gd name="T2" fmla="*/ 143 w 143"/>
                <a:gd name="T3" fmla="*/ 0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43" h="144">
                  <a:moveTo>
                    <a:pt x="0" y="144"/>
                  </a:moveTo>
                  <a:lnTo>
                    <a:pt x="143" y="0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59811" name="Freeform 67">
              <a:extLst>
                <a:ext uri="{FF2B5EF4-FFF2-40B4-BE49-F238E27FC236}">
                  <a16:creationId xmlns:a16="http://schemas.microsoft.com/office/drawing/2014/main" id="{AA49923A-7EBD-4848-A7E2-2CE2995F6BC7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" y="1242"/>
              <a:ext cx="133" cy="135"/>
            </a:xfrm>
            <a:custGeom>
              <a:avLst/>
              <a:gdLst>
                <a:gd name="T0" fmla="*/ 0 w 133"/>
                <a:gd name="T1" fmla="*/ 135 h 135"/>
                <a:gd name="T2" fmla="*/ 133 w 133"/>
                <a:gd name="T3" fmla="*/ 0 h 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33" h="135">
                  <a:moveTo>
                    <a:pt x="0" y="135"/>
                  </a:moveTo>
                  <a:lnTo>
                    <a:pt x="133" y="0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59812" name="Freeform 68">
              <a:extLst>
                <a:ext uri="{FF2B5EF4-FFF2-40B4-BE49-F238E27FC236}">
                  <a16:creationId xmlns:a16="http://schemas.microsoft.com/office/drawing/2014/main" id="{DC1351CC-F934-4CD0-A5E2-05F68CF3EA4D}"/>
                </a:ext>
              </a:extLst>
            </p:cNvPr>
            <p:cNvSpPr>
              <a:spLocks/>
            </p:cNvSpPr>
            <p:nvPr/>
          </p:nvSpPr>
          <p:spPr bwMode="auto">
            <a:xfrm>
              <a:off x="769" y="1415"/>
              <a:ext cx="143" cy="143"/>
            </a:xfrm>
            <a:custGeom>
              <a:avLst/>
              <a:gdLst>
                <a:gd name="T0" fmla="*/ 0 w 143"/>
                <a:gd name="T1" fmla="*/ 143 h 143"/>
                <a:gd name="T2" fmla="*/ 143 w 143"/>
                <a:gd name="T3" fmla="*/ 0 h 1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43" h="143">
                  <a:moveTo>
                    <a:pt x="0" y="143"/>
                  </a:moveTo>
                  <a:lnTo>
                    <a:pt x="143" y="0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59813" name="Freeform 69">
              <a:extLst>
                <a:ext uri="{FF2B5EF4-FFF2-40B4-BE49-F238E27FC236}">
                  <a16:creationId xmlns:a16="http://schemas.microsoft.com/office/drawing/2014/main" id="{B1077154-7485-440D-879C-E4CB828774A7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" y="1588"/>
              <a:ext cx="133" cy="135"/>
            </a:xfrm>
            <a:custGeom>
              <a:avLst/>
              <a:gdLst>
                <a:gd name="T0" fmla="*/ 0 w 133"/>
                <a:gd name="T1" fmla="*/ 135 h 135"/>
                <a:gd name="T2" fmla="*/ 133 w 133"/>
                <a:gd name="T3" fmla="*/ 0 h 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33" h="135">
                  <a:moveTo>
                    <a:pt x="0" y="135"/>
                  </a:moveTo>
                  <a:lnTo>
                    <a:pt x="133" y="0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59814" name="Freeform 70">
              <a:extLst>
                <a:ext uri="{FF2B5EF4-FFF2-40B4-BE49-F238E27FC236}">
                  <a16:creationId xmlns:a16="http://schemas.microsoft.com/office/drawing/2014/main" id="{2EE13225-51DF-43FB-AE06-24787D967A9A}"/>
                </a:ext>
              </a:extLst>
            </p:cNvPr>
            <p:cNvSpPr>
              <a:spLocks/>
            </p:cNvSpPr>
            <p:nvPr/>
          </p:nvSpPr>
          <p:spPr bwMode="auto">
            <a:xfrm>
              <a:off x="788" y="1741"/>
              <a:ext cx="134" cy="135"/>
            </a:xfrm>
            <a:custGeom>
              <a:avLst/>
              <a:gdLst>
                <a:gd name="T0" fmla="*/ 0 w 134"/>
                <a:gd name="T1" fmla="*/ 135 h 135"/>
                <a:gd name="T2" fmla="*/ 134 w 134"/>
                <a:gd name="T3" fmla="*/ 0 h 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34" h="135">
                  <a:moveTo>
                    <a:pt x="0" y="135"/>
                  </a:moveTo>
                  <a:lnTo>
                    <a:pt x="134" y="0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59815" name="Line 71">
              <a:extLst>
                <a:ext uri="{FF2B5EF4-FFF2-40B4-BE49-F238E27FC236}">
                  <a16:creationId xmlns:a16="http://schemas.microsoft.com/office/drawing/2014/main" id="{42E64B22-1208-4592-9448-31A3F0B8699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66" y="1221"/>
              <a:ext cx="58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lgDash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59816" name="Line 72">
              <a:extLst>
                <a:ext uri="{FF2B5EF4-FFF2-40B4-BE49-F238E27FC236}">
                  <a16:creationId xmlns:a16="http://schemas.microsoft.com/office/drawing/2014/main" id="{2BB3680C-9F5D-413A-887A-2196C484340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296" y="561"/>
              <a:ext cx="0" cy="142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lgDash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59817" name="Line 73">
              <a:extLst>
                <a:ext uri="{FF2B5EF4-FFF2-40B4-BE49-F238E27FC236}">
                  <a16:creationId xmlns:a16="http://schemas.microsoft.com/office/drawing/2014/main" id="{C6273F64-350D-46C6-910D-4C907CFD13E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12" y="772"/>
              <a:ext cx="202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59818" name="Freeform 74">
              <a:extLst>
                <a:ext uri="{FF2B5EF4-FFF2-40B4-BE49-F238E27FC236}">
                  <a16:creationId xmlns:a16="http://schemas.microsoft.com/office/drawing/2014/main" id="{927EEC8D-DCD3-4B78-9A27-F38E14E28E45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7" y="618"/>
              <a:ext cx="162" cy="471"/>
            </a:xfrm>
            <a:custGeom>
              <a:avLst/>
              <a:gdLst>
                <a:gd name="T0" fmla="*/ 162 w 162"/>
                <a:gd name="T1" fmla="*/ 471 h 471"/>
                <a:gd name="T2" fmla="*/ 124 w 162"/>
                <a:gd name="T3" fmla="*/ 365 h 471"/>
                <a:gd name="T4" fmla="*/ 60 w 162"/>
                <a:gd name="T5" fmla="*/ 279 h 471"/>
                <a:gd name="T6" fmla="*/ 66 w 162"/>
                <a:gd name="T7" fmla="*/ 163 h 471"/>
                <a:gd name="T8" fmla="*/ 9 w 162"/>
                <a:gd name="T9" fmla="*/ 58 h 471"/>
                <a:gd name="T10" fmla="*/ 9 w 162"/>
                <a:gd name="T11" fmla="*/ 0 h 4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62" h="471">
                  <a:moveTo>
                    <a:pt x="162" y="471"/>
                  </a:moveTo>
                  <a:cubicBezTo>
                    <a:pt x="150" y="434"/>
                    <a:pt x="141" y="397"/>
                    <a:pt x="124" y="365"/>
                  </a:cubicBezTo>
                  <a:cubicBezTo>
                    <a:pt x="107" y="333"/>
                    <a:pt x="70" y="313"/>
                    <a:pt x="60" y="279"/>
                  </a:cubicBezTo>
                  <a:cubicBezTo>
                    <a:pt x="50" y="245"/>
                    <a:pt x="74" y="200"/>
                    <a:pt x="66" y="163"/>
                  </a:cubicBezTo>
                  <a:cubicBezTo>
                    <a:pt x="58" y="126"/>
                    <a:pt x="18" y="85"/>
                    <a:pt x="9" y="58"/>
                  </a:cubicBezTo>
                  <a:cubicBezTo>
                    <a:pt x="0" y="31"/>
                    <a:pt x="4" y="15"/>
                    <a:pt x="9" y="0"/>
                  </a:cubicBezTo>
                </a:path>
              </a:pathLst>
            </a:custGeom>
            <a:noFill/>
            <a:ln w="19050" cap="flat" cmpd="sng">
              <a:solidFill>
                <a:srgbClr val="000000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59819" name="Freeform 75">
              <a:extLst>
                <a:ext uri="{FF2B5EF4-FFF2-40B4-BE49-F238E27FC236}">
                  <a16:creationId xmlns:a16="http://schemas.microsoft.com/office/drawing/2014/main" id="{97B95B64-B51C-4461-88DE-2D395CA3F59E}"/>
                </a:ext>
              </a:extLst>
            </p:cNvPr>
            <p:cNvSpPr>
              <a:spLocks/>
            </p:cNvSpPr>
            <p:nvPr/>
          </p:nvSpPr>
          <p:spPr bwMode="auto">
            <a:xfrm>
              <a:off x="1325" y="1367"/>
              <a:ext cx="249" cy="509"/>
            </a:xfrm>
            <a:custGeom>
              <a:avLst/>
              <a:gdLst>
                <a:gd name="T0" fmla="*/ 0 w 249"/>
                <a:gd name="T1" fmla="*/ 0 h 509"/>
                <a:gd name="T2" fmla="*/ 48 w 249"/>
                <a:gd name="T3" fmla="*/ 67 h 509"/>
                <a:gd name="T4" fmla="*/ 173 w 249"/>
                <a:gd name="T5" fmla="*/ 211 h 509"/>
                <a:gd name="T6" fmla="*/ 201 w 249"/>
                <a:gd name="T7" fmla="*/ 374 h 509"/>
                <a:gd name="T8" fmla="*/ 249 w 249"/>
                <a:gd name="T9" fmla="*/ 509 h 5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9" h="509">
                  <a:moveTo>
                    <a:pt x="0" y="0"/>
                  </a:moveTo>
                  <a:cubicBezTo>
                    <a:pt x="10" y="11"/>
                    <a:pt x="19" y="32"/>
                    <a:pt x="48" y="67"/>
                  </a:cubicBezTo>
                  <a:cubicBezTo>
                    <a:pt x="77" y="102"/>
                    <a:pt x="147" y="160"/>
                    <a:pt x="173" y="211"/>
                  </a:cubicBezTo>
                  <a:cubicBezTo>
                    <a:pt x="199" y="262"/>
                    <a:pt x="188" y="325"/>
                    <a:pt x="201" y="374"/>
                  </a:cubicBezTo>
                  <a:cubicBezTo>
                    <a:pt x="214" y="423"/>
                    <a:pt x="241" y="487"/>
                    <a:pt x="249" y="509"/>
                  </a:cubicBezTo>
                </a:path>
              </a:pathLst>
            </a:custGeom>
            <a:noFill/>
            <a:ln w="19050" cap="flat" cmpd="sng">
              <a:solidFill>
                <a:srgbClr val="000000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59820" name="Freeform 76">
              <a:extLst>
                <a:ext uri="{FF2B5EF4-FFF2-40B4-BE49-F238E27FC236}">
                  <a16:creationId xmlns:a16="http://schemas.microsoft.com/office/drawing/2014/main" id="{336EF473-5393-4F5E-8C82-2A5B52D475E0}"/>
                </a:ext>
              </a:extLst>
            </p:cNvPr>
            <p:cNvSpPr>
              <a:spLocks/>
            </p:cNvSpPr>
            <p:nvPr/>
          </p:nvSpPr>
          <p:spPr bwMode="auto">
            <a:xfrm>
              <a:off x="859" y="2820"/>
              <a:ext cx="120" cy="69"/>
            </a:xfrm>
            <a:custGeom>
              <a:avLst/>
              <a:gdLst>
                <a:gd name="T0" fmla="*/ 120 w 120"/>
                <a:gd name="T1" fmla="*/ 3 h 69"/>
                <a:gd name="T2" fmla="*/ 78 w 120"/>
                <a:gd name="T3" fmla="*/ 9 h 69"/>
                <a:gd name="T4" fmla="*/ 66 w 120"/>
                <a:gd name="T5" fmla="*/ 57 h 69"/>
                <a:gd name="T6" fmla="*/ 0 w 120"/>
                <a:gd name="T7" fmla="*/ 69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0" h="69">
                  <a:moveTo>
                    <a:pt x="120" y="3"/>
                  </a:moveTo>
                  <a:cubicBezTo>
                    <a:pt x="103" y="1"/>
                    <a:pt x="87" y="0"/>
                    <a:pt x="78" y="9"/>
                  </a:cubicBezTo>
                  <a:cubicBezTo>
                    <a:pt x="69" y="18"/>
                    <a:pt x="79" y="47"/>
                    <a:pt x="66" y="57"/>
                  </a:cubicBezTo>
                  <a:cubicBezTo>
                    <a:pt x="53" y="67"/>
                    <a:pt x="26" y="68"/>
                    <a:pt x="0" y="69"/>
                  </a:cubicBez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9821" name="Freeform 77">
              <a:extLst>
                <a:ext uri="{FF2B5EF4-FFF2-40B4-BE49-F238E27FC236}">
                  <a16:creationId xmlns:a16="http://schemas.microsoft.com/office/drawing/2014/main" id="{B57A2EE7-D3A3-4F63-B8A9-FE5E13714578}"/>
                </a:ext>
              </a:extLst>
            </p:cNvPr>
            <p:cNvSpPr>
              <a:spLocks/>
            </p:cNvSpPr>
            <p:nvPr/>
          </p:nvSpPr>
          <p:spPr bwMode="auto">
            <a:xfrm>
              <a:off x="1585" y="2823"/>
              <a:ext cx="144" cy="84"/>
            </a:xfrm>
            <a:custGeom>
              <a:avLst/>
              <a:gdLst>
                <a:gd name="T0" fmla="*/ 0 w 144"/>
                <a:gd name="T1" fmla="*/ 0 h 84"/>
                <a:gd name="T2" fmla="*/ 36 w 144"/>
                <a:gd name="T3" fmla="*/ 12 h 84"/>
                <a:gd name="T4" fmla="*/ 48 w 144"/>
                <a:gd name="T5" fmla="*/ 60 h 84"/>
                <a:gd name="T6" fmla="*/ 144 w 144"/>
                <a:gd name="T7" fmla="*/ 84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4" h="84">
                  <a:moveTo>
                    <a:pt x="0" y="0"/>
                  </a:moveTo>
                  <a:cubicBezTo>
                    <a:pt x="14" y="1"/>
                    <a:pt x="28" y="2"/>
                    <a:pt x="36" y="12"/>
                  </a:cubicBezTo>
                  <a:cubicBezTo>
                    <a:pt x="44" y="22"/>
                    <a:pt x="30" y="48"/>
                    <a:pt x="48" y="60"/>
                  </a:cubicBezTo>
                  <a:cubicBezTo>
                    <a:pt x="66" y="72"/>
                    <a:pt x="128" y="80"/>
                    <a:pt x="144" y="84"/>
                  </a:cubicBez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59822" name="Text Box 78">
            <a:extLst>
              <a:ext uri="{FF2B5EF4-FFF2-40B4-BE49-F238E27FC236}">
                <a16:creationId xmlns:a16="http://schemas.microsoft.com/office/drawing/2014/main" id="{7F8A9CCE-A248-4DC6-9BB0-B7038CB3CF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49400" y="5402263"/>
            <a:ext cx="1330325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zh-CN" altLang="en-US" sz="3200">
                <a:solidFill>
                  <a:srgbClr val="FF0000"/>
                </a:solidFill>
                <a:latin typeface="宋体" panose="02010600030101010101" pitchFamily="2" charset="-122"/>
              </a:rPr>
              <a:t>错误</a:t>
            </a:r>
          </a:p>
        </p:txBody>
      </p:sp>
      <p:sp>
        <p:nvSpPr>
          <p:cNvPr id="159823" name="Text Box 79">
            <a:extLst>
              <a:ext uri="{FF2B5EF4-FFF2-40B4-BE49-F238E27FC236}">
                <a16:creationId xmlns:a16="http://schemas.microsoft.com/office/drawing/2014/main" id="{A6283AAA-B244-4F9B-9AC6-BB9E03CF3B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51675" y="5402263"/>
            <a:ext cx="1366838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zh-CN" altLang="en-US" sz="3200">
                <a:solidFill>
                  <a:srgbClr val="FF0000"/>
                </a:solidFill>
                <a:latin typeface="宋体" panose="02010600030101010101" pitchFamily="2" charset="-122"/>
              </a:rPr>
              <a:t>正确</a:t>
            </a:r>
          </a:p>
        </p:txBody>
      </p:sp>
      <p:sp>
        <p:nvSpPr>
          <p:cNvPr id="159826" name="Text Box 82">
            <a:extLst>
              <a:ext uri="{FF2B5EF4-FFF2-40B4-BE49-F238E27FC236}">
                <a16:creationId xmlns:a16="http://schemas.microsoft.com/office/drawing/2014/main" id="{1ADE38DE-E19F-4188-B67E-1DAD2DDDA7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84350" y="4262438"/>
            <a:ext cx="4857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en-US" altLang="zh-CN">
                <a:solidFill>
                  <a:srgbClr val="FF0000"/>
                </a:solidFill>
              </a:rPr>
              <a:t>×</a:t>
            </a:r>
          </a:p>
        </p:txBody>
      </p:sp>
      <p:pic>
        <p:nvPicPr>
          <p:cNvPr id="159832" name="Picture 88">
            <a:extLst>
              <a:ext uri="{FF2B5EF4-FFF2-40B4-BE49-F238E27FC236}">
                <a16:creationId xmlns:a16="http://schemas.microsoft.com/office/drawing/2014/main" id="{185473EB-611A-463A-85A8-E70FB5BEC1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2500" y="3748088"/>
            <a:ext cx="2903538" cy="2468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59833" name="Picture 89">
            <a:extLst>
              <a:ext uri="{FF2B5EF4-FFF2-40B4-BE49-F238E27FC236}">
                <a16:creationId xmlns:a16="http://schemas.microsoft.com/office/drawing/2014/main" id="{5E5BE3EE-82F1-497B-9956-EF66DDE097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16313" y="547688"/>
            <a:ext cx="2690812" cy="2865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1598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598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98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8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75"/>
                                        <p:tgtEl>
                                          <p:spTgt spid="1598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3" dur="500"/>
                                        <p:tgtEl>
                                          <p:spTgt spid="1598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8" dur="500"/>
                                        <p:tgtEl>
                                          <p:spTgt spid="1598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598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598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9822" grpId="0" autoUpdateAnimBg="0"/>
      <p:bldP spid="159823" grpId="0" autoUpdateAnimBg="0"/>
      <p:bldP spid="159826" grpId="0" build="p" autoUpdateAnimBg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Text Box 2">
            <a:extLst>
              <a:ext uri="{FF2B5EF4-FFF2-40B4-BE49-F238E27FC236}">
                <a16:creationId xmlns:a16="http://schemas.microsoft.com/office/drawing/2014/main" id="{A1132B66-BCD9-4F0C-8AF5-D0421F3678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123031" y="547689"/>
            <a:ext cx="8624887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l" eaLnBrk="1" hangingPunct="1"/>
            <a:r>
              <a:rPr lang="en-US" altLang="zh-CN" sz="3200" dirty="0">
                <a:latin typeface="宋体" panose="02010600030101010101" pitchFamily="2" charset="-122"/>
                <a:sym typeface="Symbol" panose="05050102010706020507" pitchFamily="18" charset="2"/>
              </a:rPr>
              <a:t> ⑶ </a:t>
            </a:r>
            <a:r>
              <a:rPr lang="zh-CN" altLang="en-US" sz="3200" dirty="0">
                <a:latin typeface="宋体" panose="02010600030101010101" pitchFamily="2" charset="-122"/>
              </a:rPr>
              <a:t>当被剖结构为回转体时，允许将其中</a:t>
            </a:r>
          </a:p>
          <a:p>
            <a:pPr algn="l" eaLnBrk="1" hangingPunct="1"/>
            <a:r>
              <a:rPr lang="zh-CN" altLang="en-US" sz="3200" dirty="0">
                <a:latin typeface="宋体" panose="02010600030101010101" pitchFamily="2" charset="-122"/>
              </a:rPr>
              <a:t>    心线作局部剖的分界线。</a:t>
            </a:r>
          </a:p>
        </p:txBody>
      </p:sp>
      <p:sp>
        <p:nvSpPr>
          <p:cNvPr id="121859" name="Text Box 3">
            <a:extLst>
              <a:ext uri="{FF2B5EF4-FFF2-40B4-BE49-F238E27FC236}">
                <a16:creationId xmlns:a16="http://schemas.microsoft.com/office/drawing/2014/main" id="{281134E3-EEB6-4CE0-AFF2-F7829F821D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9113" y="5040313"/>
            <a:ext cx="8337550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en-US" altLang="zh-CN" sz="3200">
                <a:latin typeface="宋体" panose="02010600030101010101" pitchFamily="2" charset="-122"/>
                <a:sym typeface="Symbol" panose="05050102010706020507" pitchFamily="18" charset="2"/>
              </a:rPr>
              <a:t>  ⑷ </a:t>
            </a:r>
            <a:r>
              <a:rPr lang="zh-CN" altLang="en-US" sz="3200">
                <a:latin typeface="宋体" panose="02010600030101010101" pitchFamily="2" charset="-122"/>
                <a:sym typeface="Symbol" panose="05050102010706020507" pitchFamily="18" charset="2"/>
              </a:rPr>
              <a:t>在一个视图中，局部剖的数量不宜过</a:t>
            </a:r>
          </a:p>
          <a:p>
            <a:pPr algn="l"/>
            <a:r>
              <a:rPr lang="zh-CN" altLang="en-US" sz="3200">
                <a:latin typeface="宋体" panose="02010600030101010101" pitchFamily="2" charset="-122"/>
                <a:sym typeface="Symbol" panose="05050102010706020507" pitchFamily="18" charset="2"/>
              </a:rPr>
              <a:t>     多。</a:t>
            </a:r>
            <a:endParaRPr lang="zh-CN" altLang="en-US" sz="3200">
              <a:latin typeface="宋体" panose="02010600030101010101" pitchFamily="2" charset="-122"/>
            </a:endParaRPr>
          </a:p>
        </p:txBody>
      </p:sp>
      <p:grpSp>
        <p:nvGrpSpPr>
          <p:cNvPr id="121885" name="Group 29">
            <a:extLst>
              <a:ext uri="{FF2B5EF4-FFF2-40B4-BE49-F238E27FC236}">
                <a16:creationId xmlns:a16="http://schemas.microsoft.com/office/drawing/2014/main" id="{201727A5-3928-4A9F-A4AB-4F0C3EFA7A66}"/>
              </a:ext>
            </a:extLst>
          </p:cNvPr>
          <p:cNvGrpSpPr>
            <a:grpSpLocks/>
          </p:cNvGrpSpPr>
          <p:nvPr/>
        </p:nvGrpSpPr>
        <p:grpSpPr bwMode="auto">
          <a:xfrm>
            <a:off x="2579688" y="1419225"/>
            <a:ext cx="3529012" cy="3355975"/>
            <a:chOff x="1900" y="886"/>
            <a:chExt cx="2223" cy="2114"/>
          </a:xfrm>
        </p:grpSpPr>
        <p:sp>
          <p:nvSpPr>
            <p:cNvPr id="121861" name="Line 5">
              <a:extLst>
                <a:ext uri="{FF2B5EF4-FFF2-40B4-BE49-F238E27FC236}">
                  <a16:creationId xmlns:a16="http://schemas.microsoft.com/office/drawing/2014/main" id="{9D002E3D-6CFA-4419-9F55-D703F2AC325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95" y="886"/>
              <a:ext cx="0" cy="113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lgDash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21862" name="Oval 6">
              <a:extLst>
                <a:ext uri="{FF2B5EF4-FFF2-40B4-BE49-F238E27FC236}">
                  <a16:creationId xmlns:a16="http://schemas.microsoft.com/office/drawing/2014/main" id="{9F72D0A8-0362-4016-BF06-B658ECE4FE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53" y="985"/>
              <a:ext cx="1069" cy="961"/>
            </a:xfrm>
            <a:prstGeom prst="ellips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21863" name="Oval 7">
              <a:extLst>
                <a:ext uri="{FF2B5EF4-FFF2-40B4-BE49-F238E27FC236}">
                  <a16:creationId xmlns:a16="http://schemas.microsoft.com/office/drawing/2014/main" id="{3A67148F-7985-4E6C-BA41-4D686BC8B8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41" y="1145"/>
              <a:ext cx="705" cy="633"/>
            </a:xfrm>
            <a:prstGeom prst="ellips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21864" name="Rectangle 8">
              <a:extLst>
                <a:ext uri="{FF2B5EF4-FFF2-40B4-BE49-F238E27FC236}">
                  <a16:creationId xmlns:a16="http://schemas.microsoft.com/office/drawing/2014/main" id="{F8B7C868-5051-4579-81F0-1F2C29B3A3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53" y="2093"/>
              <a:ext cx="1069" cy="839"/>
            </a:xfrm>
            <a:prstGeom prst="rect">
              <a:avLst/>
            </a:prstGeom>
            <a:noFill/>
            <a:ln w="381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21865" name="Line 9">
              <a:extLst>
                <a:ext uri="{FF2B5EF4-FFF2-40B4-BE49-F238E27FC236}">
                  <a16:creationId xmlns:a16="http://schemas.microsoft.com/office/drawing/2014/main" id="{6EA52C39-6B75-44FA-8B1A-E79A92B45C5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95" y="2030"/>
              <a:ext cx="0" cy="97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lgDash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21866" name="Line 10">
              <a:extLst>
                <a:ext uri="{FF2B5EF4-FFF2-40B4-BE49-F238E27FC236}">
                  <a16:creationId xmlns:a16="http://schemas.microsoft.com/office/drawing/2014/main" id="{A94E271B-FBEA-4B4B-8CAB-58746A2C79F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46" y="2093"/>
              <a:ext cx="0" cy="839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21867" name="Line 11">
              <a:extLst>
                <a:ext uri="{FF2B5EF4-FFF2-40B4-BE49-F238E27FC236}">
                  <a16:creationId xmlns:a16="http://schemas.microsoft.com/office/drawing/2014/main" id="{E5F754FC-64B9-48CD-952B-6C3FBB4127E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334" y="1144"/>
              <a:ext cx="761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21868" name="Line 12">
              <a:extLst>
                <a:ext uri="{FF2B5EF4-FFF2-40B4-BE49-F238E27FC236}">
                  <a16:creationId xmlns:a16="http://schemas.microsoft.com/office/drawing/2014/main" id="{DAF2FED5-26A1-4CBD-BC06-A5AC6186F6D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334" y="1790"/>
              <a:ext cx="756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21869" name="Rectangle 13">
              <a:extLst>
                <a:ext uri="{FF2B5EF4-FFF2-40B4-BE49-F238E27FC236}">
                  <a16:creationId xmlns:a16="http://schemas.microsoft.com/office/drawing/2014/main" id="{FC9702E1-84AC-466D-BE27-63C4E9E1EE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14" y="2342"/>
              <a:ext cx="81" cy="305"/>
            </a:xfrm>
            <a:prstGeom prst="rect">
              <a:avLst/>
            </a:prstGeom>
            <a:solidFill>
              <a:srgbClr val="00CCFF"/>
            </a:solidFill>
            <a:ln w="9525">
              <a:solidFill>
                <a:srgbClr val="00CCF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21870" name="Line 14">
              <a:extLst>
                <a:ext uri="{FF2B5EF4-FFF2-40B4-BE49-F238E27FC236}">
                  <a16:creationId xmlns:a16="http://schemas.microsoft.com/office/drawing/2014/main" id="{9F6058AD-CECB-4F7F-B601-B0B702AE406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997" y="2342"/>
              <a:ext cx="1093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21871" name="Line 15">
              <a:extLst>
                <a:ext uri="{FF2B5EF4-FFF2-40B4-BE49-F238E27FC236}">
                  <a16:creationId xmlns:a16="http://schemas.microsoft.com/office/drawing/2014/main" id="{097C4E2D-FE73-496A-83F0-4A1FB2E9A6C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997" y="2654"/>
              <a:ext cx="1089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21872" name="Line 16">
              <a:extLst>
                <a:ext uri="{FF2B5EF4-FFF2-40B4-BE49-F238E27FC236}">
                  <a16:creationId xmlns:a16="http://schemas.microsoft.com/office/drawing/2014/main" id="{A784235C-34C4-4D5B-B5B1-3FAFE8BBA79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94" y="2342"/>
              <a:ext cx="0" cy="323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21873" name="Line 17">
              <a:extLst>
                <a:ext uri="{FF2B5EF4-FFF2-40B4-BE49-F238E27FC236}">
                  <a16:creationId xmlns:a16="http://schemas.microsoft.com/office/drawing/2014/main" id="{813D0817-011D-47E2-8828-E4C476FCA63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847" y="2095"/>
              <a:ext cx="131" cy="13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21874" name="Line 18">
              <a:extLst>
                <a:ext uri="{FF2B5EF4-FFF2-40B4-BE49-F238E27FC236}">
                  <a16:creationId xmlns:a16="http://schemas.microsoft.com/office/drawing/2014/main" id="{C359D8EB-16EF-4937-90FC-0CC100D1BB4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847" y="2182"/>
              <a:ext cx="167" cy="167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21875" name="Freeform 19">
              <a:extLst>
                <a:ext uri="{FF2B5EF4-FFF2-40B4-BE49-F238E27FC236}">
                  <a16:creationId xmlns:a16="http://schemas.microsoft.com/office/drawing/2014/main" id="{51E6A44D-621F-4550-8AEB-CC19DC15C696}"/>
                </a:ext>
              </a:extLst>
            </p:cNvPr>
            <p:cNvSpPr>
              <a:spLocks/>
            </p:cNvSpPr>
            <p:nvPr/>
          </p:nvSpPr>
          <p:spPr bwMode="auto">
            <a:xfrm>
              <a:off x="3854" y="2298"/>
              <a:ext cx="175" cy="176"/>
            </a:xfrm>
            <a:custGeom>
              <a:avLst/>
              <a:gdLst>
                <a:gd name="T0" fmla="*/ 0 w 175"/>
                <a:gd name="T1" fmla="*/ 176 h 176"/>
                <a:gd name="T2" fmla="*/ 175 w 175"/>
                <a:gd name="T3" fmla="*/ 0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75" h="176">
                  <a:moveTo>
                    <a:pt x="0" y="176"/>
                  </a:moveTo>
                  <a:lnTo>
                    <a:pt x="175" y="0"/>
                  </a:lnTo>
                </a:path>
              </a:pathLst>
            </a:cu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21876" name="Freeform 20">
              <a:extLst>
                <a:ext uri="{FF2B5EF4-FFF2-40B4-BE49-F238E27FC236}">
                  <a16:creationId xmlns:a16="http://schemas.microsoft.com/office/drawing/2014/main" id="{6069B7C7-5784-4406-B01C-672ADD4C0E6F}"/>
                </a:ext>
              </a:extLst>
            </p:cNvPr>
            <p:cNvSpPr>
              <a:spLocks/>
            </p:cNvSpPr>
            <p:nvPr/>
          </p:nvSpPr>
          <p:spPr bwMode="auto">
            <a:xfrm>
              <a:off x="3847" y="2425"/>
              <a:ext cx="178" cy="180"/>
            </a:xfrm>
            <a:custGeom>
              <a:avLst/>
              <a:gdLst>
                <a:gd name="T0" fmla="*/ 0 w 189"/>
                <a:gd name="T1" fmla="*/ 191 h 191"/>
                <a:gd name="T2" fmla="*/ 189 w 189"/>
                <a:gd name="T3" fmla="*/ 0 h 1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89" h="191">
                  <a:moveTo>
                    <a:pt x="0" y="191"/>
                  </a:moveTo>
                  <a:lnTo>
                    <a:pt x="189" y="0"/>
                  </a:lnTo>
                </a:path>
              </a:pathLst>
            </a:cu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21877" name="Line 21">
              <a:extLst>
                <a:ext uri="{FF2B5EF4-FFF2-40B4-BE49-F238E27FC236}">
                  <a16:creationId xmlns:a16="http://schemas.microsoft.com/office/drawing/2014/main" id="{E3BEDA32-07F1-4254-8A77-72370428562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847" y="2559"/>
              <a:ext cx="168" cy="168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21878" name="Freeform 22">
              <a:extLst>
                <a:ext uri="{FF2B5EF4-FFF2-40B4-BE49-F238E27FC236}">
                  <a16:creationId xmlns:a16="http://schemas.microsoft.com/office/drawing/2014/main" id="{05FDF68F-4DA4-4885-8FAF-105F83F4E672}"/>
                </a:ext>
              </a:extLst>
            </p:cNvPr>
            <p:cNvSpPr>
              <a:spLocks/>
            </p:cNvSpPr>
            <p:nvPr/>
          </p:nvSpPr>
          <p:spPr bwMode="auto">
            <a:xfrm>
              <a:off x="3847" y="2662"/>
              <a:ext cx="182" cy="182"/>
            </a:xfrm>
            <a:custGeom>
              <a:avLst/>
              <a:gdLst>
                <a:gd name="T0" fmla="*/ 0 w 182"/>
                <a:gd name="T1" fmla="*/ 182 h 182"/>
                <a:gd name="T2" fmla="*/ 182 w 182"/>
                <a:gd name="T3" fmla="*/ 0 h 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82" h="182">
                  <a:moveTo>
                    <a:pt x="0" y="182"/>
                  </a:moveTo>
                  <a:lnTo>
                    <a:pt x="182" y="0"/>
                  </a:lnTo>
                </a:path>
              </a:pathLst>
            </a:cu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21879" name="Freeform 23">
              <a:extLst>
                <a:ext uri="{FF2B5EF4-FFF2-40B4-BE49-F238E27FC236}">
                  <a16:creationId xmlns:a16="http://schemas.microsoft.com/office/drawing/2014/main" id="{C58B3DFC-64C9-4E79-8F14-22E1469A9B36}"/>
                </a:ext>
              </a:extLst>
            </p:cNvPr>
            <p:cNvSpPr>
              <a:spLocks/>
            </p:cNvSpPr>
            <p:nvPr/>
          </p:nvSpPr>
          <p:spPr bwMode="auto">
            <a:xfrm>
              <a:off x="3876" y="2778"/>
              <a:ext cx="145" cy="153"/>
            </a:xfrm>
            <a:custGeom>
              <a:avLst/>
              <a:gdLst>
                <a:gd name="T0" fmla="*/ 0 w 145"/>
                <a:gd name="T1" fmla="*/ 153 h 153"/>
                <a:gd name="T2" fmla="*/ 145 w 145"/>
                <a:gd name="T3" fmla="*/ 0 h 1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45" h="153">
                  <a:moveTo>
                    <a:pt x="0" y="153"/>
                  </a:moveTo>
                  <a:lnTo>
                    <a:pt x="145" y="0"/>
                  </a:lnTo>
                </a:path>
              </a:pathLst>
            </a:cu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21880" name="Freeform 24">
              <a:extLst>
                <a:ext uri="{FF2B5EF4-FFF2-40B4-BE49-F238E27FC236}">
                  <a16:creationId xmlns:a16="http://schemas.microsoft.com/office/drawing/2014/main" id="{7899F5A1-C3EA-4F8F-948D-BB9EA3E9190E}"/>
                </a:ext>
              </a:extLst>
            </p:cNvPr>
            <p:cNvSpPr>
              <a:spLocks/>
            </p:cNvSpPr>
            <p:nvPr/>
          </p:nvSpPr>
          <p:spPr bwMode="auto">
            <a:xfrm>
              <a:off x="3985" y="2895"/>
              <a:ext cx="36" cy="36"/>
            </a:xfrm>
            <a:custGeom>
              <a:avLst/>
              <a:gdLst>
                <a:gd name="T0" fmla="*/ 0 w 36"/>
                <a:gd name="T1" fmla="*/ 36 h 36"/>
                <a:gd name="T2" fmla="*/ 36 w 36"/>
                <a:gd name="T3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6" h="36">
                  <a:moveTo>
                    <a:pt x="0" y="36"/>
                  </a:moveTo>
                  <a:lnTo>
                    <a:pt x="36" y="0"/>
                  </a:lnTo>
                </a:path>
              </a:pathLst>
            </a:custGeom>
            <a:noFill/>
            <a:ln w="127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21881" name="Line 25">
              <a:extLst>
                <a:ext uri="{FF2B5EF4-FFF2-40B4-BE49-F238E27FC236}">
                  <a16:creationId xmlns:a16="http://schemas.microsoft.com/office/drawing/2014/main" id="{B2B84851-A735-47F4-9BD5-5623B0828B0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34" y="998"/>
              <a:ext cx="0" cy="946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lgDash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1882" name="Arc 26">
              <a:extLst>
                <a:ext uri="{FF2B5EF4-FFF2-40B4-BE49-F238E27FC236}">
                  <a16:creationId xmlns:a16="http://schemas.microsoft.com/office/drawing/2014/main" id="{A31BEB9A-CD43-4615-8873-32C1A0587E7C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1999" y="1145"/>
              <a:ext cx="338" cy="644"/>
            </a:xfrm>
            <a:custGeom>
              <a:avLst/>
              <a:gdLst>
                <a:gd name="G0" fmla="+- 409 0 0"/>
                <a:gd name="G1" fmla="+- 21600 0 0"/>
                <a:gd name="G2" fmla="+- 21600 0 0"/>
                <a:gd name="T0" fmla="*/ 409 w 22009"/>
                <a:gd name="T1" fmla="*/ 0 h 43200"/>
                <a:gd name="T2" fmla="*/ 0 w 22009"/>
                <a:gd name="T3" fmla="*/ 43196 h 43200"/>
                <a:gd name="T4" fmla="*/ 409 w 22009"/>
                <a:gd name="T5" fmla="*/ 21600 h 43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2009" h="43200" fill="none" extrusionOk="0">
                  <a:moveTo>
                    <a:pt x="409" y="0"/>
                  </a:moveTo>
                  <a:cubicBezTo>
                    <a:pt x="12338" y="0"/>
                    <a:pt x="22009" y="9670"/>
                    <a:pt x="22009" y="21600"/>
                  </a:cubicBezTo>
                  <a:cubicBezTo>
                    <a:pt x="22009" y="33529"/>
                    <a:pt x="12338" y="43200"/>
                    <a:pt x="409" y="43200"/>
                  </a:cubicBezTo>
                  <a:cubicBezTo>
                    <a:pt x="272" y="43199"/>
                    <a:pt x="136" y="43198"/>
                    <a:pt x="-1" y="43196"/>
                  </a:cubicBezTo>
                </a:path>
                <a:path w="22009" h="43200" stroke="0" extrusionOk="0">
                  <a:moveTo>
                    <a:pt x="409" y="0"/>
                  </a:moveTo>
                  <a:cubicBezTo>
                    <a:pt x="12338" y="0"/>
                    <a:pt x="22009" y="9670"/>
                    <a:pt x="22009" y="21600"/>
                  </a:cubicBezTo>
                  <a:cubicBezTo>
                    <a:pt x="22009" y="33529"/>
                    <a:pt x="12338" y="43200"/>
                    <a:pt x="409" y="43200"/>
                  </a:cubicBezTo>
                  <a:cubicBezTo>
                    <a:pt x="272" y="43199"/>
                    <a:pt x="136" y="43198"/>
                    <a:pt x="-1" y="43196"/>
                  </a:cubicBezTo>
                  <a:lnTo>
                    <a:pt x="409" y="21600"/>
                  </a:lnTo>
                  <a:close/>
                </a:path>
              </a:pathLst>
            </a:cu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1883" name="Line 27">
              <a:extLst>
                <a:ext uri="{FF2B5EF4-FFF2-40B4-BE49-F238E27FC236}">
                  <a16:creationId xmlns:a16="http://schemas.microsoft.com/office/drawing/2014/main" id="{D9A72FCF-A77F-4221-AC30-5ECD7451F17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97" y="2342"/>
              <a:ext cx="0" cy="312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1884" name="Line 28">
              <a:extLst>
                <a:ext uri="{FF2B5EF4-FFF2-40B4-BE49-F238E27FC236}">
                  <a16:creationId xmlns:a16="http://schemas.microsoft.com/office/drawing/2014/main" id="{CA9135A1-B6DA-4FBC-8A0C-12D28FCBF84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00" y="1467"/>
              <a:ext cx="2223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lgDash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 spd="slow">
    <p:cover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1218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218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1859" grpId="0" autoUpdateAnimBg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Text Box 2">
            <a:extLst>
              <a:ext uri="{FF2B5EF4-FFF2-40B4-BE49-F238E27FC236}">
                <a16:creationId xmlns:a16="http://schemas.microsoft.com/office/drawing/2014/main" id="{9262D470-514A-468D-898A-B623FF2C1B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8988" y="-46831"/>
            <a:ext cx="4035425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en-US" altLang="zh-CN" sz="3600" dirty="0">
                <a:solidFill>
                  <a:schemeClr val="bg1"/>
                </a:solidFill>
                <a:latin typeface="宋体" panose="02010600030101010101" pitchFamily="2" charset="-122"/>
              </a:rPr>
              <a:t>3.</a:t>
            </a:r>
            <a:r>
              <a:rPr lang="zh-CN" altLang="en-US" sz="3600" dirty="0">
                <a:solidFill>
                  <a:schemeClr val="bg1"/>
                </a:solidFill>
                <a:latin typeface="宋体" panose="02010600030101010101" pitchFamily="2" charset="-122"/>
              </a:rPr>
              <a:t>剖切平面的种类</a:t>
            </a:r>
            <a:endParaRPr lang="zh-CN" altLang="en-US" sz="3600" dirty="0">
              <a:solidFill>
                <a:schemeClr val="bg1"/>
              </a:solidFill>
            </a:endParaRPr>
          </a:p>
        </p:txBody>
      </p:sp>
      <p:sp>
        <p:nvSpPr>
          <p:cNvPr id="122883" name="Text Box 3">
            <a:extLst>
              <a:ext uri="{FF2B5EF4-FFF2-40B4-BE49-F238E27FC236}">
                <a16:creationId xmlns:a16="http://schemas.microsoft.com/office/drawing/2014/main" id="{F635CF43-9980-487C-AB84-ED3D702FD6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915988"/>
            <a:ext cx="3144838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en-US" altLang="zh-CN" sz="3200">
                <a:solidFill>
                  <a:srgbClr val="0000CC"/>
                </a:solidFill>
                <a:latin typeface="宋体" panose="02010600030101010101" pitchFamily="2" charset="-122"/>
              </a:rPr>
              <a:t>1)</a:t>
            </a:r>
            <a:r>
              <a:rPr lang="zh-CN" altLang="en-US" sz="3200">
                <a:solidFill>
                  <a:srgbClr val="0000CC"/>
                </a:solidFill>
                <a:latin typeface="宋体" panose="02010600030101010101" pitchFamily="2" charset="-122"/>
              </a:rPr>
              <a:t>单一剖切平面</a:t>
            </a:r>
            <a:endParaRPr lang="zh-CN" altLang="en-US" sz="3200" b="0">
              <a:solidFill>
                <a:srgbClr val="0000CC"/>
              </a:solidFill>
              <a:latin typeface="宋体" panose="02010600030101010101" pitchFamily="2" charset="-122"/>
            </a:endParaRPr>
          </a:p>
        </p:txBody>
      </p:sp>
      <p:sp>
        <p:nvSpPr>
          <p:cNvPr id="122884" name="Text Box 4">
            <a:extLst>
              <a:ext uri="{FF2B5EF4-FFF2-40B4-BE49-F238E27FC236}">
                <a16:creationId xmlns:a16="http://schemas.microsoft.com/office/drawing/2014/main" id="{1EA87BFC-4CF0-4CF6-8D4E-FBFE8633FF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1481138"/>
            <a:ext cx="517525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l" eaLnBrk="1" hangingPunct="1"/>
            <a:r>
              <a:rPr lang="en-US" altLang="zh-CN" sz="3200">
                <a:solidFill>
                  <a:schemeClr val="tx2"/>
                </a:solidFill>
                <a:latin typeface="宋体" panose="02010600030101010101" pitchFamily="2" charset="-122"/>
              </a:rPr>
              <a:t>⑴ </a:t>
            </a:r>
            <a:r>
              <a:rPr lang="zh-CN" altLang="en-US" sz="3200">
                <a:solidFill>
                  <a:schemeClr val="tx2"/>
                </a:solidFill>
                <a:latin typeface="宋体" panose="02010600030101010101" pitchFamily="2" charset="-122"/>
              </a:rPr>
              <a:t>平行于某一基本投影面</a:t>
            </a:r>
          </a:p>
        </p:txBody>
      </p:sp>
      <p:grpSp>
        <p:nvGrpSpPr>
          <p:cNvPr id="122885" name="Group 5">
            <a:extLst>
              <a:ext uri="{FF2B5EF4-FFF2-40B4-BE49-F238E27FC236}">
                <a16:creationId xmlns:a16="http://schemas.microsoft.com/office/drawing/2014/main" id="{2546A6FD-A44F-405C-9084-8B5C921AEC42}"/>
              </a:ext>
            </a:extLst>
          </p:cNvPr>
          <p:cNvGrpSpPr>
            <a:grpSpLocks/>
          </p:cNvGrpSpPr>
          <p:nvPr/>
        </p:nvGrpSpPr>
        <p:grpSpPr bwMode="auto">
          <a:xfrm>
            <a:off x="585788" y="2252663"/>
            <a:ext cx="4511675" cy="4010025"/>
            <a:chOff x="2443" y="966"/>
            <a:chExt cx="2842" cy="2526"/>
          </a:xfrm>
        </p:grpSpPr>
        <p:sp>
          <p:nvSpPr>
            <p:cNvPr id="122886" name="Rectangle 6">
              <a:extLst>
                <a:ext uri="{FF2B5EF4-FFF2-40B4-BE49-F238E27FC236}">
                  <a16:creationId xmlns:a16="http://schemas.microsoft.com/office/drawing/2014/main" id="{6069E9E0-3E6D-4558-A3EF-3FF1BFA434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43" y="2734"/>
              <a:ext cx="98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i="1">
                  <a:latin typeface="宋体" panose="02010600030101010101" pitchFamily="2" charset="-122"/>
                </a:rPr>
                <a:t>A</a:t>
              </a:r>
              <a:endParaRPr lang="en-US" altLang="zh-CN"/>
            </a:p>
          </p:txBody>
        </p:sp>
        <p:sp>
          <p:nvSpPr>
            <p:cNvPr id="122887" name="Rectangle 7">
              <a:extLst>
                <a:ext uri="{FF2B5EF4-FFF2-40B4-BE49-F238E27FC236}">
                  <a16:creationId xmlns:a16="http://schemas.microsoft.com/office/drawing/2014/main" id="{D4867CB0-413F-4D62-9CCE-40489932AE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87" y="2765"/>
              <a:ext cx="98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i="1">
                  <a:latin typeface="宋体" panose="02010600030101010101" pitchFamily="2" charset="-122"/>
                </a:rPr>
                <a:t>A</a:t>
              </a:r>
              <a:endParaRPr lang="en-US" altLang="zh-CN"/>
            </a:p>
          </p:txBody>
        </p:sp>
        <p:sp>
          <p:nvSpPr>
            <p:cNvPr id="122888" name="Freeform 8">
              <a:extLst>
                <a:ext uri="{FF2B5EF4-FFF2-40B4-BE49-F238E27FC236}">
                  <a16:creationId xmlns:a16="http://schemas.microsoft.com/office/drawing/2014/main" id="{7F01CD0C-76FD-4230-8841-E194B47A1705}"/>
                </a:ext>
              </a:extLst>
            </p:cNvPr>
            <p:cNvSpPr>
              <a:spLocks/>
            </p:cNvSpPr>
            <p:nvPr/>
          </p:nvSpPr>
          <p:spPr bwMode="auto">
            <a:xfrm>
              <a:off x="3969" y="1354"/>
              <a:ext cx="1" cy="528"/>
            </a:xfrm>
            <a:custGeom>
              <a:avLst/>
              <a:gdLst>
                <a:gd name="T0" fmla="*/ 0 w 1"/>
                <a:gd name="T1" fmla="*/ 1523 h 1523"/>
                <a:gd name="T2" fmla="*/ 0 w 1"/>
                <a:gd name="T3" fmla="*/ 0 h 1523"/>
                <a:gd name="T4" fmla="*/ 1 w 1"/>
                <a:gd name="T5" fmla="*/ 0 h 15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1523">
                  <a:moveTo>
                    <a:pt x="0" y="1523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2889" name="Freeform 9">
              <a:extLst>
                <a:ext uri="{FF2B5EF4-FFF2-40B4-BE49-F238E27FC236}">
                  <a16:creationId xmlns:a16="http://schemas.microsoft.com/office/drawing/2014/main" id="{D5FC9B89-D7F6-4D28-A8D9-E4B401198489}"/>
                </a:ext>
              </a:extLst>
            </p:cNvPr>
            <p:cNvSpPr>
              <a:spLocks/>
            </p:cNvSpPr>
            <p:nvPr/>
          </p:nvSpPr>
          <p:spPr bwMode="auto">
            <a:xfrm>
              <a:off x="4820" y="1354"/>
              <a:ext cx="1" cy="775"/>
            </a:xfrm>
            <a:custGeom>
              <a:avLst/>
              <a:gdLst>
                <a:gd name="T0" fmla="*/ 0 w 2"/>
                <a:gd name="T1" fmla="*/ 2235 h 2235"/>
                <a:gd name="T2" fmla="*/ 0 w 2"/>
                <a:gd name="T3" fmla="*/ 0 h 2235"/>
                <a:gd name="T4" fmla="*/ 2 w 2"/>
                <a:gd name="T5" fmla="*/ 0 h 22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2235">
                  <a:moveTo>
                    <a:pt x="0" y="2235"/>
                  </a:moveTo>
                  <a:lnTo>
                    <a:pt x="0" y="0"/>
                  </a:lnTo>
                  <a:lnTo>
                    <a:pt x="2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2890" name="Freeform 10">
              <a:extLst>
                <a:ext uri="{FF2B5EF4-FFF2-40B4-BE49-F238E27FC236}">
                  <a16:creationId xmlns:a16="http://schemas.microsoft.com/office/drawing/2014/main" id="{8DF38BD4-7278-4E3D-8CE5-BA41392995B8}"/>
                </a:ext>
              </a:extLst>
            </p:cNvPr>
            <p:cNvSpPr>
              <a:spLocks/>
            </p:cNvSpPr>
            <p:nvPr/>
          </p:nvSpPr>
          <p:spPr bwMode="auto">
            <a:xfrm>
              <a:off x="4088" y="1354"/>
              <a:ext cx="1" cy="144"/>
            </a:xfrm>
            <a:custGeom>
              <a:avLst/>
              <a:gdLst>
                <a:gd name="T0" fmla="*/ 0 w 2"/>
                <a:gd name="T1" fmla="*/ 417 h 417"/>
                <a:gd name="T2" fmla="*/ 0 w 2"/>
                <a:gd name="T3" fmla="*/ 0 h 417"/>
                <a:gd name="T4" fmla="*/ 2 w 2"/>
                <a:gd name="T5" fmla="*/ 0 h 4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417">
                  <a:moveTo>
                    <a:pt x="0" y="417"/>
                  </a:moveTo>
                  <a:lnTo>
                    <a:pt x="0" y="0"/>
                  </a:lnTo>
                  <a:lnTo>
                    <a:pt x="2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2891" name="Freeform 11">
              <a:extLst>
                <a:ext uri="{FF2B5EF4-FFF2-40B4-BE49-F238E27FC236}">
                  <a16:creationId xmlns:a16="http://schemas.microsoft.com/office/drawing/2014/main" id="{992698AF-CF6D-450D-B5A9-B6FDAABB38FB}"/>
                </a:ext>
              </a:extLst>
            </p:cNvPr>
            <p:cNvSpPr>
              <a:spLocks/>
            </p:cNvSpPr>
            <p:nvPr/>
          </p:nvSpPr>
          <p:spPr bwMode="auto">
            <a:xfrm>
              <a:off x="4701" y="1354"/>
              <a:ext cx="1" cy="144"/>
            </a:xfrm>
            <a:custGeom>
              <a:avLst/>
              <a:gdLst>
                <a:gd name="T0" fmla="*/ 0 w 2"/>
                <a:gd name="T1" fmla="*/ 417 h 417"/>
                <a:gd name="T2" fmla="*/ 0 w 2"/>
                <a:gd name="T3" fmla="*/ 0 h 417"/>
                <a:gd name="T4" fmla="*/ 2 w 2"/>
                <a:gd name="T5" fmla="*/ 0 h 4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417">
                  <a:moveTo>
                    <a:pt x="0" y="417"/>
                  </a:moveTo>
                  <a:lnTo>
                    <a:pt x="0" y="0"/>
                  </a:lnTo>
                  <a:lnTo>
                    <a:pt x="2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2892" name="Freeform 12">
              <a:extLst>
                <a:ext uri="{FF2B5EF4-FFF2-40B4-BE49-F238E27FC236}">
                  <a16:creationId xmlns:a16="http://schemas.microsoft.com/office/drawing/2014/main" id="{F1981E6F-7A99-4513-AEE4-43E5F1DC0902}"/>
                </a:ext>
              </a:extLst>
            </p:cNvPr>
            <p:cNvSpPr>
              <a:spLocks/>
            </p:cNvSpPr>
            <p:nvPr/>
          </p:nvSpPr>
          <p:spPr bwMode="auto">
            <a:xfrm>
              <a:off x="4539" y="1498"/>
              <a:ext cx="1" cy="631"/>
            </a:xfrm>
            <a:custGeom>
              <a:avLst/>
              <a:gdLst>
                <a:gd name="T0" fmla="*/ 0 w 1"/>
                <a:gd name="T1" fmla="*/ 1818 h 1818"/>
                <a:gd name="T2" fmla="*/ 0 w 1"/>
                <a:gd name="T3" fmla="*/ 0 h 1818"/>
                <a:gd name="T4" fmla="*/ 1 w 1"/>
                <a:gd name="T5" fmla="*/ 0 h 18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1818">
                  <a:moveTo>
                    <a:pt x="0" y="1818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2893" name="Freeform 13">
              <a:extLst>
                <a:ext uri="{FF2B5EF4-FFF2-40B4-BE49-F238E27FC236}">
                  <a16:creationId xmlns:a16="http://schemas.microsoft.com/office/drawing/2014/main" id="{8DC6D22D-11EF-4D55-9C16-1693B32C606C}"/>
                </a:ext>
              </a:extLst>
            </p:cNvPr>
            <p:cNvSpPr>
              <a:spLocks/>
            </p:cNvSpPr>
            <p:nvPr/>
          </p:nvSpPr>
          <p:spPr bwMode="auto">
            <a:xfrm>
              <a:off x="4232" y="1498"/>
              <a:ext cx="1" cy="631"/>
            </a:xfrm>
            <a:custGeom>
              <a:avLst/>
              <a:gdLst>
                <a:gd name="T0" fmla="*/ 0 w 1"/>
                <a:gd name="T1" fmla="*/ 1818 h 1818"/>
                <a:gd name="T2" fmla="*/ 0 w 1"/>
                <a:gd name="T3" fmla="*/ 0 h 1818"/>
                <a:gd name="T4" fmla="*/ 1 w 1"/>
                <a:gd name="T5" fmla="*/ 0 h 18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1818">
                  <a:moveTo>
                    <a:pt x="0" y="1818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2894" name="Freeform 14">
              <a:extLst>
                <a:ext uri="{FF2B5EF4-FFF2-40B4-BE49-F238E27FC236}">
                  <a16:creationId xmlns:a16="http://schemas.microsoft.com/office/drawing/2014/main" id="{DD2C1679-F587-4F46-B630-E1465C7A9777}"/>
                </a:ext>
              </a:extLst>
            </p:cNvPr>
            <p:cNvSpPr>
              <a:spLocks/>
            </p:cNvSpPr>
            <p:nvPr/>
          </p:nvSpPr>
          <p:spPr bwMode="auto">
            <a:xfrm>
              <a:off x="2946" y="2129"/>
              <a:ext cx="1875" cy="1"/>
            </a:xfrm>
            <a:custGeom>
              <a:avLst/>
              <a:gdLst>
                <a:gd name="T0" fmla="*/ 0 w 5406"/>
                <a:gd name="T1" fmla="*/ 5404 w 5406"/>
                <a:gd name="T2" fmla="*/ 5406 w 540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5406">
                  <a:moveTo>
                    <a:pt x="0" y="0"/>
                  </a:moveTo>
                  <a:lnTo>
                    <a:pt x="5404" y="0"/>
                  </a:lnTo>
                  <a:lnTo>
                    <a:pt x="5406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2895" name="Freeform 15">
              <a:extLst>
                <a:ext uri="{FF2B5EF4-FFF2-40B4-BE49-F238E27FC236}">
                  <a16:creationId xmlns:a16="http://schemas.microsoft.com/office/drawing/2014/main" id="{992AA230-9CBD-4108-A5F3-072475F48278}"/>
                </a:ext>
              </a:extLst>
            </p:cNvPr>
            <p:cNvSpPr>
              <a:spLocks/>
            </p:cNvSpPr>
            <p:nvPr/>
          </p:nvSpPr>
          <p:spPr bwMode="auto">
            <a:xfrm>
              <a:off x="2946" y="1882"/>
              <a:ext cx="1023" cy="1"/>
            </a:xfrm>
            <a:custGeom>
              <a:avLst/>
              <a:gdLst>
                <a:gd name="T0" fmla="*/ 0 w 2949"/>
                <a:gd name="T1" fmla="*/ 2948 w 2949"/>
                <a:gd name="T2" fmla="*/ 2949 w 2949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2949">
                  <a:moveTo>
                    <a:pt x="0" y="0"/>
                  </a:moveTo>
                  <a:lnTo>
                    <a:pt x="2948" y="0"/>
                  </a:lnTo>
                  <a:lnTo>
                    <a:pt x="2949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2896" name="Freeform 16">
              <a:extLst>
                <a:ext uri="{FF2B5EF4-FFF2-40B4-BE49-F238E27FC236}">
                  <a16:creationId xmlns:a16="http://schemas.microsoft.com/office/drawing/2014/main" id="{89991B66-5D81-4B30-B2C9-C40F90EC48E5}"/>
                </a:ext>
              </a:extLst>
            </p:cNvPr>
            <p:cNvSpPr>
              <a:spLocks/>
            </p:cNvSpPr>
            <p:nvPr/>
          </p:nvSpPr>
          <p:spPr bwMode="auto">
            <a:xfrm>
              <a:off x="3371" y="1882"/>
              <a:ext cx="1" cy="247"/>
            </a:xfrm>
            <a:custGeom>
              <a:avLst/>
              <a:gdLst>
                <a:gd name="T0" fmla="*/ 0 w 2"/>
                <a:gd name="T1" fmla="*/ 712 h 712"/>
                <a:gd name="T2" fmla="*/ 0 w 2"/>
                <a:gd name="T3" fmla="*/ 0 h 712"/>
                <a:gd name="T4" fmla="*/ 2 w 2"/>
                <a:gd name="T5" fmla="*/ 0 h 7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712">
                  <a:moveTo>
                    <a:pt x="0" y="712"/>
                  </a:moveTo>
                  <a:lnTo>
                    <a:pt x="0" y="0"/>
                  </a:lnTo>
                  <a:lnTo>
                    <a:pt x="2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2897" name="Freeform 17">
              <a:extLst>
                <a:ext uri="{FF2B5EF4-FFF2-40B4-BE49-F238E27FC236}">
                  <a16:creationId xmlns:a16="http://schemas.microsoft.com/office/drawing/2014/main" id="{E6DC50EA-5DD1-4245-B747-9E7BA0486627}"/>
                </a:ext>
              </a:extLst>
            </p:cNvPr>
            <p:cNvSpPr>
              <a:spLocks/>
            </p:cNvSpPr>
            <p:nvPr/>
          </p:nvSpPr>
          <p:spPr bwMode="auto">
            <a:xfrm>
              <a:off x="2946" y="1882"/>
              <a:ext cx="1" cy="247"/>
            </a:xfrm>
            <a:custGeom>
              <a:avLst/>
              <a:gdLst>
                <a:gd name="T0" fmla="*/ 0 w 2"/>
                <a:gd name="T1" fmla="*/ 712 h 712"/>
                <a:gd name="T2" fmla="*/ 0 w 2"/>
                <a:gd name="T3" fmla="*/ 0 h 712"/>
                <a:gd name="T4" fmla="*/ 2 w 2"/>
                <a:gd name="T5" fmla="*/ 0 h 7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712">
                  <a:moveTo>
                    <a:pt x="0" y="712"/>
                  </a:moveTo>
                  <a:lnTo>
                    <a:pt x="0" y="0"/>
                  </a:lnTo>
                  <a:lnTo>
                    <a:pt x="2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2898" name="Freeform 18">
              <a:extLst>
                <a:ext uri="{FF2B5EF4-FFF2-40B4-BE49-F238E27FC236}">
                  <a16:creationId xmlns:a16="http://schemas.microsoft.com/office/drawing/2014/main" id="{EC31DEAB-8F07-4D76-94D0-7ED058547B8B}"/>
                </a:ext>
              </a:extLst>
            </p:cNvPr>
            <p:cNvSpPr>
              <a:spLocks/>
            </p:cNvSpPr>
            <p:nvPr/>
          </p:nvSpPr>
          <p:spPr bwMode="auto">
            <a:xfrm>
              <a:off x="3210" y="1788"/>
              <a:ext cx="1" cy="154"/>
            </a:xfrm>
            <a:custGeom>
              <a:avLst/>
              <a:gdLst>
                <a:gd name="T0" fmla="*/ 0 w 2"/>
                <a:gd name="T1" fmla="*/ 443 h 443"/>
                <a:gd name="T2" fmla="*/ 0 w 2"/>
                <a:gd name="T3" fmla="*/ 0 h 443"/>
                <a:gd name="T4" fmla="*/ 2 w 2"/>
                <a:gd name="T5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443">
                  <a:moveTo>
                    <a:pt x="0" y="443"/>
                  </a:moveTo>
                  <a:lnTo>
                    <a:pt x="0" y="0"/>
                  </a:lnTo>
                  <a:lnTo>
                    <a:pt x="2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2899" name="Freeform 19">
              <a:extLst>
                <a:ext uri="{FF2B5EF4-FFF2-40B4-BE49-F238E27FC236}">
                  <a16:creationId xmlns:a16="http://schemas.microsoft.com/office/drawing/2014/main" id="{083FC8D0-0ECA-4C50-A78D-98598DAAA1D4}"/>
                </a:ext>
              </a:extLst>
            </p:cNvPr>
            <p:cNvSpPr>
              <a:spLocks/>
            </p:cNvSpPr>
            <p:nvPr/>
          </p:nvSpPr>
          <p:spPr bwMode="auto">
            <a:xfrm>
              <a:off x="3210" y="2061"/>
              <a:ext cx="1" cy="195"/>
            </a:xfrm>
            <a:custGeom>
              <a:avLst/>
              <a:gdLst>
                <a:gd name="T0" fmla="*/ 0 w 2"/>
                <a:gd name="T1" fmla="*/ 564 h 564"/>
                <a:gd name="T2" fmla="*/ 0 w 2"/>
                <a:gd name="T3" fmla="*/ 0 h 564"/>
                <a:gd name="T4" fmla="*/ 2 w 2"/>
                <a:gd name="T5" fmla="*/ 0 h 5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564">
                  <a:moveTo>
                    <a:pt x="0" y="564"/>
                  </a:moveTo>
                  <a:lnTo>
                    <a:pt x="0" y="0"/>
                  </a:lnTo>
                  <a:lnTo>
                    <a:pt x="2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2900" name="Freeform 20">
              <a:extLst>
                <a:ext uri="{FF2B5EF4-FFF2-40B4-BE49-F238E27FC236}">
                  <a16:creationId xmlns:a16="http://schemas.microsoft.com/office/drawing/2014/main" id="{19ADB6BD-CFC4-46BF-9458-2FB92CBDE97A}"/>
                </a:ext>
              </a:extLst>
            </p:cNvPr>
            <p:cNvSpPr>
              <a:spLocks/>
            </p:cNvSpPr>
            <p:nvPr/>
          </p:nvSpPr>
          <p:spPr bwMode="auto">
            <a:xfrm>
              <a:off x="3210" y="1996"/>
              <a:ext cx="1" cy="19"/>
            </a:xfrm>
            <a:custGeom>
              <a:avLst/>
              <a:gdLst>
                <a:gd name="T0" fmla="*/ 0 w 2"/>
                <a:gd name="T1" fmla="*/ 54 h 54"/>
                <a:gd name="T2" fmla="*/ 0 w 2"/>
                <a:gd name="T3" fmla="*/ 0 h 54"/>
                <a:gd name="T4" fmla="*/ 2 w 2"/>
                <a:gd name="T5" fmla="*/ 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54">
                  <a:moveTo>
                    <a:pt x="0" y="54"/>
                  </a:moveTo>
                  <a:lnTo>
                    <a:pt x="0" y="0"/>
                  </a:lnTo>
                  <a:lnTo>
                    <a:pt x="2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2901" name="Freeform 21">
              <a:extLst>
                <a:ext uri="{FF2B5EF4-FFF2-40B4-BE49-F238E27FC236}">
                  <a16:creationId xmlns:a16="http://schemas.microsoft.com/office/drawing/2014/main" id="{A65B1A2F-C9AB-40D1-9898-652BD6E7BC8A}"/>
                </a:ext>
              </a:extLst>
            </p:cNvPr>
            <p:cNvSpPr>
              <a:spLocks/>
            </p:cNvSpPr>
            <p:nvPr/>
          </p:nvSpPr>
          <p:spPr bwMode="auto">
            <a:xfrm>
              <a:off x="3857" y="1882"/>
              <a:ext cx="1" cy="111"/>
            </a:xfrm>
            <a:custGeom>
              <a:avLst/>
              <a:gdLst>
                <a:gd name="T0" fmla="*/ 0 w 2"/>
                <a:gd name="T1" fmla="*/ 319 h 319"/>
                <a:gd name="T2" fmla="*/ 0 w 2"/>
                <a:gd name="T3" fmla="*/ 0 h 319"/>
                <a:gd name="T4" fmla="*/ 2 w 2"/>
                <a:gd name="T5" fmla="*/ 0 h 3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319">
                  <a:moveTo>
                    <a:pt x="0" y="319"/>
                  </a:moveTo>
                  <a:lnTo>
                    <a:pt x="0" y="0"/>
                  </a:lnTo>
                  <a:lnTo>
                    <a:pt x="2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2902" name="Freeform 22">
              <a:extLst>
                <a:ext uri="{FF2B5EF4-FFF2-40B4-BE49-F238E27FC236}">
                  <a16:creationId xmlns:a16="http://schemas.microsoft.com/office/drawing/2014/main" id="{25A4AB1D-274D-4A20-AD7F-26949939E14C}"/>
                </a:ext>
              </a:extLst>
            </p:cNvPr>
            <p:cNvSpPr>
              <a:spLocks/>
            </p:cNvSpPr>
            <p:nvPr/>
          </p:nvSpPr>
          <p:spPr bwMode="auto">
            <a:xfrm>
              <a:off x="3534" y="1882"/>
              <a:ext cx="1" cy="111"/>
            </a:xfrm>
            <a:custGeom>
              <a:avLst/>
              <a:gdLst>
                <a:gd name="T0" fmla="*/ 0 w 2"/>
                <a:gd name="T1" fmla="*/ 319 h 319"/>
                <a:gd name="T2" fmla="*/ 0 w 2"/>
                <a:gd name="T3" fmla="*/ 0 h 319"/>
                <a:gd name="T4" fmla="*/ 2 w 2"/>
                <a:gd name="T5" fmla="*/ 0 h 3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319">
                  <a:moveTo>
                    <a:pt x="0" y="319"/>
                  </a:moveTo>
                  <a:lnTo>
                    <a:pt x="0" y="0"/>
                  </a:lnTo>
                  <a:lnTo>
                    <a:pt x="2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2903" name="Freeform 23">
              <a:extLst>
                <a:ext uri="{FF2B5EF4-FFF2-40B4-BE49-F238E27FC236}">
                  <a16:creationId xmlns:a16="http://schemas.microsoft.com/office/drawing/2014/main" id="{C36F2244-1D35-447E-B2DE-023F0413A87A}"/>
                </a:ext>
              </a:extLst>
            </p:cNvPr>
            <p:cNvSpPr>
              <a:spLocks/>
            </p:cNvSpPr>
            <p:nvPr/>
          </p:nvSpPr>
          <p:spPr bwMode="auto">
            <a:xfrm>
              <a:off x="3696" y="1802"/>
              <a:ext cx="1" cy="463"/>
            </a:xfrm>
            <a:custGeom>
              <a:avLst/>
              <a:gdLst>
                <a:gd name="T0" fmla="*/ 0 w 1"/>
                <a:gd name="T1" fmla="*/ 1332 h 1332"/>
                <a:gd name="T2" fmla="*/ 0 w 1"/>
                <a:gd name="T3" fmla="*/ 0 h 1332"/>
                <a:gd name="T4" fmla="*/ 1 w 1"/>
                <a:gd name="T5" fmla="*/ 0 h 13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1332">
                  <a:moveTo>
                    <a:pt x="0" y="1332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lg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2904" name="Freeform 24">
              <a:extLst>
                <a:ext uri="{FF2B5EF4-FFF2-40B4-BE49-F238E27FC236}">
                  <a16:creationId xmlns:a16="http://schemas.microsoft.com/office/drawing/2014/main" id="{26930CF6-CB86-4231-846E-3E6379697D31}"/>
                </a:ext>
              </a:extLst>
            </p:cNvPr>
            <p:cNvSpPr>
              <a:spLocks/>
            </p:cNvSpPr>
            <p:nvPr/>
          </p:nvSpPr>
          <p:spPr bwMode="auto">
            <a:xfrm>
              <a:off x="3534" y="1993"/>
              <a:ext cx="323" cy="1"/>
            </a:xfrm>
            <a:custGeom>
              <a:avLst/>
              <a:gdLst>
                <a:gd name="T0" fmla="*/ 0 w 935"/>
                <a:gd name="T1" fmla="*/ 933 w 935"/>
                <a:gd name="T2" fmla="*/ 935 w 93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935">
                  <a:moveTo>
                    <a:pt x="0" y="0"/>
                  </a:moveTo>
                  <a:lnTo>
                    <a:pt x="933" y="0"/>
                  </a:lnTo>
                  <a:lnTo>
                    <a:pt x="935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2905" name="Freeform 25">
              <a:extLst>
                <a:ext uri="{FF2B5EF4-FFF2-40B4-BE49-F238E27FC236}">
                  <a16:creationId xmlns:a16="http://schemas.microsoft.com/office/drawing/2014/main" id="{AAC29A3B-A0BC-499F-8875-2352B731599A}"/>
                </a:ext>
              </a:extLst>
            </p:cNvPr>
            <p:cNvSpPr>
              <a:spLocks/>
            </p:cNvSpPr>
            <p:nvPr/>
          </p:nvSpPr>
          <p:spPr bwMode="auto">
            <a:xfrm>
              <a:off x="3781" y="1993"/>
              <a:ext cx="1" cy="136"/>
            </a:xfrm>
            <a:custGeom>
              <a:avLst/>
              <a:gdLst>
                <a:gd name="T0" fmla="*/ 0 w 1"/>
                <a:gd name="T1" fmla="*/ 393 h 393"/>
                <a:gd name="T2" fmla="*/ 0 w 1"/>
                <a:gd name="T3" fmla="*/ 0 h 393"/>
                <a:gd name="T4" fmla="*/ 1 w 1"/>
                <a:gd name="T5" fmla="*/ 0 h 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393">
                  <a:moveTo>
                    <a:pt x="0" y="393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2906" name="Freeform 26">
              <a:extLst>
                <a:ext uri="{FF2B5EF4-FFF2-40B4-BE49-F238E27FC236}">
                  <a16:creationId xmlns:a16="http://schemas.microsoft.com/office/drawing/2014/main" id="{0A4516FC-24AF-4A90-9C0E-3A9BFD8212D5}"/>
                </a:ext>
              </a:extLst>
            </p:cNvPr>
            <p:cNvSpPr>
              <a:spLocks/>
            </p:cNvSpPr>
            <p:nvPr/>
          </p:nvSpPr>
          <p:spPr bwMode="auto">
            <a:xfrm>
              <a:off x="3611" y="1993"/>
              <a:ext cx="1" cy="136"/>
            </a:xfrm>
            <a:custGeom>
              <a:avLst/>
              <a:gdLst>
                <a:gd name="T0" fmla="*/ 0 w 1"/>
                <a:gd name="T1" fmla="*/ 393 h 393"/>
                <a:gd name="T2" fmla="*/ 0 w 1"/>
                <a:gd name="T3" fmla="*/ 0 h 393"/>
                <a:gd name="T4" fmla="*/ 1 w 1"/>
                <a:gd name="T5" fmla="*/ 0 h 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393">
                  <a:moveTo>
                    <a:pt x="0" y="393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2907" name="Freeform 27">
              <a:extLst>
                <a:ext uri="{FF2B5EF4-FFF2-40B4-BE49-F238E27FC236}">
                  <a16:creationId xmlns:a16="http://schemas.microsoft.com/office/drawing/2014/main" id="{DD04DFB1-BE0C-46CF-8FF9-3E86D7D1137F}"/>
                </a:ext>
              </a:extLst>
            </p:cNvPr>
            <p:cNvSpPr>
              <a:spLocks/>
            </p:cNvSpPr>
            <p:nvPr/>
          </p:nvSpPr>
          <p:spPr bwMode="auto">
            <a:xfrm>
              <a:off x="4395" y="1235"/>
              <a:ext cx="1" cy="446"/>
            </a:xfrm>
            <a:custGeom>
              <a:avLst/>
              <a:gdLst>
                <a:gd name="T0" fmla="*/ 0 w 1"/>
                <a:gd name="T1" fmla="*/ 1286 h 1286"/>
                <a:gd name="T2" fmla="*/ 0 w 1"/>
                <a:gd name="T3" fmla="*/ 0 h 1286"/>
                <a:gd name="T4" fmla="*/ 1 w 1"/>
                <a:gd name="T5" fmla="*/ 0 h 12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1286">
                  <a:moveTo>
                    <a:pt x="0" y="1286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2908" name="Freeform 28">
              <a:extLst>
                <a:ext uri="{FF2B5EF4-FFF2-40B4-BE49-F238E27FC236}">
                  <a16:creationId xmlns:a16="http://schemas.microsoft.com/office/drawing/2014/main" id="{AA3CB7FB-0473-446C-8EEB-E80B3BA72A44}"/>
                </a:ext>
              </a:extLst>
            </p:cNvPr>
            <p:cNvSpPr>
              <a:spLocks/>
            </p:cNvSpPr>
            <p:nvPr/>
          </p:nvSpPr>
          <p:spPr bwMode="auto">
            <a:xfrm>
              <a:off x="4395" y="1771"/>
              <a:ext cx="1" cy="450"/>
            </a:xfrm>
            <a:custGeom>
              <a:avLst/>
              <a:gdLst>
                <a:gd name="T0" fmla="*/ 0 w 1"/>
                <a:gd name="T1" fmla="*/ 1297 h 1297"/>
                <a:gd name="T2" fmla="*/ 0 w 1"/>
                <a:gd name="T3" fmla="*/ 0 h 1297"/>
                <a:gd name="T4" fmla="*/ 1 w 1"/>
                <a:gd name="T5" fmla="*/ 0 h 12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1297">
                  <a:moveTo>
                    <a:pt x="0" y="1297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2909" name="Freeform 29">
              <a:extLst>
                <a:ext uri="{FF2B5EF4-FFF2-40B4-BE49-F238E27FC236}">
                  <a16:creationId xmlns:a16="http://schemas.microsoft.com/office/drawing/2014/main" id="{F2054907-E946-45D3-A5AB-FC0E05BBC1C9}"/>
                </a:ext>
              </a:extLst>
            </p:cNvPr>
            <p:cNvSpPr>
              <a:spLocks/>
            </p:cNvSpPr>
            <p:nvPr/>
          </p:nvSpPr>
          <p:spPr bwMode="auto">
            <a:xfrm>
              <a:off x="4395" y="1701"/>
              <a:ext cx="1" cy="38"/>
            </a:xfrm>
            <a:custGeom>
              <a:avLst/>
              <a:gdLst>
                <a:gd name="T0" fmla="*/ 0 w 1"/>
                <a:gd name="T1" fmla="*/ 107 h 107"/>
                <a:gd name="T2" fmla="*/ 0 w 1"/>
                <a:gd name="T3" fmla="*/ 0 h 107"/>
                <a:gd name="T4" fmla="*/ 1 w 1"/>
                <a:gd name="T5" fmla="*/ 0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107">
                  <a:moveTo>
                    <a:pt x="0" y="107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2910" name="Freeform 30">
              <a:extLst>
                <a:ext uri="{FF2B5EF4-FFF2-40B4-BE49-F238E27FC236}">
                  <a16:creationId xmlns:a16="http://schemas.microsoft.com/office/drawing/2014/main" id="{69675904-346C-4E25-8827-095176BD0516}"/>
                </a:ext>
              </a:extLst>
            </p:cNvPr>
            <p:cNvSpPr>
              <a:spLocks/>
            </p:cNvSpPr>
            <p:nvPr/>
          </p:nvSpPr>
          <p:spPr bwMode="auto">
            <a:xfrm>
              <a:off x="3969" y="1354"/>
              <a:ext cx="851" cy="1"/>
            </a:xfrm>
            <a:custGeom>
              <a:avLst/>
              <a:gdLst>
                <a:gd name="T0" fmla="*/ 2456 w 2456"/>
                <a:gd name="T1" fmla="*/ 0 w 2456"/>
                <a:gd name="T2" fmla="*/ 1 w 245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2456">
                  <a:moveTo>
                    <a:pt x="2456" y="0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2911" name="Freeform 31">
              <a:extLst>
                <a:ext uri="{FF2B5EF4-FFF2-40B4-BE49-F238E27FC236}">
                  <a16:creationId xmlns:a16="http://schemas.microsoft.com/office/drawing/2014/main" id="{754A8D7E-BE16-45E4-A2D0-0F354CB20A15}"/>
                </a:ext>
              </a:extLst>
            </p:cNvPr>
            <p:cNvSpPr>
              <a:spLocks/>
            </p:cNvSpPr>
            <p:nvPr/>
          </p:nvSpPr>
          <p:spPr bwMode="auto">
            <a:xfrm>
              <a:off x="4088" y="1498"/>
              <a:ext cx="614" cy="1"/>
            </a:xfrm>
            <a:custGeom>
              <a:avLst/>
              <a:gdLst>
                <a:gd name="T0" fmla="*/ 0 w 1769"/>
                <a:gd name="T1" fmla="*/ 1767 w 1769"/>
                <a:gd name="T2" fmla="*/ 1769 w 1769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1769">
                  <a:moveTo>
                    <a:pt x="0" y="0"/>
                  </a:moveTo>
                  <a:lnTo>
                    <a:pt x="1767" y="0"/>
                  </a:lnTo>
                  <a:lnTo>
                    <a:pt x="1769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2912" name="Freeform 32">
              <a:extLst>
                <a:ext uri="{FF2B5EF4-FFF2-40B4-BE49-F238E27FC236}">
                  <a16:creationId xmlns:a16="http://schemas.microsoft.com/office/drawing/2014/main" id="{520B7807-EFC2-4E44-9A35-169EEE004DC0}"/>
                </a:ext>
              </a:extLst>
            </p:cNvPr>
            <p:cNvSpPr>
              <a:spLocks/>
            </p:cNvSpPr>
            <p:nvPr/>
          </p:nvSpPr>
          <p:spPr bwMode="auto">
            <a:xfrm>
              <a:off x="3969" y="1354"/>
              <a:ext cx="52" cy="51"/>
            </a:xfrm>
            <a:custGeom>
              <a:avLst/>
              <a:gdLst>
                <a:gd name="T0" fmla="*/ 0 w 150"/>
                <a:gd name="T1" fmla="*/ 149 h 149"/>
                <a:gd name="T2" fmla="*/ 149 w 150"/>
                <a:gd name="T3" fmla="*/ 0 h 149"/>
                <a:gd name="T4" fmla="*/ 150 w 150"/>
                <a:gd name="T5" fmla="*/ 0 h 1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0" h="149">
                  <a:moveTo>
                    <a:pt x="0" y="149"/>
                  </a:moveTo>
                  <a:lnTo>
                    <a:pt x="149" y="0"/>
                  </a:lnTo>
                  <a:lnTo>
                    <a:pt x="150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2913" name="Freeform 33">
              <a:extLst>
                <a:ext uri="{FF2B5EF4-FFF2-40B4-BE49-F238E27FC236}">
                  <a16:creationId xmlns:a16="http://schemas.microsoft.com/office/drawing/2014/main" id="{56C789EB-7B16-4B55-BA0B-F2E68E201732}"/>
                </a:ext>
              </a:extLst>
            </p:cNvPr>
            <p:cNvSpPr>
              <a:spLocks/>
            </p:cNvSpPr>
            <p:nvPr/>
          </p:nvSpPr>
          <p:spPr bwMode="auto">
            <a:xfrm>
              <a:off x="3371" y="1882"/>
              <a:ext cx="121" cy="120"/>
            </a:xfrm>
            <a:custGeom>
              <a:avLst/>
              <a:gdLst>
                <a:gd name="T0" fmla="*/ 0 w 349"/>
                <a:gd name="T1" fmla="*/ 347 h 347"/>
                <a:gd name="T2" fmla="*/ 348 w 349"/>
                <a:gd name="T3" fmla="*/ 0 h 347"/>
                <a:gd name="T4" fmla="*/ 349 w 349"/>
                <a:gd name="T5" fmla="*/ 0 h 3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49" h="347">
                  <a:moveTo>
                    <a:pt x="0" y="347"/>
                  </a:moveTo>
                  <a:lnTo>
                    <a:pt x="348" y="0"/>
                  </a:lnTo>
                  <a:lnTo>
                    <a:pt x="349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2914" name="Freeform 34">
              <a:extLst>
                <a:ext uri="{FF2B5EF4-FFF2-40B4-BE49-F238E27FC236}">
                  <a16:creationId xmlns:a16="http://schemas.microsoft.com/office/drawing/2014/main" id="{446F969A-F560-47C7-9907-BF60CEEAE1C2}"/>
                </a:ext>
              </a:extLst>
            </p:cNvPr>
            <p:cNvSpPr>
              <a:spLocks/>
            </p:cNvSpPr>
            <p:nvPr/>
          </p:nvSpPr>
          <p:spPr bwMode="auto">
            <a:xfrm>
              <a:off x="3464" y="1993"/>
              <a:ext cx="137" cy="136"/>
            </a:xfrm>
            <a:custGeom>
              <a:avLst/>
              <a:gdLst>
                <a:gd name="T0" fmla="*/ 0 w 395"/>
                <a:gd name="T1" fmla="*/ 393 h 393"/>
                <a:gd name="T2" fmla="*/ 393 w 395"/>
                <a:gd name="T3" fmla="*/ 0 h 393"/>
                <a:gd name="T4" fmla="*/ 395 w 395"/>
                <a:gd name="T5" fmla="*/ 0 h 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5" h="393">
                  <a:moveTo>
                    <a:pt x="0" y="393"/>
                  </a:moveTo>
                  <a:lnTo>
                    <a:pt x="393" y="0"/>
                  </a:lnTo>
                  <a:lnTo>
                    <a:pt x="395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2915" name="Freeform 35">
              <a:extLst>
                <a:ext uri="{FF2B5EF4-FFF2-40B4-BE49-F238E27FC236}">
                  <a16:creationId xmlns:a16="http://schemas.microsoft.com/office/drawing/2014/main" id="{A9FA400E-4569-49E3-A671-2D00EA850C34}"/>
                </a:ext>
              </a:extLst>
            </p:cNvPr>
            <p:cNvSpPr>
              <a:spLocks/>
            </p:cNvSpPr>
            <p:nvPr/>
          </p:nvSpPr>
          <p:spPr bwMode="auto">
            <a:xfrm>
              <a:off x="3969" y="1498"/>
              <a:ext cx="126" cy="126"/>
            </a:xfrm>
            <a:custGeom>
              <a:avLst/>
              <a:gdLst>
                <a:gd name="T0" fmla="*/ 0 w 365"/>
                <a:gd name="T1" fmla="*/ 365 h 365"/>
                <a:gd name="T2" fmla="*/ 364 w 365"/>
                <a:gd name="T3" fmla="*/ 0 h 365"/>
                <a:gd name="T4" fmla="*/ 365 w 365"/>
                <a:gd name="T5" fmla="*/ 0 h 3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65" h="365">
                  <a:moveTo>
                    <a:pt x="0" y="365"/>
                  </a:moveTo>
                  <a:lnTo>
                    <a:pt x="364" y="0"/>
                  </a:lnTo>
                  <a:lnTo>
                    <a:pt x="365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2916" name="Freeform 36">
              <a:extLst>
                <a:ext uri="{FF2B5EF4-FFF2-40B4-BE49-F238E27FC236}">
                  <a16:creationId xmlns:a16="http://schemas.microsoft.com/office/drawing/2014/main" id="{8C3962BE-0F1B-4D63-8023-6949F088E892}"/>
                </a:ext>
              </a:extLst>
            </p:cNvPr>
            <p:cNvSpPr>
              <a:spLocks/>
            </p:cNvSpPr>
            <p:nvPr/>
          </p:nvSpPr>
          <p:spPr bwMode="auto">
            <a:xfrm>
              <a:off x="3781" y="1993"/>
              <a:ext cx="40" cy="39"/>
            </a:xfrm>
            <a:custGeom>
              <a:avLst/>
              <a:gdLst>
                <a:gd name="T0" fmla="*/ 0 w 114"/>
                <a:gd name="T1" fmla="*/ 113 h 113"/>
                <a:gd name="T2" fmla="*/ 113 w 114"/>
                <a:gd name="T3" fmla="*/ 0 h 113"/>
                <a:gd name="T4" fmla="*/ 114 w 114"/>
                <a:gd name="T5" fmla="*/ 0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14" h="113">
                  <a:moveTo>
                    <a:pt x="0" y="113"/>
                  </a:moveTo>
                  <a:lnTo>
                    <a:pt x="113" y="0"/>
                  </a:lnTo>
                  <a:lnTo>
                    <a:pt x="114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2917" name="Freeform 37">
              <a:extLst>
                <a:ext uri="{FF2B5EF4-FFF2-40B4-BE49-F238E27FC236}">
                  <a16:creationId xmlns:a16="http://schemas.microsoft.com/office/drawing/2014/main" id="{C97BC1FD-F3EB-419C-8F2B-2D93FB51D24C}"/>
                </a:ext>
              </a:extLst>
            </p:cNvPr>
            <p:cNvSpPr>
              <a:spLocks/>
            </p:cNvSpPr>
            <p:nvPr/>
          </p:nvSpPr>
          <p:spPr bwMode="auto">
            <a:xfrm>
              <a:off x="3969" y="1580"/>
              <a:ext cx="264" cy="264"/>
            </a:xfrm>
            <a:custGeom>
              <a:avLst/>
              <a:gdLst>
                <a:gd name="T0" fmla="*/ 0 w 762"/>
                <a:gd name="T1" fmla="*/ 764 h 764"/>
                <a:gd name="T2" fmla="*/ 761 w 762"/>
                <a:gd name="T3" fmla="*/ 0 h 764"/>
                <a:gd name="T4" fmla="*/ 762 w 762"/>
                <a:gd name="T5" fmla="*/ 0 h 7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762" h="764">
                  <a:moveTo>
                    <a:pt x="0" y="764"/>
                  </a:moveTo>
                  <a:lnTo>
                    <a:pt x="761" y="0"/>
                  </a:lnTo>
                  <a:lnTo>
                    <a:pt x="762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2918" name="Freeform 38">
              <a:extLst>
                <a:ext uri="{FF2B5EF4-FFF2-40B4-BE49-F238E27FC236}">
                  <a16:creationId xmlns:a16="http://schemas.microsoft.com/office/drawing/2014/main" id="{81B8FFE8-0423-43DD-B9A9-97F1465039E7}"/>
                </a:ext>
              </a:extLst>
            </p:cNvPr>
            <p:cNvSpPr>
              <a:spLocks/>
            </p:cNvSpPr>
            <p:nvPr/>
          </p:nvSpPr>
          <p:spPr bwMode="auto">
            <a:xfrm>
              <a:off x="3857" y="1882"/>
              <a:ext cx="74" cy="73"/>
            </a:xfrm>
            <a:custGeom>
              <a:avLst/>
              <a:gdLst>
                <a:gd name="T0" fmla="*/ 0 w 214"/>
                <a:gd name="T1" fmla="*/ 211 h 211"/>
                <a:gd name="T2" fmla="*/ 213 w 214"/>
                <a:gd name="T3" fmla="*/ 0 h 211"/>
                <a:gd name="T4" fmla="*/ 214 w 214"/>
                <a:gd name="T5" fmla="*/ 0 h 2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4" h="211">
                  <a:moveTo>
                    <a:pt x="0" y="211"/>
                  </a:moveTo>
                  <a:lnTo>
                    <a:pt x="213" y="0"/>
                  </a:lnTo>
                  <a:lnTo>
                    <a:pt x="214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2919" name="Freeform 39">
              <a:extLst>
                <a:ext uri="{FF2B5EF4-FFF2-40B4-BE49-F238E27FC236}">
                  <a16:creationId xmlns:a16="http://schemas.microsoft.com/office/drawing/2014/main" id="{E063C2F2-2372-463C-AFE0-9F213AC102CB}"/>
                </a:ext>
              </a:extLst>
            </p:cNvPr>
            <p:cNvSpPr>
              <a:spLocks/>
            </p:cNvSpPr>
            <p:nvPr/>
          </p:nvSpPr>
          <p:spPr bwMode="auto">
            <a:xfrm>
              <a:off x="3903" y="1799"/>
              <a:ext cx="330" cy="330"/>
            </a:xfrm>
            <a:custGeom>
              <a:avLst/>
              <a:gdLst>
                <a:gd name="T0" fmla="*/ 0 w 951"/>
                <a:gd name="T1" fmla="*/ 950 h 950"/>
                <a:gd name="T2" fmla="*/ 950 w 951"/>
                <a:gd name="T3" fmla="*/ 0 h 950"/>
                <a:gd name="T4" fmla="*/ 951 w 951"/>
                <a:gd name="T5" fmla="*/ 0 h 9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51" h="950">
                  <a:moveTo>
                    <a:pt x="0" y="950"/>
                  </a:moveTo>
                  <a:lnTo>
                    <a:pt x="950" y="0"/>
                  </a:lnTo>
                  <a:lnTo>
                    <a:pt x="951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2920" name="Freeform 40">
              <a:extLst>
                <a:ext uri="{FF2B5EF4-FFF2-40B4-BE49-F238E27FC236}">
                  <a16:creationId xmlns:a16="http://schemas.microsoft.com/office/drawing/2014/main" id="{6BFDFF43-83EA-44D2-9DD7-B1CE465CAD78}"/>
                </a:ext>
              </a:extLst>
            </p:cNvPr>
            <p:cNvSpPr>
              <a:spLocks/>
            </p:cNvSpPr>
            <p:nvPr/>
          </p:nvSpPr>
          <p:spPr bwMode="auto">
            <a:xfrm>
              <a:off x="4122" y="2019"/>
              <a:ext cx="111" cy="110"/>
            </a:xfrm>
            <a:custGeom>
              <a:avLst/>
              <a:gdLst>
                <a:gd name="T0" fmla="*/ 0 w 319"/>
                <a:gd name="T1" fmla="*/ 318 h 318"/>
                <a:gd name="T2" fmla="*/ 318 w 319"/>
                <a:gd name="T3" fmla="*/ 0 h 318"/>
                <a:gd name="T4" fmla="*/ 319 w 319"/>
                <a:gd name="T5" fmla="*/ 0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19" h="318">
                  <a:moveTo>
                    <a:pt x="0" y="318"/>
                  </a:moveTo>
                  <a:lnTo>
                    <a:pt x="318" y="0"/>
                  </a:lnTo>
                  <a:lnTo>
                    <a:pt x="319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2921" name="Freeform 41">
              <a:extLst>
                <a:ext uri="{FF2B5EF4-FFF2-40B4-BE49-F238E27FC236}">
                  <a16:creationId xmlns:a16="http://schemas.microsoft.com/office/drawing/2014/main" id="{7E37918A-5BC2-42C5-A1ED-E3B07998B6AC}"/>
                </a:ext>
              </a:extLst>
            </p:cNvPr>
            <p:cNvSpPr>
              <a:spLocks/>
            </p:cNvSpPr>
            <p:nvPr/>
          </p:nvSpPr>
          <p:spPr bwMode="auto">
            <a:xfrm>
              <a:off x="4625" y="1430"/>
              <a:ext cx="196" cy="196"/>
            </a:xfrm>
            <a:custGeom>
              <a:avLst/>
              <a:gdLst>
                <a:gd name="T0" fmla="*/ 0 w 568"/>
                <a:gd name="T1" fmla="*/ 566 h 566"/>
                <a:gd name="T2" fmla="*/ 566 w 568"/>
                <a:gd name="T3" fmla="*/ 0 h 566"/>
                <a:gd name="T4" fmla="*/ 568 w 568"/>
                <a:gd name="T5" fmla="*/ 0 h 5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68" h="566">
                  <a:moveTo>
                    <a:pt x="0" y="566"/>
                  </a:moveTo>
                  <a:lnTo>
                    <a:pt x="566" y="0"/>
                  </a:lnTo>
                  <a:lnTo>
                    <a:pt x="568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2922" name="Freeform 42">
              <a:extLst>
                <a:ext uri="{FF2B5EF4-FFF2-40B4-BE49-F238E27FC236}">
                  <a16:creationId xmlns:a16="http://schemas.microsoft.com/office/drawing/2014/main" id="{11F72DF5-BE1C-4015-8247-3C2CE9E34D57}"/>
                </a:ext>
              </a:extLst>
            </p:cNvPr>
            <p:cNvSpPr>
              <a:spLocks/>
            </p:cNvSpPr>
            <p:nvPr/>
          </p:nvSpPr>
          <p:spPr bwMode="auto">
            <a:xfrm>
              <a:off x="4625" y="1649"/>
              <a:ext cx="196" cy="197"/>
            </a:xfrm>
            <a:custGeom>
              <a:avLst/>
              <a:gdLst>
                <a:gd name="T0" fmla="*/ 0 w 568"/>
                <a:gd name="T1" fmla="*/ 566 h 566"/>
                <a:gd name="T2" fmla="*/ 566 w 568"/>
                <a:gd name="T3" fmla="*/ 0 h 566"/>
                <a:gd name="T4" fmla="*/ 568 w 568"/>
                <a:gd name="T5" fmla="*/ 0 h 5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68" h="566">
                  <a:moveTo>
                    <a:pt x="0" y="566"/>
                  </a:moveTo>
                  <a:lnTo>
                    <a:pt x="566" y="0"/>
                  </a:lnTo>
                  <a:lnTo>
                    <a:pt x="568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2923" name="Freeform 43">
              <a:extLst>
                <a:ext uri="{FF2B5EF4-FFF2-40B4-BE49-F238E27FC236}">
                  <a16:creationId xmlns:a16="http://schemas.microsoft.com/office/drawing/2014/main" id="{873088DA-8642-4A26-8413-BE3036A45EFB}"/>
                </a:ext>
              </a:extLst>
            </p:cNvPr>
            <p:cNvSpPr>
              <a:spLocks/>
            </p:cNvSpPr>
            <p:nvPr/>
          </p:nvSpPr>
          <p:spPr bwMode="auto">
            <a:xfrm>
              <a:off x="4625" y="1869"/>
              <a:ext cx="196" cy="196"/>
            </a:xfrm>
            <a:custGeom>
              <a:avLst/>
              <a:gdLst>
                <a:gd name="T0" fmla="*/ 0 w 568"/>
                <a:gd name="T1" fmla="*/ 566 h 566"/>
                <a:gd name="T2" fmla="*/ 566 w 568"/>
                <a:gd name="T3" fmla="*/ 0 h 566"/>
                <a:gd name="T4" fmla="*/ 568 w 568"/>
                <a:gd name="T5" fmla="*/ 0 h 5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68" h="566">
                  <a:moveTo>
                    <a:pt x="0" y="566"/>
                  </a:moveTo>
                  <a:lnTo>
                    <a:pt x="566" y="0"/>
                  </a:lnTo>
                  <a:lnTo>
                    <a:pt x="568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2924" name="Freeform 44">
              <a:extLst>
                <a:ext uri="{FF2B5EF4-FFF2-40B4-BE49-F238E27FC236}">
                  <a16:creationId xmlns:a16="http://schemas.microsoft.com/office/drawing/2014/main" id="{96FB66A0-011A-49BE-85DA-6B619B84B8B7}"/>
                </a:ext>
              </a:extLst>
            </p:cNvPr>
            <p:cNvSpPr>
              <a:spLocks/>
            </p:cNvSpPr>
            <p:nvPr/>
          </p:nvSpPr>
          <p:spPr bwMode="auto">
            <a:xfrm>
              <a:off x="4780" y="2089"/>
              <a:ext cx="41" cy="40"/>
            </a:xfrm>
            <a:custGeom>
              <a:avLst/>
              <a:gdLst>
                <a:gd name="T0" fmla="*/ 0 w 119"/>
                <a:gd name="T1" fmla="*/ 116 h 116"/>
                <a:gd name="T2" fmla="*/ 117 w 119"/>
                <a:gd name="T3" fmla="*/ 0 h 116"/>
                <a:gd name="T4" fmla="*/ 119 w 119"/>
                <a:gd name="T5" fmla="*/ 0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19" h="116">
                  <a:moveTo>
                    <a:pt x="0" y="116"/>
                  </a:moveTo>
                  <a:lnTo>
                    <a:pt x="117" y="0"/>
                  </a:lnTo>
                  <a:lnTo>
                    <a:pt x="119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2925" name="Freeform 45">
              <a:extLst>
                <a:ext uri="{FF2B5EF4-FFF2-40B4-BE49-F238E27FC236}">
                  <a16:creationId xmlns:a16="http://schemas.microsoft.com/office/drawing/2014/main" id="{7AF1F62F-E841-4500-B205-5C8AABE90592}"/>
                </a:ext>
              </a:extLst>
            </p:cNvPr>
            <p:cNvSpPr>
              <a:spLocks/>
            </p:cNvSpPr>
            <p:nvPr/>
          </p:nvSpPr>
          <p:spPr bwMode="auto">
            <a:xfrm>
              <a:off x="4625" y="1498"/>
              <a:ext cx="1" cy="631"/>
            </a:xfrm>
            <a:custGeom>
              <a:avLst/>
              <a:gdLst>
                <a:gd name="T0" fmla="*/ 0 w 2"/>
                <a:gd name="T1" fmla="*/ 1818 h 1818"/>
                <a:gd name="T2" fmla="*/ 0 w 2"/>
                <a:gd name="T3" fmla="*/ 0 h 1818"/>
                <a:gd name="T4" fmla="*/ 2 w 2"/>
                <a:gd name="T5" fmla="*/ 0 h 18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1818">
                  <a:moveTo>
                    <a:pt x="0" y="1818"/>
                  </a:moveTo>
                  <a:lnTo>
                    <a:pt x="0" y="0"/>
                  </a:lnTo>
                  <a:lnTo>
                    <a:pt x="2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2926" name="Arc 46">
              <a:extLst>
                <a:ext uri="{FF2B5EF4-FFF2-40B4-BE49-F238E27FC236}">
                  <a16:creationId xmlns:a16="http://schemas.microsoft.com/office/drawing/2014/main" id="{1CF72E3A-D8C1-4783-8DEE-0E866AEDC1CA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4233" y="2807"/>
              <a:ext cx="306" cy="324"/>
            </a:xfrm>
            <a:custGeom>
              <a:avLst/>
              <a:gdLst>
                <a:gd name="G0" fmla="+- 19141 0 0"/>
                <a:gd name="G1" fmla="+- 21600 0 0"/>
                <a:gd name="G2" fmla="+- 21600 0 0"/>
                <a:gd name="T0" fmla="*/ 251 w 40741"/>
                <a:gd name="T1" fmla="*/ 11125 h 43200"/>
                <a:gd name="T2" fmla="*/ 0 w 40741"/>
                <a:gd name="T3" fmla="*/ 31609 h 43200"/>
                <a:gd name="T4" fmla="*/ 19141 w 40741"/>
                <a:gd name="T5" fmla="*/ 21600 h 43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741" h="43200" fill="none" extrusionOk="0">
                  <a:moveTo>
                    <a:pt x="250" y="11124"/>
                  </a:moveTo>
                  <a:cubicBezTo>
                    <a:pt x="4058" y="4259"/>
                    <a:pt x="11290" y="0"/>
                    <a:pt x="19141" y="0"/>
                  </a:cubicBezTo>
                  <a:cubicBezTo>
                    <a:pt x="31070" y="0"/>
                    <a:pt x="40741" y="9670"/>
                    <a:pt x="40741" y="21600"/>
                  </a:cubicBezTo>
                  <a:cubicBezTo>
                    <a:pt x="40741" y="33529"/>
                    <a:pt x="31070" y="43200"/>
                    <a:pt x="19141" y="43200"/>
                  </a:cubicBezTo>
                  <a:cubicBezTo>
                    <a:pt x="11100" y="43199"/>
                    <a:pt x="3725" y="38734"/>
                    <a:pt x="-1" y="31609"/>
                  </a:cubicBezTo>
                </a:path>
                <a:path w="40741" h="43200" stroke="0" extrusionOk="0">
                  <a:moveTo>
                    <a:pt x="250" y="11124"/>
                  </a:moveTo>
                  <a:cubicBezTo>
                    <a:pt x="4058" y="4259"/>
                    <a:pt x="11290" y="0"/>
                    <a:pt x="19141" y="0"/>
                  </a:cubicBezTo>
                  <a:cubicBezTo>
                    <a:pt x="31070" y="0"/>
                    <a:pt x="40741" y="9670"/>
                    <a:pt x="40741" y="21600"/>
                  </a:cubicBezTo>
                  <a:cubicBezTo>
                    <a:pt x="40741" y="33529"/>
                    <a:pt x="31070" y="43200"/>
                    <a:pt x="19141" y="43200"/>
                  </a:cubicBezTo>
                  <a:cubicBezTo>
                    <a:pt x="11100" y="43199"/>
                    <a:pt x="3725" y="38734"/>
                    <a:pt x="-1" y="31609"/>
                  </a:cubicBezTo>
                  <a:lnTo>
                    <a:pt x="19141" y="21600"/>
                  </a:lnTo>
                  <a:close/>
                </a:path>
              </a:pathLst>
            </a:cu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2927" name="Arc 47">
              <a:extLst>
                <a:ext uri="{FF2B5EF4-FFF2-40B4-BE49-F238E27FC236}">
                  <a16:creationId xmlns:a16="http://schemas.microsoft.com/office/drawing/2014/main" id="{F7F624CC-35F0-4442-9C76-8FB7BB8DDAEE}"/>
                </a:ext>
              </a:extLst>
            </p:cNvPr>
            <p:cNvSpPr>
              <a:spLocks/>
            </p:cNvSpPr>
            <p:nvPr/>
          </p:nvSpPr>
          <p:spPr bwMode="auto">
            <a:xfrm>
              <a:off x="3205" y="2807"/>
              <a:ext cx="166" cy="320"/>
            </a:xfrm>
            <a:custGeom>
              <a:avLst/>
              <a:gdLst>
                <a:gd name="G0" fmla="+- 599 0 0"/>
                <a:gd name="G1" fmla="+- 21600 0 0"/>
                <a:gd name="G2" fmla="+- 21600 0 0"/>
                <a:gd name="T0" fmla="*/ 599 w 22199"/>
                <a:gd name="T1" fmla="*/ 0 h 43200"/>
                <a:gd name="T2" fmla="*/ 0 w 22199"/>
                <a:gd name="T3" fmla="*/ 43192 h 43200"/>
                <a:gd name="T4" fmla="*/ 599 w 22199"/>
                <a:gd name="T5" fmla="*/ 21600 h 43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2199" h="43200" fill="none" extrusionOk="0">
                  <a:moveTo>
                    <a:pt x="599" y="0"/>
                  </a:moveTo>
                  <a:cubicBezTo>
                    <a:pt x="12528" y="0"/>
                    <a:pt x="22199" y="9670"/>
                    <a:pt x="22199" y="21600"/>
                  </a:cubicBezTo>
                  <a:cubicBezTo>
                    <a:pt x="22199" y="33529"/>
                    <a:pt x="12528" y="43200"/>
                    <a:pt x="599" y="43200"/>
                  </a:cubicBezTo>
                  <a:cubicBezTo>
                    <a:pt x="399" y="43199"/>
                    <a:pt x="199" y="43197"/>
                    <a:pt x="0" y="43191"/>
                  </a:cubicBezTo>
                </a:path>
                <a:path w="22199" h="43200" stroke="0" extrusionOk="0">
                  <a:moveTo>
                    <a:pt x="599" y="0"/>
                  </a:moveTo>
                  <a:cubicBezTo>
                    <a:pt x="12528" y="0"/>
                    <a:pt x="22199" y="9670"/>
                    <a:pt x="22199" y="21600"/>
                  </a:cubicBezTo>
                  <a:cubicBezTo>
                    <a:pt x="22199" y="33529"/>
                    <a:pt x="12528" y="43200"/>
                    <a:pt x="599" y="43200"/>
                  </a:cubicBezTo>
                  <a:cubicBezTo>
                    <a:pt x="399" y="43199"/>
                    <a:pt x="199" y="43197"/>
                    <a:pt x="0" y="43191"/>
                  </a:cubicBezTo>
                  <a:lnTo>
                    <a:pt x="599" y="21600"/>
                  </a:lnTo>
                  <a:close/>
                </a:path>
              </a:pathLst>
            </a:cu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2928" name="Oval 48">
              <a:extLst>
                <a:ext uri="{FF2B5EF4-FFF2-40B4-BE49-F238E27FC236}">
                  <a16:creationId xmlns:a16="http://schemas.microsoft.com/office/drawing/2014/main" id="{9AF2284A-91FC-4CB7-A86C-0B83D6F286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69" y="2542"/>
              <a:ext cx="852" cy="852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2929" name="Oval 49">
              <a:extLst>
                <a:ext uri="{FF2B5EF4-FFF2-40B4-BE49-F238E27FC236}">
                  <a16:creationId xmlns:a16="http://schemas.microsoft.com/office/drawing/2014/main" id="{7C609DC8-A77E-41B7-81C4-F276706F7B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89" y="2679"/>
              <a:ext cx="612" cy="572"/>
            </a:xfrm>
            <a:prstGeom prst="ellips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2930" name="Oval 50">
              <a:extLst>
                <a:ext uri="{FF2B5EF4-FFF2-40B4-BE49-F238E27FC236}">
                  <a16:creationId xmlns:a16="http://schemas.microsoft.com/office/drawing/2014/main" id="{C2F5EFBB-63BA-444C-83AB-60038B2D40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10" y="2883"/>
              <a:ext cx="167" cy="167"/>
            </a:xfrm>
            <a:prstGeom prst="ellips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2931" name="Oval 51">
              <a:extLst>
                <a:ext uri="{FF2B5EF4-FFF2-40B4-BE49-F238E27FC236}">
                  <a16:creationId xmlns:a16="http://schemas.microsoft.com/office/drawing/2014/main" id="{6739322D-352F-4B9F-8D66-EA29D7F021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3" y="2817"/>
              <a:ext cx="311" cy="300"/>
            </a:xfrm>
            <a:prstGeom prst="ellips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2932" name="Freeform 52">
              <a:extLst>
                <a:ext uri="{FF2B5EF4-FFF2-40B4-BE49-F238E27FC236}">
                  <a16:creationId xmlns:a16="http://schemas.microsoft.com/office/drawing/2014/main" id="{D820AE69-ADB4-457D-9C87-CC2595E1FA75}"/>
                </a:ext>
              </a:extLst>
            </p:cNvPr>
            <p:cNvSpPr>
              <a:spLocks/>
            </p:cNvSpPr>
            <p:nvPr/>
          </p:nvSpPr>
          <p:spPr bwMode="auto">
            <a:xfrm>
              <a:off x="3696" y="2738"/>
              <a:ext cx="1" cy="512"/>
            </a:xfrm>
            <a:custGeom>
              <a:avLst/>
              <a:gdLst>
                <a:gd name="T0" fmla="*/ 0 w 1"/>
                <a:gd name="T1" fmla="*/ 0 h 1472"/>
                <a:gd name="T2" fmla="*/ 0 w 1"/>
                <a:gd name="T3" fmla="*/ 1472 h 1472"/>
                <a:gd name="T4" fmla="*/ 1 w 1"/>
                <a:gd name="T5" fmla="*/ 1472 h 14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1472">
                  <a:moveTo>
                    <a:pt x="0" y="0"/>
                  </a:moveTo>
                  <a:lnTo>
                    <a:pt x="0" y="1472"/>
                  </a:lnTo>
                  <a:lnTo>
                    <a:pt x="1" y="1472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lg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2933" name="Freeform 53">
              <a:extLst>
                <a:ext uri="{FF2B5EF4-FFF2-40B4-BE49-F238E27FC236}">
                  <a16:creationId xmlns:a16="http://schemas.microsoft.com/office/drawing/2014/main" id="{2907BE50-AB9F-4B18-A1EF-C66128F1FB2C}"/>
                </a:ext>
              </a:extLst>
            </p:cNvPr>
            <p:cNvSpPr>
              <a:spLocks/>
            </p:cNvSpPr>
            <p:nvPr/>
          </p:nvSpPr>
          <p:spPr bwMode="auto">
            <a:xfrm>
              <a:off x="3210" y="2712"/>
              <a:ext cx="1" cy="528"/>
            </a:xfrm>
            <a:custGeom>
              <a:avLst/>
              <a:gdLst>
                <a:gd name="T0" fmla="*/ 0 w 2"/>
                <a:gd name="T1" fmla="*/ 0 h 1522"/>
                <a:gd name="T2" fmla="*/ 0 w 2"/>
                <a:gd name="T3" fmla="*/ 1522 h 1522"/>
                <a:gd name="T4" fmla="*/ 2 w 2"/>
                <a:gd name="T5" fmla="*/ 1522 h 15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1522">
                  <a:moveTo>
                    <a:pt x="0" y="0"/>
                  </a:moveTo>
                  <a:lnTo>
                    <a:pt x="0" y="1522"/>
                  </a:lnTo>
                  <a:lnTo>
                    <a:pt x="2" y="1522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lg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2934" name="Freeform 54">
              <a:extLst>
                <a:ext uri="{FF2B5EF4-FFF2-40B4-BE49-F238E27FC236}">
                  <a16:creationId xmlns:a16="http://schemas.microsoft.com/office/drawing/2014/main" id="{D0DB899D-2AFF-41FC-A84B-852B26E04047}"/>
                </a:ext>
              </a:extLst>
            </p:cNvPr>
            <p:cNvSpPr>
              <a:spLocks/>
            </p:cNvSpPr>
            <p:nvPr/>
          </p:nvSpPr>
          <p:spPr bwMode="auto">
            <a:xfrm>
              <a:off x="2946" y="3394"/>
              <a:ext cx="1449" cy="1"/>
            </a:xfrm>
            <a:custGeom>
              <a:avLst/>
              <a:gdLst>
                <a:gd name="T0" fmla="*/ 4176 w 4176"/>
                <a:gd name="T1" fmla="*/ 0 w 4176"/>
                <a:gd name="T2" fmla="*/ 2 w 417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4176">
                  <a:moveTo>
                    <a:pt x="4176" y="0"/>
                  </a:moveTo>
                  <a:lnTo>
                    <a:pt x="0" y="0"/>
                  </a:lnTo>
                  <a:lnTo>
                    <a:pt x="2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2935" name="Freeform 55">
              <a:extLst>
                <a:ext uri="{FF2B5EF4-FFF2-40B4-BE49-F238E27FC236}">
                  <a16:creationId xmlns:a16="http://schemas.microsoft.com/office/drawing/2014/main" id="{050C1A6D-952F-4259-BB32-2F7734DCD070}"/>
                </a:ext>
              </a:extLst>
            </p:cNvPr>
            <p:cNvSpPr>
              <a:spLocks/>
            </p:cNvSpPr>
            <p:nvPr/>
          </p:nvSpPr>
          <p:spPr bwMode="auto">
            <a:xfrm>
              <a:off x="2946" y="3130"/>
              <a:ext cx="1" cy="264"/>
            </a:xfrm>
            <a:custGeom>
              <a:avLst/>
              <a:gdLst>
                <a:gd name="T0" fmla="*/ 0 w 2"/>
                <a:gd name="T1" fmla="*/ 762 h 762"/>
                <a:gd name="T2" fmla="*/ 0 w 2"/>
                <a:gd name="T3" fmla="*/ 0 h 762"/>
                <a:gd name="T4" fmla="*/ 2 w 2"/>
                <a:gd name="T5" fmla="*/ 0 h 7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762">
                  <a:moveTo>
                    <a:pt x="0" y="762"/>
                  </a:moveTo>
                  <a:lnTo>
                    <a:pt x="0" y="0"/>
                  </a:lnTo>
                  <a:lnTo>
                    <a:pt x="2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2936" name="Freeform 56">
              <a:extLst>
                <a:ext uri="{FF2B5EF4-FFF2-40B4-BE49-F238E27FC236}">
                  <a16:creationId xmlns:a16="http://schemas.microsoft.com/office/drawing/2014/main" id="{47FBD57D-A3B7-4767-B450-E962E4C6AD73}"/>
                </a:ext>
              </a:extLst>
            </p:cNvPr>
            <p:cNvSpPr>
              <a:spLocks/>
            </p:cNvSpPr>
            <p:nvPr/>
          </p:nvSpPr>
          <p:spPr bwMode="auto">
            <a:xfrm>
              <a:off x="2946" y="3130"/>
              <a:ext cx="264" cy="1"/>
            </a:xfrm>
            <a:custGeom>
              <a:avLst/>
              <a:gdLst>
                <a:gd name="T0" fmla="*/ 761 w 761"/>
                <a:gd name="T1" fmla="*/ 0 w 761"/>
                <a:gd name="T2" fmla="*/ 2 w 76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761">
                  <a:moveTo>
                    <a:pt x="761" y="0"/>
                  </a:moveTo>
                  <a:lnTo>
                    <a:pt x="0" y="0"/>
                  </a:lnTo>
                  <a:lnTo>
                    <a:pt x="2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2937" name="Freeform 57">
              <a:extLst>
                <a:ext uri="{FF2B5EF4-FFF2-40B4-BE49-F238E27FC236}">
                  <a16:creationId xmlns:a16="http://schemas.microsoft.com/office/drawing/2014/main" id="{DBC521F4-84EC-4B59-995B-2461DB427180}"/>
                </a:ext>
              </a:extLst>
            </p:cNvPr>
            <p:cNvSpPr>
              <a:spLocks/>
            </p:cNvSpPr>
            <p:nvPr/>
          </p:nvSpPr>
          <p:spPr bwMode="auto">
            <a:xfrm>
              <a:off x="2946" y="2542"/>
              <a:ext cx="1449" cy="1"/>
            </a:xfrm>
            <a:custGeom>
              <a:avLst/>
              <a:gdLst>
                <a:gd name="T0" fmla="*/ 4176 w 4176"/>
                <a:gd name="T1" fmla="*/ 0 w 4176"/>
                <a:gd name="T2" fmla="*/ 2 w 417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4176">
                  <a:moveTo>
                    <a:pt x="4176" y="0"/>
                  </a:moveTo>
                  <a:lnTo>
                    <a:pt x="0" y="0"/>
                  </a:lnTo>
                  <a:lnTo>
                    <a:pt x="2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2938" name="Freeform 58">
              <a:extLst>
                <a:ext uri="{FF2B5EF4-FFF2-40B4-BE49-F238E27FC236}">
                  <a16:creationId xmlns:a16="http://schemas.microsoft.com/office/drawing/2014/main" id="{2D153EF5-0E0D-469C-84F2-7730515122E9}"/>
                </a:ext>
              </a:extLst>
            </p:cNvPr>
            <p:cNvSpPr>
              <a:spLocks/>
            </p:cNvSpPr>
            <p:nvPr/>
          </p:nvSpPr>
          <p:spPr bwMode="auto">
            <a:xfrm>
              <a:off x="2946" y="2542"/>
              <a:ext cx="1" cy="264"/>
            </a:xfrm>
            <a:custGeom>
              <a:avLst/>
              <a:gdLst>
                <a:gd name="T0" fmla="*/ 0 w 2"/>
                <a:gd name="T1" fmla="*/ 0 h 763"/>
                <a:gd name="T2" fmla="*/ 0 w 2"/>
                <a:gd name="T3" fmla="*/ 763 h 763"/>
                <a:gd name="T4" fmla="*/ 2 w 2"/>
                <a:gd name="T5" fmla="*/ 763 h 7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763">
                  <a:moveTo>
                    <a:pt x="0" y="0"/>
                  </a:moveTo>
                  <a:lnTo>
                    <a:pt x="0" y="763"/>
                  </a:lnTo>
                  <a:lnTo>
                    <a:pt x="2" y="763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2939" name="Freeform 59">
              <a:extLst>
                <a:ext uri="{FF2B5EF4-FFF2-40B4-BE49-F238E27FC236}">
                  <a16:creationId xmlns:a16="http://schemas.microsoft.com/office/drawing/2014/main" id="{C57A2693-132E-4B0F-A4F1-869E90E06B00}"/>
                </a:ext>
              </a:extLst>
            </p:cNvPr>
            <p:cNvSpPr>
              <a:spLocks/>
            </p:cNvSpPr>
            <p:nvPr/>
          </p:nvSpPr>
          <p:spPr bwMode="auto">
            <a:xfrm>
              <a:off x="2946" y="2806"/>
              <a:ext cx="264" cy="1"/>
            </a:xfrm>
            <a:custGeom>
              <a:avLst/>
              <a:gdLst>
                <a:gd name="T0" fmla="*/ 761 w 761"/>
                <a:gd name="T1" fmla="*/ 0 w 761"/>
                <a:gd name="T2" fmla="*/ 2 w 76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761">
                  <a:moveTo>
                    <a:pt x="761" y="0"/>
                  </a:moveTo>
                  <a:lnTo>
                    <a:pt x="0" y="0"/>
                  </a:lnTo>
                  <a:lnTo>
                    <a:pt x="2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2940" name="Freeform 60">
              <a:extLst>
                <a:ext uri="{FF2B5EF4-FFF2-40B4-BE49-F238E27FC236}">
                  <a16:creationId xmlns:a16="http://schemas.microsoft.com/office/drawing/2014/main" id="{36DCD87C-0292-41A5-814E-22CF97F7D1A2}"/>
                </a:ext>
              </a:extLst>
            </p:cNvPr>
            <p:cNvSpPr>
              <a:spLocks/>
            </p:cNvSpPr>
            <p:nvPr/>
          </p:nvSpPr>
          <p:spPr bwMode="auto">
            <a:xfrm>
              <a:off x="4625" y="2897"/>
              <a:ext cx="1" cy="143"/>
            </a:xfrm>
            <a:custGeom>
              <a:avLst/>
              <a:gdLst>
                <a:gd name="T0" fmla="*/ 0 w 2"/>
                <a:gd name="T1" fmla="*/ 0 h 414"/>
                <a:gd name="T2" fmla="*/ 0 w 2"/>
                <a:gd name="T3" fmla="*/ 414 h 414"/>
                <a:gd name="T4" fmla="*/ 2 w 2"/>
                <a:gd name="T5" fmla="*/ 414 h 4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414">
                  <a:moveTo>
                    <a:pt x="0" y="0"/>
                  </a:moveTo>
                  <a:lnTo>
                    <a:pt x="0" y="414"/>
                  </a:lnTo>
                  <a:lnTo>
                    <a:pt x="2" y="414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2941" name="Freeform 61">
              <a:extLst>
                <a:ext uri="{FF2B5EF4-FFF2-40B4-BE49-F238E27FC236}">
                  <a16:creationId xmlns:a16="http://schemas.microsoft.com/office/drawing/2014/main" id="{050EC17B-BDDE-4BB7-B028-4920D3697587}"/>
                </a:ext>
              </a:extLst>
            </p:cNvPr>
            <p:cNvSpPr>
              <a:spLocks/>
            </p:cNvSpPr>
            <p:nvPr/>
          </p:nvSpPr>
          <p:spPr bwMode="auto">
            <a:xfrm>
              <a:off x="4395" y="3064"/>
              <a:ext cx="1" cy="428"/>
            </a:xfrm>
            <a:custGeom>
              <a:avLst/>
              <a:gdLst>
                <a:gd name="T0" fmla="*/ 0 w 1"/>
                <a:gd name="T1" fmla="*/ 0 h 1234"/>
                <a:gd name="T2" fmla="*/ 0 w 1"/>
                <a:gd name="T3" fmla="*/ 1234 h 1234"/>
                <a:gd name="T4" fmla="*/ 1 w 1"/>
                <a:gd name="T5" fmla="*/ 1234 h 1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1234">
                  <a:moveTo>
                    <a:pt x="0" y="0"/>
                  </a:moveTo>
                  <a:lnTo>
                    <a:pt x="0" y="1234"/>
                  </a:lnTo>
                  <a:lnTo>
                    <a:pt x="1" y="1234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2942" name="Freeform 62">
              <a:extLst>
                <a:ext uri="{FF2B5EF4-FFF2-40B4-BE49-F238E27FC236}">
                  <a16:creationId xmlns:a16="http://schemas.microsoft.com/office/drawing/2014/main" id="{0EABFF2C-09BF-4E7F-8867-E17CADCE52AC}"/>
                </a:ext>
              </a:extLst>
            </p:cNvPr>
            <p:cNvSpPr>
              <a:spLocks/>
            </p:cNvSpPr>
            <p:nvPr/>
          </p:nvSpPr>
          <p:spPr bwMode="auto">
            <a:xfrm>
              <a:off x="4395" y="2461"/>
              <a:ext cx="1" cy="556"/>
            </a:xfrm>
            <a:custGeom>
              <a:avLst/>
              <a:gdLst>
                <a:gd name="T0" fmla="*/ 0 w 1"/>
                <a:gd name="T1" fmla="*/ 0 h 1602"/>
                <a:gd name="T2" fmla="*/ 0 w 1"/>
                <a:gd name="T3" fmla="*/ 1602 h 1602"/>
                <a:gd name="T4" fmla="*/ 1 w 1"/>
                <a:gd name="T5" fmla="*/ 1602 h 16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1602">
                  <a:moveTo>
                    <a:pt x="0" y="0"/>
                  </a:moveTo>
                  <a:lnTo>
                    <a:pt x="0" y="1602"/>
                  </a:lnTo>
                  <a:lnTo>
                    <a:pt x="1" y="1602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2943" name="Freeform 63">
              <a:extLst>
                <a:ext uri="{FF2B5EF4-FFF2-40B4-BE49-F238E27FC236}">
                  <a16:creationId xmlns:a16="http://schemas.microsoft.com/office/drawing/2014/main" id="{9B49EF6F-A5EA-429B-A0F9-E405F2D5434D}"/>
                </a:ext>
              </a:extLst>
            </p:cNvPr>
            <p:cNvSpPr>
              <a:spLocks/>
            </p:cNvSpPr>
            <p:nvPr/>
          </p:nvSpPr>
          <p:spPr bwMode="auto">
            <a:xfrm>
              <a:off x="4395" y="3036"/>
              <a:ext cx="1" cy="9"/>
            </a:xfrm>
            <a:custGeom>
              <a:avLst/>
              <a:gdLst>
                <a:gd name="T0" fmla="*/ 0 w 1"/>
                <a:gd name="T1" fmla="*/ 0 h 24"/>
                <a:gd name="T2" fmla="*/ 0 w 1"/>
                <a:gd name="T3" fmla="*/ 24 h 24"/>
                <a:gd name="T4" fmla="*/ 1 w 1"/>
                <a:gd name="T5" fmla="*/ 24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24">
                  <a:moveTo>
                    <a:pt x="0" y="0"/>
                  </a:moveTo>
                  <a:lnTo>
                    <a:pt x="0" y="24"/>
                  </a:lnTo>
                  <a:lnTo>
                    <a:pt x="1" y="24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2944" name="Freeform 64">
              <a:extLst>
                <a:ext uri="{FF2B5EF4-FFF2-40B4-BE49-F238E27FC236}">
                  <a16:creationId xmlns:a16="http://schemas.microsoft.com/office/drawing/2014/main" id="{51A767DF-3DA4-4DE7-BE2D-D15F52BD87E1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2" y="2969"/>
              <a:ext cx="529" cy="1"/>
            </a:xfrm>
            <a:custGeom>
              <a:avLst/>
              <a:gdLst>
                <a:gd name="T0" fmla="*/ 0 w 1526"/>
                <a:gd name="T1" fmla="*/ 1525 w 1526"/>
                <a:gd name="T2" fmla="*/ 1526 w 152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1526">
                  <a:moveTo>
                    <a:pt x="0" y="0"/>
                  </a:moveTo>
                  <a:lnTo>
                    <a:pt x="1525" y="0"/>
                  </a:lnTo>
                  <a:lnTo>
                    <a:pt x="1526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2945" name="Freeform 65">
              <a:extLst>
                <a:ext uri="{FF2B5EF4-FFF2-40B4-BE49-F238E27FC236}">
                  <a16:creationId xmlns:a16="http://schemas.microsoft.com/office/drawing/2014/main" id="{D853363E-F1EC-4B55-A8F0-716BF981063F}"/>
                </a:ext>
              </a:extLst>
            </p:cNvPr>
            <p:cNvSpPr>
              <a:spLocks/>
            </p:cNvSpPr>
            <p:nvPr/>
          </p:nvSpPr>
          <p:spPr bwMode="auto">
            <a:xfrm>
              <a:off x="3513" y="2969"/>
              <a:ext cx="956" cy="1"/>
            </a:xfrm>
            <a:custGeom>
              <a:avLst/>
              <a:gdLst>
                <a:gd name="T0" fmla="*/ 0 w 2753"/>
                <a:gd name="T1" fmla="*/ 2752 w 2753"/>
                <a:gd name="T2" fmla="*/ 2753 w 275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2753">
                  <a:moveTo>
                    <a:pt x="0" y="0"/>
                  </a:moveTo>
                  <a:lnTo>
                    <a:pt x="2752" y="0"/>
                  </a:lnTo>
                  <a:lnTo>
                    <a:pt x="2753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2946" name="Freeform 66">
              <a:extLst>
                <a:ext uri="{FF2B5EF4-FFF2-40B4-BE49-F238E27FC236}">
                  <a16:creationId xmlns:a16="http://schemas.microsoft.com/office/drawing/2014/main" id="{C9E9405B-DC71-46BC-949B-0B6A2E5AC4DE}"/>
                </a:ext>
              </a:extLst>
            </p:cNvPr>
            <p:cNvSpPr>
              <a:spLocks/>
            </p:cNvSpPr>
            <p:nvPr/>
          </p:nvSpPr>
          <p:spPr bwMode="auto">
            <a:xfrm>
              <a:off x="3459" y="2969"/>
              <a:ext cx="25" cy="1"/>
            </a:xfrm>
            <a:custGeom>
              <a:avLst/>
              <a:gdLst>
                <a:gd name="T0" fmla="*/ 0 w 71"/>
                <a:gd name="T1" fmla="*/ 70 w 71"/>
                <a:gd name="T2" fmla="*/ 71 w 7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71">
                  <a:moveTo>
                    <a:pt x="0" y="0"/>
                  </a:moveTo>
                  <a:lnTo>
                    <a:pt x="70" y="0"/>
                  </a:lnTo>
                  <a:lnTo>
                    <a:pt x="71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2947" name="Freeform 67">
              <a:extLst>
                <a:ext uri="{FF2B5EF4-FFF2-40B4-BE49-F238E27FC236}">
                  <a16:creationId xmlns:a16="http://schemas.microsoft.com/office/drawing/2014/main" id="{0DAFF5A5-3C00-43EC-A7DC-5839B0A4DA20}"/>
                </a:ext>
              </a:extLst>
            </p:cNvPr>
            <p:cNvSpPr>
              <a:spLocks/>
            </p:cNvSpPr>
            <p:nvPr/>
          </p:nvSpPr>
          <p:spPr bwMode="auto">
            <a:xfrm>
              <a:off x="4541" y="2969"/>
              <a:ext cx="325" cy="1"/>
            </a:xfrm>
            <a:custGeom>
              <a:avLst/>
              <a:gdLst>
                <a:gd name="T0" fmla="*/ 0 w 935"/>
                <a:gd name="T1" fmla="*/ 934 w 935"/>
                <a:gd name="T2" fmla="*/ 935 w 93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935">
                  <a:moveTo>
                    <a:pt x="0" y="0"/>
                  </a:moveTo>
                  <a:lnTo>
                    <a:pt x="934" y="0"/>
                  </a:lnTo>
                  <a:lnTo>
                    <a:pt x="935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2948" name="Freeform 68">
              <a:extLst>
                <a:ext uri="{FF2B5EF4-FFF2-40B4-BE49-F238E27FC236}">
                  <a16:creationId xmlns:a16="http://schemas.microsoft.com/office/drawing/2014/main" id="{86307D29-1175-45DF-84BE-9BFA3C81A35D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3" y="2969"/>
              <a:ext cx="25" cy="1"/>
            </a:xfrm>
            <a:custGeom>
              <a:avLst/>
              <a:gdLst>
                <a:gd name="T0" fmla="*/ 0 w 71"/>
                <a:gd name="T1" fmla="*/ 70 w 71"/>
                <a:gd name="T2" fmla="*/ 71 w 7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71">
                  <a:moveTo>
                    <a:pt x="0" y="0"/>
                  </a:moveTo>
                  <a:lnTo>
                    <a:pt x="70" y="0"/>
                  </a:lnTo>
                  <a:lnTo>
                    <a:pt x="71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2949" name="Freeform 69">
              <a:extLst>
                <a:ext uri="{FF2B5EF4-FFF2-40B4-BE49-F238E27FC236}">
                  <a16:creationId xmlns:a16="http://schemas.microsoft.com/office/drawing/2014/main" id="{50440509-2E7A-41EF-9906-DA2BBBED9333}"/>
                </a:ext>
              </a:extLst>
            </p:cNvPr>
            <p:cNvSpPr>
              <a:spLocks/>
            </p:cNvSpPr>
            <p:nvPr/>
          </p:nvSpPr>
          <p:spPr bwMode="auto">
            <a:xfrm>
              <a:off x="4539" y="3040"/>
              <a:ext cx="86" cy="1"/>
            </a:xfrm>
            <a:custGeom>
              <a:avLst/>
              <a:gdLst>
                <a:gd name="T0" fmla="*/ 0 w 246"/>
                <a:gd name="T1" fmla="*/ 244 w 246"/>
                <a:gd name="T2" fmla="*/ 246 w 24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246">
                  <a:moveTo>
                    <a:pt x="0" y="0"/>
                  </a:moveTo>
                  <a:lnTo>
                    <a:pt x="244" y="0"/>
                  </a:lnTo>
                  <a:lnTo>
                    <a:pt x="246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2950" name="Freeform 70">
              <a:extLst>
                <a:ext uri="{FF2B5EF4-FFF2-40B4-BE49-F238E27FC236}">
                  <a16:creationId xmlns:a16="http://schemas.microsoft.com/office/drawing/2014/main" id="{581B602B-D7A5-484F-84F7-B54D7BF94A11}"/>
                </a:ext>
              </a:extLst>
            </p:cNvPr>
            <p:cNvSpPr>
              <a:spLocks/>
            </p:cNvSpPr>
            <p:nvPr/>
          </p:nvSpPr>
          <p:spPr bwMode="auto">
            <a:xfrm>
              <a:off x="4539" y="2897"/>
              <a:ext cx="86" cy="1"/>
            </a:xfrm>
            <a:custGeom>
              <a:avLst/>
              <a:gdLst>
                <a:gd name="T0" fmla="*/ 0 w 246"/>
                <a:gd name="T1" fmla="*/ 244 w 246"/>
                <a:gd name="T2" fmla="*/ 246 w 24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246">
                  <a:moveTo>
                    <a:pt x="0" y="0"/>
                  </a:moveTo>
                  <a:lnTo>
                    <a:pt x="244" y="0"/>
                  </a:lnTo>
                  <a:lnTo>
                    <a:pt x="246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2951" name="Freeform 71">
              <a:extLst>
                <a:ext uri="{FF2B5EF4-FFF2-40B4-BE49-F238E27FC236}">
                  <a16:creationId xmlns:a16="http://schemas.microsoft.com/office/drawing/2014/main" id="{964829EC-EDED-4C9E-93C8-0DC2E65D5474}"/>
                </a:ext>
              </a:extLst>
            </p:cNvPr>
            <p:cNvSpPr>
              <a:spLocks/>
            </p:cNvSpPr>
            <p:nvPr/>
          </p:nvSpPr>
          <p:spPr bwMode="auto">
            <a:xfrm>
              <a:off x="2612" y="2969"/>
              <a:ext cx="192" cy="1"/>
            </a:xfrm>
            <a:custGeom>
              <a:avLst/>
              <a:gdLst>
                <a:gd name="T0" fmla="*/ 0 w 554"/>
                <a:gd name="T1" fmla="*/ 553 w 554"/>
                <a:gd name="T2" fmla="*/ 554 w 55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554">
                  <a:moveTo>
                    <a:pt x="0" y="0"/>
                  </a:moveTo>
                  <a:lnTo>
                    <a:pt x="553" y="0"/>
                  </a:lnTo>
                  <a:lnTo>
                    <a:pt x="554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2952" name="Freeform 72">
              <a:extLst>
                <a:ext uri="{FF2B5EF4-FFF2-40B4-BE49-F238E27FC236}">
                  <a16:creationId xmlns:a16="http://schemas.microsoft.com/office/drawing/2014/main" id="{0485635E-C8B1-4759-93CC-78E0FD6C0254}"/>
                </a:ext>
              </a:extLst>
            </p:cNvPr>
            <p:cNvSpPr>
              <a:spLocks/>
            </p:cNvSpPr>
            <p:nvPr/>
          </p:nvSpPr>
          <p:spPr bwMode="auto">
            <a:xfrm>
              <a:off x="4950" y="2969"/>
              <a:ext cx="181" cy="1"/>
            </a:xfrm>
            <a:custGeom>
              <a:avLst/>
              <a:gdLst>
                <a:gd name="T0" fmla="*/ 0 w 520"/>
                <a:gd name="T1" fmla="*/ 519 w 520"/>
                <a:gd name="T2" fmla="*/ 520 w 52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520">
                  <a:moveTo>
                    <a:pt x="0" y="0"/>
                  </a:moveTo>
                  <a:lnTo>
                    <a:pt x="519" y="0"/>
                  </a:lnTo>
                  <a:lnTo>
                    <a:pt x="520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2953" name="Line 73">
              <a:extLst>
                <a:ext uri="{FF2B5EF4-FFF2-40B4-BE49-F238E27FC236}">
                  <a16:creationId xmlns:a16="http://schemas.microsoft.com/office/drawing/2014/main" id="{98DAB334-D7CC-4529-A656-12B0E629FE2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612" y="2806"/>
              <a:ext cx="0" cy="164"/>
            </a:xfrm>
            <a:prstGeom prst="line">
              <a:avLst/>
            </a:prstGeom>
            <a:noFill/>
            <a:ln w="0">
              <a:solidFill>
                <a:schemeClr val="tx1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2954" name="Line 74">
              <a:extLst>
                <a:ext uri="{FF2B5EF4-FFF2-40B4-BE49-F238E27FC236}">
                  <a16:creationId xmlns:a16="http://schemas.microsoft.com/office/drawing/2014/main" id="{43AC21B8-907D-47FD-87C3-375C009D503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131" y="2805"/>
              <a:ext cx="0" cy="164"/>
            </a:xfrm>
            <a:prstGeom prst="line">
              <a:avLst/>
            </a:prstGeom>
            <a:noFill/>
            <a:ln w="0">
              <a:solidFill>
                <a:schemeClr val="tx1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2955" name="Text Box 75">
              <a:extLst>
                <a:ext uri="{FF2B5EF4-FFF2-40B4-BE49-F238E27FC236}">
                  <a16:creationId xmlns:a16="http://schemas.microsoft.com/office/drawing/2014/main" id="{DCFE77A3-68D7-47FB-BD5D-547E022936E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20" y="966"/>
              <a:ext cx="50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i="1">
                  <a:latin typeface="宋体" panose="02010600030101010101" pitchFamily="2" charset="-122"/>
                </a:rPr>
                <a:t>A</a:t>
              </a:r>
              <a:r>
                <a:rPr lang="zh-CN" altLang="en-US"/>
                <a:t>－</a:t>
              </a:r>
              <a:r>
                <a:rPr lang="en-US" altLang="zh-CN" i="1">
                  <a:latin typeface="宋体" panose="02010600030101010101" pitchFamily="2" charset="-122"/>
                </a:rPr>
                <a:t>A</a:t>
              </a:r>
              <a:endParaRPr lang="en-US" altLang="zh-CN"/>
            </a:p>
          </p:txBody>
        </p:sp>
      </p:grpSp>
      <p:pic>
        <p:nvPicPr>
          <p:cNvPr id="122956" name="Picture 76">
            <a:extLst>
              <a:ext uri="{FF2B5EF4-FFF2-40B4-BE49-F238E27FC236}">
                <a16:creationId xmlns:a16="http://schemas.microsoft.com/office/drawing/2014/main" id="{2A614B84-44A2-4829-A7BB-C565BC134C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00FFFF"/>
              </a:clrFrom>
              <a:clrTo>
                <a:srgbClr val="00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0013" y="2657475"/>
            <a:ext cx="3573462" cy="3311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med">
    <p:cover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28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28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3" dur="500"/>
                                        <p:tgtEl>
                                          <p:spTgt spid="1228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228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228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4" dur="500"/>
                                        <p:tgtEl>
                                          <p:spTgt spid="1229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883" grpId="0" autoUpdateAnimBg="0"/>
      <p:bldP spid="122884" grpId="0" autoUpdateAnimBg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Line 2">
            <a:extLst>
              <a:ext uri="{FF2B5EF4-FFF2-40B4-BE49-F238E27FC236}">
                <a16:creationId xmlns:a16="http://schemas.microsoft.com/office/drawing/2014/main" id="{4B91B313-61BD-4AA2-98A9-D0FCA8CD1CE0}"/>
              </a:ext>
            </a:extLst>
          </p:cNvPr>
          <p:cNvSpPr>
            <a:spLocks noChangeShapeType="1"/>
          </p:cNvSpPr>
          <p:nvPr/>
        </p:nvSpPr>
        <p:spPr bwMode="auto">
          <a:xfrm>
            <a:off x="6604000" y="3489325"/>
            <a:ext cx="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3907" name="Text Box 3">
            <a:extLst>
              <a:ext uri="{FF2B5EF4-FFF2-40B4-BE49-F238E27FC236}">
                <a16:creationId xmlns:a16="http://schemas.microsoft.com/office/drawing/2014/main" id="{8B4CBECF-A6E9-4A84-A70D-1F6DBE9FE8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31035" y="-34597"/>
            <a:ext cx="754565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l" eaLnBrk="1" hangingPunct="1"/>
            <a:r>
              <a:rPr lang="en-US" altLang="zh-CN" sz="2800" dirty="0">
                <a:solidFill>
                  <a:schemeClr val="bg1"/>
                </a:solidFill>
                <a:latin typeface="宋体" panose="02010600030101010101" pitchFamily="2" charset="-122"/>
              </a:rPr>
              <a:t>⑵ </a:t>
            </a:r>
            <a:r>
              <a:rPr lang="zh-CN" altLang="en-US" sz="2800" dirty="0">
                <a:solidFill>
                  <a:schemeClr val="bg1"/>
                </a:solidFill>
                <a:latin typeface="宋体" panose="02010600030101010101" pitchFamily="2" charset="-122"/>
              </a:rPr>
              <a:t>不平行于任何基本投影面（投影面垂直面）</a:t>
            </a:r>
          </a:p>
        </p:txBody>
      </p:sp>
      <p:sp>
        <p:nvSpPr>
          <p:cNvPr id="123908" name="Text Box 4">
            <a:extLst>
              <a:ext uri="{FF2B5EF4-FFF2-40B4-BE49-F238E27FC236}">
                <a16:creationId xmlns:a16="http://schemas.microsoft.com/office/drawing/2014/main" id="{7BF7E87C-2E55-428E-A598-7D960DB90F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663" y="633413"/>
            <a:ext cx="23272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l" eaLnBrk="1" hangingPunct="1"/>
            <a:r>
              <a:rPr lang="en-US" altLang="zh-CN" sz="2800">
                <a:solidFill>
                  <a:srgbClr val="000099"/>
                </a:solidFill>
                <a:latin typeface="宋体" panose="02010600030101010101" pitchFamily="2" charset="-122"/>
              </a:rPr>
              <a:t>☆</a:t>
            </a:r>
            <a:r>
              <a:rPr lang="zh-CN" altLang="en-US" sz="2800">
                <a:solidFill>
                  <a:srgbClr val="000099"/>
                </a:solidFill>
                <a:latin typeface="宋体" panose="02010600030101010101" pitchFamily="2" charset="-122"/>
              </a:rPr>
              <a:t>标注方法：</a:t>
            </a:r>
          </a:p>
        </p:txBody>
      </p:sp>
      <p:sp>
        <p:nvSpPr>
          <p:cNvPr id="123909" name="Text Box 5">
            <a:extLst>
              <a:ext uri="{FF2B5EF4-FFF2-40B4-BE49-F238E27FC236}">
                <a16:creationId xmlns:a16="http://schemas.microsoft.com/office/drawing/2014/main" id="{55C246E9-916E-4936-81C3-8CA7437DEE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663" y="1092200"/>
            <a:ext cx="23272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l" eaLnBrk="1" hangingPunct="1"/>
            <a:r>
              <a:rPr lang="en-US" altLang="zh-CN" sz="2800">
                <a:solidFill>
                  <a:srgbClr val="000099"/>
                </a:solidFill>
                <a:latin typeface="宋体" panose="02010600030101010101" pitchFamily="2" charset="-122"/>
              </a:rPr>
              <a:t>☆</a:t>
            </a:r>
            <a:r>
              <a:rPr lang="zh-CN" altLang="en-US" sz="2800">
                <a:solidFill>
                  <a:srgbClr val="000099"/>
                </a:solidFill>
                <a:latin typeface="宋体" panose="02010600030101010101" pitchFamily="2" charset="-122"/>
              </a:rPr>
              <a:t>适用范围：</a:t>
            </a:r>
          </a:p>
        </p:txBody>
      </p:sp>
      <p:sp>
        <p:nvSpPr>
          <p:cNvPr id="123910" name="Text Box 6">
            <a:extLst>
              <a:ext uri="{FF2B5EF4-FFF2-40B4-BE49-F238E27FC236}">
                <a16:creationId xmlns:a16="http://schemas.microsoft.com/office/drawing/2014/main" id="{C1972787-FD9E-4129-862F-C24B55E1A7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8288" y="1497013"/>
            <a:ext cx="2819400" cy="1800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l" eaLnBrk="1" hangingPunct="1"/>
            <a:r>
              <a:rPr lang="en-US" altLang="zh-CN" sz="2800">
                <a:solidFill>
                  <a:srgbClr val="FF0000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800">
                <a:solidFill>
                  <a:srgbClr val="FF0000"/>
                </a:solidFill>
                <a:latin typeface="宋体" panose="02010600030101010101" pitchFamily="2" charset="-122"/>
              </a:rPr>
              <a:t>当机件具有倾斜部分，同时这部分内形和外形都需表达时。</a:t>
            </a:r>
          </a:p>
        </p:txBody>
      </p:sp>
      <p:sp>
        <p:nvSpPr>
          <p:cNvPr id="123911" name="Text Box 7">
            <a:extLst>
              <a:ext uri="{FF2B5EF4-FFF2-40B4-BE49-F238E27FC236}">
                <a16:creationId xmlns:a16="http://schemas.microsoft.com/office/drawing/2014/main" id="{6782B952-02DB-45BE-8501-44FC88EC8B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663" y="3289300"/>
            <a:ext cx="3251200" cy="1373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l" eaLnBrk="1" hangingPunct="1"/>
            <a:r>
              <a:rPr lang="en-US" altLang="zh-CN" sz="2800">
                <a:solidFill>
                  <a:srgbClr val="000099"/>
                </a:solidFill>
                <a:latin typeface="宋体" panose="02010600030101010101" pitchFamily="2" charset="-122"/>
              </a:rPr>
              <a:t>☆</a:t>
            </a:r>
            <a:r>
              <a:rPr lang="zh-CN" altLang="en-US" sz="2800">
                <a:solidFill>
                  <a:srgbClr val="000099"/>
                </a:solidFill>
                <a:latin typeface="宋体" panose="02010600030101010101" pitchFamily="2" charset="-122"/>
              </a:rPr>
              <a:t>此剖视可按斜</a:t>
            </a:r>
          </a:p>
          <a:p>
            <a:pPr algn="l" eaLnBrk="1" hangingPunct="1"/>
            <a:r>
              <a:rPr lang="zh-CN" altLang="en-US" sz="2800">
                <a:solidFill>
                  <a:srgbClr val="000099"/>
                </a:solidFill>
                <a:latin typeface="宋体" panose="02010600030101010101" pitchFamily="2" charset="-122"/>
              </a:rPr>
              <a:t>  视图的配置方</a:t>
            </a:r>
          </a:p>
          <a:p>
            <a:pPr algn="l" eaLnBrk="1" hangingPunct="1"/>
            <a:r>
              <a:rPr lang="zh-CN" altLang="en-US" sz="2800">
                <a:solidFill>
                  <a:srgbClr val="000099"/>
                </a:solidFill>
                <a:latin typeface="宋体" panose="02010600030101010101" pitchFamily="2" charset="-122"/>
              </a:rPr>
              <a:t>  式配置。</a:t>
            </a:r>
          </a:p>
        </p:txBody>
      </p:sp>
      <p:sp>
        <p:nvSpPr>
          <p:cNvPr id="123912" name="Rectangle 8">
            <a:extLst>
              <a:ext uri="{FF2B5EF4-FFF2-40B4-BE49-F238E27FC236}">
                <a16:creationId xmlns:a16="http://schemas.microsoft.com/office/drawing/2014/main" id="{24530B97-2867-4021-9C62-BD61B0ED8E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95713" y="623888"/>
            <a:ext cx="1052512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eaLnBrk="1" hangingPunct="1"/>
            <a:r>
              <a:rPr lang="en-US" altLang="zh-CN" i="1">
                <a:latin typeface="宋体" panose="02010600030101010101" pitchFamily="2" charset="-122"/>
              </a:rPr>
              <a:t>A</a:t>
            </a:r>
            <a:r>
              <a:rPr lang="zh-CN" altLang="en-US">
                <a:latin typeface="宋体" panose="02010600030101010101" pitchFamily="2" charset="-122"/>
              </a:rPr>
              <a:t>－</a:t>
            </a:r>
            <a:r>
              <a:rPr lang="en-US" altLang="zh-CN" i="1">
                <a:latin typeface="宋体" panose="02010600030101010101" pitchFamily="2" charset="-122"/>
              </a:rPr>
              <a:t>A</a:t>
            </a:r>
            <a:endParaRPr lang="en-US" altLang="zh-CN"/>
          </a:p>
        </p:txBody>
      </p:sp>
      <p:grpSp>
        <p:nvGrpSpPr>
          <p:cNvPr id="124246" name="Group 342">
            <a:extLst>
              <a:ext uri="{FF2B5EF4-FFF2-40B4-BE49-F238E27FC236}">
                <a16:creationId xmlns:a16="http://schemas.microsoft.com/office/drawing/2014/main" id="{2483C947-ADB9-476F-B6FC-2F8BFD1E0F8C}"/>
              </a:ext>
            </a:extLst>
          </p:cNvPr>
          <p:cNvGrpSpPr>
            <a:grpSpLocks/>
          </p:cNvGrpSpPr>
          <p:nvPr/>
        </p:nvGrpSpPr>
        <p:grpSpPr bwMode="auto">
          <a:xfrm>
            <a:off x="7437438" y="4291013"/>
            <a:ext cx="996950" cy="365125"/>
            <a:chOff x="4685" y="2703"/>
            <a:chExt cx="628" cy="230"/>
          </a:xfrm>
        </p:grpSpPr>
        <p:sp>
          <p:nvSpPr>
            <p:cNvPr id="123914" name="Arc 10">
              <a:extLst>
                <a:ext uri="{FF2B5EF4-FFF2-40B4-BE49-F238E27FC236}">
                  <a16:creationId xmlns:a16="http://schemas.microsoft.com/office/drawing/2014/main" id="{93DF376B-A6B6-49E9-A9A1-27C6EDBEDB78}"/>
                </a:ext>
              </a:extLst>
            </p:cNvPr>
            <p:cNvSpPr>
              <a:spLocks/>
            </p:cNvSpPr>
            <p:nvPr/>
          </p:nvSpPr>
          <p:spPr bwMode="auto">
            <a:xfrm rot="5400000" flipH="1">
              <a:off x="5151" y="2721"/>
              <a:ext cx="110" cy="214"/>
            </a:xfrm>
            <a:custGeom>
              <a:avLst/>
              <a:gdLst>
                <a:gd name="G0" fmla="+- 366 0 0"/>
                <a:gd name="G1" fmla="+- 21600 0 0"/>
                <a:gd name="G2" fmla="+- 21600 0 0"/>
                <a:gd name="T0" fmla="*/ 366 w 21966"/>
                <a:gd name="T1" fmla="*/ 0 h 43200"/>
                <a:gd name="T2" fmla="*/ 0 w 21966"/>
                <a:gd name="T3" fmla="*/ 43197 h 43200"/>
                <a:gd name="T4" fmla="*/ 366 w 21966"/>
                <a:gd name="T5" fmla="*/ 21600 h 43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966" h="43200" fill="none" extrusionOk="0">
                  <a:moveTo>
                    <a:pt x="366" y="0"/>
                  </a:moveTo>
                  <a:cubicBezTo>
                    <a:pt x="12295" y="0"/>
                    <a:pt x="21966" y="9670"/>
                    <a:pt x="21966" y="21600"/>
                  </a:cubicBezTo>
                  <a:cubicBezTo>
                    <a:pt x="21966" y="33529"/>
                    <a:pt x="12295" y="43200"/>
                    <a:pt x="366" y="43200"/>
                  </a:cubicBezTo>
                  <a:cubicBezTo>
                    <a:pt x="243" y="43199"/>
                    <a:pt x="121" y="43198"/>
                    <a:pt x="0" y="43196"/>
                  </a:cubicBezTo>
                </a:path>
                <a:path w="21966" h="43200" stroke="0" extrusionOk="0">
                  <a:moveTo>
                    <a:pt x="366" y="0"/>
                  </a:moveTo>
                  <a:cubicBezTo>
                    <a:pt x="12295" y="0"/>
                    <a:pt x="21966" y="9670"/>
                    <a:pt x="21966" y="21600"/>
                  </a:cubicBezTo>
                  <a:cubicBezTo>
                    <a:pt x="21966" y="33529"/>
                    <a:pt x="12295" y="43200"/>
                    <a:pt x="366" y="43200"/>
                  </a:cubicBezTo>
                  <a:cubicBezTo>
                    <a:pt x="243" y="43199"/>
                    <a:pt x="121" y="43198"/>
                    <a:pt x="0" y="43196"/>
                  </a:cubicBezTo>
                  <a:lnTo>
                    <a:pt x="366" y="21600"/>
                  </a:lnTo>
                  <a:close/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3915" name="Rectangle 11">
              <a:extLst>
                <a:ext uri="{FF2B5EF4-FFF2-40B4-BE49-F238E27FC236}">
                  <a16:creationId xmlns:a16="http://schemas.microsoft.com/office/drawing/2014/main" id="{B7F4223A-0878-46EB-85CF-7BC6A3004A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85" y="2703"/>
              <a:ext cx="55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pPr algn="l" eaLnBrk="1" hangingPunct="1"/>
              <a:r>
                <a:rPr lang="en-US" altLang="zh-CN" i="1">
                  <a:latin typeface="宋体" panose="02010600030101010101" pitchFamily="2" charset="-122"/>
                </a:rPr>
                <a:t>A</a:t>
              </a:r>
              <a:r>
                <a:rPr lang="zh-CN" altLang="en-US">
                  <a:latin typeface="宋体" panose="02010600030101010101" pitchFamily="2" charset="-122"/>
                </a:rPr>
                <a:t>－</a:t>
              </a:r>
              <a:r>
                <a:rPr lang="en-US" altLang="zh-CN" i="1">
                  <a:latin typeface="宋体" panose="02010600030101010101" pitchFamily="2" charset="-122"/>
                </a:rPr>
                <a:t>A</a:t>
              </a:r>
              <a:endParaRPr lang="en-US" altLang="zh-CN"/>
            </a:p>
          </p:txBody>
        </p:sp>
      </p:grpSp>
      <p:grpSp>
        <p:nvGrpSpPr>
          <p:cNvPr id="123916" name="Group 12">
            <a:extLst>
              <a:ext uri="{FF2B5EF4-FFF2-40B4-BE49-F238E27FC236}">
                <a16:creationId xmlns:a16="http://schemas.microsoft.com/office/drawing/2014/main" id="{03EAA2B7-C682-493F-A5E5-591DAAD3FF1C}"/>
              </a:ext>
            </a:extLst>
          </p:cNvPr>
          <p:cNvGrpSpPr>
            <a:grpSpLocks/>
          </p:cNvGrpSpPr>
          <p:nvPr/>
        </p:nvGrpSpPr>
        <p:grpSpPr bwMode="auto">
          <a:xfrm>
            <a:off x="7232650" y="4713288"/>
            <a:ext cx="1579563" cy="1595437"/>
            <a:chOff x="4584" y="2564"/>
            <a:chExt cx="995" cy="1005"/>
          </a:xfrm>
        </p:grpSpPr>
        <p:sp>
          <p:nvSpPr>
            <p:cNvPr id="123917" name="Freeform 13">
              <a:extLst>
                <a:ext uri="{FF2B5EF4-FFF2-40B4-BE49-F238E27FC236}">
                  <a16:creationId xmlns:a16="http://schemas.microsoft.com/office/drawing/2014/main" id="{2850677A-5FA4-4DE9-81FE-641A0F227C18}"/>
                </a:ext>
              </a:extLst>
            </p:cNvPr>
            <p:cNvSpPr>
              <a:spLocks/>
            </p:cNvSpPr>
            <p:nvPr/>
          </p:nvSpPr>
          <p:spPr bwMode="auto">
            <a:xfrm>
              <a:off x="4584" y="3057"/>
              <a:ext cx="315" cy="1"/>
            </a:xfrm>
            <a:custGeom>
              <a:avLst/>
              <a:gdLst>
                <a:gd name="T0" fmla="*/ 0 w 946"/>
                <a:gd name="T1" fmla="*/ 945 w 946"/>
                <a:gd name="T2" fmla="*/ 946 w 94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946">
                  <a:moveTo>
                    <a:pt x="0" y="0"/>
                  </a:moveTo>
                  <a:lnTo>
                    <a:pt x="945" y="0"/>
                  </a:lnTo>
                  <a:lnTo>
                    <a:pt x="946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918" name="Arc 14">
              <a:extLst>
                <a:ext uri="{FF2B5EF4-FFF2-40B4-BE49-F238E27FC236}">
                  <a16:creationId xmlns:a16="http://schemas.microsoft.com/office/drawing/2014/main" id="{2FA2899A-63EE-4D07-975E-80436661F1E5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4767" y="2719"/>
              <a:ext cx="648" cy="672"/>
            </a:xfrm>
            <a:custGeom>
              <a:avLst/>
              <a:gdLst>
                <a:gd name="G0" fmla="+- 20065 0 0"/>
                <a:gd name="G1" fmla="+- 21600 0 0"/>
                <a:gd name="G2" fmla="+- 21600 0 0"/>
                <a:gd name="T0" fmla="*/ 310 w 41665"/>
                <a:gd name="T1" fmla="*/ 12865 h 43200"/>
                <a:gd name="T2" fmla="*/ 0 w 41665"/>
                <a:gd name="T3" fmla="*/ 29598 h 43200"/>
                <a:gd name="T4" fmla="*/ 20065 w 41665"/>
                <a:gd name="T5" fmla="*/ 21600 h 43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665" h="43200" fill="none" extrusionOk="0">
                  <a:moveTo>
                    <a:pt x="310" y="12865"/>
                  </a:moveTo>
                  <a:cubicBezTo>
                    <a:pt x="3768" y="5044"/>
                    <a:pt x="11514" y="0"/>
                    <a:pt x="20065" y="0"/>
                  </a:cubicBezTo>
                  <a:cubicBezTo>
                    <a:pt x="31994" y="0"/>
                    <a:pt x="41665" y="9670"/>
                    <a:pt x="41665" y="21600"/>
                  </a:cubicBezTo>
                  <a:cubicBezTo>
                    <a:pt x="41665" y="33529"/>
                    <a:pt x="31994" y="43200"/>
                    <a:pt x="20065" y="43200"/>
                  </a:cubicBezTo>
                  <a:cubicBezTo>
                    <a:pt x="11223" y="43199"/>
                    <a:pt x="3274" y="37811"/>
                    <a:pt x="0" y="29597"/>
                  </a:cubicBezTo>
                </a:path>
                <a:path w="41665" h="43200" stroke="0" extrusionOk="0">
                  <a:moveTo>
                    <a:pt x="310" y="12865"/>
                  </a:moveTo>
                  <a:cubicBezTo>
                    <a:pt x="3768" y="5044"/>
                    <a:pt x="11514" y="0"/>
                    <a:pt x="20065" y="0"/>
                  </a:cubicBezTo>
                  <a:cubicBezTo>
                    <a:pt x="31994" y="0"/>
                    <a:pt x="41665" y="9670"/>
                    <a:pt x="41665" y="21600"/>
                  </a:cubicBezTo>
                  <a:cubicBezTo>
                    <a:pt x="41665" y="33529"/>
                    <a:pt x="31994" y="43200"/>
                    <a:pt x="20065" y="43200"/>
                  </a:cubicBezTo>
                  <a:cubicBezTo>
                    <a:pt x="11223" y="43199"/>
                    <a:pt x="3274" y="37811"/>
                    <a:pt x="0" y="29597"/>
                  </a:cubicBezTo>
                  <a:lnTo>
                    <a:pt x="20065" y="21600"/>
                  </a:lnTo>
                  <a:close/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3919" name="Oval 15">
              <a:extLst>
                <a:ext uri="{FF2B5EF4-FFF2-40B4-BE49-F238E27FC236}">
                  <a16:creationId xmlns:a16="http://schemas.microsoft.com/office/drawing/2014/main" id="{6648F979-89B0-473A-9892-55BB3987D8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23" y="2796"/>
              <a:ext cx="516" cy="525"/>
            </a:xfrm>
            <a:prstGeom prst="ellips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3920" name="AutoShape 16">
              <a:extLst>
                <a:ext uri="{FF2B5EF4-FFF2-40B4-BE49-F238E27FC236}">
                  <a16:creationId xmlns:a16="http://schemas.microsoft.com/office/drawing/2014/main" id="{65CF6B4D-3276-49DB-AEC3-6E10E046D6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2" y="2624"/>
              <a:ext cx="865" cy="867"/>
            </a:xfrm>
            <a:prstGeom prst="roundRect">
              <a:avLst>
                <a:gd name="adj" fmla="val 16667"/>
              </a:avLst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3921" name="Freeform 17">
              <a:extLst>
                <a:ext uri="{FF2B5EF4-FFF2-40B4-BE49-F238E27FC236}">
                  <a16:creationId xmlns:a16="http://schemas.microsoft.com/office/drawing/2014/main" id="{D6BCD9CF-3745-4A90-9977-8B0566410EE4}"/>
                </a:ext>
              </a:extLst>
            </p:cNvPr>
            <p:cNvSpPr>
              <a:spLocks/>
            </p:cNvSpPr>
            <p:nvPr/>
          </p:nvSpPr>
          <p:spPr bwMode="auto">
            <a:xfrm>
              <a:off x="5084" y="2564"/>
              <a:ext cx="1" cy="595"/>
            </a:xfrm>
            <a:custGeom>
              <a:avLst/>
              <a:gdLst>
                <a:gd name="T0" fmla="*/ 0 w 1"/>
                <a:gd name="T1" fmla="*/ 0 h 1784"/>
                <a:gd name="T2" fmla="*/ 0 w 1"/>
                <a:gd name="T3" fmla="*/ 1784 h 1784"/>
                <a:gd name="T4" fmla="*/ 1 w 1"/>
                <a:gd name="T5" fmla="*/ 1784 h 17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1784">
                  <a:moveTo>
                    <a:pt x="0" y="0"/>
                  </a:moveTo>
                  <a:lnTo>
                    <a:pt x="0" y="1784"/>
                  </a:lnTo>
                  <a:lnTo>
                    <a:pt x="1" y="1784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922" name="Freeform 18">
              <a:extLst>
                <a:ext uri="{FF2B5EF4-FFF2-40B4-BE49-F238E27FC236}">
                  <a16:creationId xmlns:a16="http://schemas.microsoft.com/office/drawing/2014/main" id="{67BD2FAD-DADC-4B21-AF3D-08E115F2F702}"/>
                </a:ext>
              </a:extLst>
            </p:cNvPr>
            <p:cNvSpPr>
              <a:spLocks/>
            </p:cNvSpPr>
            <p:nvPr/>
          </p:nvSpPr>
          <p:spPr bwMode="auto">
            <a:xfrm>
              <a:off x="5024" y="3057"/>
              <a:ext cx="555" cy="1"/>
            </a:xfrm>
            <a:custGeom>
              <a:avLst/>
              <a:gdLst>
                <a:gd name="T0" fmla="*/ 0 w 1665"/>
                <a:gd name="T1" fmla="*/ 1664 w 1665"/>
                <a:gd name="T2" fmla="*/ 1665 w 166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1665">
                  <a:moveTo>
                    <a:pt x="0" y="0"/>
                  </a:moveTo>
                  <a:lnTo>
                    <a:pt x="1664" y="0"/>
                  </a:lnTo>
                  <a:lnTo>
                    <a:pt x="1665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923" name="Freeform 19">
              <a:extLst>
                <a:ext uri="{FF2B5EF4-FFF2-40B4-BE49-F238E27FC236}">
                  <a16:creationId xmlns:a16="http://schemas.microsoft.com/office/drawing/2014/main" id="{AB531BB7-352D-4BB3-BECA-43E0F231B4EA}"/>
                </a:ext>
              </a:extLst>
            </p:cNvPr>
            <p:cNvSpPr>
              <a:spLocks/>
            </p:cNvSpPr>
            <p:nvPr/>
          </p:nvSpPr>
          <p:spPr bwMode="auto">
            <a:xfrm>
              <a:off x="4669" y="3373"/>
              <a:ext cx="220" cy="1"/>
            </a:xfrm>
            <a:custGeom>
              <a:avLst/>
              <a:gdLst>
                <a:gd name="T0" fmla="*/ 0 w 661"/>
                <a:gd name="T1" fmla="*/ 660 w 661"/>
                <a:gd name="T2" fmla="*/ 661 w 66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661">
                  <a:moveTo>
                    <a:pt x="0" y="0"/>
                  </a:moveTo>
                  <a:lnTo>
                    <a:pt x="660" y="0"/>
                  </a:lnTo>
                  <a:lnTo>
                    <a:pt x="661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924" name="Freeform 20">
              <a:extLst>
                <a:ext uri="{FF2B5EF4-FFF2-40B4-BE49-F238E27FC236}">
                  <a16:creationId xmlns:a16="http://schemas.microsoft.com/office/drawing/2014/main" id="{3D69B01A-6550-45F0-BE28-A81D9FBAB31E}"/>
                </a:ext>
              </a:extLst>
            </p:cNvPr>
            <p:cNvSpPr>
              <a:spLocks/>
            </p:cNvSpPr>
            <p:nvPr/>
          </p:nvSpPr>
          <p:spPr bwMode="auto">
            <a:xfrm>
              <a:off x="4768" y="3273"/>
              <a:ext cx="1" cy="199"/>
            </a:xfrm>
            <a:custGeom>
              <a:avLst/>
              <a:gdLst>
                <a:gd name="T0" fmla="*/ 0 w 1"/>
                <a:gd name="T1" fmla="*/ 0 h 598"/>
                <a:gd name="T2" fmla="*/ 0 w 1"/>
                <a:gd name="T3" fmla="*/ 598 h 598"/>
                <a:gd name="T4" fmla="*/ 1 w 1"/>
                <a:gd name="T5" fmla="*/ 598 h 5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598">
                  <a:moveTo>
                    <a:pt x="0" y="0"/>
                  </a:moveTo>
                  <a:lnTo>
                    <a:pt x="0" y="598"/>
                  </a:lnTo>
                  <a:lnTo>
                    <a:pt x="1" y="598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925" name="Freeform 21">
              <a:extLst>
                <a:ext uri="{FF2B5EF4-FFF2-40B4-BE49-F238E27FC236}">
                  <a16:creationId xmlns:a16="http://schemas.microsoft.com/office/drawing/2014/main" id="{D2921020-827E-440C-B33F-66C432B66B3A}"/>
                </a:ext>
              </a:extLst>
            </p:cNvPr>
            <p:cNvSpPr>
              <a:spLocks/>
            </p:cNvSpPr>
            <p:nvPr/>
          </p:nvSpPr>
          <p:spPr bwMode="auto">
            <a:xfrm>
              <a:off x="4718" y="3323"/>
              <a:ext cx="100" cy="100"/>
            </a:xfrm>
            <a:custGeom>
              <a:avLst/>
              <a:gdLst>
                <a:gd name="T0" fmla="*/ 299 w 300"/>
                <a:gd name="T1" fmla="*/ 150 h 299"/>
                <a:gd name="T2" fmla="*/ 254 w 300"/>
                <a:gd name="T3" fmla="*/ 44 h 299"/>
                <a:gd name="T4" fmla="*/ 149 w 300"/>
                <a:gd name="T5" fmla="*/ 0 h 299"/>
                <a:gd name="T6" fmla="*/ 43 w 300"/>
                <a:gd name="T7" fmla="*/ 44 h 299"/>
                <a:gd name="T8" fmla="*/ 0 w 300"/>
                <a:gd name="T9" fmla="*/ 150 h 299"/>
                <a:gd name="T10" fmla="*/ 43 w 300"/>
                <a:gd name="T11" fmla="*/ 256 h 299"/>
                <a:gd name="T12" fmla="*/ 149 w 300"/>
                <a:gd name="T13" fmla="*/ 299 h 299"/>
                <a:gd name="T14" fmla="*/ 254 w 300"/>
                <a:gd name="T15" fmla="*/ 256 h 299"/>
                <a:gd name="T16" fmla="*/ 299 w 300"/>
                <a:gd name="T17" fmla="*/ 150 h 299"/>
                <a:gd name="T18" fmla="*/ 300 w 300"/>
                <a:gd name="T19" fmla="*/ 150 h 2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00" h="299">
                  <a:moveTo>
                    <a:pt x="299" y="150"/>
                  </a:moveTo>
                  <a:lnTo>
                    <a:pt x="254" y="44"/>
                  </a:lnTo>
                  <a:lnTo>
                    <a:pt x="149" y="0"/>
                  </a:lnTo>
                  <a:lnTo>
                    <a:pt x="43" y="44"/>
                  </a:lnTo>
                  <a:lnTo>
                    <a:pt x="0" y="150"/>
                  </a:lnTo>
                  <a:lnTo>
                    <a:pt x="43" y="256"/>
                  </a:lnTo>
                  <a:lnTo>
                    <a:pt x="149" y="299"/>
                  </a:lnTo>
                  <a:lnTo>
                    <a:pt x="254" y="256"/>
                  </a:lnTo>
                  <a:lnTo>
                    <a:pt x="299" y="150"/>
                  </a:lnTo>
                  <a:lnTo>
                    <a:pt x="300" y="15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926" name="Freeform 22">
              <a:extLst>
                <a:ext uri="{FF2B5EF4-FFF2-40B4-BE49-F238E27FC236}">
                  <a16:creationId xmlns:a16="http://schemas.microsoft.com/office/drawing/2014/main" id="{4FC830AE-BD2F-46DF-9D1E-25B3E12BB94B}"/>
                </a:ext>
              </a:extLst>
            </p:cNvPr>
            <p:cNvSpPr>
              <a:spLocks/>
            </p:cNvSpPr>
            <p:nvPr/>
          </p:nvSpPr>
          <p:spPr bwMode="auto">
            <a:xfrm>
              <a:off x="4651" y="3176"/>
              <a:ext cx="100" cy="1"/>
            </a:xfrm>
            <a:custGeom>
              <a:avLst/>
              <a:gdLst>
                <a:gd name="T0" fmla="*/ 0 w 299"/>
                <a:gd name="T1" fmla="*/ 298 w 299"/>
                <a:gd name="T2" fmla="*/ 299 w 299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299">
                  <a:moveTo>
                    <a:pt x="0" y="0"/>
                  </a:moveTo>
                  <a:lnTo>
                    <a:pt x="298" y="0"/>
                  </a:lnTo>
                  <a:lnTo>
                    <a:pt x="299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927" name="Freeform 23">
              <a:extLst>
                <a:ext uri="{FF2B5EF4-FFF2-40B4-BE49-F238E27FC236}">
                  <a16:creationId xmlns:a16="http://schemas.microsoft.com/office/drawing/2014/main" id="{A095764E-BF8E-44F3-B782-C7AD5665AF72}"/>
                </a:ext>
              </a:extLst>
            </p:cNvPr>
            <p:cNvSpPr>
              <a:spLocks/>
            </p:cNvSpPr>
            <p:nvPr/>
          </p:nvSpPr>
          <p:spPr bwMode="auto">
            <a:xfrm>
              <a:off x="4751" y="3176"/>
              <a:ext cx="30" cy="19"/>
            </a:xfrm>
            <a:custGeom>
              <a:avLst/>
              <a:gdLst>
                <a:gd name="T0" fmla="*/ 92 w 92"/>
                <a:gd name="T1" fmla="*/ 58 h 58"/>
                <a:gd name="T2" fmla="*/ 0 w 92"/>
                <a:gd name="T3" fmla="*/ 0 h 58"/>
                <a:gd name="T4" fmla="*/ 1 w 92"/>
                <a:gd name="T5" fmla="*/ 0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2" h="58">
                  <a:moveTo>
                    <a:pt x="92" y="58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928" name="Freeform 24">
              <a:extLst>
                <a:ext uri="{FF2B5EF4-FFF2-40B4-BE49-F238E27FC236}">
                  <a16:creationId xmlns:a16="http://schemas.microsoft.com/office/drawing/2014/main" id="{130E7D71-B5AF-49D3-8E81-30B600896066}"/>
                </a:ext>
              </a:extLst>
            </p:cNvPr>
            <p:cNvSpPr>
              <a:spLocks/>
            </p:cNvSpPr>
            <p:nvPr/>
          </p:nvSpPr>
          <p:spPr bwMode="auto">
            <a:xfrm>
              <a:off x="4651" y="3122"/>
              <a:ext cx="175" cy="1"/>
            </a:xfrm>
            <a:custGeom>
              <a:avLst/>
              <a:gdLst>
                <a:gd name="T0" fmla="*/ 0 w 525"/>
                <a:gd name="T1" fmla="*/ 524 w 525"/>
                <a:gd name="T2" fmla="*/ 525 w 52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525">
                  <a:moveTo>
                    <a:pt x="0" y="0"/>
                  </a:moveTo>
                  <a:lnTo>
                    <a:pt x="524" y="0"/>
                  </a:lnTo>
                  <a:lnTo>
                    <a:pt x="525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929" name="Freeform 25">
              <a:extLst>
                <a:ext uri="{FF2B5EF4-FFF2-40B4-BE49-F238E27FC236}">
                  <a16:creationId xmlns:a16="http://schemas.microsoft.com/office/drawing/2014/main" id="{8D35E0A8-58D5-4675-952F-39EF1C06825F}"/>
                </a:ext>
              </a:extLst>
            </p:cNvPr>
            <p:cNvSpPr>
              <a:spLocks/>
            </p:cNvSpPr>
            <p:nvPr/>
          </p:nvSpPr>
          <p:spPr bwMode="auto">
            <a:xfrm>
              <a:off x="4651" y="3122"/>
              <a:ext cx="7" cy="7"/>
            </a:xfrm>
            <a:custGeom>
              <a:avLst/>
              <a:gdLst>
                <a:gd name="T0" fmla="*/ 0 w 20"/>
                <a:gd name="T1" fmla="*/ 19 h 19"/>
                <a:gd name="T2" fmla="*/ 19 w 20"/>
                <a:gd name="T3" fmla="*/ 0 h 19"/>
                <a:gd name="T4" fmla="*/ 20 w 20"/>
                <a:gd name="T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9">
                  <a:moveTo>
                    <a:pt x="0" y="19"/>
                  </a:moveTo>
                  <a:lnTo>
                    <a:pt x="19" y="0"/>
                  </a:lnTo>
                  <a:lnTo>
                    <a:pt x="20" y="0"/>
                  </a:lnTo>
                </a:path>
              </a:pathLst>
            </a:custGeom>
            <a:noFill/>
            <a:ln w="0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930" name="Freeform 26">
              <a:extLst>
                <a:ext uri="{FF2B5EF4-FFF2-40B4-BE49-F238E27FC236}">
                  <a16:creationId xmlns:a16="http://schemas.microsoft.com/office/drawing/2014/main" id="{008A4254-D98F-4E48-B69F-3E01B11D54DD}"/>
                </a:ext>
              </a:extLst>
            </p:cNvPr>
            <p:cNvSpPr>
              <a:spLocks/>
            </p:cNvSpPr>
            <p:nvPr/>
          </p:nvSpPr>
          <p:spPr bwMode="auto">
            <a:xfrm>
              <a:off x="5084" y="3267"/>
              <a:ext cx="1" cy="302"/>
            </a:xfrm>
            <a:custGeom>
              <a:avLst/>
              <a:gdLst>
                <a:gd name="T0" fmla="*/ 0 w 1"/>
                <a:gd name="T1" fmla="*/ 0 h 905"/>
                <a:gd name="T2" fmla="*/ 0 w 1"/>
                <a:gd name="T3" fmla="*/ 905 h 905"/>
                <a:gd name="T4" fmla="*/ 1 w 1"/>
                <a:gd name="T5" fmla="*/ 905 h 9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905">
                  <a:moveTo>
                    <a:pt x="0" y="0"/>
                  </a:moveTo>
                  <a:lnTo>
                    <a:pt x="0" y="905"/>
                  </a:lnTo>
                  <a:lnTo>
                    <a:pt x="1" y="905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931" name="Freeform 27">
              <a:extLst>
                <a:ext uri="{FF2B5EF4-FFF2-40B4-BE49-F238E27FC236}">
                  <a16:creationId xmlns:a16="http://schemas.microsoft.com/office/drawing/2014/main" id="{636A2742-DE1B-408C-ADF8-85645ABBCDB0}"/>
                </a:ext>
              </a:extLst>
            </p:cNvPr>
            <p:cNvSpPr>
              <a:spLocks/>
            </p:cNvSpPr>
            <p:nvPr/>
          </p:nvSpPr>
          <p:spPr bwMode="auto">
            <a:xfrm>
              <a:off x="4951" y="3057"/>
              <a:ext cx="25" cy="1"/>
            </a:xfrm>
            <a:custGeom>
              <a:avLst/>
              <a:gdLst>
                <a:gd name="T0" fmla="*/ 0 w 75"/>
                <a:gd name="T1" fmla="*/ 74 w 75"/>
                <a:gd name="T2" fmla="*/ 75 w 7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75">
                  <a:moveTo>
                    <a:pt x="0" y="0"/>
                  </a:moveTo>
                  <a:lnTo>
                    <a:pt x="74" y="0"/>
                  </a:lnTo>
                  <a:lnTo>
                    <a:pt x="75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932" name="Freeform 28">
              <a:extLst>
                <a:ext uri="{FF2B5EF4-FFF2-40B4-BE49-F238E27FC236}">
                  <a16:creationId xmlns:a16="http://schemas.microsoft.com/office/drawing/2014/main" id="{EA987599-D5A5-4AF4-A540-A9FB64322AE7}"/>
                </a:ext>
              </a:extLst>
            </p:cNvPr>
            <p:cNvSpPr>
              <a:spLocks/>
            </p:cNvSpPr>
            <p:nvPr/>
          </p:nvSpPr>
          <p:spPr bwMode="auto">
            <a:xfrm>
              <a:off x="5084" y="3204"/>
              <a:ext cx="1" cy="21"/>
            </a:xfrm>
            <a:custGeom>
              <a:avLst/>
              <a:gdLst>
                <a:gd name="T0" fmla="*/ 0 w 1"/>
                <a:gd name="T1" fmla="*/ 0 h 64"/>
                <a:gd name="T2" fmla="*/ 0 w 1"/>
                <a:gd name="T3" fmla="*/ 64 h 64"/>
                <a:gd name="T4" fmla="*/ 1 w 1"/>
                <a:gd name="T5" fmla="*/ 64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64">
                  <a:moveTo>
                    <a:pt x="0" y="0"/>
                  </a:moveTo>
                  <a:lnTo>
                    <a:pt x="0" y="64"/>
                  </a:lnTo>
                  <a:lnTo>
                    <a:pt x="1" y="64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933" name="Freeform 29">
              <a:extLst>
                <a:ext uri="{FF2B5EF4-FFF2-40B4-BE49-F238E27FC236}">
                  <a16:creationId xmlns:a16="http://schemas.microsoft.com/office/drawing/2014/main" id="{94A61149-4B8B-47D8-842B-61F8EE94441A}"/>
                </a:ext>
              </a:extLst>
            </p:cNvPr>
            <p:cNvSpPr>
              <a:spLocks/>
            </p:cNvSpPr>
            <p:nvPr/>
          </p:nvSpPr>
          <p:spPr bwMode="auto">
            <a:xfrm>
              <a:off x="5400" y="3282"/>
              <a:ext cx="1" cy="184"/>
            </a:xfrm>
            <a:custGeom>
              <a:avLst/>
              <a:gdLst>
                <a:gd name="T0" fmla="*/ 0 w 2"/>
                <a:gd name="T1" fmla="*/ 0 h 551"/>
                <a:gd name="T2" fmla="*/ 0 w 2"/>
                <a:gd name="T3" fmla="*/ 551 h 551"/>
                <a:gd name="T4" fmla="*/ 2 w 2"/>
                <a:gd name="T5" fmla="*/ 551 h 5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551">
                  <a:moveTo>
                    <a:pt x="0" y="0"/>
                  </a:moveTo>
                  <a:lnTo>
                    <a:pt x="0" y="551"/>
                  </a:lnTo>
                  <a:lnTo>
                    <a:pt x="2" y="551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934" name="Freeform 30">
              <a:extLst>
                <a:ext uri="{FF2B5EF4-FFF2-40B4-BE49-F238E27FC236}">
                  <a16:creationId xmlns:a16="http://schemas.microsoft.com/office/drawing/2014/main" id="{75A6CFE6-F928-4855-B3F4-A0E897F5E6CF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4" y="3373"/>
              <a:ext cx="174" cy="1"/>
            </a:xfrm>
            <a:custGeom>
              <a:avLst/>
              <a:gdLst>
                <a:gd name="T0" fmla="*/ 0 w 522"/>
                <a:gd name="T1" fmla="*/ 521 w 522"/>
                <a:gd name="T2" fmla="*/ 522 w 52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522">
                  <a:moveTo>
                    <a:pt x="0" y="0"/>
                  </a:moveTo>
                  <a:lnTo>
                    <a:pt x="521" y="0"/>
                  </a:lnTo>
                  <a:lnTo>
                    <a:pt x="522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935" name="Freeform 31">
              <a:extLst>
                <a:ext uri="{FF2B5EF4-FFF2-40B4-BE49-F238E27FC236}">
                  <a16:creationId xmlns:a16="http://schemas.microsoft.com/office/drawing/2014/main" id="{A83C829D-A4D2-4FF3-8266-EBD1A0712B76}"/>
                </a:ext>
              </a:extLst>
            </p:cNvPr>
            <p:cNvSpPr>
              <a:spLocks/>
            </p:cNvSpPr>
            <p:nvPr/>
          </p:nvSpPr>
          <p:spPr bwMode="auto">
            <a:xfrm>
              <a:off x="5350" y="3323"/>
              <a:ext cx="101" cy="100"/>
            </a:xfrm>
            <a:custGeom>
              <a:avLst/>
              <a:gdLst>
                <a:gd name="T0" fmla="*/ 300 w 301"/>
                <a:gd name="T1" fmla="*/ 150 h 299"/>
                <a:gd name="T2" fmla="*/ 256 w 301"/>
                <a:gd name="T3" fmla="*/ 44 h 299"/>
                <a:gd name="T4" fmla="*/ 149 w 301"/>
                <a:gd name="T5" fmla="*/ 0 h 299"/>
                <a:gd name="T6" fmla="*/ 44 w 301"/>
                <a:gd name="T7" fmla="*/ 44 h 299"/>
                <a:gd name="T8" fmla="*/ 0 w 301"/>
                <a:gd name="T9" fmla="*/ 150 h 299"/>
                <a:gd name="T10" fmla="*/ 44 w 301"/>
                <a:gd name="T11" fmla="*/ 256 h 299"/>
                <a:gd name="T12" fmla="*/ 149 w 301"/>
                <a:gd name="T13" fmla="*/ 299 h 299"/>
                <a:gd name="T14" fmla="*/ 256 w 301"/>
                <a:gd name="T15" fmla="*/ 256 h 299"/>
                <a:gd name="T16" fmla="*/ 300 w 301"/>
                <a:gd name="T17" fmla="*/ 150 h 299"/>
                <a:gd name="T18" fmla="*/ 301 w 301"/>
                <a:gd name="T19" fmla="*/ 150 h 2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01" h="299">
                  <a:moveTo>
                    <a:pt x="300" y="150"/>
                  </a:moveTo>
                  <a:lnTo>
                    <a:pt x="256" y="44"/>
                  </a:lnTo>
                  <a:lnTo>
                    <a:pt x="149" y="0"/>
                  </a:lnTo>
                  <a:lnTo>
                    <a:pt x="44" y="44"/>
                  </a:lnTo>
                  <a:lnTo>
                    <a:pt x="0" y="150"/>
                  </a:lnTo>
                  <a:lnTo>
                    <a:pt x="44" y="256"/>
                  </a:lnTo>
                  <a:lnTo>
                    <a:pt x="149" y="299"/>
                  </a:lnTo>
                  <a:lnTo>
                    <a:pt x="256" y="256"/>
                  </a:lnTo>
                  <a:lnTo>
                    <a:pt x="300" y="150"/>
                  </a:lnTo>
                  <a:lnTo>
                    <a:pt x="301" y="15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936" name="Freeform 32">
              <a:extLst>
                <a:ext uri="{FF2B5EF4-FFF2-40B4-BE49-F238E27FC236}">
                  <a16:creationId xmlns:a16="http://schemas.microsoft.com/office/drawing/2014/main" id="{36D043D9-4B87-46C6-82FF-BC6CFF56F913}"/>
                </a:ext>
              </a:extLst>
            </p:cNvPr>
            <p:cNvSpPr>
              <a:spLocks/>
            </p:cNvSpPr>
            <p:nvPr/>
          </p:nvSpPr>
          <p:spPr bwMode="auto">
            <a:xfrm>
              <a:off x="4685" y="2740"/>
              <a:ext cx="183" cy="1"/>
            </a:xfrm>
            <a:custGeom>
              <a:avLst/>
              <a:gdLst>
                <a:gd name="T0" fmla="*/ 0 w 548"/>
                <a:gd name="T1" fmla="*/ 547 w 548"/>
                <a:gd name="T2" fmla="*/ 548 w 548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548">
                  <a:moveTo>
                    <a:pt x="0" y="0"/>
                  </a:moveTo>
                  <a:lnTo>
                    <a:pt x="547" y="0"/>
                  </a:lnTo>
                  <a:lnTo>
                    <a:pt x="548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937" name="Freeform 33">
              <a:extLst>
                <a:ext uri="{FF2B5EF4-FFF2-40B4-BE49-F238E27FC236}">
                  <a16:creationId xmlns:a16="http://schemas.microsoft.com/office/drawing/2014/main" id="{E8F79BA5-818D-4056-8A53-E2E506ED82B7}"/>
                </a:ext>
              </a:extLst>
            </p:cNvPr>
            <p:cNvSpPr>
              <a:spLocks/>
            </p:cNvSpPr>
            <p:nvPr/>
          </p:nvSpPr>
          <p:spPr bwMode="auto">
            <a:xfrm>
              <a:off x="4768" y="2654"/>
              <a:ext cx="1" cy="181"/>
            </a:xfrm>
            <a:custGeom>
              <a:avLst/>
              <a:gdLst>
                <a:gd name="T0" fmla="*/ 0 w 1"/>
                <a:gd name="T1" fmla="*/ 0 h 543"/>
                <a:gd name="T2" fmla="*/ 0 w 1"/>
                <a:gd name="T3" fmla="*/ 543 h 543"/>
                <a:gd name="T4" fmla="*/ 1 w 1"/>
                <a:gd name="T5" fmla="*/ 543 h 5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543">
                  <a:moveTo>
                    <a:pt x="0" y="0"/>
                  </a:moveTo>
                  <a:lnTo>
                    <a:pt x="0" y="543"/>
                  </a:lnTo>
                  <a:lnTo>
                    <a:pt x="1" y="543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938" name="Freeform 34">
              <a:extLst>
                <a:ext uri="{FF2B5EF4-FFF2-40B4-BE49-F238E27FC236}">
                  <a16:creationId xmlns:a16="http://schemas.microsoft.com/office/drawing/2014/main" id="{CE8C58B8-4D8C-463A-BADD-22C3DE6159E1}"/>
                </a:ext>
              </a:extLst>
            </p:cNvPr>
            <p:cNvSpPr>
              <a:spLocks/>
            </p:cNvSpPr>
            <p:nvPr/>
          </p:nvSpPr>
          <p:spPr bwMode="auto">
            <a:xfrm>
              <a:off x="4718" y="2690"/>
              <a:ext cx="100" cy="100"/>
            </a:xfrm>
            <a:custGeom>
              <a:avLst/>
              <a:gdLst>
                <a:gd name="T0" fmla="*/ 299 w 300"/>
                <a:gd name="T1" fmla="*/ 150 h 300"/>
                <a:gd name="T2" fmla="*/ 254 w 300"/>
                <a:gd name="T3" fmla="*/ 43 h 300"/>
                <a:gd name="T4" fmla="*/ 149 w 300"/>
                <a:gd name="T5" fmla="*/ 0 h 300"/>
                <a:gd name="T6" fmla="*/ 43 w 300"/>
                <a:gd name="T7" fmla="*/ 43 h 300"/>
                <a:gd name="T8" fmla="*/ 0 w 300"/>
                <a:gd name="T9" fmla="*/ 150 h 300"/>
                <a:gd name="T10" fmla="*/ 43 w 300"/>
                <a:gd name="T11" fmla="*/ 256 h 300"/>
                <a:gd name="T12" fmla="*/ 149 w 300"/>
                <a:gd name="T13" fmla="*/ 300 h 300"/>
                <a:gd name="T14" fmla="*/ 254 w 300"/>
                <a:gd name="T15" fmla="*/ 256 h 300"/>
                <a:gd name="T16" fmla="*/ 299 w 300"/>
                <a:gd name="T17" fmla="*/ 150 h 300"/>
                <a:gd name="T18" fmla="*/ 300 w 300"/>
                <a:gd name="T19" fmla="*/ 150 h 3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00" h="300">
                  <a:moveTo>
                    <a:pt x="299" y="150"/>
                  </a:moveTo>
                  <a:lnTo>
                    <a:pt x="254" y="43"/>
                  </a:lnTo>
                  <a:lnTo>
                    <a:pt x="149" y="0"/>
                  </a:lnTo>
                  <a:lnTo>
                    <a:pt x="43" y="43"/>
                  </a:lnTo>
                  <a:lnTo>
                    <a:pt x="0" y="150"/>
                  </a:lnTo>
                  <a:lnTo>
                    <a:pt x="43" y="256"/>
                  </a:lnTo>
                  <a:lnTo>
                    <a:pt x="149" y="300"/>
                  </a:lnTo>
                  <a:lnTo>
                    <a:pt x="254" y="256"/>
                  </a:lnTo>
                  <a:lnTo>
                    <a:pt x="299" y="150"/>
                  </a:lnTo>
                  <a:lnTo>
                    <a:pt x="300" y="15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939" name="Freeform 35">
              <a:extLst>
                <a:ext uri="{FF2B5EF4-FFF2-40B4-BE49-F238E27FC236}">
                  <a16:creationId xmlns:a16="http://schemas.microsoft.com/office/drawing/2014/main" id="{0EB9DDB1-F8A3-433E-9675-C2CEFC99A2D4}"/>
                </a:ext>
              </a:extLst>
            </p:cNvPr>
            <p:cNvSpPr>
              <a:spLocks/>
            </p:cNvSpPr>
            <p:nvPr/>
          </p:nvSpPr>
          <p:spPr bwMode="auto">
            <a:xfrm>
              <a:off x="4651" y="2938"/>
              <a:ext cx="100" cy="1"/>
            </a:xfrm>
            <a:custGeom>
              <a:avLst/>
              <a:gdLst>
                <a:gd name="T0" fmla="*/ 0 w 299"/>
                <a:gd name="T1" fmla="*/ 298 w 299"/>
                <a:gd name="T2" fmla="*/ 299 w 299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299">
                  <a:moveTo>
                    <a:pt x="0" y="0"/>
                  </a:moveTo>
                  <a:lnTo>
                    <a:pt x="298" y="0"/>
                  </a:lnTo>
                  <a:lnTo>
                    <a:pt x="299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940" name="Freeform 36">
              <a:extLst>
                <a:ext uri="{FF2B5EF4-FFF2-40B4-BE49-F238E27FC236}">
                  <a16:creationId xmlns:a16="http://schemas.microsoft.com/office/drawing/2014/main" id="{AE5941AF-939F-4E07-AECA-2DF0A2B863C1}"/>
                </a:ext>
              </a:extLst>
            </p:cNvPr>
            <p:cNvSpPr>
              <a:spLocks/>
            </p:cNvSpPr>
            <p:nvPr/>
          </p:nvSpPr>
          <p:spPr bwMode="auto">
            <a:xfrm>
              <a:off x="4651" y="2991"/>
              <a:ext cx="175" cy="1"/>
            </a:xfrm>
            <a:custGeom>
              <a:avLst/>
              <a:gdLst>
                <a:gd name="T0" fmla="*/ 0 w 525"/>
                <a:gd name="T1" fmla="*/ 524 w 525"/>
                <a:gd name="T2" fmla="*/ 525 w 52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525">
                  <a:moveTo>
                    <a:pt x="0" y="0"/>
                  </a:moveTo>
                  <a:lnTo>
                    <a:pt x="524" y="0"/>
                  </a:lnTo>
                  <a:lnTo>
                    <a:pt x="525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941" name="Freeform 37">
              <a:extLst>
                <a:ext uri="{FF2B5EF4-FFF2-40B4-BE49-F238E27FC236}">
                  <a16:creationId xmlns:a16="http://schemas.microsoft.com/office/drawing/2014/main" id="{61F0C6D0-4657-4A45-B3B2-F14590D9BCBC}"/>
                </a:ext>
              </a:extLst>
            </p:cNvPr>
            <p:cNvSpPr>
              <a:spLocks/>
            </p:cNvSpPr>
            <p:nvPr/>
          </p:nvSpPr>
          <p:spPr bwMode="auto">
            <a:xfrm>
              <a:off x="4651" y="2938"/>
              <a:ext cx="12" cy="11"/>
            </a:xfrm>
            <a:custGeom>
              <a:avLst/>
              <a:gdLst>
                <a:gd name="T0" fmla="*/ 0 w 34"/>
                <a:gd name="T1" fmla="*/ 33 h 33"/>
                <a:gd name="T2" fmla="*/ 33 w 34"/>
                <a:gd name="T3" fmla="*/ 0 h 33"/>
                <a:gd name="T4" fmla="*/ 34 w 34"/>
                <a:gd name="T5" fmla="*/ 0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4" h="33">
                  <a:moveTo>
                    <a:pt x="0" y="33"/>
                  </a:moveTo>
                  <a:lnTo>
                    <a:pt x="33" y="0"/>
                  </a:lnTo>
                  <a:lnTo>
                    <a:pt x="34" y="0"/>
                  </a:lnTo>
                </a:path>
              </a:pathLst>
            </a:custGeom>
            <a:noFill/>
            <a:ln w="0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942" name="Freeform 38">
              <a:extLst>
                <a:ext uri="{FF2B5EF4-FFF2-40B4-BE49-F238E27FC236}">
                  <a16:creationId xmlns:a16="http://schemas.microsoft.com/office/drawing/2014/main" id="{8FAE7900-111A-4BC8-A9D5-A8020B25D06B}"/>
                </a:ext>
              </a:extLst>
            </p:cNvPr>
            <p:cNvSpPr>
              <a:spLocks/>
            </p:cNvSpPr>
            <p:nvPr/>
          </p:nvSpPr>
          <p:spPr bwMode="auto">
            <a:xfrm>
              <a:off x="4751" y="2919"/>
              <a:ext cx="31" cy="19"/>
            </a:xfrm>
            <a:custGeom>
              <a:avLst/>
              <a:gdLst>
                <a:gd name="T0" fmla="*/ 0 w 93"/>
                <a:gd name="T1" fmla="*/ 58 h 58"/>
                <a:gd name="T2" fmla="*/ 92 w 93"/>
                <a:gd name="T3" fmla="*/ 0 h 58"/>
                <a:gd name="T4" fmla="*/ 93 w 93"/>
                <a:gd name="T5" fmla="*/ 0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3" h="58">
                  <a:moveTo>
                    <a:pt x="0" y="58"/>
                  </a:moveTo>
                  <a:lnTo>
                    <a:pt x="92" y="0"/>
                  </a:lnTo>
                  <a:lnTo>
                    <a:pt x="93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943" name="Freeform 39">
              <a:extLst>
                <a:ext uri="{FF2B5EF4-FFF2-40B4-BE49-F238E27FC236}">
                  <a16:creationId xmlns:a16="http://schemas.microsoft.com/office/drawing/2014/main" id="{9FD8617A-9B36-415A-98C9-0EB0C8A4C67B}"/>
                </a:ext>
              </a:extLst>
            </p:cNvPr>
            <p:cNvSpPr>
              <a:spLocks/>
            </p:cNvSpPr>
            <p:nvPr/>
          </p:nvSpPr>
          <p:spPr bwMode="auto">
            <a:xfrm>
              <a:off x="5400" y="2650"/>
              <a:ext cx="1" cy="181"/>
            </a:xfrm>
            <a:custGeom>
              <a:avLst/>
              <a:gdLst>
                <a:gd name="T0" fmla="*/ 0 w 2"/>
                <a:gd name="T1" fmla="*/ 0 h 543"/>
                <a:gd name="T2" fmla="*/ 0 w 2"/>
                <a:gd name="T3" fmla="*/ 543 h 543"/>
                <a:gd name="T4" fmla="*/ 2 w 2"/>
                <a:gd name="T5" fmla="*/ 543 h 5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543">
                  <a:moveTo>
                    <a:pt x="0" y="0"/>
                  </a:moveTo>
                  <a:lnTo>
                    <a:pt x="0" y="543"/>
                  </a:lnTo>
                  <a:lnTo>
                    <a:pt x="2" y="543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944" name="Freeform 40">
              <a:extLst>
                <a:ext uri="{FF2B5EF4-FFF2-40B4-BE49-F238E27FC236}">
                  <a16:creationId xmlns:a16="http://schemas.microsoft.com/office/drawing/2014/main" id="{6AF2485B-7217-4858-9E1C-DF977AE70750}"/>
                </a:ext>
              </a:extLst>
            </p:cNvPr>
            <p:cNvSpPr>
              <a:spLocks/>
            </p:cNvSpPr>
            <p:nvPr/>
          </p:nvSpPr>
          <p:spPr bwMode="auto">
            <a:xfrm>
              <a:off x="5350" y="2690"/>
              <a:ext cx="101" cy="100"/>
            </a:xfrm>
            <a:custGeom>
              <a:avLst/>
              <a:gdLst>
                <a:gd name="T0" fmla="*/ 300 w 301"/>
                <a:gd name="T1" fmla="*/ 150 h 300"/>
                <a:gd name="T2" fmla="*/ 256 w 301"/>
                <a:gd name="T3" fmla="*/ 43 h 300"/>
                <a:gd name="T4" fmla="*/ 149 w 301"/>
                <a:gd name="T5" fmla="*/ 0 h 300"/>
                <a:gd name="T6" fmla="*/ 44 w 301"/>
                <a:gd name="T7" fmla="*/ 43 h 300"/>
                <a:gd name="T8" fmla="*/ 0 w 301"/>
                <a:gd name="T9" fmla="*/ 150 h 300"/>
                <a:gd name="T10" fmla="*/ 44 w 301"/>
                <a:gd name="T11" fmla="*/ 256 h 300"/>
                <a:gd name="T12" fmla="*/ 149 w 301"/>
                <a:gd name="T13" fmla="*/ 300 h 300"/>
                <a:gd name="T14" fmla="*/ 256 w 301"/>
                <a:gd name="T15" fmla="*/ 256 h 300"/>
                <a:gd name="T16" fmla="*/ 300 w 301"/>
                <a:gd name="T17" fmla="*/ 150 h 300"/>
                <a:gd name="T18" fmla="*/ 301 w 301"/>
                <a:gd name="T19" fmla="*/ 150 h 3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01" h="300">
                  <a:moveTo>
                    <a:pt x="300" y="150"/>
                  </a:moveTo>
                  <a:lnTo>
                    <a:pt x="256" y="43"/>
                  </a:lnTo>
                  <a:lnTo>
                    <a:pt x="149" y="0"/>
                  </a:lnTo>
                  <a:lnTo>
                    <a:pt x="44" y="43"/>
                  </a:lnTo>
                  <a:lnTo>
                    <a:pt x="0" y="150"/>
                  </a:lnTo>
                  <a:lnTo>
                    <a:pt x="44" y="256"/>
                  </a:lnTo>
                  <a:lnTo>
                    <a:pt x="149" y="300"/>
                  </a:lnTo>
                  <a:lnTo>
                    <a:pt x="256" y="256"/>
                  </a:lnTo>
                  <a:lnTo>
                    <a:pt x="300" y="150"/>
                  </a:lnTo>
                  <a:lnTo>
                    <a:pt x="301" y="15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945" name="Freeform 41">
              <a:extLst>
                <a:ext uri="{FF2B5EF4-FFF2-40B4-BE49-F238E27FC236}">
                  <a16:creationId xmlns:a16="http://schemas.microsoft.com/office/drawing/2014/main" id="{71443962-AA06-4C62-97D5-9243B39936AF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2740"/>
              <a:ext cx="176" cy="1"/>
            </a:xfrm>
            <a:custGeom>
              <a:avLst/>
              <a:gdLst>
                <a:gd name="T0" fmla="*/ 0 w 528"/>
                <a:gd name="T1" fmla="*/ 527 w 528"/>
                <a:gd name="T2" fmla="*/ 528 w 528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528">
                  <a:moveTo>
                    <a:pt x="0" y="0"/>
                  </a:moveTo>
                  <a:lnTo>
                    <a:pt x="527" y="0"/>
                  </a:lnTo>
                  <a:lnTo>
                    <a:pt x="528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23946" name="Group 42">
              <a:extLst>
                <a:ext uri="{FF2B5EF4-FFF2-40B4-BE49-F238E27FC236}">
                  <a16:creationId xmlns:a16="http://schemas.microsoft.com/office/drawing/2014/main" id="{88392DBA-E443-4314-B81E-CE3562744DF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694" y="2725"/>
              <a:ext cx="722" cy="664"/>
              <a:chOff x="4386" y="2725"/>
              <a:chExt cx="722" cy="664"/>
            </a:xfrm>
          </p:grpSpPr>
          <p:sp>
            <p:nvSpPr>
              <p:cNvPr id="123947" name="Freeform 43">
                <a:extLst>
                  <a:ext uri="{FF2B5EF4-FFF2-40B4-BE49-F238E27FC236}">
                    <a16:creationId xmlns:a16="http://schemas.microsoft.com/office/drawing/2014/main" id="{4D88B68E-AAE4-4AEB-A6D5-3D0ECC24460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24" y="3205"/>
                <a:ext cx="151" cy="150"/>
              </a:xfrm>
              <a:custGeom>
                <a:avLst/>
                <a:gdLst>
                  <a:gd name="T0" fmla="*/ 0 w 451"/>
                  <a:gd name="T1" fmla="*/ 450 h 450"/>
                  <a:gd name="T2" fmla="*/ 449 w 451"/>
                  <a:gd name="T3" fmla="*/ 0 h 450"/>
                  <a:gd name="T4" fmla="*/ 451 w 451"/>
                  <a:gd name="T5" fmla="*/ 0 h 4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51" h="450">
                    <a:moveTo>
                      <a:pt x="0" y="450"/>
                    </a:moveTo>
                    <a:lnTo>
                      <a:pt x="449" y="0"/>
                    </a:lnTo>
                    <a:lnTo>
                      <a:pt x="451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3948" name="Freeform 44">
                <a:extLst>
                  <a:ext uri="{FF2B5EF4-FFF2-40B4-BE49-F238E27FC236}">
                    <a16:creationId xmlns:a16="http://schemas.microsoft.com/office/drawing/2014/main" id="{3CB9FDCB-87B2-4F7B-8B16-9809FB98BE4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99" y="3194"/>
                <a:ext cx="49" cy="48"/>
              </a:xfrm>
              <a:custGeom>
                <a:avLst/>
                <a:gdLst>
                  <a:gd name="T0" fmla="*/ 0 w 146"/>
                  <a:gd name="T1" fmla="*/ 145 h 145"/>
                  <a:gd name="T2" fmla="*/ 145 w 146"/>
                  <a:gd name="T3" fmla="*/ 0 h 145"/>
                  <a:gd name="T4" fmla="*/ 146 w 146"/>
                  <a:gd name="T5" fmla="*/ 0 h 1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46" h="145">
                    <a:moveTo>
                      <a:pt x="0" y="145"/>
                    </a:moveTo>
                    <a:lnTo>
                      <a:pt x="145" y="0"/>
                    </a:lnTo>
                    <a:lnTo>
                      <a:pt x="146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3949" name="Freeform 45">
                <a:extLst>
                  <a:ext uri="{FF2B5EF4-FFF2-40B4-BE49-F238E27FC236}">
                    <a16:creationId xmlns:a16="http://schemas.microsoft.com/office/drawing/2014/main" id="{E0B942DB-FBD7-4034-9073-12DD482BA03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66" y="3131"/>
                <a:ext cx="54" cy="54"/>
              </a:xfrm>
              <a:custGeom>
                <a:avLst/>
                <a:gdLst>
                  <a:gd name="T0" fmla="*/ 0 w 163"/>
                  <a:gd name="T1" fmla="*/ 162 h 162"/>
                  <a:gd name="T2" fmla="*/ 162 w 163"/>
                  <a:gd name="T3" fmla="*/ 0 h 162"/>
                  <a:gd name="T4" fmla="*/ 163 w 163"/>
                  <a:gd name="T5" fmla="*/ 0 h 1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63" h="162">
                    <a:moveTo>
                      <a:pt x="0" y="162"/>
                    </a:moveTo>
                    <a:lnTo>
                      <a:pt x="162" y="0"/>
                    </a:lnTo>
                    <a:lnTo>
                      <a:pt x="163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3950" name="Freeform 46">
                <a:extLst>
                  <a:ext uri="{FF2B5EF4-FFF2-40B4-BE49-F238E27FC236}">
                    <a16:creationId xmlns:a16="http://schemas.microsoft.com/office/drawing/2014/main" id="{712583F3-9D90-46EB-9D1D-FB15EB6EA31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86" y="3122"/>
                <a:ext cx="54" cy="54"/>
              </a:xfrm>
              <a:custGeom>
                <a:avLst/>
                <a:gdLst>
                  <a:gd name="T0" fmla="*/ 0 w 161"/>
                  <a:gd name="T1" fmla="*/ 160 h 160"/>
                  <a:gd name="T2" fmla="*/ 160 w 161"/>
                  <a:gd name="T3" fmla="*/ 0 h 160"/>
                  <a:gd name="T4" fmla="*/ 161 w 161"/>
                  <a:gd name="T5" fmla="*/ 0 h 1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61" h="160">
                    <a:moveTo>
                      <a:pt x="0" y="160"/>
                    </a:moveTo>
                    <a:lnTo>
                      <a:pt x="160" y="0"/>
                    </a:lnTo>
                    <a:lnTo>
                      <a:pt x="161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3951" name="Freeform 47">
                <a:extLst>
                  <a:ext uri="{FF2B5EF4-FFF2-40B4-BE49-F238E27FC236}">
                    <a16:creationId xmlns:a16="http://schemas.microsoft.com/office/drawing/2014/main" id="{063DA921-6862-4539-A7E3-12D94782F3D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01" y="3296"/>
                <a:ext cx="93" cy="93"/>
              </a:xfrm>
              <a:custGeom>
                <a:avLst/>
                <a:gdLst>
                  <a:gd name="T0" fmla="*/ 0 w 280"/>
                  <a:gd name="T1" fmla="*/ 280 h 280"/>
                  <a:gd name="T2" fmla="*/ 279 w 280"/>
                  <a:gd name="T3" fmla="*/ 0 h 280"/>
                  <a:gd name="T4" fmla="*/ 280 w 280"/>
                  <a:gd name="T5" fmla="*/ 0 h 2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80" h="280">
                    <a:moveTo>
                      <a:pt x="0" y="280"/>
                    </a:moveTo>
                    <a:lnTo>
                      <a:pt x="279" y="0"/>
                    </a:lnTo>
                    <a:lnTo>
                      <a:pt x="280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3952" name="Freeform 48">
                <a:extLst>
                  <a:ext uri="{FF2B5EF4-FFF2-40B4-BE49-F238E27FC236}">
                    <a16:creationId xmlns:a16="http://schemas.microsoft.com/office/drawing/2014/main" id="{F725DCF5-1196-4E6F-BBCA-B9E7C6F0E9D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88" y="3284"/>
                <a:ext cx="49" cy="48"/>
              </a:xfrm>
              <a:custGeom>
                <a:avLst/>
                <a:gdLst>
                  <a:gd name="T0" fmla="*/ 0 w 146"/>
                  <a:gd name="T1" fmla="*/ 144 h 144"/>
                  <a:gd name="T2" fmla="*/ 145 w 146"/>
                  <a:gd name="T3" fmla="*/ 0 h 144"/>
                  <a:gd name="T4" fmla="*/ 146 w 146"/>
                  <a:gd name="T5" fmla="*/ 0 h 1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46" h="144">
                    <a:moveTo>
                      <a:pt x="0" y="144"/>
                    </a:moveTo>
                    <a:lnTo>
                      <a:pt x="145" y="0"/>
                    </a:lnTo>
                    <a:lnTo>
                      <a:pt x="146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3953" name="Freeform 49">
                <a:extLst>
                  <a:ext uri="{FF2B5EF4-FFF2-40B4-BE49-F238E27FC236}">
                    <a16:creationId xmlns:a16="http://schemas.microsoft.com/office/drawing/2014/main" id="{56D1F772-B5AF-473E-8F54-C4B26EB7B93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16" y="3323"/>
                <a:ext cx="61" cy="62"/>
              </a:xfrm>
              <a:custGeom>
                <a:avLst/>
                <a:gdLst>
                  <a:gd name="T0" fmla="*/ 0 w 184"/>
                  <a:gd name="T1" fmla="*/ 184 h 184"/>
                  <a:gd name="T2" fmla="*/ 183 w 184"/>
                  <a:gd name="T3" fmla="*/ 0 h 184"/>
                  <a:gd name="T4" fmla="*/ 184 w 184"/>
                  <a:gd name="T5" fmla="*/ 0 h 1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84" h="184">
                    <a:moveTo>
                      <a:pt x="0" y="184"/>
                    </a:moveTo>
                    <a:lnTo>
                      <a:pt x="183" y="0"/>
                    </a:lnTo>
                    <a:lnTo>
                      <a:pt x="184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3954" name="Freeform 50">
                <a:extLst>
                  <a:ext uri="{FF2B5EF4-FFF2-40B4-BE49-F238E27FC236}">
                    <a16:creationId xmlns:a16="http://schemas.microsoft.com/office/drawing/2014/main" id="{7B77C2AA-4BBE-4B63-AA6B-6AAE7ACEBD3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46" y="3312"/>
                <a:ext cx="53" cy="52"/>
              </a:xfrm>
              <a:custGeom>
                <a:avLst/>
                <a:gdLst>
                  <a:gd name="T0" fmla="*/ 0 w 157"/>
                  <a:gd name="T1" fmla="*/ 155 h 155"/>
                  <a:gd name="T2" fmla="*/ 156 w 157"/>
                  <a:gd name="T3" fmla="*/ 0 h 155"/>
                  <a:gd name="T4" fmla="*/ 157 w 157"/>
                  <a:gd name="T5" fmla="*/ 0 h 1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57" h="155">
                    <a:moveTo>
                      <a:pt x="0" y="155"/>
                    </a:moveTo>
                    <a:lnTo>
                      <a:pt x="156" y="0"/>
                    </a:lnTo>
                    <a:lnTo>
                      <a:pt x="157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3955" name="Freeform 51">
                <a:extLst>
                  <a:ext uri="{FF2B5EF4-FFF2-40B4-BE49-F238E27FC236}">
                    <a16:creationId xmlns:a16="http://schemas.microsoft.com/office/drawing/2014/main" id="{8323DEA3-5575-43E1-9D2C-C8E0FD20F2F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39" y="3244"/>
                <a:ext cx="48" cy="47"/>
              </a:xfrm>
              <a:custGeom>
                <a:avLst/>
                <a:gdLst>
                  <a:gd name="T0" fmla="*/ 0 w 143"/>
                  <a:gd name="T1" fmla="*/ 141 h 141"/>
                  <a:gd name="T2" fmla="*/ 142 w 143"/>
                  <a:gd name="T3" fmla="*/ 0 h 141"/>
                  <a:gd name="T4" fmla="*/ 143 w 143"/>
                  <a:gd name="T5" fmla="*/ 0 h 1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43" h="141">
                    <a:moveTo>
                      <a:pt x="0" y="141"/>
                    </a:moveTo>
                    <a:lnTo>
                      <a:pt x="142" y="0"/>
                    </a:lnTo>
                    <a:lnTo>
                      <a:pt x="143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3956" name="Freeform 52">
                <a:extLst>
                  <a:ext uri="{FF2B5EF4-FFF2-40B4-BE49-F238E27FC236}">
                    <a16:creationId xmlns:a16="http://schemas.microsoft.com/office/drawing/2014/main" id="{F9372FDB-8324-46AD-A0A2-B6135982151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15" y="3082"/>
                <a:ext cx="93" cy="92"/>
              </a:xfrm>
              <a:custGeom>
                <a:avLst/>
                <a:gdLst>
                  <a:gd name="T0" fmla="*/ 0 w 280"/>
                  <a:gd name="T1" fmla="*/ 278 h 278"/>
                  <a:gd name="T2" fmla="*/ 279 w 280"/>
                  <a:gd name="T3" fmla="*/ 0 h 278"/>
                  <a:gd name="T4" fmla="*/ 280 w 280"/>
                  <a:gd name="T5" fmla="*/ 0 h 2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80" h="278">
                    <a:moveTo>
                      <a:pt x="0" y="278"/>
                    </a:moveTo>
                    <a:lnTo>
                      <a:pt x="279" y="0"/>
                    </a:lnTo>
                    <a:lnTo>
                      <a:pt x="280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3957" name="Freeform 53">
                <a:extLst>
                  <a:ext uri="{FF2B5EF4-FFF2-40B4-BE49-F238E27FC236}">
                    <a16:creationId xmlns:a16="http://schemas.microsoft.com/office/drawing/2014/main" id="{60529B66-7818-43AC-85D4-05FC1447A57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42" y="2996"/>
                <a:ext cx="62" cy="61"/>
              </a:xfrm>
              <a:custGeom>
                <a:avLst/>
                <a:gdLst>
                  <a:gd name="T0" fmla="*/ 0 w 184"/>
                  <a:gd name="T1" fmla="*/ 183 h 183"/>
                  <a:gd name="T2" fmla="*/ 183 w 184"/>
                  <a:gd name="T3" fmla="*/ 0 h 183"/>
                  <a:gd name="T4" fmla="*/ 184 w 184"/>
                  <a:gd name="T5" fmla="*/ 0 h 1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84" h="183">
                    <a:moveTo>
                      <a:pt x="0" y="183"/>
                    </a:moveTo>
                    <a:lnTo>
                      <a:pt x="183" y="0"/>
                    </a:lnTo>
                    <a:lnTo>
                      <a:pt x="184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3958" name="Freeform 54">
                <a:extLst>
                  <a:ext uri="{FF2B5EF4-FFF2-40B4-BE49-F238E27FC236}">
                    <a16:creationId xmlns:a16="http://schemas.microsoft.com/office/drawing/2014/main" id="{A57AA5BB-FF05-4787-B5D9-182DDA88062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13" y="2780"/>
                <a:ext cx="48" cy="48"/>
              </a:xfrm>
              <a:custGeom>
                <a:avLst/>
                <a:gdLst>
                  <a:gd name="T0" fmla="*/ 0 w 145"/>
                  <a:gd name="T1" fmla="*/ 145 h 145"/>
                  <a:gd name="T2" fmla="*/ 144 w 145"/>
                  <a:gd name="T3" fmla="*/ 0 h 145"/>
                  <a:gd name="T4" fmla="*/ 145 w 145"/>
                  <a:gd name="T5" fmla="*/ 0 h 1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45" h="145">
                    <a:moveTo>
                      <a:pt x="0" y="145"/>
                    </a:moveTo>
                    <a:lnTo>
                      <a:pt x="144" y="0"/>
                    </a:lnTo>
                    <a:lnTo>
                      <a:pt x="145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3959" name="Freeform 55">
                <a:extLst>
                  <a:ext uri="{FF2B5EF4-FFF2-40B4-BE49-F238E27FC236}">
                    <a16:creationId xmlns:a16="http://schemas.microsoft.com/office/drawing/2014/main" id="{EFCEB359-4646-4456-B2A2-B1E1E2EAD71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80" y="2930"/>
                <a:ext cx="62" cy="61"/>
              </a:xfrm>
              <a:custGeom>
                <a:avLst/>
                <a:gdLst>
                  <a:gd name="T0" fmla="*/ 0 w 185"/>
                  <a:gd name="T1" fmla="*/ 184 h 184"/>
                  <a:gd name="T2" fmla="*/ 184 w 185"/>
                  <a:gd name="T3" fmla="*/ 0 h 184"/>
                  <a:gd name="T4" fmla="*/ 185 w 185"/>
                  <a:gd name="T5" fmla="*/ 0 h 1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85" h="184">
                    <a:moveTo>
                      <a:pt x="0" y="184"/>
                    </a:moveTo>
                    <a:lnTo>
                      <a:pt x="184" y="0"/>
                    </a:lnTo>
                    <a:lnTo>
                      <a:pt x="185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3960" name="Freeform 56">
                <a:extLst>
                  <a:ext uri="{FF2B5EF4-FFF2-40B4-BE49-F238E27FC236}">
                    <a16:creationId xmlns:a16="http://schemas.microsoft.com/office/drawing/2014/main" id="{FA4371B9-EBB4-4DA1-944A-609BC3DF519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83" y="2763"/>
                <a:ext cx="136" cy="136"/>
              </a:xfrm>
              <a:custGeom>
                <a:avLst/>
                <a:gdLst>
                  <a:gd name="T0" fmla="*/ 0 w 410"/>
                  <a:gd name="T1" fmla="*/ 409 h 409"/>
                  <a:gd name="T2" fmla="*/ 409 w 410"/>
                  <a:gd name="T3" fmla="*/ 0 h 409"/>
                  <a:gd name="T4" fmla="*/ 410 w 410"/>
                  <a:gd name="T5" fmla="*/ 0 h 4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10" h="409">
                    <a:moveTo>
                      <a:pt x="0" y="409"/>
                    </a:moveTo>
                    <a:lnTo>
                      <a:pt x="409" y="0"/>
                    </a:lnTo>
                    <a:lnTo>
                      <a:pt x="410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3961" name="Freeform 57">
                <a:extLst>
                  <a:ext uri="{FF2B5EF4-FFF2-40B4-BE49-F238E27FC236}">
                    <a16:creationId xmlns:a16="http://schemas.microsoft.com/office/drawing/2014/main" id="{91A2542B-18D3-4215-B248-BB2F2AEA1AA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91" y="2938"/>
                <a:ext cx="53" cy="53"/>
              </a:xfrm>
              <a:custGeom>
                <a:avLst/>
                <a:gdLst>
                  <a:gd name="T0" fmla="*/ 0 w 161"/>
                  <a:gd name="T1" fmla="*/ 160 h 160"/>
                  <a:gd name="T2" fmla="*/ 160 w 161"/>
                  <a:gd name="T3" fmla="*/ 0 h 160"/>
                  <a:gd name="T4" fmla="*/ 161 w 161"/>
                  <a:gd name="T5" fmla="*/ 0 h 1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61" h="160">
                    <a:moveTo>
                      <a:pt x="0" y="160"/>
                    </a:moveTo>
                    <a:lnTo>
                      <a:pt x="160" y="0"/>
                    </a:lnTo>
                    <a:lnTo>
                      <a:pt x="161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3962" name="Freeform 58">
                <a:extLst>
                  <a:ext uri="{FF2B5EF4-FFF2-40B4-BE49-F238E27FC236}">
                    <a16:creationId xmlns:a16="http://schemas.microsoft.com/office/drawing/2014/main" id="{5F898064-D2A1-4E9D-B6AC-F39C7918F93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49" y="2725"/>
                <a:ext cx="98" cy="97"/>
              </a:xfrm>
              <a:custGeom>
                <a:avLst/>
                <a:gdLst>
                  <a:gd name="T0" fmla="*/ 0 w 294"/>
                  <a:gd name="T1" fmla="*/ 291 h 291"/>
                  <a:gd name="T2" fmla="*/ 293 w 294"/>
                  <a:gd name="T3" fmla="*/ 0 h 291"/>
                  <a:gd name="T4" fmla="*/ 294 w 294"/>
                  <a:gd name="T5" fmla="*/ 0 h 2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94" h="291">
                    <a:moveTo>
                      <a:pt x="0" y="291"/>
                    </a:moveTo>
                    <a:lnTo>
                      <a:pt x="293" y="0"/>
                    </a:lnTo>
                    <a:lnTo>
                      <a:pt x="294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3963" name="Freeform 59">
                <a:extLst>
                  <a:ext uri="{FF2B5EF4-FFF2-40B4-BE49-F238E27FC236}">
                    <a16:creationId xmlns:a16="http://schemas.microsoft.com/office/drawing/2014/main" id="{4F170210-5535-4726-8019-D96DFBB1802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71" y="2728"/>
                <a:ext cx="62" cy="62"/>
              </a:xfrm>
              <a:custGeom>
                <a:avLst/>
                <a:gdLst>
                  <a:gd name="T0" fmla="*/ 0 w 187"/>
                  <a:gd name="T1" fmla="*/ 186 h 186"/>
                  <a:gd name="T2" fmla="*/ 186 w 187"/>
                  <a:gd name="T3" fmla="*/ 0 h 186"/>
                  <a:gd name="T4" fmla="*/ 187 w 187"/>
                  <a:gd name="T5" fmla="*/ 0 h 1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87" h="186">
                    <a:moveTo>
                      <a:pt x="0" y="186"/>
                    </a:moveTo>
                    <a:lnTo>
                      <a:pt x="186" y="0"/>
                    </a:lnTo>
                    <a:lnTo>
                      <a:pt x="187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3964" name="Freeform 60">
                <a:extLst>
                  <a:ext uri="{FF2B5EF4-FFF2-40B4-BE49-F238E27FC236}">
                    <a16:creationId xmlns:a16="http://schemas.microsoft.com/office/drawing/2014/main" id="{E7FECE41-511C-4BE4-BC68-7F70E612729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50" y="2749"/>
                <a:ext cx="53" cy="52"/>
              </a:xfrm>
              <a:custGeom>
                <a:avLst/>
                <a:gdLst>
                  <a:gd name="T0" fmla="*/ 0 w 157"/>
                  <a:gd name="T1" fmla="*/ 156 h 156"/>
                  <a:gd name="T2" fmla="*/ 156 w 157"/>
                  <a:gd name="T3" fmla="*/ 0 h 156"/>
                  <a:gd name="T4" fmla="*/ 157 w 157"/>
                  <a:gd name="T5" fmla="*/ 0 h 1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57" h="156">
                    <a:moveTo>
                      <a:pt x="0" y="156"/>
                    </a:moveTo>
                    <a:lnTo>
                      <a:pt x="156" y="0"/>
                    </a:lnTo>
                    <a:lnTo>
                      <a:pt x="157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3965" name="Freeform 61">
                <a:extLst>
                  <a:ext uri="{FF2B5EF4-FFF2-40B4-BE49-F238E27FC236}">
                    <a16:creationId xmlns:a16="http://schemas.microsoft.com/office/drawing/2014/main" id="{B6F57D12-6BB1-474E-9755-D073997830B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63" y="2820"/>
                <a:ext cx="48" cy="47"/>
              </a:xfrm>
              <a:custGeom>
                <a:avLst/>
                <a:gdLst>
                  <a:gd name="T0" fmla="*/ 0 w 142"/>
                  <a:gd name="T1" fmla="*/ 140 h 140"/>
                  <a:gd name="T2" fmla="*/ 141 w 142"/>
                  <a:gd name="T3" fmla="*/ 0 h 140"/>
                  <a:gd name="T4" fmla="*/ 142 w 142"/>
                  <a:gd name="T5" fmla="*/ 0 h 1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42" h="140">
                    <a:moveTo>
                      <a:pt x="0" y="140"/>
                    </a:moveTo>
                    <a:lnTo>
                      <a:pt x="141" y="0"/>
                    </a:lnTo>
                    <a:lnTo>
                      <a:pt x="142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3966" name="Freeform 62">
                <a:extLst>
                  <a:ext uri="{FF2B5EF4-FFF2-40B4-BE49-F238E27FC236}">
                    <a16:creationId xmlns:a16="http://schemas.microsoft.com/office/drawing/2014/main" id="{E32D98E6-BA0D-4BA7-88D6-CB292BF9DB0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31" y="2927"/>
                <a:ext cx="52" cy="52"/>
              </a:xfrm>
              <a:custGeom>
                <a:avLst/>
                <a:gdLst>
                  <a:gd name="T0" fmla="*/ 0 w 156"/>
                  <a:gd name="T1" fmla="*/ 156 h 156"/>
                  <a:gd name="T2" fmla="*/ 155 w 156"/>
                  <a:gd name="T3" fmla="*/ 0 h 156"/>
                  <a:gd name="T4" fmla="*/ 156 w 156"/>
                  <a:gd name="T5" fmla="*/ 0 h 1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56" h="156">
                    <a:moveTo>
                      <a:pt x="0" y="156"/>
                    </a:moveTo>
                    <a:lnTo>
                      <a:pt x="155" y="0"/>
                    </a:lnTo>
                    <a:lnTo>
                      <a:pt x="156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3967" name="Freeform 63">
                <a:extLst>
                  <a:ext uri="{FF2B5EF4-FFF2-40B4-BE49-F238E27FC236}">
                    <a16:creationId xmlns:a16="http://schemas.microsoft.com/office/drawing/2014/main" id="{A47C20AD-B922-442B-9D99-3D196D0B095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03" y="2869"/>
                <a:ext cx="48" cy="48"/>
              </a:xfrm>
              <a:custGeom>
                <a:avLst/>
                <a:gdLst>
                  <a:gd name="T0" fmla="*/ 0 w 145"/>
                  <a:gd name="T1" fmla="*/ 144 h 144"/>
                  <a:gd name="T2" fmla="*/ 144 w 145"/>
                  <a:gd name="T3" fmla="*/ 0 h 144"/>
                  <a:gd name="T4" fmla="*/ 145 w 145"/>
                  <a:gd name="T5" fmla="*/ 0 h 1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45" h="144">
                    <a:moveTo>
                      <a:pt x="0" y="144"/>
                    </a:moveTo>
                    <a:lnTo>
                      <a:pt x="144" y="0"/>
                    </a:lnTo>
                    <a:lnTo>
                      <a:pt x="145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pSp>
        <p:nvGrpSpPr>
          <p:cNvPr id="123968" name="Group 64">
            <a:extLst>
              <a:ext uri="{FF2B5EF4-FFF2-40B4-BE49-F238E27FC236}">
                <a16:creationId xmlns:a16="http://schemas.microsoft.com/office/drawing/2014/main" id="{CE2293A5-A34A-43A0-9D7E-C3DFCCCDB076}"/>
              </a:ext>
            </a:extLst>
          </p:cNvPr>
          <p:cNvGrpSpPr>
            <a:grpSpLocks/>
          </p:cNvGrpSpPr>
          <p:nvPr/>
        </p:nvGrpSpPr>
        <p:grpSpPr bwMode="auto">
          <a:xfrm>
            <a:off x="3122613" y="990600"/>
            <a:ext cx="1728787" cy="1733550"/>
            <a:chOff x="1635" y="624"/>
            <a:chExt cx="1089" cy="1092"/>
          </a:xfrm>
        </p:grpSpPr>
        <p:sp>
          <p:nvSpPr>
            <p:cNvPr id="123969" name="Arc 65">
              <a:extLst>
                <a:ext uri="{FF2B5EF4-FFF2-40B4-BE49-F238E27FC236}">
                  <a16:creationId xmlns:a16="http://schemas.microsoft.com/office/drawing/2014/main" id="{AA0EFE66-D348-4B08-A2C5-B048325DF1C3}"/>
                </a:ext>
              </a:extLst>
            </p:cNvPr>
            <p:cNvSpPr>
              <a:spLocks/>
            </p:cNvSpPr>
            <p:nvPr/>
          </p:nvSpPr>
          <p:spPr bwMode="auto">
            <a:xfrm flipH="1" flipV="1">
              <a:off x="1843" y="836"/>
              <a:ext cx="664" cy="664"/>
            </a:xfrm>
            <a:custGeom>
              <a:avLst/>
              <a:gdLst>
                <a:gd name="G0" fmla="+- 21600 0 0"/>
                <a:gd name="G1" fmla="+- 21600 0 0"/>
                <a:gd name="G2" fmla="+- 21600 0 0"/>
                <a:gd name="T0" fmla="*/ 33547 w 43200"/>
                <a:gd name="T1" fmla="*/ 39596 h 43200"/>
                <a:gd name="T2" fmla="*/ 42978 w 43200"/>
                <a:gd name="T3" fmla="*/ 24690 h 43200"/>
                <a:gd name="T4" fmla="*/ 21600 w 43200"/>
                <a:gd name="T5" fmla="*/ 21600 h 43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3200" h="43200" fill="none" extrusionOk="0">
                  <a:moveTo>
                    <a:pt x="33546" y="39595"/>
                  </a:moveTo>
                  <a:cubicBezTo>
                    <a:pt x="30005" y="41946"/>
                    <a:pt x="25850" y="43199"/>
                    <a:pt x="21600" y="43199"/>
                  </a:cubicBezTo>
                  <a:cubicBezTo>
                    <a:pt x="9670" y="43200"/>
                    <a:pt x="0" y="33529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0"/>
                    <a:pt x="43200" y="9670"/>
                    <a:pt x="43200" y="21600"/>
                  </a:cubicBezTo>
                  <a:cubicBezTo>
                    <a:pt x="43199" y="22633"/>
                    <a:pt x="43125" y="23666"/>
                    <a:pt x="42977" y="24689"/>
                  </a:cubicBezTo>
                </a:path>
                <a:path w="43200" h="43200" stroke="0" extrusionOk="0">
                  <a:moveTo>
                    <a:pt x="33546" y="39595"/>
                  </a:moveTo>
                  <a:cubicBezTo>
                    <a:pt x="30005" y="41946"/>
                    <a:pt x="25850" y="43199"/>
                    <a:pt x="21600" y="43199"/>
                  </a:cubicBezTo>
                  <a:cubicBezTo>
                    <a:pt x="9670" y="43200"/>
                    <a:pt x="0" y="33529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0"/>
                    <a:pt x="43200" y="9670"/>
                    <a:pt x="43200" y="21600"/>
                  </a:cubicBezTo>
                  <a:cubicBezTo>
                    <a:pt x="43199" y="22633"/>
                    <a:pt x="43125" y="23666"/>
                    <a:pt x="42977" y="24689"/>
                  </a:cubicBezTo>
                  <a:lnTo>
                    <a:pt x="21600" y="21600"/>
                  </a:lnTo>
                  <a:close/>
                </a:path>
              </a:pathLst>
            </a:cu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3970" name="Oval 66">
              <a:extLst>
                <a:ext uri="{FF2B5EF4-FFF2-40B4-BE49-F238E27FC236}">
                  <a16:creationId xmlns:a16="http://schemas.microsoft.com/office/drawing/2014/main" id="{D63C2F86-5195-4BFB-A95D-E2732D1C6A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18" y="903"/>
              <a:ext cx="517" cy="522"/>
            </a:xfrm>
            <a:prstGeom prst="ellips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3971" name="Oval 67">
              <a:extLst>
                <a:ext uri="{FF2B5EF4-FFF2-40B4-BE49-F238E27FC236}">
                  <a16:creationId xmlns:a16="http://schemas.microsoft.com/office/drawing/2014/main" id="{EA017D00-AA10-462D-9843-6F2FA28153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95" y="1232"/>
              <a:ext cx="98" cy="92"/>
            </a:xfrm>
            <a:prstGeom prst="ellips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3972" name="Freeform 68">
              <a:extLst>
                <a:ext uri="{FF2B5EF4-FFF2-40B4-BE49-F238E27FC236}">
                  <a16:creationId xmlns:a16="http://schemas.microsoft.com/office/drawing/2014/main" id="{568FE1E2-6BCF-40E2-AC90-B07D88AF7C65}"/>
                </a:ext>
              </a:extLst>
            </p:cNvPr>
            <p:cNvSpPr>
              <a:spLocks/>
            </p:cNvSpPr>
            <p:nvPr/>
          </p:nvSpPr>
          <p:spPr bwMode="auto">
            <a:xfrm>
              <a:off x="1635" y="1227"/>
              <a:ext cx="54" cy="159"/>
            </a:xfrm>
            <a:custGeom>
              <a:avLst/>
              <a:gdLst>
                <a:gd name="T0" fmla="*/ 34 w 163"/>
                <a:gd name="T1" fmla="*/ 0 h 478"/>
                <a:gd name="T2" fmla="*/ 0 w 163"/>
                <a:gd name="T3" fmla="*/ 265 h 478"/>
                <a:gd name="T4" fmla="*/ 162 w 163"/>
                <a:gd name="T5" fmla="*/ 478 h 478"/>
                <a:gd name="T6" fmla="*/ 163 w 163"/>
                <a:gd name="T7" fmla="*/ 478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3" h="478">
                  <a:moveTo>
                    <a:pt x="34" y="0"/>
                  </a:moveTo>
                  <a:lnTo>
                    <a:pt x="0" y="265"/>
                  </a:lnTo>
                  <a:lnTo>
                    <a:pt x="162" y="478"/>
                  </a:lnTo>
                  <a:lnTo>
                    <a:pt x="163" y="478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973" name="Freeform 69">
              <a:extLst>
                <a:ext uri="{FF2B5EF4-FFF2-40B4-BE49-F238E27FC236}">
                  <a16:creationId xmlns:a16="http://schemas.microsoft.com/office/drawing/2014/main" id="{973F60C6-30C5-4A4C-99D8-F7F6FE352949}"/>
                </a:ext>
              </a:extLst>
            </p:cNvPr>
            <p:cNvSpPr>
              <a:spLocks/>
            </p:cNvSpPr>
            <p:nvPr/>
          </p:nvSpPr>
          <p:spPr bwMode="auto">
            <a:xfrm>
              <a:off x="1646" y="1227"/>
              <a:ext cx="206" cy="119"/>
            </a:xfrm>
            <a:custGeom>
              <a:avLst/>
              <a:gdLst>
                <a:gd name="T0" fmla="*/ 0 w 618"/>
                <a:gd name="T1" fmla="*/ 0 h 357"/>
                <a:gd name="T2" fmla="*/ 617 w 618"/>
                <a:gd name="T3" fmla="*/ 357 h 357"/>
                <a:gd name="T4" fmla="*/ 618 w 618"/>
                <a:gd name="T5" fmla="*/ 357 h 3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18" h="357">
                  <a:moveTo>
                    <a:pt x="0" y="0"/>
                  </a:moveTo>
                  <a:lnTo>
                    <a:pt x="617" y="357"/>
                  </a:lnTo>
                  <a:lnTo>
                    <a:pt x="618" y="357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974" name="Freeform 70">
              <a:extLst>
                <a:ext uri="{FF2B5EF4-FFF2-40B4-BE49-F238E27FC236}">
                  <a16:creationId xmlns:a16="http://schemas.microsoft.com/office/drawing/2014/main" id="{49CE7569-6D3D-4177-A579-61E5CE851161}"/>
                </a:ext>
              </a:extLst>
            </p:cNvPr>
            <p:cNvSpPr>
              <a:spLocks/>
            </p:cNvSpPr>
            <p:nvPr/>
          </p:nvSpPr>
          <p:spPr bwMode="auto">
            <a:xfrm>
              <a:off x="1646" y="678"/>
              <a:ext cx="316" cy="549"/>
            </a:xfrm>
            <a:custGeom>
              <a:avLst/>
              <a:gdLst>
                <a:gd name="T0" fmla="*/ 949 w 949"/>
                <a:gd name="T1" fmla="*/ 0 h 1645"/>
                <a:gd name="T2" fmla="*/ 0 w 949"/>
                <a:gd name="T3" fmla="*/ 1645 h 1645"/>
                <a:gd name="T4" fmla="*/ 1 w 949"/>
                <a:gd name="T5" fmla="*/ 1645 h 16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49" h="1645">
                  <a:moveTo>
                    <a:pt x="949" y="0"/>
                  </a:moveTo>
                  <a:lnTo>
                    <a:pt x="0" y="1645"/>
                  </a:lnTo>
                  <a:lnTo>
                    <a:pt x="1" y="1645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975" name="Freeform 71">
              <a:extLst>
                <a:ext uri="{FF2B5EF4-FFF2-40B4-BE49-F238E27FC236}">
                  <a16:creationId xmlns:a16="http://schemas.microsoft.com/office/drawing/2014/main" id="{F975C394-5BDF-4903-9488-F3A3B439CC2A}"/>
                </a:ext>
              </a:extLst>
            </p:cNvPr>
            <p:cNvSpPr>
              <a:spLocks/>
            </p:cNvSpPr>
            <p:nvPr/>
          </p:nvSpPr>
          <p:spPr bwMode="auto">
            <a:xfrm>
              <a:off x="2520" y="1000"/>
              <a:ext cx="167" cy="97"/>
            </a:xfrm>
            <a:custGeom>
              <a:avLst/>
              <a:gdLst>
                <a:gd name="T0" fmla="*/ 0 w 503"/>
                <a:gd name="T1" fmla="*/ 0 h 289"/>
                <a:gd name="T2" fmla="*/ 502 w 503"/>
                <a:gd name="T3" fmla="*/ 289 h 289"/>
                <a:gd name="T4" fmla="*/ 503 w 503"/>
                <a:gd name="T5" fmla="*/ 289 h 2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03" h="289">
                  <a:moveTo>
                    <a:pt x="0" y="0"/>
                  </a:moveTo>
                  <a:lnTo>
                    <a:pt x="502" y="289"/>
                  </a:lnTo>
                  <a:lnTo>
                    <a:pt x="503" y="289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976" name="Freeform 72">
              <a:extLst>
                <a:ext uri="{FF2B5EF4-FFF2-40B4-BE49-F238E27FC236}">
                  <a16:creationId xmlns:a16="http://schemas.microsoft.com/office/drawing/2014/main" id="{271E1389-E422-4C81-B3F0-A34BD75BC378}"/>
                </a:ext>
              </a:extLst>
            </p:cNvPr>
            <p:cNvSpPr>
              <a:spLocks/>
            </p:cNvSpPr>
            <p:nvPr/>
          </p:nvSpPr>
          <p:spPr bwMode="auto">
            <a:xfrm>
              <a:off x="2122" y="636"/>
              <a:ext cx="548" cy="316"/>
            </a:xfrm>
            <a:custGeom>
              <a:avLst/>
              <a:gdLst>
                <a:gd name="T0" fmla="*/ 0 w 1644"/>
                <a:gd name="T1" fmla="*/ 0 h 949"/>
                <a:gd name="T2" fmla="*/ 1643 w 1644"/>
                <a:gd name="T3" fmla="*/ 949 h 949"/>
                <a:gd name="T4" fmla="*/ 1644 w 1644"/>
                <a:gd name="T5" fmla="*/ 949 h 9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644" h="949">
                  <a:moveTo>
                    <a:pt x="0" y="0"/>
                  </a:moveTo>
                  <a:lnTo>
                    <a:pt x="1643" y="949"/>
                  </a:lnTo>
                  <a:lnTo>
                    <a:pt x="1644" y="949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977" name="Freeform 73">
              <a:extLst>
                <a:ext uri="{FF2B5EF4-FFF2-40B4-BE49-F238E27FC236}">
                  <a16:creationId xmlns:a16="http://schemas.microsoft.com/office/drawing/2014/main" id="{3882DB41-3BE5-4304-8E44-AB56A8925EEF}"/>
                </a:ext>
              </a:extLst>
            </p:cNvPr>
            <p:cNvSpPr>
              <a:spLocks/>
            </p:cNvSpPr>
            <p:nvPr/>
          </p:nvSpPr>
          <p:spPr bwMode="auto">
            <a:xfrm>
              <a:off x="2396" y="1098"/>
              <a:ext cx="322" cy="562"/>
            </a:xfrm>
            <a:custGeom>
              <a:avLst/>
              <a:gdLst>
                <a:gd name="T0" fmla="*/ 322 w 322"/>
                <a:gd name="T1" fmla="*/ 0 h 562"/>
                <a:gd name="T2" fmla="*/ 0 w 322"/>
                <a:gd name="T3" fmla="*/ 562 h 562"/>
                <a:gd name="T4" fmla="*/ 0 w 322"/>
                <a:gd name="T5" fmla="*/ 562 h 5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22" h="562">
                  <a:moveTo>
                    <a:pt x="322" y="0"/>
                  </a:moveTo>
                  <a:lnTo>
                    <a:pt x="0" y="562"/>
                  </a:lnTo>
                  <a:lnTo>
                    <a:pt x="0" y="562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978" name="Freeform 74">
              <a:extLst>
                <a:ext uri="{FF2B5EF4-FFF2-40B4-BE49-F238E27FC236}">
                  <a16:creationId xmlns:a16="http://schemas.microsoft.com/office/drawing/2014/main" id="{72849114-7178-491F-B124-FCB850588818}"/>
                </a:ext>
              </a:extLst>
            </p:cNvPr>
            <p:cNvSpPr>
              <a:spLocks/>
            </p:cNvSpPr>
            <p:nvPr/>
          </p:nvSpPr>
          <p:spPr bwMode="auto">
            <a:xfrm>
              <a:off x="1689" y="1386"/>
              <a:ext cx="548" cy="317"/>
            </a:xfrm>
            <a:custGeom>
              <a:avLst/>
              <a:gdLst>
                <a:gd name="T0" fmla="*/ 0 w 1645"/>
                <a:gd name="T1" fmla="*/ 0 h 950"/>
                <a:gd name="T2" fmla="*/ 1644 w 1645"/>
                <a:gd name="T3" fmla="*/ 950 h 950"/>
                <a:gd name="T4" fmla="*/ 1645 w 1645"/>
                <a:gd name="T5" fmla="*/ 950 h 9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645" h="950">
                  <a:moveTo>
                    <a:pt x="0" y="0"/>
                  </a:moveTo>
                  <a:lnTo>
                    <a:pt x="1644" y="950"/>
                  </a:lnTo>
                  <a:lnTo>
                    <a:pt x="1645" y="95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979" name="Freeform 75">
              <a:extLst>
                <a:ext uri="{FF2B5EF4-FFF2-40B4-BE49-F238E27FC236}">
                  <a16:creationId xmlns:a16="http://schemas.microsoft.com/office/drawing/2014/main" id="{84FDAC12-5589-423F-B608-8649E4400CE4}"/>
                </a:ext>
              </a:extLst>
            </p:cNvPr>
            <p:cNvSpPr>
              <a:spLocks/>
            </p:cNvSpPr>
            <p:nvPr/>
          </p:nvSpPr>
          <p:spPr bwMode="auto">
            <a:xfrm>
              <a:off x="1689" y="1198"/>
              <a:ext cx="108" cy="188"/>
            </a:xfrm>
            <a:custGeom>
              <a:avLst/>
              <a:gdLst>
                <a:gd name="T0" fmla="*/ 325 w 325"/>
                <a:gd name="T1" fmla="*/ 0 h 564"/>
                <a:gd name="T2" fmla="*/ 0 w 325"/>
                <a:gd name="T3" fmla="*/ 564 h 564"/>
                <a:gd name="T4" fmla="*/ 1 w 325"/>
                <a:gd name="T5" fmla="*/ 564 h 5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25" h="564">
                  <a:moveTo>
                    <a:pt x="325" y="0"/>
                  </a:moveTo>
                  <a:lnTo>
                    <a:pt x="0" y="564"/>
                  </a:lnTo>
                  <a:lnTo>
                    <a:pt x="1" y="564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980" name="Freeform 76">
              <a:extLst>
                <a:ext uri="{FF2B5EF4-FFF2-40B4-BE49-F238E27FC236}">
                  <a16:creationId xmlns:a16="http://schemas.microsoft.com/office/drawing/2014/main" id="{E48F313D-879C-401D-8A20-5333BA06428C}"/>
                </a:ext>
              </a:extLst>
            </p:cNvPr>
            <p:cNvSpPr>
              <a:spLocks/>
            </p:cNvSpPr>
            <p:nvPr/>
          </p:nvSpPr>
          <p:spPr bwMode="auto">
            <a:xfrm>
              <a:off x="2249" y="1522"/>
              <a:ext cx="91" cy="159"/>
            </a:xfrm>
            <a:custGeom>
              <a:avLst/>
              <a:gdLst>
                <a:gd name="T0" fmla="*/ 275 w 275"/>
                <a:gd name="T1" fmla="*/ 0 h 477"/>
                <a:gd name="T2" fmla="*/ 0 w 275"/>
                <a:gd name="T3" fmla="*/ 477 h 477"/>
                <a:gd name="T4" fmla="*/ 2 w 275"/>
                <a:gd name="T5" fmla="*/ 477 h 4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75" h="477">
                  <a:moveTo>
                    <a:pt x="275" y="0"/>
                  </a:moveTo>
                  <a:lnTo>
                    <a:pt x="0" y="477"/>
                  </a:lnTo>
                  <a:lnTo>
                    <a:pt x="2" y="477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981" name="Freeform 77">
              <a:extLst>
                <a:ext uri="{FF2B5EF4-FFF2-40B4-BE49-F238E27FC236}">
                  <a16:creationId xmlns:a16="http://schemas.microsoft.com/office/drawing/2014/main" id="{AD8001B8-7C02-4494-BD91-46145A48D121}"/>
                </a:ext>
              </a:extLst>
            </p:cNvPr>
            <p:cNvSpPr>
              <a:spLocks/>
            </p:cNvSpPr>
            <p:nvPr/>
          </p:nvSpPr>
          <p:spPr bwMode="auto">
            <a:xfrm>
              <a:off x="2220" y="1558"/>
              <a:ext cx="151" cy="87"/>
            </a:xfrm>
            <a:custGeom>
              <a:avLst/>
              <a:gdLst>
                <a:gd name="T0" fmla="*/ 0 w 452"/>
                <a:gd name="T1" fmla="*/ 0 h 261"/>
                <a:gd name="T2" fmla="*/ 451 w 452"/>
                <a:gd name="T3" fmla="*/ 261 h 261"/>
                <a:gd name="T4" fmla="*/ 452 w 452"/>
                <a:gd name="T5" fmla="*/ 261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52" h="261">
                  <a:moveTo>
                    <a:pt x="0" y="0"/>
                  </a:moveTo>
                  <a:lnTo>
                    <a:pt x="451" y="261"/>
                  </a:lnTo>
                  <a:lnTo>
                    <a:pt x="452" y="261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982" name="Freeform 78">
              <a:extLst>
                <a:ext uri="{FF2B5EF4-FFF2-40B4-BE49-F238E27FC236}">
                  <a16:creationId xmlns:a16="http://schemas.microsoft.com/office/drawing/2014/main" id="{957EEB79-82B4-4C58-BE11-46C4D6986040}"/>
                </a:ext>
              </a:extLst>
            </p:cNvPr>
            <p:cNvSpPr>
              <a:spLocks/>
            </p:cNvSpPr>
            <p:nvPr/>
          </p:nvSpPr>
          <p:spPr bwMode="auto">
            <a:xfrm>
              <a:off x="2245" y="1551"/>
              <a:ext cx="100" cy="100"/>
            </a:xfrm>
            <a:custGeom>
              <a:avLst/>
              <a:gdLst>
                <a:gd name="T0" fmla="*/ 300 w 301"/>
                <a:gd name="T1" fmla="*/ 150 h 300"/>
                <a:gd name="T2" fmla="*/ 256 w 301"/>
                <a:gd name="T3" fmla="*/ 45 h 300"/>
                <a:gd name="T4" fmla="*/ 150 w 301"/>
                <a:gd name="T5" fmla="*/ 0 h 300"/>
                <a:gd name="T6" fmla="*/ 44 w 301"/>
                <a:gd name="T7" fmla="*/ 45 h 300"/>
                <a:gd name="T8" fmla="*/ 0 w 301"/>
                <a:gd name="T9" fmla="*/ 150 h 300"/>
                <a:gd name="T10" fmla="*/ 44 w 301"/>
                <a:gd name="T11" fmla="*/ 256 h 300"/>
                <a:gd name="T12" fmla="*/ 150 w 301"/>
                <a:gd name="T13" fmla="*/ 300 h 300"/>
                <a:gd name="T14" fmla="*/ 256 w 301"/>
                <a:gd name="T15" fmla="*/ 256 h 300"/>
                <a:gd name="T16" fmla="*/ 300 w 301"/>
                <a:gd name="T17" fmla="*/ 150 h 300"/>
                <a:gd name="T18" fmla="*/ 301 w 301"/>
                <a:gd name="T19" fmla="*/ 150 h 3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01" h="300">
                  <a:moveTo>
                    <a:pt x="300" y="150"/>
                  </a:moveTo>
                  <a:lnTo>
                    <a:pt x="256" y="45"/>
                  </a:lnTo>
                  <a:lnTo>
                    <a:pt x="150" y="0"/>
                  </a:lnTo>
                  <a:lnTo>
                    <a:pt x="44" y="45"/>
                  </a:lnTo>
                  <a:lnTo>
                    <a:pt x="0" y="150"/>
                  </a:lnTo>
                  <a:lnTo>
                    <a:pt x="44" y="256"/>
                  </a:lnTo>
                  <a:lnTo>
                    <a:pt x="150" y="300"/>
                  </a:lnTo>
                  <a:lnTo>
                    <a:pt x="256" y="256"/>
                  </a:lnTo>
                  <a:lnTo>
                    <a:pt x="300" y="150"/>
                  </a:lnTo>
                  <a:lnTo>
                    <a:pt x="301" y="15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983" name="Freeform 79">
              <a:extLst>
                <a:ext uri="{FF2B5EF4-FFF2-40B4-BE49-F238E27FC236}">
                  <a16:creationId xmlns:a16="http://schemas.microsoft.com/office/drawing/2014/main" id="{F796DD62-ACFF-4CF1-A076-63D4A94F5776}"/>
                </a:ext>
              </a:extLst>
            </p:cNvPr>
            <p:cNvSpPr>
              <a:spLocks/>
            </p:cNvSpPr>
            <p:nvPr/>
          </p:nvSpPr>
          <p:spPr bwMode="auto">
            <a:xfrm>
              <a:off x="2237" y="1662"/>
              <a:ext cx="163" cy="54"/>
            </a:xfrm>
            <a:custGeom>
              <a:avLst/>
              <a:gdLst>
                <a:gd name="T0" fmla="*/ 0 w 163"/>
                <a:gd name="T1" fmla="*/ 41 h 54"/>
                <a:gd name="T2" fmla="*/ 67 w 163"/>
                <a:gd name="T3" fmla="*/ 54 h 54"/>
                <a:gd name="T4" fmla="*/ 115 w 163"/>
                <a:gd name="T5" fmla="*/ 42 h 54"/>
                <a:gd name="T6" fmla="*/ 163 w 163"/>
                <a:gd name="T7" fmla="*/ 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3" h="54">
                  <a:moveTo>
                    <a:pt x="0" y="41"/>
                  </a:moveTo>
                  <a:lnTo>
                    <a:pt x="67" y="54"/>
                  </a:lnTo>
                  <a:lnTo>
                    <a:pt x="115" y="42"/>
                  </a:lnTo>
                  <a:lnTo>
                    <a:pt x="163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23984" name="Group 80">
              <a:extLst>
                <a:ext uri="{FF2B5EF4-FFF2-40B4-BE49-F238E27FC236}">
                  <a16:creationId xmlns:a16="http://schemas.microsoft.com/office/drawing/2014/main" id="{58E7F2A1-E38C-4720-A76C-AC22771F1A6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45" y="721"/>
              <a:ext cx="863" cy="891"/>
              <a:chOff x="1745" y="721"/>
              <a:chExt cx="863" cy="891"/>
            </a:xfrm>
          </p:grpSpPr>
          <p:sp>
            <p:nvSpPr>
              <p:cNvPr id="123985" name="Freeform 81">
                <a:extLst>
                  <a:ext uri="{FF2B5EF4-FFF2-40B4-BE49-F238E27FC236}">
                    <a16:creationId xmlns:a16="http://schemas.microsoft.com/office/drawing/2014/main" id="{5C0EC2EB-0826-4F34-8644-947ADC279DF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54" y="1270"/>
                <a:ext cx="254" cy="147"/>
              </a:xfrm>
              <a:custGeom>
                <a:avLst/>
                <a:gdLst>
                  <a:gd name="T0" fmla="*/ 0 w 762"/>
                  <a:gd name="T1" fmla="*/ 0 h 439"/>
                  <a:gd name="T2" fmla="*/ 760 w 762"/>
                  <a:gd name="T3" fmla="*/ 439 h 439"/>
                  <a:gd name="T4" fmla="*/ 762 w 762"/>
                  <a:gd name="T5" fmla="*/ 439 h 4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762" h="439">
                    <a:moveTo>
                      <a:pt x="0" y="0"/>
                    </a:moveTo>
                    <a:lnTo>
                      <a:pt x="760" y="439"/>
                    </a:lnTo>
                    <a:lnTo>
                      <a:pt x="762" y="439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3986" name="Freeform 82">
                <a:extLst>
                  <a:ext uri="{FF2B5EF4-FFF2-40B4-BE49-F238E27FC236}">
                    <a16:creationId xmlns:a16="http://schemas.microsoft.com/office/drawing/2014/main" id="{6BB8D7FD-5D3C-45E7-A31A-165CF14B279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39" y="721"/>
                <a:ext cx="299" cy="518"/>
              </a:xfrm>
              <a:custGeom>
                <a:avLst/>
                <a:gdLst>
                  <a:gd name="T0" fmla="*/ 896 w 896"/>
                  <a:gd name="T1" fmla="*/ 0 h 1553"/>
                  <a:gd name="T2" fmla="*/ 0 w 896"/>
                  <a:gd name="T3" fmla="*/ 1553 h 1553"/>
                  <a:gd name="T4" fmla="*/ 1 w 896"/>
                  <a:gd name="T5" fmla="*/ 1553 h 15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896" h="1553">
                    <a:moveTo>
                      <a:pt x="896" y="0"/>
                    </a:moveTo>
                    <a:lnTo>
                      <a:pt x="0" y="1553"/>
                    </a:lnTo>
                    <a:lnTo>
                      <a:pt x="1" y="1553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3987" name="Freeform 83">
                <a:extLst>
                  <a:ext uri="{FF2B5EF4-FFF2-40B4-BE49-F238E27FC236}">
                    <a16:creationId xmlns:a16="http://schemas.microsoft.com/office/drawing/2014/main" id="{C0E12F46-0AC2-4536-9551-27BF9D80C2D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45" y="919"/>
                <a:ext cx="510" cy="293"/>
              </a:xfrm>
              <a:custGeom>
                <a:avLst/>
                <a:gdLst>
                  <a:gd name="T0" fmla="*/ 0 w 1528"/>
                  <a:gd name="T1" fmla="*/ 0 h 881"/>
                  <a:gd name="T2" fmla="*/ 1527 w 1528"/>
                  <a:gd name="T3" fmla="*/ 881 h 881"/>
                  <a:gd name="T4" fmla="*/ 1528 w 1528"/>
                  <a:gd name="T5" fmla="*/ 881 h 8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528" h="881">
                    <a:moveTo>
                      <a:pt x="0" y="0"/>
                    </a:moveTo>
                    <a:lnTo>
                      <a:pt x="1527" y="881"/>
                    </a:lnTo>
                    <a:lnTo>
                      <a:pt x="1528" y="881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3988" name="Freeform 84">
                <a:extLst>
                  <a:ext uri="{FF2B5EF4-FFF2-40B4-BE49-F238E27FC236}">
                    <a16:creationId xmlns:a16="http://schemas.microsoft.com/office/drawing/2014/main" id="{CDAF410E-FAAF-47B8-A39A-0CB2650F2CA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23" y="1320"/>
                <a:ext cx="169" cy="292"/>
              </a:xfrm>
              <a:custGeom>
                <a:avLst/>
                <a:gdLst>
                  <a:gd name="T0" fmla="*/ 506 w 506"/>
                  <a:gd name="T1" fmla="*/ 0 h 876"/>
                  <a:gd name="T2" fmla="*/ 0 w 506"/>
                  <a:gd name="T3" fmla="*/ 876 h 876"/>
                  <a:gd name="T4" fmla="*/ 1 w 506"/>
                  <a:gd name="T5" fmla="*/ 876 h 8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506" h="876">
                    <a:moveTo>
                      <a:pt x="506" y="0"/>
                    </a:moveTo>
                    <a:lnTo>
                      <a:pt x="0" y="876"/>
                    </a:lnTo>
                    <a:lnTo>
                      <a:pt x="1" y="876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3989" name="Freeform 85">
                <a:extLst>
                  <a:ext uri="{FF2B5EF4-FFF2-40B4-BE49-F238E27FC236}">
                    <a16:creationId xmlns:a16="http://schemas.microsoft.com/office/drawing/2014/main" id="{CFB4F341-535B-460F-A3B9-14285B76EC6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11" y="1270"/>
                <a:ext cx="10" cy="17"/>
              </a:xfrm>
              <a:custGeom>
                <a:avLst/>
                <a:gdLst>
                  <a:gd name="T0" fmla="*/ 29 w 29"/>
                  <a:gd name="T1" fmla="*/ 0 h 51"/>
                  <a:gd name="T2" fmla="*/ 0 w 29"/>
                  <a:gd name="T3" fmla="*/ 51 h 51"/>
                  <a:gd name="T4" fmla="*/ 1 w 29"/>
                  <a:gd name="T5" fmla="*/ 51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9" h="51">
                    <a:moveTo>
                      <a:pt x="29" y="0"/>
                    </a:moveTo>
                    <a:lnTo>
                      <a:pt x="0" y="51"/>
                    </a:lnTo>
                    <a:lnTo>
                      <a:pt x="1" y="51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3990" name="Freeform 86">
                <a:extLst>
                  <a:ext uri="{FF2B5EF4-FFF2-40B4-BE49-F238E27FC236}">
                    <a16:creationId xmlns:a16="http://schemas.microsoft.com/office/drawing/2014/main" id="{CEF64B06-62CA-40A8-BD3B-383DA664E2A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91" y="1234"/>
                <a:ext cx="18" cy="10"/>
              </a:xfrm>
              <a:custGeom>
                <a:avLst/>
                <a:gdLst>
                  <a:gd name="T0" fmla="*/ 0 w 53"/>
                  <a:gd name="T1" fmla="*/ 0 h 29"/>
                  <a:gd name="T2" fmla="*/ 52 w 53"/>
                  <a:gd name="T3" fmla="*/ 29 h 29"/>
                  <a:gd name="T4" fmla="*/ 53 w 53"/>
                  <a:gd name="T5" fmla="*/ 29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53" h="29">
                    <a:moveTo>
                      <a:pt x="0" y="0"/>
                    </a:moveTo>
                    <a:lnTo>
                      <a:pt x="52" y="29"/>
                    </a:lnTo>
                    <a:lnTo>
                      <a:pt x="53" y="29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23991" name="Freeform 87">
              <a:extLst>
                <a:ext uri="{FF2B5EF4-FFF2-40B4-BE49-F238E27FC236}">
                  <a16:creationId xmlns:a16="http://schemas.microsoft.com/office/drawing/2014/main" id="{E2F50F5A-64AA-48C1-8AB9-4995CAB28012}"/>
                </a:ext>
              </a:extLst>
            </p:cNvPr>
            <p:cNvSpPr>
              <a:spLocks/>
            </p:cNvSpPr>
            <p:nvPr/>
          </p:nvSpPr>
          <p:spPr bwMode="auto">
            <a:xfrm>
              <a:off x="2013" y="686"/>
              <a:ext cx="100" cy="101"/>
            </a:xfrm>
            <a:custGeom>
              <a:avLst/>
              <a:gdLst>
                <a:gd name="T0" fmla="*/ 299 w 300"/>
                <a:gd name="T1" fmla="*/ 150 h 301"/>
                <a:gd name="T2" fmla="*/ 256 w 300"/>
                <a:gd name="T3" fmla="*/ 45 h 301"/>
                <a:gd name="T4" fmla="*/ 150 w 300"/>
                <a:gd name="T5" fmla="*/ 0 h 301"/>
                <a:gd name="T6" fmla="*/ 44 w 300"/>
                <a:gd name="T7" fmla="*/ 45 h 301"/>
                <a:gd name="T8" fmla="*/ 0 w 300"/>
                <a:gd name="T9" fmla="*/ 150 h 301"/>
                <a:gd name="T10" fmla="*/ 44 w 300"/>
                <a:gd name="T11" fmla="*/ 256 h 301"/>
                <a:gd name="T12" fmla="*/ 150 w 300"/>
                <a:gd name="T13" fmla="*/ 301 h 301"/>
                <a:gd name="T14" fmla="*/ 256 w 300"/>
                <a:gd name="T15" fmla="*/ 256 h 301"/>
                <a:gd name="T16" fmla="*/ 299 w 300"/>
                <a:gd name="T17" fmla="*/ 150 h 301"/>
                <a:gd name="T18" fmla="*/ 300 w 300"/>
                <a:gd name="T19" fmla="*/ 150 h 3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00" h="301">
                  <a:moveTo>
                    <a:pt x="299" y="150"/>
                  </a:moveTo>
                  <a:lnTo>
                    <a:pt x="256" y="45"/>
                  </a:lnTo>
                  <a:lnTo>
                    <a:pt x="150" y="0"/>
                  </a:lnTo>
                  <a:lnTo>
                    <a:pt x="44" y="45"/>
                  </a:lnTo>
                  <a:lnTo>
                    <a:pt x="0" y="150"/>
                  </a:lnTo>
                  <a:lnTo>
                    <a:pt x="44" y="256"/>
                  </a:lnTo>
                  <a:lnTo>
                    <a:pt x="150" y="301"/>
                  </a:lnTo>
                  <a:lnTo>
                    <a:pt x="256" y="256"/>
                  </a:lnTo>
                  <a:lnTo>
                    <a:pt x="299" y="150"/>
                  </a:lnTo>
                  <a:lnTo>
                    <a:pt x="300" y="15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992" name="Freeform 88">
              <a:extLst>
                <a:ext uri="{FF2B5EF4-FFF2-40B4-BE49-F238E27FC236}">
                  <a16:creationId xmlns:a16="http://schemas.microsoft.com/office/drawing/2014/main" id="{944F8C82-1084-45A5-96FC-56A8E5E01DAA}"/>
                </a:ext>
              </a:extLst>
            </p:cNvPr>
            <p:cNvSpPr>
              <a:spLocks/>
            </p:cNvSpPr>
            <p:nvPr/>
          </p:nvSpPr>
          <p:spPr bwMode="auto">
            <a:xfrm>
              <a:off x="1962" y="624"/>
              <a:ext cx="160" cy="54"/>
            </a:xfrm>
            <a:custGeom>
              <a:avLst/>
              <a:gdLst>
                <a:gd name="T0" fmla="*/ 478 w 478"/>
                <a:gd name="T1" fmla="*/ 36 h 164"/>
                <a:gd name="T2" fmla="*/ 212 w 478"/>
                <a:gd name="T3" fmla="*/ 0 h 164"/>
                <a:gd name="T4" fmla="*/ 0 w 478"/>
                <a:gd name="T5" fmla="*/ 164 h 164"/>
                <a:gd name="T6" fmla="*/ 1 w 478"/>
                <a:gd name="T7" fmla="*/ 164 h 1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78" h="164">
                  <a:moveTo>
                    <a:pt x="478" y="36"/>
                  </a:moveTo>
                  <a:lnTo>
                    <a:pt x="212" y="0"/>
                  </a:lnTo>
                  <a:lnTo>
                    <a:pt x="0" y="164"/>
                  </a:lnTo>
                  <a:lnTo>
                    <a:pt x="1" y="164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993" name="Freeform 89">
              <a:extLst>
                <a:ext uri="{FF2B5EF4-FFF2-40B4-BE49-F238E27FC236}">
                  <a16:creationId xmlns:a16="http://schemas.microsoft.com/office/drawing/2014/main" id="{072FFF73-5188-4D96-A227-2D7BB9F4FF1D}"/>
                </a:ext>
              </a:extLst>
            </p:cNvPr>
            <p:cNvSpPr>
              <a:spLocks/>
            </p:cNvSpPr>
            <p:nvPr/>
          </p:nvSpPr>
          <p:spPr bwMode="auto">
            <a:xfrm>
              <a:off x="1992" y="695"/>
              <a:ext cx="158" cy="92"/>
            </a:xfrm>
            <a:custGeom>
              <a:avLst/>
              <a:gdLst>
                <a:gd name="T0" fmla="*/ 0 w 475"/>
                <a:gd name="T1" fmla="*/ 0 h 274"/>
                <a:gd name="T2" fmla="*/ 473 w 475"/>
                <a:gd name="T3" fmla="*/ 274 h 274"/>
                <a:gd name="T4" fmla="*/ 475 w 475"/>
                <a:gd name="T5" fmla="*/ 274 h 2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75" h="274">
                  <a:moveTo>
                    <a:pt x="0" y="0"/>
                  </a:moveTo>
                  <a:lnTo>
                    <a:pt x="473" y="274"/>
                  </a:lnTo>
                  <a:lnTo>
                    <a:pt x="475" y="274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994" name="Freeform 90">
              <a:extLst>
                <a:ext uri="{FF2B5EF4-FFF2-40B4-BE49-F238E27FC236}">
                  <a16:creationId xmlns:a16="http://schemas.microsoft.com/office/drawing/2014/main" id="{BE862C15-E0B4-4A5F-B620-ACD4D8F342B7}"/>
                </a:ext>
              </a:extLst>
            </p:cNvPr>
            <p:cNvSpPr>
              <a:spLocks/>
            </p:cNvSpPr>
            <p:nvPr/>
          </p:nvSpPr>
          <p:spPr bwMode="auto">
            <a:xfrm>
              <a:off x="1864" y="850"/>
              <a:ext cx="86" cy="50"/>
            </a:xfrm>
            <a:custGeom>
              <a:avLst/>
              <a:gdLst>
                <a:gd name="T0" fmla="*/ 0 w 260"/>
                <a:gd name="T1" fmla="*/ 0 h 150"/>
                <a:gd name="T2" fmla="*/ 259 w 260"/>
                <a:gd name="T3" fmla="*/ 150 h 150"/>
                <a:gd name="T4" fmla="*/ 260 w 260"/>
                <a:gd name="T5" fmla="*/ 150 h 1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60" h="150">
                  <a:moveTo>
                    <a:pt x="0" y="0"/>
                  </a:moveTo>
                  <a:lnTo>
                    <a:pt x="259" y="150"/>
                  </a:lnTo>
                  <a:lnTo>
                    <a:pt x="260" y="15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995" name="Freeform 91">
              <a:extLst>
                <a:ext uri="{FF2B5EF4-FFF2-40B4-BE49-F238E27FC236}">
                  <a16:creationId xmlns:a16="http://schemas.microsoft.com/office/drawing/2014/main" id="{D2EEF020-C0AD-4763-9B8F-EBAEFA49E312}"/>
                </a:ext>
              </a:extLst>
            </p:cNvPr>
            <p:cNvSpPr>
              <a:spLocks/>
            </p:cNvSpPr>
            <p:nvPr/>
          </p:nvSpPr>
          <p:spPr bwMode="auto">
            <a:xfrm>
              <a:off x="1771" y="1009"/>
              <a:ext cx="152" cy="87"/>
            </a:xfrm>
            <a:custGeom>
              <a:avLst/>
              <a:gdLst>
                <a:gd name="T0" fmla="*/ 0 w 455"/>
                <a:gd name="T1" fmla="*/ 0 h 261"/>
                <a:gd name="T2" fmla="*/ 454 w 455"/>
                <a:gd name="T3" fmla="*/ 261 h 261"/>
                <a:gd name="T4" fmla="*/ 455 w 455"/>
                <a:gd name="T5" fmla="*/ 261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55" h="261">
                  <a:moveTo>
                    <a:pt x="0" y="0"/>
                  </a:moveTo>
                  <a:lnTo>
                    <a:pt x="454" y="261"/>
                  </a:lnTo>
                  <a:lnTo>
                    <a:pt x="455" y="261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996" name="Freeform 92">
              <a:extLst>
                <a:ext uri="{FF2B5EF4-FFF2-40B4-BE49-F238E27FC236}">
                  <a16:creationId xmlns:a16="http://schemas.microsoft.com/office/drawing/2014/main" id="{621C07A8-C5BA-4C4B-84CA-74C1CB4D8406}"/>
                </a:ext>
              </a:extLst>
            </p:cNvPr>
            <p:cNvSpPr>
              <a:spLocks/>
            </p:cNvSpPr>
            <p:nvPr/>
          </p:nvSpPr>
          <p:spPr bwMode="auto">
            <a:xfrm>
              <a:off x="1745" y="1055"/>
              <a:ext cx="87" cy="50"/>
            </a:xfrm>
            <a:custGeom>
              <a:avLst/>
              <a:gdLst>
                <a:gd name="T0" fmla="*/ 0 w 261"/>
                <a:gd name="T1" fmla="*/ 0 h 149"/>
                <a:gd name="T2" fmla="*/ 259 w 261"/>
                <a:gd name="T3" fmla="*/ 149 h 149"/>
                <a:gd name="T4" fmla="*/ 261 w 261"/>
                <a:gd name="T5" fmla="*/ 149 h 1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61" h="149">
                  <a:moveTo>
                    <a:pt x="0" y="0"/>
                  </a:moveTo>
                  <a:lnTo>
                    <a:pt x="259" y="149"/>
                  </a:lnTo>
                  <a:lnTo>
                    <a:pt x="261" y="149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997" name="Freeform 93">
              <a:extLst>
                <a:ext uri="{FF2B5EF4-FFF2-40B4-BE49-F238E27FC236}">
                  <a16:creationId xmlns:a16="http://schemas.microsoft.com/office/drawing/2014/main" id="{D61724B9-92CA-4261-966D-19030A5D2FA2}"/>
                </a:ext>
              </a:extLst>
            </p:cNvPr>
            <p:cNvSpPr>
              <a:spLocks/>
            </p:cNvSpPr>
            <p:nvPr/>
          </p:nvSpPr>
          <p:spPr bwMode="auto">
            <a:xfrm>
              <a:off x="1831" y="1105"/>
              <a:ext cx="17" cy="32"/>
            </a:xfrm>
            <a:custGeom>
              <a:avLst/>
              <a:gdLst>
                <a:gd name="T0" fmla="*/ 50 w 50"/>
                <a:gd name="T1" fmla="*/ 96 h 96"/>
                <a:gd name="T2" fmla="*/ 0 w 50"/>
                <a:gd name="T3" fmla="*/ 0 h 96"/>
                <a:gd name="T4" fmla="*/ 2 w 50"/>
                <a:gd name="T5" fmla="*/ 0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0" h="96">
                  <a:moveTo>
                    <a:pt x="50" y="96"/>
                  </a:moveTo>
                  <a:lnTo>
                    <a:pt x="0" y="0"/>
                  </a:lnTo>
                  <a:lnTo>
                    <a:pt x="2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998" name="Freeform 94">
              <a:extLst>
                <a:ext uri="{FF2B5EF4-FFF2-40B4-BE49-F238E27FC236}">
                  <a16:creationId xmlns:a16="http://schemas.microsoft.com/office/drawing/2014/main" id="{4CE1358C-A453-4845-812B-A09A9F3E1FD2}"/>
                </a:ext>
              </a:extLst>
            </p:cNvPr>
            <p:cNvSpPr>
              <a:spLocks/>
            </p:cNvSpPr>
            <p:nvPr/>
          </p:nvSpPr>
          <p:spPr bwMode="auto">
            <a:xfrm>
              <a:off x="1950" y="898"/>
              <a:ext cx="36" cy="2"/>
            </a:xfrm>
            <a:custGeom>
              <a:avLst/>
              <a:gdLst>
                <a:gd name="T0" fmla="*/ 0 w 109"/>
                <a:gd name="T1" fmla="*/ 6 h 6"/>
                <a:gd name="T2" fmla="*/ 108 w 109"/>
                <a:gd name="T3" fmla="*/ 0 h 6"/>
                <a:gd name="T4" fmla="*/ 109 w 109"/>
                <a:gd name="T5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09" h="6">
                  <a:moveTo>
                    <a:pt x="0" y="6"/>
                  </a:moveTo>
                  <a:lnTo>
                    <a:pt x="108" y="0"/>
                  </a:lnTo>
                  <a:lnTo>
                    <a:pt x="109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999" name="Freeform 95">
              <a:extLst>
                <a:ext uri="{FF2B5EF4-FFF2-40B4-BE49-F238E27FC236}">
                  <a16:creationId xmlns:a16="http://schemas.microsoft.com/office/drawing/2014/main" id="{76EA4505-80B7-4A72-B669-312AB0D4448C}"/>
                </a:ext>
              </a:extLst>
            </p:cNvPr>
            <p:cNvSpPr>
              <a:spLocks/>
            </p:cNvSpPr>
            <p:nvPr/>
          </p:nvSpPr>
          <p:spPr bwMode="auto">
            <a:xfrm>
              <a:off x="2016" y="662"/>
              <a:ext cx="90" cy="157"/>
            </a:xfrm>
            <a:custGeom>
              <a:avLst/>
              <a:gdLst>
                <a:gd name="T0" fmla="*/ 271 w 271"/>
                <a:gd name="T1" fmla="*/ 0 h 470"/>
                <a:gd name="T2" fmla="*/ 0 w 271"/>
                <a:gd name="T3" fmla="*/ 470 h 470"/>
                <a:gd name="T4" fmla="*/ 1 w 271"/>
                <a:gd name="T5" fmla="*/ 470 h 4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71" h="470">
                  <a:moveTo>
                    <a:pt x="271" y="0"/>
                  </a:moveTo>
                  <a:lnTo>
                    <a:pt x="0" y="470"/>
                  </a:lnTo>
                  <a:lnTo>
                    <a:pt x="1" y="47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4000" name="Freeform 96">
              <a:extLst>
                <a:ext uri="{FF2B5EF4-FFF2-40B4-BE49-F238E27FC236}">
                  <a16:creationId xmlns:a16="http://schemas.microsoft.com/office/drawing/2014/main" id="{3295ACC4-F9E2-471E-AAFF-4AC297EC7641}"/>
                </a:ext>
              </a:extLst>
            </p:cNvPr>
            <p:cNvSpPr>
              <a:spLocks/>
            </p:cNvSpPr>
            <p:nvPr/>
          </p:nvSpPr>
          <p:spPr bwMode="auto">
            <a:xfrm>
              <a:off x="1837" y="896"/>
              <a:ext cx="152" cy="87"/>
            </a:xfrm>
            <a:custGeom>
              <a:avLst/>
              <a:gdLst>
                <a:gd name="T0" fmla="*/ 0 w 455"/>
                <a:gd name="T1" fmla="*/ 0 h 262"/>
                <a:gd name="T2" fmla="*/ 453 w 455"/>
                <a:gd name="T3" fmla="*/ 262 h 262"/>
                <a:gd name="T4" fmla="*/ 455 w 455"/>
                <a:gd name="T5" fmla="*/ 262 h 2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55" h="262">
                  <a:moveTo>
                    <a:pt x="0" y="0"/>
                  </a:moveTo>
                  <a:lnTo>
                    <a:pt x="453" y="262"/>
                  </a:lnTo>
                  <a:lnTo>
                    <a:pt x="455" y="262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24001" name="Group 97">
              <a:extLst>
                <a:ext uri="{FF2B5EF4-FFF2-40B4-BE49-F238E27FC236}">
                  <a16:creationId xmlns:a16="http://schemas.microsoft.com/office/drawing/2014/main" id="{D7D93229-1156-4E77-9743-D7924F56403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89" y="837"/>
              <a:ext cx="723" cy="665"/>
              <a:chOff x="1789" y="837"/>
              <a:chExt cx="723" cy="665"/>
            </a:xfrm>
          </p:grpSpPr>
          <p:sp>
            <p:nvSpPr>
              <p:cNvPr id="124002" name="Freeform 98">
                <a:extLst>
                  <a:ext uri="{FF2B5EF4-FFF2-40B4-BE49-F238E27FC236}">
                    <a16:creationId xmlns:a16="http://schemas.microsoft.com/office/drawing/2014/main" id="{E6911092-2856-455F-87E6-C1CAC42E5B6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67" y="874"/>
                <a:ext cx="39" cy="39"/>
              </a:xfrm>
              <a:custGeom>
                <a:avLst/>
                <a:gdLst>
                  <a:gd name="T0" fmla="*/ 0 w 118"/>
                  <a:gd name="T1" fmla="*/ 117 h 117"/>
                  <a:gd name="T2" fmla="*/ 117 w 118"/>
                  <a:gd name="T3" fmla="*/ 0 h 117"/>
                  <a:gd name="T4" fmla="*/ 118 w 118"/>
                  <a:gd name="T5" fmla="*/ 0 h 1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18" h="117">
                    <a:moveTo>
                      <a:pt x="0" y="117"/>
                    </a:moveTo>
                    <a:lnTo>
                      <a:pt x="117" y="0"/>
                    </a:lnTo>
                    <a:lnTo>
                      <a:pt x="118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4003" name="Freeform 99">
                <a:extLst>
                  <a:ext uri="{FF2B5EF4-FFF2-40B4-BE49-F238E27FC236}">
                    <a16:creationId xmlns:a16="http://schemas.microsoft.com/office/drawing/2014/main" id="{CCF2AEB3-363F-4978-94E3-578D7A535CE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35" y="1165"/>
                <a:ext cx="77" cy="77"/>
              </a:xfrm>
              <a:custGeom>
                <a:avLst/>
                <a:gdLst>
                  <a:gd name="T0" fmla="*/ 0 w 231"/>
                  <a:gd name="T1" fmla="*/ 230 h 230"/>
                  <a:gd name="T2" fmla="*/ 230 w 231"/>
                  <a:gd name="T3" fmla="*/ 0 h 230"/>
                  <a:gd name="T4" fmla="*/ 231 w 231"/>
                  <a:gd name="T5" fmla="*/ 0 h 2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31" h="230">
                    <a:moveTo>
                      <a:pt x="0" y="230"/>
                    </a:moveTo>
                    <a:lnTo>
                      <a:pt x="230" y="0"/>
                    </a:lnTo>
                    <a:lnTo>
                      <a:pt x="231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4004" name="Freeform 100">
                <a:extLst>
                  <a:ext uri="{FF2B5EF4-FFF2-40B4-BE49-F238E27FC236}">
                    <a16:creationId xmlns:a16="http://schemas.microsoft.com/office/drawing/2014/main" id="{83786C8A-EF4D-4FAB-AD0B-4E1C2A7D5B5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48" y="1134"/>
                <a:ext cx="67" cy="67"/>
              </a:xfrm>
              <a:custGeom>
                <a:avLst/>
                <a:gdLst>
                  <a:gd name="T0" fmla="*/ 0 w 203"/>
                  <a:gd name="T1" fmla="*/ 202 h 202"/>
                  <a:gd name="T2" fmla="*/ 202 w 203"/>
                  <a:gd name="T3" fmla="*/ 0 h 202"/>
                  <a:gd name="T4" fmla="*/ 203 w 203"/>
                  <a:gd name="T5" fmla="*/ 0 h 2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03" h="202">
                    <a:moveTo>
                      <a:pt x="0" y="202"/>
                    </a:moveTo>
                    <a:lnTo>
                      <a:pt x="202" y="0"/>
                    </a:lnTo>
                    <a:lnTo>
                      <a:pt x="203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4005" name="Freeform 101">
                <a:extLst>
                  <a:ext uri="{FF2B5EF4-FFF2-40B4-BE49-F238E27FC236}">
                    <a16:creationId xmlns:a16="http://schemas.microsoft.com/office/drawing/2014/main" id="{C7282A25-A4A1-435B-AF60-9618A05C3B3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96" y="1434"/>
                <a:ext cx="57" cy="58"/>
              </a:xfrm>
              <a:custGeom>
                <a:avLst/>
                <a:gdLst>
                  <a:gd name="T0" fmla="*/ 0 w 173"/>
                  <a:gd name="T1" fmla="*/ 172 h 172"/>
                  <a:gd name="T2" fmla="*/ 172 w 173"/>
                  <a:gd name="T3" fmla="*/ 0 h 172"/>
                  <a:gd name="T4" fmla="*/ 173 w 173"/>
                  <a:gd name="T5" fmla="*/ 0 h 1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73" h="172">
                    <a:moveTo>
                      <a:pt x="0" y="172"/>
                    </a:moveTo>
                    <a:lnTo>
                      <a:pt x="172" y="0"/>
                    </a:lnTo>
                    <a:lnTo>
                      <a:pt x="173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4006" name="Freeform 102">
                <a:extLst>
                  <a:ext uri="{FF2B5EF4-FFF2-40B4-BE49-F238E27FC236}">
                    <a16:creationId xmlns:a16="http://schemas.microsoft.com/office/drawing/2014/main" id="{238746DC-3341-4145-8024-2926BAC862C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91" y="1288"/>
                <a:ext cx="50" cy="49"/>
              </a:xfrm>
              <a:custGeom>
                <a:avLst/>
                <a:gdLst>
                  <a:gd name="T0" fmla="*/ 0 w 149"/>
                  <a:gd name="T1" fmla="*/ 147 h 147"/>
                  <a:gd name="T2" fmla="*/ 148 w 149"/>
                  <a:gd name="T3" fmla="*/ 0 h 147"/>
                  <a:gd name="T4" fmla="*/ 149 w 149"/>
                  <a:gd name="T5" fmla="*/ 0 h 1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49" h="147">
                    <a:moveTo>
                      <a:pt x="0" y="147"/>
                    </a:moveTo>
                    <a:lnTo>
                      <a:pt x="148" y="0"/>
                    </a:lnTo>
                    <a:lnTo>
                      <a:pt x="149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4007" name="Freeform 103">
                <a:extLst>
                  <a:ext uri="{FF2B5EF4-FFF2-40B4-BE49-F238E27FC236}">
                    <a16:creationId xmlns:a16="http://schemas.microsoft.com/office/drawing/2014/main" id="{20862B94-B917-49A5-BBA7-4A200634DDD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64" y="1221"/>
                <a:ext cx="54" cy="54"/>
              </a:xfrm>
              <a:custGeom>
                <a:avLst/>
                <a:gdLst>
                  <a:gd name="T0" fmla="*/ 0 w 164"/>
                  <a:gd name="T1" fmla="*/ 163 h 163"/>
                  <a:gd name="T2" fmla="*/ 163 w 164"/>
                  <a:gd name="T3" fmla="*/ 0 h 163"/>
                  <a:gd name="T4" fmla="*/ 164 w 164"/>
                  <a:gd name="T5" fmla="*/ 0 h 1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64" h="163">
                    <a:moveTo>
                      <a:pt x="0" y="163"/>
                    </a:moveTo>
                    <a:lnTo>
                      <a:pt x="163" y="0"/>
                    </a:lnTo>
                    <a:lnTo>
                      <a:pt x="164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4008" name="Freeform 104">
                <a:extLst>
                  <a:ext uri="{FF2B5EF4-FFF2-40B4-BE49-F238E27FC236}">
                    <a16:creationId xmlns:a16="http://schemas.microsoft.com/office/drawing/2014/main" id="{A8BCE61E-835E-43B4-82D8-71DD8D2B42D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75" y="1385"/>
                <a:ext cx="48" cy="48"/>
              </a:xfrm>
              <a:custGeom>
                <a:avLst/>
                <a:gdLst>
                  <a:gd name="T0" fmla="*/ 0 w 143"/>
                  <a:gd name="T1" fmla="*/ 143 h 143"/>
                  <a:gd name="T2" fmla="*/ 142 w 143"/>
                  <a:gd name="T3" fmla="*/ 0 h 143"/>
                  <a:gd name="T4" fmla="*/ 143 w 143"/>
                  <a:gd name="T5" fmla="*/ 0 h 1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43" h="143">
                    <a:moveTo>
                      <a:pt x="0" y="143"/>
                    </a:moveTo>
                    <a:lnTo>
                      <a:pt x="142" y="0"/>
                    </a:lnTo>
                    <a:lnTo>
                      <a:pt x="143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4009" name="Freeform 105">
                <a:extLst>
                  <a:ext uri="{FF2B5EF4-FFF2-40B4-BE49-F238E27FC236}">
                    <a16:creationId xmlns:a16="http://schemas.microsoft.com/office/drawing/2014/main" id="{E13AFCC3-32CC-4C80-A20B-3351EE3618D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29" y="1342"/>
                <a:ext cx="48" cy="47"/>
              </a:xfrm>
              <a:custGeom>
                <a:avLst/>
                <a:gdLst>
                  <a:gd name="T0" fmla="*/ 0 w 143"/>
                  <a:gd name="T1" fmla="*/ 141 h 141"/>
                  <a:gd name="T2" fmla="*/ 142 w 143"/>
                  <a:gd name="T3" fmla="*/ 0 h 141"/>
                  <a:gd name="T4" fmla="*/ 143 w 143"/>
                  <a:gd name="T5" fmla="*/ 0 h 1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43" h="141">
                    <a:moveTo>
                      <a:pt x="0" y="141"/>
                    </a:moveTo>
                    <a:lnTo>
                      <a:pt x="142" y="0"/>
                    </a:lnTo>
                    <a:lnTo>
                      <a:pt x="143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4010" name="Freeform 106">
                <a:extLst>
                  <a:ext uri="{FF2B5EF4-FFF2-40B4-BE49-F238E27FC236}">
                    <a16:creationId xmlns:a16="http://schemas.microsoft.com/office/drawing/2014/main" id="{7F779E92-2E26-4A6C-A6F8-0224F275E9F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30" y="1417"/>
                <a:ext cx="51" cy="50"/>
              </a:xfrm>
              <a:custGeom>
                <a:avLst/>
                <a:gdLst>
                  <a:gd name="T0" fmla="*/ 0 w 152"/>
                  <a:gd name="T1" fmla="*/ 152 h 152"/>
                  <a:gd name="T2" fmla="*/ 151 w 152"/>
                  <a:gd name="T3" fmla="*/ 0 h 152"/>
                  <a:gd name="T4" fmla="*/ 152 w 152"/>
                  <a:gd name="T5" fmla="*/ 0 h 1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52" h="152">
                    <a:moveTo>
                      <a:pt x="0" y="152"/>
                    </a:moveTo>
                    <a:lnTo>
                      <a:pt x="151" y="0"/>
                    </a:lnTo>
                    <a:lnTo>
                      <a:pt x="152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4011" name="Freeform 107">
                <a:extLst>
                  <a:ext uri="{FF2B5EF4-FFF2-40B4-BE49-F238E27FC236}">
                    <a16:creationId xmlns:a16="http://schemas.microsoft.com/office/drawing/2014/main" id="{A8C72299-5966-4E66-B247-776025BAE50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80" y="1270"/>
                <a:ext cx="217" cy="217"/>
              </a:xfrm>
              <a:custGeom>
                <a:avLst/>
                <a:gdLst>
                  <a:gd name="T0" fmla="*/ 0 w 650"/>
                  <a:gd name="T1" fmla="*/ 649 h 649"/>
                  <a:gd name="T2" fmla="*/ 649 w 650"/>
                  <a:gd name="T3" fmla="*/ 0 h 649"/>
                  <a:gd name="T4" fmla="*/ 650 w 650"/>
                  <a:gd name="T5" fmla="*/ 0 h 6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650" h="649">
                    <a:moveTo>
                      <a:pt x="0" y="649"/>
                    </a:moveTo>
                    <a:lnTo>
                      <a:pt x="649" y="0"/>
                    </a:lnTo>
                    <a:lnTo>
                      <a:pt x="650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4012" name="Freeform 108">
                <a:extLst>
                  <a:ext uri="{FF2B5EF4-FFF2-40B4-BE49-F238E27FC236}">
                    <a16:creationId xmlns:a16="http://schemas.microsoft.com/office/drawing/2014/main" id="{4D85C44D-95D9-495F-8E7E-CD484A5164C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75" y="1425"/>
                <a:ext cx="77" cy="77"/>
              </a:xfrm>
              <a:custGeom>
                <a:avLst/>
                <a:gdLst>
                  <a:gd name="T0" fmla="*/ 0 w 231"/>
                  <a:gd name="T1" fmla="*/ 230 h 230"/>
                  <a:gd name="T2" fmla="*/ 230 w 231"/>
                  <a:gd name="T3" fmla="*/ 0 h 230"/>
                  <a:gd name="T4" fmla="*/ 231 w 231"/>
                  <a:gd name="T5" fmla="*/ 0 h 2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31" h="230">
                    <a:moveTo>
                      <a:pt x="0" y="230"/>
                    </a:moveTo>
                    <a:lnTo>
                      <a:pt x="230" y="0"/>
                    </a:lnTo>
                    <a:lnTo>
                      <a:pt x="231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4013" name="Freeform 109">
                <a:extLst>
                  <a:ext uri="{FF2B5EF4-FFF2-40B4-BE49-F238E27FC236}">
                    <a16:creationId xmlns:a16="http://schemas.microsoft.com/office/drawing/2014/main" id="{9CC44F03-E89B-49D5-848B-4CA285BE8A8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81" y="842"/>
                <a:ext cx="137" cy="136"/>
              </a:xfrm>
              <a:custGeom>
                <a:avLst/>
                <a:gdLst>
                  <a:gd name="T0" fmla="*/ 0 w 411"/>
                  <a:gd name="T1" fmla="*/ 410 h 410"/>
                  <a:gd name="T2" fmla="*/ 410 w 411"/>
                  <a:gd name="T3" fmla="*/ 0 h 410"/>
                  <a:gd name="T4" fmla="*/ 411 w 411"/>
                  <a:gd name="T5" fmla="*/ 0 h 4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11" h="410">
                    <a:moveTo>
                      <a:pt x="0" y="410"/>
                    </a:moveTo>
                    <a:lnTo>
                      <a:pt x="410" y="0"/>
                    </a:lnTo>
                    <a:lnTo>
                      <a:pt x="411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4014" name="Freeform 110">
                <a:extLst>
                  <a:ext uri="{FF2B5EF4-FFF2-40B4-BE49-F238E27FC236}">
                    <a16:creationId xmlns:a16="http://schemas.microsoft.com/office/drawing/2014/main" id="{5C2992D4-DC8E-4EFD-B8FF-A52E03AB450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43" y="1074"/>
                <a:ext cx="42" cy="42"/>
              </a:xfrm>
              <a:custGeom>
                <a:avLst/>
                <a:gdLst>
                  <a:gd name="T0" fmla="*/ 0 w 126"/>
                  <a:gd name="T1" fmla="*/ 126 h 126"/>
                  <a:gd name="T2" fmla="*/ 125 w 126"/>
                  <a:gd name="T3" fmla="*/ 0 h 126"/>
                  <a:gd name="T4" fmla="*/ 126 w 126"/>
                  <a:gd name="T5" fmla="*/ 0 h 1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26" h="126">
                    <a:moveTo>
                      <a:pt x="0" y="126"/>
                    </a:moveTo>
                    <a:lnTo>
                      <a:pt x="125" y="0"/>
                    </a:lnTo>
                    <a:lnTo>
                      <a:pt x="126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4015" name="Freeform 111">
                <a:extLst>
                  <a:ext uri="{FF2B5EF4-FFF2-40B4-BE49-F238E27FC236}">
                    <a16:creationId xmlns:a16="http://schemas.microsoft.com/office/drawing/2014/main" id="{B6DEBC28-1397-40A7-9541-88E5EFA163D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89" y="1042"/>
                <a:ext cx="39" cy="39"/>
              </a:xfrm>
              <a:custGeom>
                <a:avLst/>
                <a:gdLst>
                  <a:gd name="T0" fmla="*/ 0 w 118"/>
                  <a:gd name="T1" fmla="*/ 117 h 117"/>
                  <a:gd name="T2" fmla="*/ 117 w 118"/>
                  <a:gd name="T3" fmla="*/ 0 h 117"/>
                  <a:gd name="T4" fmla="*/ 118 w 118"/>
                  <a:gd name="T5" fmla="*/ 0 h 1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18" h="117">
                    <a:moveTo>
                      <a:pt x="0" y="117"/>
                    </a:moveTo>
                    <a:lnTo>
                      <a:pt x="117" y="0"/>
                    </a:lnTo>
                    <a:lnTo>
                      <a:pt x="118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4016" name="Freeform 112">
                <a:extLst>
                  <a:ext uri="{FF2B5EF4-FFF2-40B4-BE49-F238E27FC236}">
                    <a16:creationId xmlns:a16="http://schemas.microsoft.com/office/drawing/2014/main" id="{52533F0B-DF25-4E68-B758-2F510C9E4DE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24" y="904"/>
                <a:ext cx="42" cy="42"/>
              </a:xfrm>
              <a:custGeom>
                <a:avLst/>
                <a:gdLst>
                  <a:gd name="T0" fmla="*/ 0 w 126"/>
                  <a:gd name="T1" fmla="*/ 125 h 125"/>
                  <a:gd name="T2" fmla="*/ 125 w 126"/>
                  <a:gd name="T3" fmla="*/ 0 h 125"/>
                  <a:gd name="T4" fmla="*/ 126 w 126"/>
                  <a:gd name="T5" fmla="*/ 0 h 1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26" h="125">
                    <a:moveTo>
                      <a:pt x="0" y="125"/>
                    </a:moveTo>
                    <a:lnTo>
                      <a:pt x="125" y="0"/>
                    </a:lnTo>
                    <a:lnTo>
                      <a:pt x="126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4017" name="Freeform 113">
                <a:extLst>
                  <a:ext uri="{FF2B5EF4-FFF2-40B4-BE49-F238E27FC236}">
                    <a16:creationId xmlns:a16="http://schemas.microsoft.com/office/drawing/2014/main" id="{D07F0BB9-F6D2-4A24-8E45-C401DBB9056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31" y="853"/>
                <a:ext cx="55" cy="54"/>
              </a:xfrm>
              <a:custGeom>
                <a:avLst/>
                <a:gdLst>
                  <a:gd name="T0" fmla="*/ 0 w 165"/>
                  <a:gd name="T1" fmla="*/ 163 h 163"/>
                  <a:gd name="T2" fmla="*/ 164 w 165"/>
                  <a:gd name="T3" fmla="*/ 0 h 163"/>
                  <a:gd name="T4" fmla="*/ 165 w 165"/>
                  <a:gd name="T5" fmla="*/ 0 h 1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65" h="163">
                    <a:moveTo>
                      <a:pt x="0" y="163"/>
                    </a:moveTo>
                    <a:lnTo>
                      <a:pt x="164" y="0"/>
                    </a:lnTo>
                    <a:lnTo>
                      <a:pt x="165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4018" name="Freeform 114">
                <a:extLst>
                  <a:ext uri="{FF2B5EF4-FFF2-40B4-BE49-F238E27FC236}">
                    <a16:creationId xmlns:a16="http://schemas.microsoft.com/office/drawing/2014/main" id="{EE834229-4F91-46A5-A5E7-4398970621A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44" y="837"/>
                <a:ext cx="68" cy="68"/>
              </a:xfrm>
              <a:custGeom>
                <a:avLst/>
                <a:gdLst>
                  <a:gd name="T0" fmla="*/ 0 w 204"/>
                  <a:gd name="T1" fmla="*/ 203 h 203"/>
                  <a:gd name="T2" fmla="*/ 203 w 204"/>
                  <a:gd name="T3" fmla="*/ 0 h 203"/>
                  <a:gd name="T4" fmla="*/ 204 w 204"/>
                  <a:gd name="T5" fmla="*/ 0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04" h="203">
                    <a:moveTo>
                      <a:pt x="0" y="203"/>
                    </a:moveTo>
                    <a:lnTo>
                      <a:pt x="203" y="0"/>
                    </a:lnTo>
                    <a:lnTo>
                      <a:pt x="204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4019" name="Freeform 115">
                <a:extLst>
                  <a:ext uri="{FF2B5EF4-FFF2-40B4-BE49-F238E27FC236}">
                    <a16:creationId xmlns:a16="http://schemas.microsoft.com/office/drawing/2014/main" id="{91AD9066-36D3-4152-84E5-8068DFB63A2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98" y="881"/>
                <a:ext cx="49" cy="50"/>
              </a:xfrm>
              <a:custGeom>
                <a:avLst/>
                <a:gdLst>
                  <a:gd name="T0" fmla="*/ 0 w 148"/>
                  <a:gd name="T1" fmla="*/ 148 h 148"/>
                  <a:gd name="T2" fmla="*/ 147 w 148"/>
                  <a:gd name="T3" fmla="*/ 0 h 148"/>
                  <a:gd name="T4" fmla="*/ 148 w 148"/>
                  <a:gd name="T5" fmla="*/ 0 h 1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48" h="148">
                    <a:moveTo>
                      <a:pt x="0" y="148"/>
                    </a:moveTo>
                    <a:lnTo>
                      <a:pt x="147" y="0"/>
                    </a:lnTo>
                    <a:lnTo>
                      <a:pt x="148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4020" name="Freeform 116">
                <a:extLst>
                  <a:ext uri="{FF2B5EF4-FFF2-40B4-BE49-F238E27FC236}">
                    <a16:creationId xmlns:a16="http://schemas.microsoft.com/office/drawing/2014/main" id="{AFBEFD6C-403C-4AF4-A3C0-98DBA3AD31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27" y="1020"/>
                <a:ext cx="50" cy="51"/>
              </a:xfrm>
              <a:custGeom>
                <a:avLst/>
                <a:gdLst>
                  <a:gd name="T0" fmla="*/ 0 w 152"/>
                  <a:gd name="T1" fmla="*/ 152 h 152"/>
                  <a:gd name="T2" fmla="*/ 151 w 152"/>
                  <a:gd name="T3" fmla="*/ 0 h 152"/>
                  <a:gd name="T4" fmla="*/ 152 w 152"/>
                  <a:gd name="T5" fmla="*/ 0 h 1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52" h="152">
                    <a:moveTo>
                      <a:pt x="0" y="152"/>
                    </a:moveTo>
                    <a:lnTo>
                      <a:pt x="151" y="0"/>
                    </a:lnTo>
                    <a:lnTo>
                      <a:pt x="152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4021" name="Freeform 117">
                <a:extLst>
                  <a:ext uri="{FF2B5EF4-FFF2-40B4-BE49-F238E27FC236}">
                    <a16:creationId xmlns:a16="http://schemas.microsoft.com/office/drawing/2014/main" id="{6305D12F-9E39-4D02-9844-5957D10A4A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44" y="1086"/>
                <a:ext cx="58" cy="57"/>
              </a:xfrm>
              <a:custGeom>
                <a:avLst/>
                <a:gdLst>
                  <a:gd name="T0" fmla="*/ 0 w 174"/>
                  <a:gd name="T1" fmla="*/ 172 h 172"/>
                  <a:gd name="T2" fmla="*/ 173 w 174"/>
                  <a:gd name="T3" fmla="*/ 0 h 172"/>
                  <a:gd name="T4" fmla="*/ 174 w 174"/>
                  <a:gd name="T5" fmla="*/ 0 h 1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74" h="172">
                    <a:moveTo>
                      <a:pt x="0" y="172"/>
                    </a:moveTo>
                    <a:lnTo>
                      <a:pt x="173" y="0"/>
                    </a:lnTo>
                    <a:lnTo>
                      <a:pt x="174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4022" name="Freeform 118">
                <a:extLst>
                  <a:ext uri="{FF2B5EF4-FFF2-40B4-BE49-F238E27FC236}">
                    <a16:creationId xmlns:a16="http://schemas.microsoft.com/office/drawing/2014/main" id="{D8362A13-C30E-4CA0-9BA6-CC665BBE419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95" y="965"/>
                <a:ext cx="48" cy="48"/>
              </a:xfrm>
              <a:custGeom>
                <a:avLst/>
                <a:gdLst>
                  <a:gd name="T0" fmla="*/ 0 w 145"/>
                  <a:gd name="T1" fmla="*/ 143 h 143"/>
                  <a:gd name="T2" fmla="*/ 144 w 145"/>
                  <a:gd name="T3" fmla="*/ 0 h 143"/>
                  <a:gd name="T4" fmla="*/ 145 w 145"/>
                  <a:gd name="T5" fmla="*/ 0 h 1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45" h="143">
                    <a:moveTo>
                      <a:pt x="0" y="143"/>
                    </a:moveTo>
                    <a:lnTo>
                      <a:pt x="144" y="0"/>
                    </a:lnTo>
                    <a:lnTo>
                      <a:pt x="145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4023" name="Freeform 119">
                <a:extLst>
                  <a:ext uri="{FF2B5EF4-FFF2-40B4-BE49-F238E27FC236}">
                    <a16:creationId xmlns:a16="http://schemas.microsoft.com/office/drawing/2014/main" id="{C371EF0D-E45F-4494-8162-56096567F15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52" y="919"/>
                <a:ext cx="47" cy="47"/>
              </a:xfrm>
              <a:custGeom>
                <a:avLst/>
                <a:gdLst>
                  <a:gd name="T0" fmla="*/ 0 w 143"/>
                  <a:gd name="T1" fmla="*/ 142 h 142"/>
                  <a:gd name="T2" fmla="*/ 142 w 143"/>
                  <a:gd name="T3" fmla="*/ 0 h 142"/>
                  <a:gd name="T4" fmla="*/ 143 w 143"/>
                  <a:gd name="T5" fmla="*/ 0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43" h="142">
                    <a:moveTo>
                      <a:pt x="0" y="142"/>
                    </a:moveTo>
                    <a:lnTo>
                      <a:pt x="142" y="0"/>
                    </a:lnTo>
                    <a:lnTo>
                      <a:pt x="143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24024" name="Freeform 120">
              <a:extLst>
                <a:ext uri="{FF2B5EF4-FFF2-40B4-BE49-F238E27FC236}">
                  <a16:creationId xmlns:a16="http://schemas.microsoft.com/office/drawing/2014/main" id="{573FDFD2-B2A4-40B9-A417-2C20ABBA07C8}"/>
                </a:ext>
              </a:extLst>
            </p:cNvPr>
            <p:cNvSpPr>
              <a:spLocks/>
            </p:cNvSpPr>
            <p:nvPr/>
          </p:nvSpPr>
          <p:spPr bwMode="auto">
            <a:xfrm>
              <a:off x="2561" y="1003"/>
              <a:ext cx="100" cy="100"/>
            </a:xfrm>
            <a:custGeom>
              <a:avLst/>
              <a:gdLst>
                <a:gd name="T0" fmla="*/ 299 w 300"/>
                <a:gd name="T1" fmla="*/ 150 h 300"/>
                <a:gd name="T2" fmla="*/ 255 w 300"/>
                <a:gd name="T3" fmla="*/ 44 h 300"/>
                <a:gd name="T4" fmla="*/ 149 w 300"/>
                <a:gd name="T5" fmla="*/ 0 h 300"/>
                <a:gd name="T6" fmla="*/ 43 w 300"/>
                <a:gd name="T7" fmla="*/ 44 h 300"/>
                <a:gd name="T8" fmla="*/ 0 w 300"/>
                <a:gd name="T9" fmla="*/ 150 h 300"/>
                <a:gd name="T10" fmla="*/ 43 w 300"/>
                <a:gd name="T11" fmla="*/ 256 h 300"/>
                <a:gd name="T12" fmla="*/ 149 w 300"/>
                <a:gd name="T13" fmla="*/ 300 h 300"/>
                <a:gd name="T14" fmla="*/ 255 w 300"/>
                <a:gd name="T15" fmla="*/ 256 h 300"/>
                <a:gd name="T16" fmla="*/ 299 w 300"/>
                <a:gd name="T17" fmla="*/ 150 h 300"/>
                <a:gd name="T18" fmla="*/ 300 w 300"/>
                <a:gd name="T19" fmla="*/ 150 h 3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00" h="300">
                  <a:moveTo>
                    <a:pt x="299" y="150"/>
                  </a:moveTo>
                  <a:lnTo>
                    <a:pt x="255" y="44"/>
                  </a:lnTo>
                  <a:lnTo>
                    <a:pt x="149" y="0"/>
                  </a:lnTo>
                  <a:lnTo>
                    <a:pt x="43" y="44"/>
                  </a:lnTo>
                  <a:lnTo>
                    <a:pt x="0" y="150"/>
                  </a:lnTo>
                  <a:lnTo>
                    <a:pt x="43" y="256"/>
                  </a:lnTo>
                  <a:lnTo>
                    <a:pt x="149" y="300"/>
                  </a:lnTo>
                  <a:lnTo>
                    <a:pt x="255" y="256"/>
                  </a:lnTo>
                  <a:lnTo>
                    <a:pt x="299" y="150"/>
                  </a:lnTo>
                  <a:lnTo>
                    <a:pt x="300" y="15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4025" name="Freeform 121">
              <a:extLst>
                <a:ext uri="{FF2B5EF4-FFF2-40B4-BE49-F238E27FC236}">
                  <a16:creationId xmlns:a16="http://schemas.microsoft.com/office/drawing/2014/main" id="{E233BE90-E499-4205-8C17-83708F0B76EE}"/>
                </a:ext>
              </a:extLst>
            </p:cNvPr>
            <p:cNvSpPr>
              <a:spLocks/>
            </p:cNvSpPr>
            <p:nvPr/>
          </p:nvSpPr>
          <p:spPr bwMode="auto">
            <a:xfrm>
              <a:off x="2669" y="952"/>
              <a:ext cx="55" cy="160"/>
            </a:xfrm>
            <a:custGeom>
              <a:avLst/>
              <a:gdLst>
                <a:gd name="T0" fmla="*/ 129 w 163"/>
                <a:gd name="T1" fmla="*/ 479 h 479"/>
                <a:gd name="T2" fmla="*/ 163 w 163"/>
                <a:gd name="T3" fmla="*/ 213 h 479"/>
                <a:gd name="T4" fmla="*/ 0 w 163"/>
                <a:gd name="T5" fmla="*/ 0 h 479"/>
                <a:gd name="T6" fmla="*/ 1 w 163"/>
                <a:gd name="T7" fmla="*/ 0 h 4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3" h="479">
                  <a:moveTo>
                    <a:pt x="129" y="479"/>
                  </a:moveTo>
                  <a:lnTo>
                    <a:pt x="163" y="213"/>
                  </a:ln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4026" name="Freeform 122">
              <a:extLst>
                <a:ext uri="{FF2B5EF4-FFF2-40B4-BE49-F238E27FC236}">
                  <a16:creationId xmlns:a16="http://schemas.microsoft.com/office/drawing/2014/main" id="{3CFCE8F0-F54C-4357-BAFF-7B797225FC7C}"/>
                </a:ext>
              </a:extLst>
            </p:cNvPr>
            <p:cNvSpPr>
              <a:spLocks/>
            </p:cNvSpPr>
            <p:nvPr/>
          </p:nvSpPr>
          <p:spPr bwMode="auto">
            <a:xfrm>
              <a:off x="2566" y="974"/>
              <a:ext cx="90" cy="157"/>
            </a:xfrm>
            <a:custGeom>
              <a:avLst/>
              <a:gdLst>
                <a:gd name="T0" fmla="*/ 271 w 271"/>
                <a:gd name="T1" fmla="*/ 0 h 471"/>
                <a:gd name="T2" fmla="*/ 0 w 271"/>
                <a:gd name="T3" fmla="*/ 471 h 471"/>
                <a:gd name="T4" fmla="*/ 1 w 271"/>
                <a:gd name="T5" fmla="*/ 471 h 4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71" h="471">
                  <a:moveTo>
                    <a:pt x="271" y="0"/>
                  </a:moveTo>
                  <a:lnTo>
                    <a:pt x="0" y="471"/>
                  </a:lnTo>
                  <a:lnTo>
                    <a:pt x="1" y="471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24245" name="Group 341">
            <a:extLst>
              <a:ext uri="{FF2B5EF4-FFF2-40B4-BE49-F238E27FC236}">
                <a16:creationId xmlns:a16="http://schemas.microsoft.com/office/drawing/2014/main" id="{0AFC7F85-0520-44A8-B974-4B8F33E620F3}"/>
              </a:ext>
            </a:extLst>
          </p:cNvPr>
          <p:cNvGrpSpPr>
            <a:grpSpLocks/>
          </p:cNvGrpSpPr>
          <p:nvPr/>
        </p:nvGrpSpPr>
        <p:grpSpPr bwMode="auto">
          <a:xfrm>
            <a:off x="6950075" y="917575"/>
            <a:ext cx="1787525" cy="2100263"/>
            <a:chOff x="4378" y="578"/>
            <a:chExt cx="1126" cy="1323"/>
          </a:xfrm>
        </p:grpSpPr>
        <p:grpSp>
          <p:nvGrpSpPr>
            <p:cNvPr id="124028" name="Group 124">
              <a:extLst>
                <a:ext uri="{FF2B5EF4-FFF2-40B4-BE49-F238E27FC236}">
                  <a16:creationId xmlns:a16="http://schemas.microsoft.com/office/drawing/2014/main" id="{E7728F51-4C00-4BCA-A26B-491231E0FE9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78" y="809"/>
              <a:ext cx="1089" cy="1092"/>
              <a:chOff x="1635" y="624"/>
              <a:chExt cx="1089" cy="1092"/>
            </a:xfrm>
          </p:grpSpPr>
          <p:sp>
            <p:nvSpPr>
              <p:cNvPr id="124029" name="Arc 125">
                <a:extLst>
                  <a:ext uri="{FF2B5EF4-FFF2-40B4-BE49-F238E27FC236}">
                    <a16:creationId xmlns:a16="http://schemas.microsoft.com/office/drawing/2014/main" id="{E80CDFDC-33E3-4E04-AD72-38844D48DF9C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 flipV="1">
                <a:off x="1843" y="836"/>
                <a:ext cx="664" cy="664"/>
              </a:xfrm>
              <a:custGeom>
                <a:avLst/>
                <a:gdLst>
                  <a:gd name="G0" fmla="+- 21600 0 0"/>
                  <a:gd name="G1" fmla="+- 21600 0 0"/>
                  <a:gd name="G2" fmla="+- 21600 0 0"/>
                  <a:gd name="T0" fmla="*/ 33547 w 43200"/>
                  <a:gd name="T1" fmla="*/ 39596 h 43200"/>
                  <a:gd name="T2" fmla="*/ 42978 w 43200"/>
                  <a:gd name="T3" fmla="*/ 24690 h 43200"/>
                  <a:gd name="T4" fmla="*/ 21600 w 43200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200" h="43200" fill="none" extrusionOk="0">
                    <a:moveTo>
                      <a:pt x="33546" y="39595"/>
                    </a:moveTo>
                    <a:cubicBezTo>
                      <a:pt x="30005" y="41946"/>
                      <a:pt x="25850" y="43199"/>
                      <a:pt x="21600" y="43199"/>
                    </a:cubicBezTo>
                    <a:cubicBezTo>
                      <a:pt x="9670" y="43200"/>
                      <a:pt x="0" y="33529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3529" y="0"/>
                      <a:pt x="43200" y="9670"/>
                      <a:pt x="43200" y="21600"/>
                    </a:cubicBezTo>
                    <a:cubicBezTo>
                      <a:pt x="43199" y="22633"/>
                      <a:pt x="43125" y="23666"/>
                      <a:pt x="42977" y="24689"/>
                    </a:cubicBezTo>
                  </a:path>
                  <a:path w="43200" h="43200" stroke="0" extrusionOk="0">
                    <a:moveTo>
                      <a:pt x="33546" y="39595"/>
                    </a:moveTo>
                    <a:cubicBezTo>
                      <a:pt x="30005" y="41946"/>
                      <a:pt x="25850" y="43199"/>
                      <a:pt x="21600" y="43199"/>
                    </a:cubicBezTo>
                    <a:cubicBezTo>
                      <a:pt x="9670" y="43200"/>
                      <a:pt x="0" y="33529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3529" y="0"/>
                      <a:pt x="43200" y="9670"/>
                      <a:pt x="43200" y="21600"/>
                    </a:cubicBezTo>
                    <a:cubicBezTo>
                      <a:pt x="43199" y="22633"/>
                      <a:pt x="43125" y="23666"/>
                      <a:pt x="42977" y="24689"/>
                    </a:cubicBezTo>
                    <a:lnTo>
                      <a:pt x="21600" y="21600"/>
                    </a:lnTo>
                    <a:close/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4030" name="Oval 126">
                <a:extLst>
                  <a:ext uri="{FF2B5EF4-FFF2-40B4-BE49-F238E27FC236}">
                    <a16:creationId xmlns:a16="http://schemas.microsoft.com/office/drawing/2014/main" id="{DF8C77AD-ECF3-49C7-B9EB-0788A392B2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18" y="903"/>
                <a:ext cx="517" cy="522"/>
              </a:xfrm>
              <a:prstGeom prst="ellips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4031" name="Oval 127">
                <a:extLst>
                  <a:ext uri="{FF2B5EF4-FFF2-40B4-BE49-F238E27FC236}">
                    <a16:creationId xmlns:a16="http://schemas.microsoft.com/office/drawing/2014/main" id="{311ADE10-B367-40D4-B79E-60ED619EB9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95" y="1232"/>
                <a:ext cx="98" cy="92"/>
              </a:xfrm>
              <a:prstGeom prst="ellips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4032" name="Freeform 128">
                <a:extLst>
                  <a:ext uri="{FF2B5EF4-FFF2-40B4-BE49-F238E27FC236}">
                    <a16:creationId xmlns:a16="http://schemas.microsoft.com/office/drawing/2014/main" id="{668992BA-1025-4BB6-81A6-FAF5A32F283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35" y="1227"/>
                <a:ext cx="54" cy="159"/>
              </a:xfrm>
              <a:custGeom>
                <a:avLst/>
                <a:gdLst>
                  <a:gd name="T0" fmla="*/ 34 w 163"/>
                  <a:gd name="T1" fmla="*/ 0 h 478"/>
                  <a:gd name="T2" fmla="*/ 0 w 163"/>
                  <a:gd name="T3" fmla="*/ 265 h 478"/>
                  <a:gd name="T4" fmla="*/ 162 w 163"/>
                  <a:gd name="T5" fmla="*/ 478 h 478"/>
                  <a:gd name="T6" fmla="*/ 163 w 163"/>
                  <a:gd name="T7" fmla="*/ 478 h 4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63" h="478">
                    <a:moveTo>
                      <a:pt x="34" y="0"/>
                    </a:moveTo>
                    <a:lnTo>
                      <a:pt x="0" y="265"/>
                    </a:lnTo>
                    <a:lnTo>
                      <a:pt x="162" y="478"/>
                    </a:lnTo>
                    <a:lnTo>
                      <a:pt x="163" y="478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4033" name="Freeform 129">
                <a:extLst>
                  <a:ext uri="{FF2B5EF4-FFF2-40B4-BE49-F238E27FC236}">
                    <a16:creationId xmlns:a16="http://schemas.microsoft.com/office/drawing/2014/main" id="{1FD4C4AF-25FD-4986-8204-861422DA5B0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46" y="1227"/>
                <a:ext cx="206" cy="119"/>
              </a:xfrm>
              <a:custGeom>
                <a:avLst/>
                <a:gdLst>
                  <a:gd name="T0" fmla="*/ 0 w 618"/>
                  <a:gd name="T1" fmla="*/ 0 h 357"/>
                  <a:gd name="T2" fmla="*/ 617 w 618"/>
                  <a:gd name="T3" fmla="*/ 357 h 357"/>
                  <a:gd name="T4" fmla="*/ 618 w 618"/>
                  <a:gd name="T5" fmla="*/ 357 h 3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618" h="357">
                    <a:moveTo>
                      <a:pt x="0" y="0"/>
                    </a:moveTo>
                    <a:lnTo>
                      <a:pt x="617" y="357"/>
                    </a:lnTo>
                    <a:lnTo>
                      <a:pt x="618" y="357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4034" name="Freeform 130">
                <a:extLst>
                  <a:ext uri="{FF2B5EF4-FFF2-40B4-BE49-F238E27FC236}">
                    <a16:creationId xmlns:a16="http://schemas.microsoft.com/office/drawing/2014/main" id="{530968D5-BA25-4662-B9BE-8EAE93D9A77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46" y="678"/>
                <a:ext cx="316" cy="549"/>
              </a:xfrm>
              <a:custGeom>
                <a:avLst/>
                <a:gdLst>
                  <a:gd name="T0" fmla="*/ 949 w 949"/>
                  <a:gd name="T1" fmla="*/ 0 h 1645"/>
                  <a:gd name="T2" fmla="*/ 0 w 949"/>
                  <a:gd name="T3" fmla="*/ 1645 h 1645"/>
                  <a:gd name="T4" fmla="*/ 1 w 949"/>
                  <a:gd name="T5" fmla="*/ 1645 h 16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49" h="1645">
                    <a:moveTo>
                      <a:pt x="949" y="0"/>
                    </a:moveTo>
                    <a:lnTo>
                      <a:pt x="0" y="1645"/>
                    </a:lnTo>
                    <a:lnTo>
                      <a:pt x="1" y="1645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4035" name="Freeform 131">
                <a:extLst>
                  <a:ext uri="{FF2B5EF4-FFF2-40B4-BE49-F238E27FC236}">
                    <a16:creationId xmlns:a16="http://schemas.microsoft.com/office/drawing/2014/main" id="{06F668E4-C2A1-4FE7-A531-2EC3C69D7C6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20" y="1000"/>
                <a:ext cx="167" cy="97"/>
              </a:xfrm>
              <a:custGeom>
                <a:avLst/>
                <a:gdLst>
                  <a:gd name="T0" fmla="*/ 0 w 503"/>
                  <a:gd name="T1" fmla="*/ 0 h 289"/>
                  <a:gd name="T2" fmla="*/ 502 w 503"/>
                  <a:gd name="T3" fmla="*/ 289 h 289"/>
                  <a:gd name="T4" fmla="*/ 503 w 503"/>
                  <a:gd name="T5" fmla="*/ 289 h 2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503" h="289">
                    <a:moveTo>
                      <a:pt x="0" y="0"/>
                    </a:moveTo>
                    <a:lnTo>
                      <a:pt x="502" y="289"/>
                    </a:lnTo>
                    <a:lnTo>
                      <a:pt x="503" y="289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4036" name="Freeform 132">
                <a:extLst>
                  <a:ext uri="{FF2B5EF4-FFF2-40B4-BE49-F238E27FC236}">
                    <a16:creationId xmlns:a16="http://schemas.microsoft.com/office/drawing/2014/main" id="{95060F8E-B1ED-4269-B2C9-38D018C5FC5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22" y="636"/>
                <a:ext cx="548" cy="316"/>
              </a:xfrm>
              <a:custGeom>
                <a:avLst/>
                <a:gdLst>
                  <a:gd name="T0" fmla="*/ 0 w 1644"/>
                  <a:gd name="T1" fmla="*/ 0 h 949"/>
                  <a:gd name="T2" fmla="*/ 1643 w 1644"/>
                  <a:gd name="T3" fmla="*/ 949 h 949"/>
                  <a:gd name="T4" fmla="*/ 1644 w 1644"/>
                  <a:gd name="T5" fmla="*/ 949 h 9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644" h="949">
                    <a:moveTo>
                      <a:pt x="0" y="0"/>
                    </a:moveTo>
                    <a:lnTo>
                      <a:pt x="1643" y="949"/>
                    </a:lnTo>
                    <a:lnTo>
                      <a:pt x="1644" y="949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4037" name="Freeform 133">
                <a:extLst>
                  <a:ext uri="{FF2B5EF4-FFF2-40B4-BE49-F238E27FC236}">
                    <a16:creationId xmlns:a16="http://schemas.microsoft.com/office/drawing/2014/main" id="{ED1A99A4-69EB-4048-A536-49F21CEC4F6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96" y="1098"/>
                <a:ext cx="322" cy="562"/>
              </a:xfrm>
              <a:custGeom>
                <a:avLst/>
                <a:gdLst>
                  <a:gd name="T0" fmla="*/ 322 w 322"/>
                  <a:gd name="T1" fmla="*/ 0 h 562"/>
                  <a:gd name="T2" fmla="*/ 0 w 322"/>
                  <a:gd name="T3" fmla="*/ 562 h 562"/>
                  <a:gd name="T4" fmla="*/ 0 w 322"/>
                  <a:gd name="T5" fmla="*/ 562 h 5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22" h="562">
                    <a:moveTo>
                      <a:pt x="322" y="0"/>
                    </a:moveTo>
                    <a:lnTo>
                      <a:pt x="0" y="562"/>
                    </a:lnTo>
                    <a:lnTo>
                      <a:pt x="0" y="562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4038" name="Freeform 134">
                <a:extLst>
                  <a:ext uri="{FF2B5EF4-FFF2-40B4-BE49-F238E27FC236}">
                    <a16:creationId xmlns:a16="http://schemas.microsoft.com/office/drawing/2014/main" id="{293C0828-8125-487F-9DA3-F80A88960B5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89" y="1386"/>
                <a:ext cx="548" cy="317"/>
              </a:xfrm>
              <a:custGeom>
                <a:avLst/>
                <a:gdLst>
                  <a:gd name="T0" fmla="*/ 0 w 1645"/>
                  <a:gd name="T1" fmla="*/ 0 h 950"/>
                  <a:gd name="T2" fmla="*/ 1644 w 1645"/>
                  <a:gd name="T3" fmla="*/ 950 h 950"/>
                  <a:gd name="T4" fmla="*/ 1645 w 1645"/>
                  <a:gd name="T5" fmla="*/ 950 h 9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645" h="950">
                    <a:moveTo>
                      <a:pt x="0" y="0"/>
                    </a:moveTo>
                    <a:lnTo>
                      <a:pt x="1644" y="950"/>
                    </a:lnTo>
                    <a:lnTo>
                      <a:pt x="1645" y="95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4039" name="Freeform 135">
                <a:extLst>
                  <a:ext uri="{FF2B5EF4-FFF2-40B4-BE49-F238E27FC236}">
                    <a16:creationId xmlns:a16="http://schemas.microsoft.com/office/drawing/2014/main" id="{F03AB4A3-BBD9-4E12-8D16-848D9B9BD77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89" y="1198"/>
                <a:ext cx="108" cy="188"/>
              </a:xfrm>
              <a:custGeom>
                <a:avLst/>
                <a:gdLst>
                  <a:gd name="T0" fmla="*/ 325 w 325"/>
                  <a:gd name="T1" fmla="*/ 0 h 564"/>
                  <a:gd name="T2" fmla="*/ 0 w 325"/>
                  <a:gd name="T3" fmla="*/ 564 h 564"/>
                  <a:gd name="T4" fmla="*/ 1 w 325"/>
                  <a:gd name="T5" fmla="*/ 564 h 5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25" h="564">
                    <a:moveTo>
                      <a:pt x="325" y="0"/>
                    </a:moveTo>
                    <a:lnTo>
                      <a:pt x="0" y="564"/>
                    </a:lnTo>
                    <a:lnTo>
                      <a:pt x="1" y="564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4040" name="Freeform 136">
                <a:extLst>
                  <a:ext uri="{FF2B5EF4-FFF2-40B4-BE49-F238E27FC236}">
                    <a16:creationId xmlns:a16="http://schemas.microsoft.com/office/drawing/2014/main" id="{C284E12E-AB2E-4C33-A76C-044EDC48D52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49" y="1522"/>
                <a:ext cx="91" cy="159"/>
              </a:xfrm>
              <a:custGeom>
                <a:avLst/>
                <a:gdLst>
                  <a:gd name="T0" fmla="*/ 275 w 275"/>
                  <a:gd name="T1" fmla="*/ 0 h 477"/>
                  <a:gd name="T2" fmla="*/ 0 w 275"/>
                  <a:gd name="T3" fmla="*/ 477 h 477"/>
                  <a:gd name="T4" fmla="*/ 2 w 275"/>
                  <a:gd name="T5" fmla="*/ 477 h 4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75" h="477">
                    <a:moveTo>
                      <a:pt x="275" y="0"/>
                    </a:moveTo>
                    <a:lnTo>
                      <a:pt x="0" y="477"/>
                    </a:lnTo>
                    <a:lnTo>
                      <a:pt x="2" y="477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4041" name="Freeform 137">
                <a:extLst>
                  <a:ext uri="{FF2B5EF4-FFF2-40B4-BE49-F238E27FC236}">
                    <a16:creationId xmlns:a16="http://schemas.microsoft.com/office/drawing/2014/main" id="{7D6FC513-FC75-4607-B72B-99C7F593D6D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20" y="1558"/>
                <a:ext cx="151" cy="87"/>
              </a:xfrm>
              <a:custGeom>
                <a:avLst/>
                <a:gdLst>
                  <a:gd name="T0" fmla="*/ 0 w 452"/>
                  <a:gd name="T1" fmla="*/ 0 h 261"/>
                  <a:gd name="T2" fmla="*/ 451 w 452"/>
                  <a:gd name="T3" fmla="*/ 261 h 261"/>
                  <a:gd name="T4" fmla="*/ 452 w 452"/>
                  <a:gd name="T5" fmla="*/ 261 h 2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52" h="261">
                    <a:moveTo>
                      <a:pt x="0" y="0"/>
                    </a:moveTo>
                    <a:lnTo>
                      <a:pt x="451" y="261"/>
                    </a:lnTo>
                    <a:lnTo>
                      <a:pt x="452" y="261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4042" name="Freeform 138">
                <a:extLst>
                  <a:ext uri="{FF2B5EF4-FFF2-40B4-BE49-F238E27FC236}">
                    <a16:creationId xmlns:a16="http://schemas.microsoft.com/office/drawing/2014/main" id="{A1A67159-8A72-4931-AF57-C12C3EC2473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45" y="1551"/>
                <a:ext cx="100" cy="100"/>
              </a:xfrm>
              <a:custGeom>
                <a:avLst/>
                <a:gdLst>
                  <a:gd name="T0" fmla="*/ 300 w 301"/>
                  <a:gd name="T1" fmla="*/ 150 h 300"/>
                  <a:gd name="T2" fmla="*/ 256 w 301"/>
                  <a:gd name="T3" fmla="*/ 45 h 300"/>
                  <a:gd name="T4" fmla="*/ 150 w 301"/>
                  <a:gd name="T5" fmla="*/ 0 h 300"/>
                  <a:gd name="T6" fmla="*/ 44 w 301"/>
                  <a:gd name="T7" fmla="*/ 45 h 300"/>
                  <a:gd name="T8" fmla="*/ 0 w 301"/>
                  <a:gd name="T9" fmla="*/ 150 h 300"/>
                  <a:gd name="T10" fmla="*/ 44 w 301"/>
                  <a:gd name="T11" fmla="*/ 256 h 300"/>
                  <a:gd name="T12" fmla="*/ 150 w 301"/>
                  <a:gd name="T13" fmla="*/ 300 h 300"/>
                  <a:gd name="T14" fmla="*/ 256 w 301"/>
                  <a:gd name="T15" fmla="*/ 256 h 300"/>
                  <a:gd name="T16" fmla="*/ 300 w 301"/>
                  <a:gd name="T17" fmla="*/ 150 h 300"/>
                  <a:gd name="T18" fmla="*/ 301 w 301"/>
                  <a:gd name="T19" fmla="*/ 150 h 3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01" h="300">
                    <a:moveTo>
                      <a:pt x="300" y="150"/>
                    </a:moveTo>
                    <a:lnTo>
                      <a:pt x="256" y="45"/>
                    </a:lnTo>
                    <a:lnTo>
                      <a:pt x="150" y="0"/>
                    </a:lnTo>
                    <a:lnTo>
                      <a:pt x="44" y="45"/>
                    </a:lnTo>
                    <a:lnTo>
                      <a:pt x="0" y="150"/>
                    </a:lnTo>
                    <a:lnTo>
                      <a:pt x="44" y="256"/>
                    </a:lnTo>
                    <a:lnTo>
                      <a:pt x="150" y="300"/>
                    </a:lnTo>
                    <a:lnTo>
                      <a:pt x="256" y="256"/>
                    </a:lnTo>
                    <a:lnTo>
                      <a:pt x="300" y="150"/>
                    </a:lnTo>
                    <a:lnTo>
                      <a:pt x="301" y="15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4043" name="Freeform 139">
                <a:extLst>
                  <a:ext uri="{FF2B5EF4-FFF2-40B4-BE49-F238E27FC236}">
                    <a16:creationId xmlns:a16="http://schemas.microsoft.com/office/drawing/2014/main" id="{7BF1244E-0344-49F3-AE89-CEDB770F0EE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37" y="1662"/>
                <a:ext cx="163" cy="54"/>
              </a:xfrm>
              <a:custGeom>
                <a:avLst/>
                <a:gdLst>
                  <a:gd name="T0" fmla="*/ 0 w 163"/>
                  <a:gd name="T1" fmla="*/ 41 h 54"/>
                  <a:gd name="T2" fmla="*/ 67 w 163"/>
                  <a:gd name="T3" fmla="*/ 54 h 54"/>
                  <a:gd name="T4" fmla="*/ 115 w 163"/>
                  <a:gd name="T5" fmla="*/ 42 h 54"/>
                  <a:gd name="T6" fmla="*/ 163 w 163"/>
                  <a:gd name="T7" fmla="*/ 0 h 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63" h="54">
                    <a:moveTo>
                      <a:pt x="0" y="41"/>
                    </a:moveTo>
                    <a:lnTo>
                      <a:pt x="67" y="54"/>
                    </a:lnTo>
                    <a:lnTo>
                      <a:pt x="115" y="42"/>
                    </a:lnTo>
                    <a:lnTo>
                      <a:pt x="163" y="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124044" name="Group 140">
                <a:extLst>
                  <a:ext uri="{FF2B5EF4-FFF2-40B4-BE49-F238E27FC236}">
                    <a16:creationId xmlns:a16="http://schemas.microsoft.com/office/drawing/2014/main" id="{281968DD-9B20-4C9F-B597-ACB7CB0E68F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45" y="721"/>
                <a:ext cx="863" cy="891"/>
                <a:chOff x="1745" y="721"/>
                <a:chExt cx="863" cy="891"/>
              </a:xfrm>
            </p:grpSpPr>
            <p:sp>
              <p:nvSpPr>
                <p:cNvPr id="124045" name="Freeform 141">
                  <a:extLst>
                    <a:ext uri="{FF2B5EF4-FFF2-40B4-BE49-F238E27FC236}">
                      <a16:creationId xmlns:a16="http://schemas.microsoft.com/office/drawing/2014/main" id="{8116CA71-DAF2-4A8D-8239-E236BE682DD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354" y="1270"/>
                  <a:ext cx="254" cy="147"/>
                </a:xfrm>
                <a:custGeom>
                  <a:avLst/>
                  <a:gdLst>
                    <a:gd name="T0" fmla="*/ 0 w 762"/>
                    <a:gd name="T1" fmla="*/ 0 h 439"/>
                    <a:gd name="T2" fmla="*/ 760 w 762"/>
                    <a:gd name="T3" fmla="*/ 439 h 439"/>
                    <a:gd name="T4" fmla="*/ 762 w 762"/>
                    <a:gd name="T5" fmla="*/ 439 h 43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762" h="439">
                      <a:moveTo>
                        <a:pt x="0" y="0"/>
                      </a:moveTo>
                      <a:lnTo>
                        <a:pt x="760" y="439"/>
                      </a:lnTo>
                      <a:lnTo>
                        <a:pt x="762" y="439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4046" name="Freeform 142">
                  <a:extLst>
                    <a:ext uri="{FF2B5EF4-FFF2-40B4-BE49-F238E27FC236}">
                      <a16:creationId xmlns:a16="http://schemas.microsoft.com/office/drawing/2014/main" id="{0720B8F3-38CD-4C2D-B063-8FD7235DFAE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39" y="721"/>
                  <a:ext cx="299" cy="518"/>
                </a:xfrm>
                <a:custGeom>
                  <a:avLst/>
                  <a:gdLst>
                    <a:gd name="T0" fmla="*/ 896 w 896"/>
                    <a:gd name="T1" fmla="*/ 0 h 1553"/>
                    <a:gd name="T2" fmla="*/ 0 w 896"/>
                    <a:gd name="T3" fmla="*/ 1553 h 1553"/>
                    <a:gd name="T4" fmla="*/ 1 w 896"/>
                    <a:gd name="T5" fmla="*/ 1553 h 155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896" h="1553">
                      <a:moveTo>
                        <a:pt x="896" y="0"/>
                      </a:moveTo>
                      <a:lnTo>
                        <a:pt x="0" y="1553"/>
                      </a:lnTo>
                      <a:lnTo>
                        <a:pt x="1" y="1553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4047" name="Freeform 143">
                  <a:extLst>
                    <a:ext uri="{FF2B5EF4-FFF2-40B4-BE49-F238E27FC236}">
                      <a16:creationId xmlns:a16="http://schemas.microsoft.com/office/drawing/2014/main" id="{F95FA9CE-4D88-42AA-9F59-86BAE4D1AF4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45" y="919"/>
                  <a:ext cx="510" cy="293"/>
                </a:xfrm>
                <a:custGeom>
                  <a:avLst/>
                  <a:gdLst>
                    <a:gd name="T0" fmla="*/ 0 w 1528"/>
                    <a:gd name="T1" fmla="*/ 0 h 881"/>
                    <a:gd name="T2" fmla="*/ 1527 w 1528"/>
                    <a:gd name="T3" fmla="*/ 881 h 881"/>
                    <a:gd name="T4" fmla="*/ 1528 w 1528"/>
                    <a:gd name="T5" fmla="*/ 881 h 88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528" h="881">
                      <a:moveTo>
                        <a:pt x="0" y="0"/>
                      </a:moveTo>
                      <a:lnTo>
                        <a:pt x="1527" y="881"/>
                      </a:lnTo>
                      <a:lnTo>
                        <a:pt x="1528" y="881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4048" name="Freeform 144">
                  <a:extLst>
                    <a:ext uri="{FF2B5EF4-FFF2-40B4-BE49-F238E27FC236}">
                      <a16:creationId xmlns:a16="http://schemas.microsoft.com/office/drawing/2014/main" id="{3D3C8E24-8B9C-41A3-A8E8-7CF4BA6472C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923" y="1320"/>
                  <a:ext cx="169" cy="292"/>
                </a:xfrm>
                <a:custGeom>
                  <a:avLst/>
                  <a:gdLst>
                    <a:gd name="T0" fmla="*/ 506 w 506"/>
                    <a:gd name="T1" fmla="*/ 0 h 876"/>
                    <a:gd name="T2" fmla="*/ 0 w 506"/>
                    <a:gd name="T3" fmla="*/ 876 h 876"/>
                    <a:gd name="T4" fmla="*/ 1 w 506"/>
                    <a:gd name="T5" fmla="*/ 876 h 87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506" h="876">
                      <a:moveTo>
                        <a:pt x="506" y="0"/>
                      </a:moveTo>
                      <a:lnTo>
                        <a:pt x="0" y="876"/>
                      </a:lnTo>
                      <a:lnTo>
                        <a:pt x="1" y="876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4049" name="Freeform 145">
                  <a:extLst>
                    <a:ext uri="{FF2B5EF4-FFF2-40B4-BE49-F238E27FC236}">
                      <a16:creationId xmlns:a16="http://schemas.microsoft.com/office/drawing/2014/main" id="{3C819B32-91F8-41F5-A62B-4BFF97799B3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11" y="1270"/>
                  <a:ext cx="10" cy="17"/>
                </a:xfrm>
                <a:custGeom>
                  <a:avLst/>
                  <a:gdLst>
                    <a:gd name="T0" fmla="*/ 29 w 29"/>
                    <a:gd name="T1" fmla="*/ 0 h 51"/>
                    <a:gd name="T2" fmla="*/ 0 w 29"/>
                    <a:gd name="T3" fmla="*/ 51 h 51"/>
                    <a:gd name="T4" fmla="*/ 1 w 29"/>
                    <a:gd name="T5" fmla="*/ 51 h 5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9" h="51">
                      <a:moveTo>
                        <a:pt x="29" y="0"/>
                      </a:moveTo>
                      <a:lnTo>
                        <a:pt x="0" y="51"/>
                      </a:lnTo>
                      <a:lnTo>
                        <a:pt x="1" y="51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4050" name="Freeform 146">
                  <a:extLst>
                    <a:ext uri="{FF2B5EF4-FFF2-40B4-BE49-F238E27FC236}">
                      <a16:creationId xmlns:a16="http://schemas.microsoft.com/office/drawing/2014/main" id="{87F1EDB6-B543-47C0-A619-1141FF582D1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291" y="1234"/>
                  <a:ext cx="18" cy="10"/>
                </a:xfrm>
                <a:custGeom>
                  <a:avLst/>
                  <a:gdLst>
                    <a:gd name="T0" fmla="*/ 0 w 53"/>
                    <a:gd name="T1" fmla="*/ 0 h 29"/>
                    <a:gd name="T2" fmla="*/ 52 w 53"/>
                    <a:gd name="T3" fmla="*/ 29 h 29"/>
                    <a:gd name="T4" fmla="*/ 53 w 53"/>
                    <a:gd name="T5" fmla="*/ 29 h 2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53" h="29">
                      <a:moveTo>
                        <a:pt x="0" y="0"/>
                      </a:moveTo>
                      <a:lnTo>
                        <a:pt x="52" y="29"/>
                      </a:lnTo>
                      <a:lnTo>
                        <a:pt x="53" y="29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124051" name="Freeform 147">
                <a:extLst>
                  <a:ext uri="{FF2B5EF4-FFF2-40B4-BE49-F238E27FC236}">
                    <a16:creationId xmlns:a16="http://schemas.microsoft.com/office/drawing/2014/main" id="{72CDD8E7-D389-4D5E-8C00-1D2F13B26F8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13" y="686"/>
                <a:ext cx="100" cy="101"/>
              </a:xfrm>
              <a:custGeom>
                <a:avLst/>
                <a:gdLst>
                  <a:gd name="T0" fmla="*/ 299 w 300"/>
                  <a:gd name="T1" fmla="*/ 150 h 301"/>
                  <a:gd name="T2" fmla="*/ 256 w 300"/>
                  <a:gd name="T3" fmla="*/ 45 h 301"/>
                  <a:gd name="T4" fmla="*/ 150 w 300"/>
                  <a:gd name="T5" fmla="*/ 0 h 301"/>
                  <a:gd name="T6" fmla="*/ 44 w 300"/>
                  <a:gd name="T7" fmla="*/ 45 h 301"/>
                  <a:gd name="T8" fmla="*/ 0 w 300"/>
                  <a:gd name="T9" fmla="*/ 150 h 301"/>
                  <a:gd name="T10" fmla="*/ 44 w 300"/>
                  <a:gd name="T11" fmla="*/ 256 h 301"/>
                  <a:gd name="T12" fmla="*/ 150 w 300"/>
                  <a:gd name="T13" fmla="*/ 301 h 301"/>
                  <a:gd name="T14" fmla="*/ 256 w 300"/>
                  <a:gd name="T15" fmla="*/ 256 h 301"/>
                  <a:gd name="T16" fmla="*/ 299 w 300"/>
                  <a:gd name="T17" fmla="*/ 150 h 301"/>
                  <a:gd name="T18" fmla="*/ 300 w 300"/>
                  <a:gd name="T19" fmla="*/ 150 h 3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00" h="301">
                    <a:moveTo>
                      <a:pt x="299" y="150"/>
                    </a:moveTo>
                    <a:lnTo>
                      <a:pt x="256" y="45"/>
                    </a:lnTo>
                    <a:lnTo>
                      <a:pt x="150" y="0"/>
                    </a:lnTo>
                    <a:lnTo>
                      <a:pt x="44" y="45"/>
                    </a:lnTo>
                    <a:lnTo>
                      <a:pt x="0" y="150"/>
                    </a:lnTo>
                    <a:lnTo>
                      <a:pt x="44" y="256"/>
                    </a:lnTo>
                    <a:lnTo>
                      <a:pt x="150" y="301"/>
                    </a:lnTo>
                    <a:lnTo>
                      <a:pt x="256" y="256"/>
                    </a:lnTo>
                    <a:lnTo>
                      <a:pt x="299" y="150"/>
                    </a:lnTo>
                    <a:lnTo>
                      <a:pt x="300" y="15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4052" name="Freeform 148">
                <a:extLst>
                  <a:ext uri="{FF2B5EF4-FFF2-40B4-BE49-F238E27FC236}">
                    <a16:creationId xmlns:a16="http://schemas.microsoft.com/office/drawing/2014/main" id="{714C64C8-DF79-451B-8592-1118EB3720F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62" y="624"/>
                <a:ext cx="160" cy="54"/>
              </a:xfrm>
              <a:custGeom>
                <a:avLst/>
                <a:gdLst>
                  <a:gd name="T0" fmla="*/ 478 w 478"/>
                  <a:gd name="T1" fmla="*/ 36 h 164"/>
                  <a:gd name="T2" fmla="*/ 212 w 478"/>
                  <a:gd name="T3" fmla="*/ 0 h 164"/>
                  <a:gd name="T4" fmla="*/ 0 w 478"/>
                  <a:gd name="T5" fmla="*/ 164 h 164"/>
                  <a:gd name="T6" fmla="*/ 1 w 478"/>
                  <a:gd name="T7" fmla="*/ 164 h 1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78" h="164">
                    <a:moveTo>
                      <a:pt x="478" y="36"/>
                    </a:moveTo>
                    <a:lnTo>
                      <a:pt x="212" y="0"/>
                    </a:lnTo>
                    <a:lnTo>
                      <a:pt x="0" y="164"/>
                    </a:lnTo>
                    <a:lnTo>
                      <a:pt x="1" y="164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4053" name="Freeform 149">
                <a:extLst>
                  <a:ext uri="{FF2B5EF4-FFF2-40B4-BE49-F238E27FC236}">
                    <a16:creationId xmlns:a16="http://schemas.microsoft.com/office/drawing/2014/main" id="{96C53679-D27B-49D1-9523-818E1AFD2BE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92" y="695"/>
                <a:ext cx="158" cy="92"/>
              </a:xfrm>
              <a:custGeom>
                <a:avLst/>
                <a:gdLst>
                  <a:gd name="T0" fmla="*/ 0 w 475"/>
                  <a:gd name="T1" fmla="*/ 0 h 274"/>
                  <a:gd name="T2" fmla="*/ 473 w 475"/>
                  <a:gd name="T3" fmla="*/ 274 h 274"/>
                  <a:gd name="T4" fmla="*/ 475 w 475"/>
                  <a:gd name="T5" fmla="*/ 274 h 2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75" h="274">
                    <a:moveTo>
                      <a:pt x="0" y="0"/>
                    </a:moveTo>
                    <a:lnTo>
                      <a:pt x="473" y="274"/>
                    </a:lnTo>
                    <a:lnTo>
                      <a:pt x="475" y="274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4054" name="Freeform 150">
                <a:extLst>
                  <a:ext uri="{FF2B5EF4-FFF2-40B4-BE49-F238E27FC236}">
                    <a16:creationId xmlns:a16="http://schemas.microsoft.com/office/drawing/2014/main" id="{2F6151FC-9DA2-4AD8-99D9-1F5A3004062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64" y="850"/>
                <a:ext cx="86" cy="50"/>
              </a:xfrm>
              <a:custGeom>
                <a:avLst/>
                <a:gdLst>
                  <a:gd name="T0" fmla="*/ 0 w 260"/>
                  <a:gd name="T1" fmla="*/ 0 h 150"/>
                  <a:gd name="T2" fmla="*/ 259 w 260"/>
                  <a:gd name="T3" fmla="*/ 150 h 150"/>
                  <a:gd name="T4" fmla="*/ 260 w 260"/>
                  <a:gd name="T5" fmla="*/ 150 h 1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60" h="150">
                    <a:moveTo>
                      <a:pt x="0" y="0"/>
                    </a:moveTo>
                    <a:lnTo>
                      <a:pt x="259" y="150"/>
                    </a:lnTo>
                    <a:lnTo>
                      <a:pt x="260" y="15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4055" name="Freeform 151">
                <a:extLst>
                  <a:ext uri="{FF2B5EF4-FFF2-40B4-BE49-F238E27FC236}">
                    <a16:creationId xmlns:a16="http://schemas.microsoft.com/office/drawing/2014/main" id="{A821EE16-C41C-4039-BA91-CEB901E628B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71" y="1009"/>
                <a:ext cx="152" cy="87"/>
              </a:xfrm>
              <a:custGeom>
                <a:avLst/>
                <a:gdLst>
                  <a:gd name="T0" fmla="*/ 0 w 455"/>
                  <a:gd name="T1" fmla="*/ 0 h 261"/>
                  <a:gd name="T2" fmla="*/ 454 w 455"/>
                  <a:gd name="T3" fmla="*/ 261 h 261"/>
                  <a:gd name="T4" fmla="*/ 455 w 455"/>
                  <a:gd name="T5" fmla="*/ 261 h 2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55" h="261">
                    <a:moveTo>
                      <a:pt x="0" y="0"/>
                    </a:moveTo>
                    <a:lnTo>
                      <a:pt x="454" y="261"/>
                    </a:lnTo>
                    <a:lnTo>
                      <a:pt x="455" y="261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4056" name="Freeform 152">
                <a:extLst>
                  <a:ext uri="{FF2B5EF4-FFF2-40B4-BE49-F238E27FC236}">
                    <a16:creationId xmlns:a16="http://schemas.microsoft.com/office/drawing/2014/main" id="{F0FDCEE8-0809-4C5F-82E7-54B708E069F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45" y="1055"/>
                <a:ext cx="87" cy="50"/>
              </a:xfrm>
              <a:custGeom>
                <a:avLst/>
                <a:gdLst>
                  <a:gd name="T0" fmla="*/ 0 w 261"/>
                  <a:gd name="T1" fmla="*/ 0 h 149"/>
                  <a:gd name="T2" fmla="*/ 259 w 261"/>
                  <a:gd name="T3" fmla="*/ 149 h 149"/>
                  <a:gd name="T4" fmla="*/ 261 w 261"/>
                  <a:gd name="T5" fmla="*/ 149 h 1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61" h="149">
                    <a:moveTo>
                      <a:pt x="0" y="0"/>
                    </a:moveTo>
                    <a:lnTo>
                      <a:pt x="259" y="149"/>
                    </a:lnTo>
                    <a:lnTo>
                      <a:pt x="261" y="149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4057" name="Freeform 153">
                <a:extLst>
                  <a:ext uri="{FF2B5EF4-FFF2-40B4-BE49-F238E27FC236}">
                    <a16:creationId xmlns:a16="http://schemas.microsoft.com/office/drawing/2014/main" id="{2E4F2A57-4AC5-4CD7-90D7-0A20FF134BA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31" y="1105"/>
                <a:ext cx="17" cy="32"/>
              </a:xfrm>
              <a:custGeom>
                <a:avLst/>
                <a:gdLst>
                  <a:gd name="T0" fmla="*/ 50 w 50"/>
                  <a:gd name="T1" fmla="*/ 96 h 96"/>
                  <a:gd name="T2" fmla="*/ 0 w 50"/>
                  <a:gd name="T3" fmla="*/ 0 h 96"/>
                  <a:gd name="T4" fmla="*/ 2 w 50"/>
                  <a:gd name="T5" fmla="*/ 0 h 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50" h="96">
                    <a:moveTo>
                      <a:pt x="50" y="96"/>
                    </a:moveTo>
                    <a:lnTo>
                      <a:pt x="0" y="0"/>
                    </a:lnTo>
                    <a:lnTo>
                      <a:pt x="2" y="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4058" name="Freeform 154">
                <a:extLst>
                  <a:ext uri="{FF2B5EF4-FFF2-40B4-BE49-F238E27FC236}">
                    <a16:creationId xmlns:a16="http://schemas.microsoft.com/office/drawing/2014/main" id="{D65C8C13-8E96-4E4F-B093-1005C6C8EE7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50" y="898"/>
                <a:ext cx="36" cy="2"/>
              </a:xfrm>
              <a:custGeom>
                <a:avLst/>
                <a:gdLst>
                  <a:gd name="T0" fmla="*/ 0 w 109"/>
                  <a:gd name="T1" fmla="*/ 6 h 6"/>
                  <a:gd name="T2" fmla="*/ 108 w 109"/>
                  <a:gd name="T3" fmla="*/ 0 h 6"/>
                  <a:gd name="T4" fmla="*/ 109 w 109"/>
                  <a:gd name="T5" fmla="*/ 0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09" h="6">
                    <a:moveTo>
                      <a:pt x="0" y="6"/>
                    </a:moveTo>
                    <a:lnTo>
                      <a:pt x="108" y="0"/>
                    </a:lnTo>
                    <a:lnTo>
                      <a:pt x="109" y="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4059" name="Freeform 155">
                <a:extLst>
                  <a:ext uri="{FF2B5EF4-FFF2-40B4-BE49-F238E27FC236}">
                    <a16:creationId xmlns:a16="http://schemas.microsoft.com/office/drawing/2014/main" id="{7C0C5B69-6F24-4E0F-BCD8-7C7A472B8B8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16" y="662"/>
                <a:ext cx="90" cy="157"/>
              </a:xfrm>
              <a:custGeom>
                <a:avLst/>
                <a:gdLst>
                  <a:gd name="T0" fmla="*/ 271 w 271"/>
                  <a:gd name="T1" fmla="*/ 0 h 470"/>
                  <a:gd name="T2" fmla="*/ 0 w 271"/>
                  <a:gd name="T3" fmla="*/ 470 h 470"/>
                  <a:gd name="T4" fmla="*/ 1 w 271"/>
                  <a:gd name="T5" fmla="*/ 470 h 4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71" h="470">
                    <a:moveTo>
                      <a:pt x="271" y="0"/>
                    </a:moveTo>
                    <a:lnTo>
                      <a:pt x="0" y="470"/>
                    </a:lnTo>
                    <a:lnTo>
                      <a:pt x="1" y="47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4060" name="Freeform 156">
                <a:extLst>
                  <a:ext uri="{FF2B5EF4-FFF2-40B4-BE49-F238E27FC236}">
                    <a16:creationId xmlns:a16="http://schemas.microsoft.com/office/drawing/2014/main" id="{7CD764FE-CF42-43B5-80CA-1D38CD2CDC9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37" y="896"/>
                <a:ext cx="152" cy="87"/>
              </a:xfrm>
              <a:custGeom>
                <a:avLst/>
                <a:gdLst>
                  <a:gd name="T0" fmla="*/ 0 w 455"/>
                  <a:gd name="T1" fmla="*/ 0 h 262"/>
                  <a:gd name="T2" fmla="*/ 453 w 455"/>
                  <a:gd name="T3" fmla="*/ 262 h 262"/>
                  <a:gd name="T4" fmla="*/ 455 w 455"/>
                  <a:gd name="T5" fmla="*/ 262 h 2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55" h="262">
                    <a:moveTo>
                      <a:pt x="0" y="0"/>
                    </a:moveTo>
                    <a:lnTo>
                      <a:pt x="453" y="262"/>
                    </a:lnTo>
                    <a:lnTo>
                      <a:pt x="455" y="262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124061" name="Group 157">
                <a:extLst>
                  <a:ext uri="{FF2B5EF4-FFF2-40B4-BE49-F238E27FC236}">
                    <a16:creationId xmlns:a16="http://schemas.microsoft.com/office/drawing/2014/main" id="{6405EA57-D5C1-4757-9F24-07F3A141C74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89" y="837"/>
                <a:ext cx="723" cy="665"/>
                <a:chOff x="1789" y="837"/>
                <a:chExt cx="723" cy="665"/>
              </a:xfrm>
            </p:grpSpPr>
            <p:sp>
              <p:nvSpPr>
                <p:cNvPr id="124062" name="Freeform 158">
                  <a:extLst>
                    <a:ext uri="{FF2B5EF4-FFF2-40B4-BE49-F238E27FC236}">
                      <a16:creationId xmlns:a16="http://schemas.microsoft.com/office/drawing/2014/main" id="{59B3E6BA-27C6-48CF-871C-80C2199AF20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67" y="874"/>
                  <a:ext cx="39" cy="39"/>
                </a:xfrm>
                <a:custGeom>
                  <a:avLst/>
                  <a:gdLst>
                    <a:gd name="T0" fmla="*/ 0 w 118"/>
                    <a:gd name="T1" fmla="*/ 117 h 117"/>
                    <a:gd name="T2" fmla="*/ 117 w 118"/>
                    <a:gd name="T3" fmla="*/ 0 h 117"/>
                    <a:gd name="T4" fmla="*/ 118 w 118"/>
                    <a:gd name="T5" fmla="*/ 0 h 1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18" h="117">
                      <a:moveTo>
                        <a:pt x="0" y="117"/>
                      </a:moveTo>
                      <a:lnTo>
                        <a:pt x="117" y="0"/>
                      </a:lnTo>
                      <a:lnTo>
                        <a:pt x="118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4063" name="Freeform 159">
                  <a:extLst>
                    <a:ext uri="{FF2B5EF4-FFF2-40B4-BE49-F238E27FC236}">
                      <a16:creationId xmlns:a16="http://schemas.microsoft.com/office/drawing/2014/main" id="{0DAD6EC0-25A9-47AC-BD85-A0E92D0CC6D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35" y="1165"/>
                  <a:ext cx="77" cy="77"/>
                </a:xfrm>
                <a:custGeom>
                  <a:avLst/>
                  <a:gdLst>
                    <a:gd name="T0" fmla="*/ 0 w 231"/>
                    <a:gd name="T1" fmla="*/ 230 h 230"/>
                    <a:gd name="T2" fmla="*/ 230 w 231"/>
                    <a:gd name="T3" fmla="*/ 0 h 230"/>
                    <a:gd name="T4" fmla="*/ 231 w 231"/>
                    <a:gd name="T5" fmla="*/ 0 h 2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31" h="230">
                      <a:moveTo>
                        <a:pt x="0" y="230"/>
                      </a:moveTo>
                      <a:lnTo>
                        <a:pt x="230" y="0"/>
                      </a:lnTo>
                      <a:lnTo>
                        <a:pt x="231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4064" name="Freeform 160">
                  <a:extLst>
                    <a:ext uri="{FF2B5EF4-FFF2-40B4-BE49-F238E27FC236}">
                      <a16:creationId xmlns:a16="http://schemas.microsoft.com/office/drawing/2014/main" id="{A6ADC658-9302-48BD-9E35-BA9698FEFA0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48" y="1134"/>
                  <a:ext cx="67" cy="67"/>
                </a:xfrm>
                <a:custGeom>
                  <a:avLst/>
                  <a:gdLst>
                    <a:gd name="T0" fmla="*/ 0 w 203"/>
                    <a:gd name="T1" fmla="*/ 202 h 202"/>
                    <a:gd name="T2" fmla="*/ 202 w 203"/>
                    <a:gd name="T3" fmla="*/ 0 h 202"/>
                    <a:gd name="T4" fmla="*/ 203 w 203"/>
                    <a:gd name="T5" fmla="*/ 0 h 2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3" h="202">
                      <a:moveTo>
                        <a:pt x="0" y="202"/>
                      </a:moveTo>
                      <a:lnTo>
                        <a:pt x="202" y="0"/>
                      </a:lnTo>
                      <a:lnTo>
                        <a:pt x="203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4065" name="Freeform 161">
                  <a:extLst>
                    <a:ext uri="{FF2B5EF4-FFF2-40B4-BE49-F238E27FC236}">
                      <a16:creationId xmlns:a16="http://schemas.microsoft.com/office/drawing/2014/main" id="{F08FAF64-215E-4689-A865-2E6D9D7AFC2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96" y="1434"/>
                  <a:ext cx="57" cy="58"/>
                </a:xfrm>
                <a:custGeom>
                  <a:avLst/>
                  <a:gdLst>
                    <a:gd name="T0" fmla="*/ 0 w 173"/>
                    <a:gd name="T1" fmla="*/ 172 h 172"/>
                    <a:gd name="T2" fmla="*/ 172 w 173"/>
                    <a:gd name="T3" fmla="*/ 0 h 172"/>
                    <a:gd name="T4" fmla="*/ 173 w 173"/>
                    <a:gd name="T5" fmla="*/ 0 h 17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73" h="172">
                      <a:moveTo>
                        <a:pt x="0" y="172"/>
                      </a:moveTo>
                      <a:lnTo>
                        <a:pt x="172" y="0"/>
                      </a:lnTo>
                      <a:lnTo>
                        <a:pt x="173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4066" name="Freeform 162">
                  <a:extLst>
                    <a:ext uri="{FF2B5EF4-FFF2-40B4-BE49-F238E27FC236}">
                      <a16:creationId xmlns:a16="http://schemas.microsoft.com/office/drawing/2014/main" id="{64CC4980-B158-4B3C-8555-864237FCA05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91" y="1288"/>
                  <a:ext cx="50" cy="49"/>
                </a:xfrm>
                <a:custGeom>
                  <a:avLst/>
                  <a:gdLst>
                    <a:gd name="T0" fmla="*/ 0 w 149"/>
                    <a:gd name="T1" fmla="*/ 147 h 147"/>
                    <a:gd name="T2" fmla="*/ 148 w 149"/>
                    <a:gd name="T3" fmla="*/ 0 h 147"/>
                    <a:gd name="T4" fmla="*/ 149 w 149"/>
                    <a:gd name="T5" fmla="*/ 0 h 14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49" h="147">
                      <a:moveTo>
                        <a:pt x="0" y="147"/>
                      </a:moveTo>
                      <a:lnTo>
                        <a:pt x="148" y="0"/>
                      </a:lnTo>
                      <a:lnTo>
                        <a:pt x="149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4067" name="Freeform 163">
                  <a:extLst>
                    <a:ext uri="{FF2B5EF4-FFF2-40B4-BE49-F238E27FC236}">
                      <a16:creationId xmlns:a16="http://schemas.microsoft.com/office/drawing/2014/main" id="{5D3CAB34-C352-43BE-850A-48FCA1DD6BD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64" y="1221"/>
                  <a:ext cx="54" cy="54"/>
                </a:xfrm>
                <a:custGeom>
                  <a:avLst/>
                  <a:gdLst>
                    <a:gd name="T0" fmla="*/ 0 w 164"/>
                    <a:gd name="T1" fmla="*/ 163 h 163"/>
                    <a:gd name="T2" fmla="*/ 163 w 164"/>
                    <a:gd name="T3" fmla="*/ 0 h 163"/>
                    <a:gd name="T4" fmla="*/ 164 w 164"/>
                    <a:gd name="T5" fmla="*/ 0 h 16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64" h="163">
                      <a:moveTo>
                        <a:pt x="0" y="163"/>
                      </a:moveTo>
                      <a:lnTo>
                        <a:pt x="163" y="0"/>
                      </a:lnTo>
                      <a:lnTo>
                        <a:pt x="164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4068" name="Freeform 164">
                  <a:extLst>
                    <a:ext uri="{FF2B5EF4-FFF2-40B4-BE49-F238E27FC236}">
                      <a16:creationId xmlns:a16="http://schemas.microsoft.com/office/drawing/2014/main" id="{ECED41DC-7EC2-4FDB-850C-8592F8DE2BB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975" y="1385"/>
                  <a:ext cx="48" cy="48"/>
                </a:xfrm>
                <a:custGeom>
                  <a:avLst/>
                  <a:gdLst>
                    <a:gd name="T0" fmla="*/ 0 w 143"/>
                    <a:gd name="T1" fmla="*/ 143 h 143"/>
                    <a:gd name="T2" fmla="*/ 142 w 143"/>
                    <a:gd name="T3" fmla="*/ 0 h 143"/>
                    <a:gd name="T4" fmla="*/ 143 w 143"/>
                    <a:gd name="T5" fmla="*/ 0 h 1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43" h="143">
                      <a:moveTo>
                        <a:pt x="0" y="143"/>
                      </a:moveTo>
                      <a:lnTo>
                        <a:pt x="142" y="0"/>
                      </a:lnTo>
                      <a:lnTo>
                        <a:pt x="143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4069" name="Freeform 165">
                  <a:extLst>
                    <a:ext uri="{FF2B5EF4-FFF2-40B4-BE49-F238E27FC236}">
                      <a16:creationId xmlns:a16="http://schemas.microsoft.com/office/drawing/2014/main" id="{931A097D-CE7B-43DE-BFF1-C0A4CA4E4B8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929" y="1342"/>
                  <a:ext cx="48" cy="47"/>
                </a:xfrm>
                <a:custGeom>
                  <a:avLst/>
                  <a:gdLst>
                    <a:gd name="T0" fmla="*/ 0 w 143"/>
                    <a:gd name="T1" fmla="*/ 141 h 141"/>
                    <a:gd name="T2" fmla="*/ 142 w 143"/>
                    <a:gd name="T3" fmla="*/ 0 h 141"/>
                    <a:gd name="T4" fmla="*/ 143 w 143"/>
                    <a:gd name="T5" fmla="*/ 0 h 14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43" h="141">
                      <a:moveTo>
                        <a:pt x="0" y="141"/>
                      </a:moveTo>
                      <a:lnTo>
                        <a:pt x="142" y="0"/>
                      </a:lnTo>
                      <a:lnTo>
                        <a:pt x="143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4070" name="Freeform 166">
                  <a:extLst>
                    <a:ext uri="{FF2B5EF4-FFF2-40B4-BE49-F238E27FC236}">
                      <a16:creationId xmlns:a16="http://schemas.microsoft.com/office/drawing/2014/main" id="{0DBC65A6-5155-492B-A369-C47B399BCEA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30" y="1417"/>
                  <a:ext cx="51" cy="50"/>
                </a:xfrm>
                <a:custGeom>
                  <a:avLst/>
                  <a:gdLst>
                    <a:gd name="T0" fmla="*/ 0 w 152"/>
                    <a:gd name="T1" fmla="*/ 152 h 152"/>
                    <a:gd name="T2" fmla="*/ 151 w 152"/>
                    <a:gd name="T3" fmla="*/ 0 h 152"/>
                    <a:gd name="T4" fmla="*/ 152 w 152"/>
                    <a:gd name="T5" fmla="*/ 0 h 15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52" h="152">
                      <a:moveTo>
                        <a:pt x="0" y="152"/>
                      </a:moveTo>
                      <a:lnTo>
                        <a:pt x="151" y="0"/>
                      </a:lnTo>
                      <a:lnTo>
                        <a:pt x="152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4071" name="Freeform 167">
                  <a:extLst>
                    <a:ext uri="{FF2B5EF4-FFF2-40B4-BE49-F238E27FC236}">
                      <a16:creationId xmlns:a16="http://schemas.microsoft.com/office/drawing/2014/main" id="{BB17D90D-937F-4D36-99F5-54DE68D5C4E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280" y="1270"/>
                  <a:ext cx="217" cy="217"/>
                </a:xfrm>
                <a:custGeom>
                  <a:avLst/>
                  <a:gdLst>
                    <a:gd name="T0" fmla="*/ 0 w 650"/>
                    <a:gd name="T1" fmla="*/ 649 h 649"/>
                    <a:gd name="T2" fmla="*/ 649 w 650"/>
                    <a:gd name="T3" fmla="*/ 0 h 649"/>
                    <a:gd name="T4" fmla="*/ 650 w 650"/>
                    <a:gd name="T5" fmla="*/ 0 h 64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650" h="649">
                      <a:moveTo>
                        <a:pt x="0" y="649"/>
                      </a:moveTo>
                      <a:lnTo>
                        <a:pt x="649" y="0"/>
                      </a:lnTo>
                      <a:lnTo>
                        <a:pt x="65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4072" name="Freeform 168">
                  <a:extLst>
                    <a:ext uri="{FF2B5EF4-FFF2-40B4-BE49-F238E27FC236}">
                      <a16:creationId xmlns:a16="http://schemas.microsoft.com/office/drawing/2014/main" id="{CFBCCBBA-DEAE-4435-A6AA-F824075D385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75" y="1425"/>
                  <a:ext cx="77" cy="77"/>
                </a:xfrm>
                <a:custGeom>
                  <a:avLst/>
                  <a:gdLst>
                    <a:gd name="T0" fmla="*/ 0 w 231"/>
                    <a:gd name="T1" fmla="*/ 230 h 230"/>
                    <a:gd name="T2" fmla="*/ 230 w 231"/>
                    <a:gd name="T3" fmla="*/ 0 h 230"/>
                    <a:gd name="T4" fmla="*/ 231 w 231"/>
                    <a:gd name="T5" fmla="*/ 0 h 2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31" h="230">
                      <a:moveTo>
                        <a:pt x="0" y="230"/>
                      </a:moveTo>
                      <a:lnTo>
                        <a:pt x="230" y="0"/>
                      </a:lnTo>
                      <a:lnTo>
                        <a:pt x="231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4073" name="Freeform 169">
                  <a:extLst>
                    <a:ext uri="{FF2B5EF4-FFF2-40B4-BE49-F238E27FC236}">
                      <a16:creationId xmlns:a16="http://schemas.microsoft.com/office/drawing/2014/main" id="{E6DDDEBF-D4AF-4456-A955-25C8CBB60B9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981" y="842"/>
                  <a:ext cx="137" cy="136"/>
                </a:xfrm>
                <a:custGeom>
                  <a:avLst/>
                  <a:gdLst>
                    <a:gd name="T0" fmla="*/ 0 w 411"/>
                    <a:gd name="T1" fmla="*/ 410 h 410"/>
                    <a:gd name="T2" fmla="*/ 410 w 411"/>
                    <a:gd name="T3" fmla="*/ 0 h 410"/>
                    <a:gd name="T4" fmla="*/ 411 w 411"/>
                    <a:gd name="T5" fmla="*/ 0 h 4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411" h="410">
                      <a:moveTo>
                        <a:pt x="0" y="410"/>
                      </a:moveTo>
                      <a:lnTo>
                        <a:pt x="410" y="0"/>
                      </a:lnTo>
                      <a:lnTo>
                        <a:pt x="411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4074" name="Freeform 170">
                  <a:extLst>
                    <a:ext uri="{FF2B5EF4-FFF2-40B4-BE49-F238E27FC236}">
                      <a16:creationId xmlns:a16="http://schemas.microsoft.com/office/drawing/2014/main" id="{EFAE9637-18FA-4A9D-9C5D-FEBE5ACCFA4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43" y="1074"/>
                  <a:ext cx="42" cy="42"/>
                </a:xfrm>
                <a:custGeom>
                  <a:avLst/>
                  <a:gdLst>
                    <a:gd name="T0" fmla="*/ 0 w 126"/>
                    <a:gd name="T1" fmla="*/ 126 h 126"/>
                    <a:gd name="T2" fmla="*/ 125 w 126"/>
                    <a:gd name="T3" fmla="*/ 0 h 126"/>
                    <a:gd name="T4" fmla="*/ 126 w 126"/>
                    <a:gd name="T5" fmla="*/ 0 h 12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26" h="126">
                      <a:moveTo>
                        <a:pt x="0" y="126"/>
                      </a:moveTo>
                      <a:lnTo>
                        <a:pt x="125" y="0"/>
                      </a:lnTo>
                      <a:lnTo>
                        <a:pt x="126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4075" name="Freeform 171">
                  <a:extLst>
                    <a:ext uri="{FF2B5EF4-FFF2-40B4-BE49-F238E27FC236}">
                      <a16:creationId xmlns:a16="http://schemas.microsoft.com/office/drawing/2014/main" id="{E57CEF59-A150-41D0-81C5-E349E4F5993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89" y="1042"/>
                  <a:ext cx="39" cy="39"/>
                </a:xfrm>
                <a:custGeom>
                  <a:avLst/>
                  <a:gdLst>
                    <a:gd name="T0" fmla="*/ 0 w 118"/>
                    <a:gd name="T1" fmla="*/ 117 h 117"/>
                    <a:gd name="T2" fmla="*/ 117 w 118"/>
                    <a:gd name="T3" fmla="*/ 0 h 117"/>
                    <a:gd name="T4" fmla="*/ 118 w 118"/>
                    <a:gd name="T5" fmla="*/ 0 h 1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18" h="117">
                      <a:moveTo>
                        <a:pt x="0" y="117"/>
                      </a:moveTo>
                      <a:lnTo>
                        <a:pt x="117" y="0"/>
                      </a:lnTo>
                      <a:lnTo>
                        <a:pt x="118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4076" name="Freeform 172">
                  <a:extLst>
                    <a:ext uri="{FF2B5EF4-FFF2-40B4-BE49-F238E27FC236}">
                      <a16:creationId xmlns:a16="http://schemas.microsoft.com/office/drawing/2014/main" id="{0339686A-AC23-4FF8-9E93-24DF5E42C07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924" y="904"/>
                  <a:ext cx="42" cy="42"/>
                </a:xfrm>
                <a:custGeom>
                  <a:avLst/>
                  <a:gdLst>
                    <a:gd name="T0" fmla="*/ 0 w 126"/>
                    <a:gd name="T1" fmla="*/ 125 h 125"/>
                    <a:gd name="T2" fmla="*/ 125 w 126"/>
                    <a:gd name="T3" fmla="*/ 0 h 125"/>
                    <a:gd name="T4" fmla="*/ 126 w 126"/>
                    <a:gd name="T5" fmla="*/ 0 h 1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26" h="125">
                      <a:moveTo>
                        <a:pt x="0" y="125"/>
                      </a:moveTo>
                      <a:lnTo>
                        <a:pt x="125" y="0"/>
                      </a:lnTo>
                      <a:lnTo>
                        <a:pt x="126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4077" name="Freeform 173">
                  <a:extLst>
                    <a:ext uri="{FF2B5EF4-FFF2-40B4-BE49-F238E27FC236}">
                      <a16:creationId xmlns:a16="http://schemas.microsoft.com/office/drawing/2014/main" id="{AB16C200-0A93-4ACA-8904-0FCFDFCDD52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231" y="853"/>
                  <a:ext cx="55" cy="54"/>
                </a:xfrm>
                <a:custGeom>
                  <a:avLst/>
                  <a:gdLst>
                    <a:gd name="T0" fmla="*/ 0 w 165"/>
                    <a:gd name="T1" fmla="*/ 163 h 163"/>
                    <a:gd name="T2" fmla="*/ 164 w 165"/>
                    <a:gd name="T3" fmla="*/ 0 h 163"/>
                    <a:gd name="T4" fmla="*/ 165 w 165"/>
                    <a:gd name="T5" fmla="*/ 0 h 16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65" h="163">
                      <a:moveTo>
                        <a:pt x="0" y="163"/>
                      </a:moveTo>
                      <a:lnTo>
                        <a:pt x="164" y="0"/>
                      </a:lnTo>
                      <a:lnTo>
                        <a:pt x="165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4078" name="Freeform 174">
                  <a:extLst>
                    <a:ext uri="{FF2B5EF4-FFF2-40B4-BE49-F238E27FC236}">
                      <a16:creationId xmlns:a16="http://schemas.microsoft.com/office/drawing/2014/main" id="{3D1CC73F-1EA0-4562-8197-AF355799C35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44" y="837"/>
                  <a:ext cx="68" cy="68"/>
                </a:xfrm>
                <a:custGeom>
                  <a:avLst/>
                  <a:gdLst>
                    <a:gd name="T0" fmla="*/ 0 w 204"/>
                    <a:gd name="T1" fmla="*/ 203 h 203"/>
                    <a:gd name="T2" fmla="*/ 203 w 204"/>
                    <a:gd name="T3" fmla="*/ 0 h 203"/>
                    <a:gd name="T4" fmla="*/ 204 w 204"/>
                    <a:gd name="T5" fmla="*/ 0 h 20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4" h="203">
                      <a:moveTo>
                        <a:pt x="0" y="203"/>
                      </a:moveTo>
                      <a:lnTo>
                        <a:pt x="203" y="0"/>
                      </a:lnTo>
                      <a:lnTo>
                        <a:pt x="204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4079" name="Freeform 175">
                  <a:extLst>
                    <a:ext uri="{FF2B5EF4-FFF2-40B4-BE49-F238E27FC236}">
                      <a16:creationId xmlns:a16="http://schemas.microsoft.com/office/drawing/2014/main" id="{7E16DFC9-0F71-434F-B4D8-5CA0527E4F9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298" y="881"/>
                  <a:ext cx="49" cy="50"/>
                </a:xfrm>
                <a:custGeom>
                  <a:avLst/>
                  <a:gdLst>
                    <a:gd name="T0" fmla="*/ 0 w 148"/>
                    <a:gd name="T1" fmla="*/ 148 h 148"/>
                    <a:gd name="T2" fmla="*/ 147 w 148"/>
                    <a:gd name="T3" fmla="*/ 0 h 148"/>
                    <a:gd name="T4" fmla="*/ 148 w 148"/>
                    <a:gd name="T5" fmla="*/ 0 h 14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48" h="148">
                      <a:moveTo>
                        <a:pt x="0" y="148"/>
                      </a:moveTo>
                      <a:lnTo>
                        <a:pt x="147" y="0"/>
                      </a:lnTo>
                      <a:lnTo>
                        <a:pt x="148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4080" name="Freeform 176">
                  <a:extLst>
                    <a:ext uri="{FF2B5EF4-FFF2-40B4-BE49-F238E27FC236}">
                      <a16:creationId xmlns:a16="http://schemas.microsoft.com/office/drawing/2014/main" id="{498AD3A4-A986-48CA-9C5A-F5449D34E25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27" y="1020"/>
                  <a:ext cx="50" cy="51"/>
                </a:xfrm>
                <a:custGeom>
                  <a:avLst/>
                  <a:gdLst>
                    <a:gd name="T0" fmla="*/ 0 w 152"/>
                    <a:gd name="T1" fmla="*/ 152 h 152"/>
                    <a:gd name="T2" fmla="*/ 151 w 152"/>
                    <a:gd name="T3" fmla="*/ 0 h 152"/>
                    <a:gd name="T4" fmla="*/ 152 w 152"/>
                    <a:gd name="T5" fmla="*/ 0 h 15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52" h="152">
                      <a:moveTo>
                        <a:pt x="0" y="152"/>
                      </a:moveTo>
                      <a:lnTo>
                        <a:pt x="151" y="0"/>
                      </a:lnTo>
                      <a:lnTo>
                        <a:pt x="152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4081" name="Freeform 177">
                  <a:extLst>
                    <a:ext uri="{FF2B5EF4-FFF2-40B4-BE49-F238E27FC236}">
                      <a16:creationId xmlns:a16="http://schemas.microsoft.com/office/drawing/2014/main" id="{97E8893E-6C25-4668-B61E-F440E7FE9A4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44" y="1086"/>
                  <a:ext cx="58" cy="57"/>
                </a:xfrm>
                <a:custGeom>
                  <a:avLst/>
                  <a:gdLst>
                    <a:gd name="T0" fmla="*/ 0 w 174"/>
                    <a:gd name="T1" fmla="*/ 172 h 172"/>
                    <a:gd name="T2" fmla="*/ 173 w 174"/>
                    <a:gd name="T3" fmla="*/ 0 h 172"/>
                    <a:gd name="T4" fmla="*/ 174 w 174"/>
                    <a:gd name="T5" fmla="*/ 0 h 17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74" h="172">
                      <a:moveTo>
                        <a:pt x="0" y="172"/>
                      </a:moveTo>
                      <a:lnTo>
                        <a:pt x="173" y="0"/>
                      </a:lnTo>
                      <a:lnTo>
                        <a:pt x="174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4082" name="Freeform 178">
                  <a:extLst>
                    <a:ext uri="{FF2B5EF4-FFF2-40B4-BE49-F238E27FC236}">
                      <a16:creationId xmlns:a16="http://schemas.microsoft.com/office/drawing/2014/main" id="{0C0B2E8C-E9A5-4E4C-A881-FD703027A60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395" y="965"/>
                  <a:ext cx="48" cy="48"/>
                </a:xfrm>
                <a:custGeom>
                  <a:avLst/>
                  <a:gdLst>
                    <a:gd name="T0" fmla="*/ 0 w 145"/>
                    <a:gd name="T1" fmla="*/ 143 h 143"/>
                    <a:gd name="T2" fmla="*/ 144 w 145"/>
                    <a:gd name="T3" fmla="*/ 0 h 143"/>
                    <a:gd name="T4" fmla="*/ 145 w 145"/>
                    <a:gd name="T5" fmla="*/ 0 h 1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45" h="143">
                      <a:moveTo>
                        <a:pt x="0" y="143"/>
                      </a:moveTo>
                      <a:lnTo>
                        <a:pt x="144" y="0"/>
                      </a:lnTo>
                      <a:lnTo>
                        <a:pt x="145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4083" name="Freeform 179">
                  <a:extLst>
                    <a:ext uri="{FF2B5EF4-FFF2-40B4-BE49-F238E27FC236}">
                      <a16:creationId xmlns:a16="http://schemas.microsoft.com/office/drawing/2014/main" id="{7796E612-4816-4436-AAD7-D1423A81F6F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352" y="919"/>
                  <a:ext cx="47" cy="47"/>
                </a:xfrm>
                <a:custGeom>
                  <a:avLst/>
                  <a:gdLst>
                    <a:gd name="T0" fmla="*/ 0 w 143"/>
                    <a:gd name="T1" fmla="*/ 142 h 142"/>
                    <a:gd name="T2" fmla="*/ 142 w 143"/>
                    <a:gd name="T3" fmla="*/ 0 h 142"/>
                    <a:gd name="T4" fmla="*/ 143 w 143"/>
                    <a:gd name="T5" fmla="*/ 0 h 14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43" h="142">
                      <a:moveTo>
                        <a:pt x="0" y="142"/>
                      </a:moveTo>
                      <a:lnTo>
                        <a:pt x="142" y="0"/>
                      </a:lnTo>
                      <a:lnTo>
                        <a:pt x="143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124084" name="Freeform 180">
                <a:extLst>
                  <a:ext uri="{FF2B5EF4-FFF2-40B4-BE49-F238E27FC236}">
                    <a16:creationId xmlns:a16="http://schemas.microsoft.com/office/drawing/2014/main" id="{AB0AE898-9908-4E5F-977F-A7C57A31087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61" y="1003"/>
                <a:ext cx="100" cy="100"/>
              </a:xfrm>
              <a:custGeom>
                <a:avLst/>
                <a:gdLst>
                  <a:gd name="T0" fmla="*/ 299 w 300"/>
                  <a:gd name="T1" fmla="*/ 150 h 300"/>
                  <a:gd name="T2" fmla="*/ 255 w 300"/>
                  <a:gd name="T3" fmla="*/ 44 h 300"/>
                  <a:gd name="T4" fmla="*/ 149 w 300"/>
                  <a:gd name="T5" fmla="*/ 0 h 300"/>
                  <a:gd name="T6" fmla="*/ 43 w 300"/>
                  <a:gd name="T7" fmla="*/ 44 h 300"/>
                  <a:gd name="T8" fmla="*/ 0 w 300"/>
                  <a:gd name="T9" fmla="*/ 150 h 300"/>
                  <a:gd name="T10" fmla="*/ 43 w 300"/>
                  <a:gd name="T11" fmla="*/ 256 h 300"/>
                  <a:gd name="T12" fmla="*/ 149 w 300"/>
                  <a:gd name="T13" fmla="*/ 300 h 300"/>
                  <a:gd name="T14" fmla="*/ 255 w 300"/>
                  <a:gd name="T15" fmla="*/ 256 h 300"/>
                  <a:gd name="T16" fmla="*/ 299 w 300"/>
                  <a:gd name="T17" fmla="*/ 150 h 300"/>
                  <a:gd name="T18" fmla="*/ 300 w 300"/>
                  <a:gd name="T19" fmla="*/ 150 h 3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00" h="300">
                    <a:moveTo>
                      <a:pt x="299" y="150"/>
                    </a:moveTo>
                    <a:lnTo>
                      <a:pt x="255" y="44"/>
                    </a:lnTo>
                    <a:lnTo>
                      <a:pt x="149" y="0"/>
                    </a:lnTo>
                    <a:lnTo>
                      <a:pt x="43" y="44"/>
                    </a:lnTo>
                    <a:lnTo>
                      <a:pt x="0" y="150"/>
                    </a:lnTo>
                    <a:lnTo>
                      <a:pt x="43" y="256"/>
                    </a:lnTo>
                    <a:lnTo>
                      <a:pt x="149" y="300"/>
                    </a:lnTo>
                    <a:lnTo>
                      <a:pt x="255" y="256"/>
                    </a:lnTo>
                    <a:lnTo>
                      <a:pt x="299" y="150"/>
                    </a:lnTo>
                    <a:lnTo>
                      <a:pt x="300" y="15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4085" name="Freeform 181">
                <a:extLst>
                  <a:ext uri="{FF2B5EF4-FFF2-40B4-BE49-F238E27FC236}">
                    <a16:creationId xmlns:a16="http://schemas.microsoft.com/office/drawing/2014/main" id="{EC6CDB23-07AC-4E82-B90C-B4FB1EC0537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69" y="952"/>
                <a:ext cx="55" cy="160"/>
              </a:xfrm>
              <a:custGeom>
                <a:avLst/>
                <a:gdLst>
                  <a:gd name="T0" fmla="*/ 129 w 163"/>
                  <a:gd name="T1" fmla="*/ 479 h 479"/>
                  <a:gd name="T2" fmla="*/ 163 w 163"/>
                  <a:gd name="T3" fmla="*/ 213 h 479"/>
                  <a:gd name="T4" fmla="*/ 0 w 163"/>
                  <a:gd name="T5" fmla="*/ 0 h 479"/>
                  <a:gd name="T6" fmla="*/ 1 w 163"/>
                  <a:gd name="T7" fmla="*/ 0 h 4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63" h="479">
                    <a:moveTo>
                      <a:pt x="129" y="479"/>
                    </a:moveTo>
                    <a:lnTo>
                      <a:pt x="163" y="213"/>
                    </a:ln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4086" name="Freeform 182">
                <a:extLst>
                  <a:ext uri="{FF2B5EF4-FFF2-40B4-BE49-F238E27FC236}">
                    <a16:creationId xmlns:a16="http://schemas.microsoft.com/office/drawing/2014/main" id="{62BAEFD1-EC56-4C7B-BDF5-6D0ADFF8829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66" y="974"/>
                <a:ext cx="90" cy="157"/>
              </a:xfrm>
              <a:custGeom>
                <a:avLst/>
                <a:gdLst>
                  <a:gd name="T0" fmla="*/ 271 w 271"/>
                  <a:gd name="T1" fmla="*/ 0 h 471"/>
                  <a:gd name="T2" fmla="*/ 0 w 271"/>
                  <a:gd name="T3" fmla="*/ 471 h 471"/>
                  <a:gd name="T4" fmla="*/ 1 w 271"/>
                  <a:gd name="T5" fmla="*/ 471 h 4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71" h="471">
                    <a:moveTo>
                      <a:pt x="271" y="0"/>
                    </a:moveTo>
                    <a:lnTo>
                      <a:pt x="0" y="471"/>
                    </a:lnTo>
                    <a:lnTo>
                      <a:pt x="1" y="471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24087" name="Rectangle 183">
              <a:extLst>
                <a:ext uri="{FF2B5EF4-FFF2-40B4-BE49-F238E27FC236}">
                  <a16:creationId xmlns:a16="http://schemas.microsoft.com/office/drawing/2014/main" id="{73E4EA36-6426-4086-B71C-268625BDA2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98" y="578"/>
              <a:ext cx="80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pPr eaLnBrk="1" hangingPunct="1"/>
              <a:r>
                <a:rPr lang="en-US" altLang="zh-CN" i="1">
                  <a:latin typeface="宋体" panose="02010600030101010101" pitchFamily="2" charset="-122"/>
                </a:rPr>
                <a:t>A</a:t>
              </a:r>
              <a:r>
                <a:rPr lang="zh-CN" altLang="en-US" i="1">
                  <a:latin typeface="宋体" panose="02010600030101010101" pitchFamily="2" charset="-122"/>
                </a:rPr>
                <a:t>－</a:t>
              </a:r>
              <a:r>
                <a:rPr lang="en-US" altLang="zh-CN" i="1">
                  <a:latin typeface="宋体" panose="02010600030101010101" pitchFamily="2" charset="-122"/>
                </a:rPr>
                <a:t>A</a:t>
              </a:r>
              <a:endParaRPr lang="en-US" altLang="zh-CN" i="1"/>
            </a:p>
          </p:txBody>
        </p:sp>
      </p:grpSp>
      <p:grpSp>
        <p:nvGrpSpPr>
          <p:cNvPr id="124088" name="Group 184">
            <a:extLst>
              <a:ext uri="{FF2B5EF4-FFF2-40B4-BE49-F238E27FC236}">
                <a16:creationId xmlns:a16="http://schemas.microsoft.com/office/drawing/2014/main" id="{EE1D63C0-D565-4103-AEF7-10EF3F15273D}"/>
              </a:ext>
            </a:extLst>
          </p:cNvPr>
          <p:cNvGrpSpPr>
            <a:grpSpLocks/>
          </p:cNvGrpSpPr>
          <p:nvPr/>
        </p:nvGrpSpPr>
        <p:grpSpPr bwMode="auto">
          <a:xfrm>
            <a:off x="4305300" y="1293813"/>
            <a:ext cx="1246188" cy="2227262"/>
            <a:chOff x="2744" y="823"/>
            <a:chExt cx="785" cy="1403"/>
          </a:xfrm>
        </p:grpSpPr>
        <p:sp>
          <p:nvSpPr>
            <p:cNvPr id="124089" name="Rectangle 185">
              <a:extLst>
                <a:ext uri="{FF2B5EF4-FFF2-40B4-BE49-F238E27FC236}">
                  <a16:creationId xmlns:a16="http://schemas.microsoft.com/office/drawing/2014/main" id="{39FCB10E-4CBA-4DB4-B2ED-61433C99E4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31" y="823"/>
              <a:ext cx="98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i="1">
                  <a:latin typeface="宋体" panose="02010600030101010101" pitchFamily="2" charset="-122"/>
                </a:rPr>
                <a:t>A</a:t>
              </a:r>
              <a:endParaRPr lang="en-US" altLang="zh-CN"/>
            </a:p>
          </p:txBody>
        </p:sp>
        <p:sp>
          <p:nvSpPr>
            <p:cNvPr id="124090" name="Rectangle 186">
              <a:extLst>
                <a:ext uri="{FF2B5EF4-FFF2-40B4-BE49-F238E27FC236}">
                  <a16:creationId xmlns:a16="http://schemas.microsoft.com/office/drawing/2014/main" id="{5AE01A69-BA0A-4D15-8A2C-A4F74F51B2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44" y="1996"/>
              <a:ext cx="194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i="1">
                  <a:latin typeface="宋体" panose="02010600030101010101" pitchFamily="2" charset="-122"/>
                </a:rPr>
                <a:t>A </a:t>
              </a:r>
              <a:endParaRPr lang="en-US" altLang="zh-CN"/>
            </a:p>
          </p:txBody>
        </p:sp>
      </p:grpSp>
      <p:grpSp>
        <p:nvGrpSpPr>
          <p:cNvPr id="124091" name="Group 187">
            <a:extLst>
              <a:ext uri="{FF2B5EF4-FFF2-40B4-BE49-F238E27FC236}">
                <a16:creationId xmlns:a16="http://schemas.microsoft.com/office/drawing/2014/main" id="{17A3A94B-0103-4D38-8A1F-AE13CF88B7CC}"/>
              </a:ext>
            </a:extLst>
          </p:cNvPr>
          <p:cNvGrpSpPr>
            <a:grpSpLocks/>
          </p:cNvGrpSpPr>
          <p:nvPr/>
        </p:nvGrpSpPr>
        <p:grpSpPr bwMode="auto">
          <a:xfrm>
            <a:off x="4408488" y="1625600"/>
            <a:ext cx="1146175" cy="1679575"/>
            <a:chOff x="2777" y="1016"/>
            <a:chExt cx="722" cy="1058"/>
          </a:xfrm>
        </p:grpSpPr>
        <p:sp>
          <p:nvSpPr>
            <p:cNvPr id="124092" name="Freeform 188">
              <a:extLst>
                <a:ext uri="{FF2B5EF4-FFF2-40B4-BE49-F238E27FC236}">
                  <a16:creationId xmlns:a16="http://schemas.microsoft.com/office/drawing/2014/main" id="{4D1B9C7B-21A3-4195-B9DE-D78574EA2EF5}"/>
                </a:ext>
              </a:extLst>
            </p:cNvPr>
            <p:cNvSpPr>
              <a:spLocks/>
            </p:cNvSpPr>
            <p:nvPr/>
          </p:nvSpPr>
          <p:spPr bwMode="auto">
            <a:xfrm>
              <a:off x="3424" y="1113"/>
              <a:ext cx="74" cy="128"/>
            </a:xfrm>
            <a:custGeom>
              <a:avLst/>
              <a:gdLst>
                <a:gd name="T0" fmla="*/ 222 w 222"/>
                <a:gd name="T1" fmla="*/ 0 h 384"/>
                <a:gd name="T2" fmla="*/ 0 w 222"/>
                <a:gd name="T3" fmla="*/ 384 h 384"/>
                <a:gd name="T4" fmla="*/ 1 w 222"/>
                <a:gd name="T5" fmla="*/ 384 h 3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22" h="384">
                  <a:moveTo>
                    <a:pt x="222" y="0"/>
                  </a:moveTo>
                  <a:lnTo>
                    <a:pt x="0" y="384"/>
                  </a:lnTo>
                  <a:lnTo>
                    <a:pt x="1" y="384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4093" name="Freeform 189">
              <a:extLst>
                <a:ext uri="{FF2B5EF4-FFF2-40B4-BE49-F238E27FC236}">
                  <a16:creationId xmlns:a16="http://schemas.microsoft.com/office/drawing/2014/main" id="{9213CDE1-CF06-4904-970A-DF3DAC74B3B0}"/>
                </a:ext>
              </a:extLst>
            </p:cNvPr>
            <p:cNvSpPr>
              <a:spLocks/>
            </p:cNvSpPr>
            <p:nvPr/>
          </p:nvSpPr>
          <p:spPr bwMode="auto">
            <a:xfrm>
              <a:off x="3331" y="1016"/>
              <a:ext cx="168" cy="97"/>
            </a:xfrm>
            <a:custGeom>
              <a:avLst/>
              <a:gdLst>
                <a:gd name="T0" fmla="*/ 0 w 502"/>
                <a:gd name="T1" fmla="*/ 0 h 289"/>
                <a:gd name="T2" fmla="*/ 501 w 502"/>
                <a:gd name="T3" fmla="*/ 289 h 289"/>
                <a:gd name="T4" fmla="*/ 502 w 502"/>
                <a:gd name="T5" fmla="*/ 289 h 2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02" h="289">
                  <a:moveTo>
                    <a:pt x="0" y="0"/>
                  </a:moveTo>
                  <a:lnTo>
                    <a:pt x="501" y="289"/>
                  </a:lnTo>
                  <a:lnTo>
                    <a:pt x="502" y="289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4094" name="Freeform 190">
              <a:extLst>
                <a:ext uri="{FF2B5EF4-FFF2-40B4-BE49-F238E27FC236}">
                  <a16:creationId xmlns:a16="http://schemas.microsoft.com/office/drawing/2014/main" id="{A1F77F4F-6B03-4205-87D6-8A8FFBA27086}"/>
                </a:ext>
              </a:extLst>
            </p:cNvPr>
            <p:cNvSpPr>
              <a:spLocks/>
            </p:cNvSpPr>
            <p:nvPr/>
          </p:nvSpPr>
          <p:spPr bwMode="auto">
            <a:xfrm>
              <a:off x="3331" y="1016"/>
              <a:ext cx="121" cy="87"/>
            </a:xfrm>
            <a:custGeom>
              <a:avLst/>
              <a:gdLst>
                <a:gd name="T0" fmla="*/ 361 w 361"/>
                <a:gd name="T1" fmla="*/ 260 h 260"/>
                <a:gd name="T2" fmla="*/ 0 w 361"/>
                <a:gd name="T3" fmla="*/ 0 h 260"/>
                <a:gd name="T4" fmla="*/ 1 w 361"/>
                <a:gd name="T5" fmla="*/ 0 h 2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61" h="260">
                  <a:moveTo>
                    <a:pt x="361" y="260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0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4095" name="Freeform 191">
              <a:extLst>
                <a:ext uri="{FF2B5EF4-FFF2-40B4-BE49-F238E27FC236}">
                  <a16:creationId xmlns:a16="http://schemas.microsoft.com/office/drawing/2014/main" id="{1B03823B-782F-4A8E-9E5D-729A703626AF}"/>
                </a:ext>
              </a:extLst>
            </p:cNvPr>
            <p:cNvSpPr>
              <a:spLocks/>
            </p:cNvSpPr>
            <p:nvPr/>
          </p:nvSpPr>
          <p:spPr bwMode="auto">
            <a:xfrm>
              <a:off x="3331" y="1016"/>
              <a:ext cx="138" cy="61"/>
            </a:xfrm>
            <a:custGeom>
              <a:avLst/>
              <a:gdLst>
                <a:gd name="T0" fmla="*/ 0 w 414"/>
                <a:gd name="T1" fmla="*/ 0 h 182"/>
                <a:gd name="T2" fmla="*/ 413 w 414"/>
                <a:gd name="T3" fmla="*/ 182 h 182"/>
                <a:gd name="T4" fmla="*/ 414 w 414"/>
                <a:gd name="T5" fmla="*/ 182 h 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4" h="182">
                  <a:moveTo>
                    <a:pt x="0" y="0"/>
                  </a:moveTo>
                  <a:lnTo>
                    <a:pt x="413" y="182"/>
                  </a:lnTo>
                  <a:lnTo>
                    <a:pt x="414" y="182"/>
                  </a:lnTo>
                </a:path>
              </a:pathLst>
            </a:custGeom>
            <a:noFill/>
            <a:ln w="0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4096" name="Freeform 192">
              <a:extLst>
                <a:ext uri="{FF2B5EF4-FFF2-40B4-BE49-F238E27FC236}">
                  <a16:creationId xmlns:a16="http://schemas.microsoft.com/office/drawing/2014/main" id="{CFBCDADA-6F47-4E14-A7A3-4A1DFCE90C15}"/>
                </a:ext>
              </a:extLst>
            </p:cNvPr>
            <p:cNvSpPr>
              <a:spLocks/>
            </p:cNvSpPr>
            <p:nvPr/>
          </p:nvSpPr>
          <p:spPr bwMode="auto">
            <a:xfrm>
              <a:off x="3452" y="1077"/>
              <a:ext cx="17" cy="26"/>
            </a:xfrm>
            <a:custGeom>
              <a:avLst/>
              <a:gdLst>
                <a:gd name="T0" fmla="*/ 52 w 52"/>
                <a:gd name="T1" fmla="*/ 0 h 78"/>
                <a:gd name="T2" fmla="*/ 0 w 52"/>
                <a:gd name="T3" fmla="*/ 78 h 78"/>
                <a:gd name="T4" fmla="*/ 1 w 52"/>
                <a:gd name="T5" fmla="*/ 78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2" h="78">
                  <a:moveTo>
                    <a:pt x="52" y="0"/>
                  </a:moveTo>
                  <a:lnTo>
                    <a:pt x="0" y="78"/>
                  </a:lnTo>
                  <a:lnTo>
                    <a:pt x="1" y="78"/>
                  </a:lnTo>
                </a:path>
              </a:pathLst>
            </a:custGeom>
            <a:noFill/>
            <a:ln w="0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4097" name="Freeform 193">
              <a:extLst>
                <a:ext uri="{FF2B5EF4-FFF2-40B4-BE49-F238E27FC236}">
                  <a16:creationId xmlns:a16="http://schemas.microsoft.com/office/drawing/2014/main" id="{01139EF4-8204-48AE-A1BF-F81A66CCD993}"/>
                </a:ext>
              </a:extLst>
            </p:cNvPr>
            <p:cNvSpPr>
              <a:spLocks/>
            </p:cNvSpPr>
            <p:nvPr/>
          </p:nvSpPr>
          <p:spPr bwMode="auto">
            <a:xfrm>
              <a:off x="3331" y="1016"/>
              <a:ext cx="138" cy="61"/>
            </a:xfrm>
            <a:custGeom>
              <a:avLst/>
              <a:gdLst>
                <a:gd name="T0" fmla="*/ 258 w 413"/>
                <a:gd name="T1" fmla="*/ 146 h 182"/>
                <a:gd name="T2" fmla="*/ 0 w 413"/>
                <a:gd name="T3" fmla="*/ 0 h 182"/>
                <a:gd name="T4" fmla="*/ 413 w 413"/>
                <a:gd name="T5" fmla="*/ 182 h 182"/>
                <a:gd name="T6" fmla="*/ 258 w 413"/>
                <a:gd name="T7" fmla="*/ 146 h 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13" h="182">
                  <a:moveTo>
                    <a:pt x="258" y="146"/>
                  </a:moveTo>
                  <a:lnTo>
                    <a:pt x="0" y="0"/>
                  </a:lnTo>
                  <a:lnTo>
                    <a:pt x="413" y="182"/>
                  </a:lnTo>
                  <a:lnTo>
                    <a:pt x="258" y="146"/>
                  </a:lnTo>
                  <a:close/>
                </a:path>
              </a:pathLst>
            </a:cu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4098" name="Freeform 194">
              <a:extLst>
                <a:ext uri="{FF2B5EF4-FFF2-40B4-BE49-F238E27FC236}">
                  <a16:creationId xmlns:a16="http://schemas.microsoft.com/office/drawing/2014/main" id="{8F85517B-86EF-471E-805D-2698880F3700}"/>
                </a:ext>
              </a:extLst>
            </p:cNvPr>
            <p:cNvSpPr>
              <a:spLocks/>
            </p:cNvSpPr>
            <p:nvPr/>
          </p:nvSpPr>
          <p:spPr bwMode="auto">
            <a:xfrm>
              <a:off x="3331" y="1016"/>
              <a:ext cx="138" cy="61"/>
            </a:xfrm>
            <a:custGeom>
              <a:avLst/>
              <a:gdLst>
                <a:gd name="T0" fmla="*/ 258 w 413"/>
                <a:gd name="T1" fmla="*/ 146 h 182"/>
                <a:gd name="T2" fmla="*/ 0 w 413"/>
                <a:gd name="T3" fmla="*/ 0 h 182"/>
                <a:gd name="T4" fmla="*/ 413 w 413"/>
                <a:gd name="T5" fmla="*/ 182 h 182"/>
                <a:gd name="T6" fmla="*/ 258 w 413"/>
                <a:gd name="T7" fmla="*/ 146 h 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13" h="182">
                  <a:moveTo>
                    <a:pt x="258" y="146"/>
                  </a:moveTo>
                  <a:lnTo>
                    <a:pt x="0" y="0"/>
                  </a:lnTo>
                  <a:lnTo>
                    <a:pt x="413" y="182"/>
                  </a:lnTo>
                  <a:lnTo>
                    <a:pt x="258" y="146"/>
                  </a:lnTo>
                </a:path>
              </a:pathLst>
            </a:custGeom>
            <a:noFill/>
            <a:ln w="0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4099" name="Freeform 195">
              <a:extLst>
                <a:ext uri="{FF2B5EF4-FFF2-40B4-BE49-F238E27FC236}">
                  <a16:creationId xmlns:a16="http://schemas.microsoft.com/office/drawing/2014/main" id="{1296BFC0-F756-48CD-ACA1-35746CCB78AD}"/>
                </a:ext>
              </a:extLst>
            </p:cNvPr>
            <p:cNvSpPr>
              <a:spLocks/>
            </p:cNvSpPr>
            <p:nvPr/>
          </p:nvSpPr>
          <p:spPr bwMode="auto">
            <a:xfrm>
              <a:off x="3417" y="1065"/>
              <a:ext cx="52" cy="38"/>
            </a:xfrm>
            <a:custGeom>
              <a:avLst/>
              <a:gdLst>
                <a:gd name="T0" fmla="*/ 0 w 155"/>
                <a:gd name="T1" fmla="*/ 0 h 114"/>
                <a:gd name="T2" fmla="*/ 155 w 155"/>
                <a:gd name="T3" fmla="*/ 36 h 114"/>
                <a:gd name="T4" fmla="*/ 103 w 155"/>
                <a:gd name="T5" fmla="*/ 114 h 114"/>
                <a:gd name="T6" fmla="*/ 0 w 155"/>
                <a:gd name="T7" fmla="*/ 0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55" h="114">
                  <a:moveTo>
                    <a:pt x="0" y="0"/>
                  </a:moveTo>
                  <a:lnTo>
                    <a:pt x="155" y="36"/>
                  </a:lnTo>
                  <a:lnTo>
                    <a:pt x="103" y="1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4100" name="Freeform 196">
              <a:extLst>
                <a:ext uri="{FF2B5EF4-FFF2-40B4-BE49-F238E27FC236}">
                  <a16:creationId xmlns:a16="http://schemas.microsoft.com/office/drawing/2014/main" id="{9B14DE52-F35D-4388-80EE-B16ABABB4FF3}"/>
                </a:ext>
              </a:extLst>
            </p:cNvPr>
            <p:cNvSpPr>
              <a:spLocks/>
            </p:cNvSpPr>
            <p:nvPr/>
          </p:nvSpPr>
          <p:spPr bwMode="auto">
            <a:xfrm>
              <a:off x="3417" y="1065"/>
              <a:ext cx="52" cy="38"/>
            </a:xfrm>
            <a:custGeom>
              <a:avLst/>
              <a:gdLst>
                <a:gd name="T0" fmla="*/ 0 w 155"/>
                <a:gd name="T1" fmla="*/ 0 h 114"/>
                <a:gd name="T2" fmla="*/ 155 w 155"/>
                <a:gd name="T3" fmla="*/ 36 h 114"/>
                <a:gd name="T4" fmla="*/ 103 w 155"/>
                <a:gd name="T5" fmla="*/ 114 h 114"/>
                <a:gd name="T6" fmla="*/ 0 w 155"/>
                <a:gd name="T7" fmla="*/ 0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55" h="114">
                  <a:moveTo>
                    <a:pt x="0" y="0"/>
                  </a:moveTo>
                  <a:lnTo>
                    <a:pt x="155" y="36"/>
                  </a:lnTo>
                  <a:lnTo>
                    <a:pt x="103" y="114"/>
                  </a:lnTo>
                  <a:lnTo>
                    <a:pt x="0" y="0"/>
                  </a:lnTo>
                </a:path>
              </a:pathLst>
            </a:custGeom>
            <a:solidFill>
              <a:schemeClr val="tx1"/>
            </a:solidFill>
            <a:ln w="0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4101" name="Freeform 197">
              <a:extLst>
                <a:ext uri="{FF2B5EF4-FFF2-40B4-BE49-F238E27FC236}">
                  <a16:creationId xmlns:a16="http://schemas.microsoft.com/office/drawing/2014/main" id="{8BDA7F6E-8CD8-40B0-9EF0-E349379E960C}"/>
                </a:ext>
              </a:extLst>
            </p:cNvPr>
            <p:cNvSpPr>
              <a:spLocks/>
            </p:cNvSpPr>
            <p:nvPr/>
          </p:nvSpPr>
          <p:spPr bwMode="auto">
            <a:xfrm>
              <a:off x="3331" y="1016"/>
              <a:ext cx="121" cy="87"/>
            </a:xfrm>
            <a:custGeom>
              <a:avLst/>
              <a:gdLst>
                <a:gd name="T0" fmla="*/ 258 w 361"/>
                <a:gd name="T1" fmla="*/ 146 h 260"/>
                <a:gd name="T2" fmla="*/ 361 w 361"/>
                <a:gd name="T3" fmla="*/ 260 h 260"/>
                <a:gd name="T4" fmla="*/ 0 w 361"/>
                <a:gd name="T5" fmla="*/ 0 h 260"/>
                <a:gd name="T6" fmla="*/ 258 w 361"/>
                <a:gd name="T7" fmla="*/ 146 h 2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1" h="260">
                  <a:moveTo>
                    <a:pt x="258" y="146"/>
                  </a:moveTo>
                  <a:lnTo>
                    <a:pt x="361" y="260"/>
                  </a:lnTo>
                  <a:lnTo>
                    <a:pt x="0" y="0"/>
                  </a:lnTo>
                  <a:lnTo>
                    <a:pt x="258" y="146"/>
                  </a:lnTo>
                  <a:close/>
                </a:path>
              </a:pathLst>
            </a:cu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4102" name="Freeform 198">
              <a:extLst>
                <a:ext uri="{FF2B5EF4-FFF2-40B4-BE49-F238E27FC236}">
                  <a16:creationId xmlns:a16="http://schemas.microsoft.com/office/drawing/2014/main" id="{CF5C8C82-1CE4-41AE-89AA-CD410B9B5286}"/>
                </a:ext>
              </a:extLst>
            </p:cNvPr>
            <p:cNvSpPr>
              <a:spLocks/>
            </p:cNvSpPr>
            <p:nvPr/>
          </p:nvSpPr>
          <p:spPr bwMode="auto">
            <a:xfrm>
              <a:off x="3331" y="1016"/>
              <a:ext cx="121" cy="87"/>
            </a:xfrm>
            <a:custGeom>
              <a:avLst/>
              <a:gdLst>
                <a:gd name="T0" fmla="*/ 258 w 361"/>
                <a:gd name="T1" fmla="*/ 146 h 260"/>
                <a:gd name="T2" fmla="*/ 361 w 361"/>
                <a:gd name="T3" fmla="*/ 260 h 260"/>
                <a:gd name="T4" fmla="*/ 0 w 361"/>
                <a:gd name="T5" fmla="*/ 0 h 260"/>
                <a:gd name="T6" fmla="*/ 258 w 361"/>
                <a:gd name="T7" fmla="*/ 146 h 2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1" h="260">
                  <a:moveTo>
                    <a:pt x="258" y="146"/>
                  </a:moveTo>
                  <a:lnTo>
                    <a:pt x="361" y="260"/>
                  </a:lnTo>
                  <a:lnTo>
                    <a:pt x="0" y="0"/>
                  </a:lnTo>
                  <a:lnTo>
                    <a:pt x="258" y="146"/>
                  </a:lnTo>
                </a:path>
              </a:pathLst>
            </a:custGeom>
            <a:solidFill>
              <a:schemeClr val="tx1"/>
            </a:solidFill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4103" name="Freeform 199">
              <a:extLst>
                <a:ext uri="{FF2B5EF4-FFF2-40B4-BE49-F238E27FC236}">
                  <a16:creationId xmlns:a16="http://schemas.microsoft.com/office/drawing/2014/main" id="{79E334C0-3963-4E87-9B21-AA3B072E4B6B}"/>
                </a:ext>
              </a:extLst>
            </p:cNvPr>
            <p:cNvSpPr>
              <a:spLocks/>
            </p:cNvSpPr>
            <p:nvPr/>
          </p:nvSpPr>
          <p:spPr bwMode="auto">
            <a:xfrm>
              <a:off x="2777" y="1977"/>
              <a:ext cx="137" cy="61"/>
            </a:xfrm>
            <a:custGeom>
              <a:avLst/>
              <a:gdLst>
                <a:gd name="T0" fmla="*/ 258 w 413"/>
                <a:gd name="T1" fmla="*/ 148 h 182"/>
                <a:gd name="T2" fmla="*/ 0 w 413"/>
                <a:gd name="T3" fmla="*/ 0 h 182"/>
                <a:gd name="T4" fmla="*/ 413 w 413"/>
                <a:gd name="T5" fmla="*/ 182 h 182"/>
                <a:gd name="T6" fmla="*/ 258 w 413"/>
                <a:gd name="T7" fmla="*/ 148 h 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13" h="182">
                  <a:moveTo>
                    <a:pt x="258" y="148"/>
                  </a:moveTo>
                  <a:lnTo>
                    <a:pt x="0" y="0"/>
                  </a:lnTo>
                  <a:lnTo>
                    <a:pt x="413" y="182"/>
                  </a:lnTo>
                  <a:lnTo>
                    <a:pt x="258" y="1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4104" name="Freeform 200">
              <a:extLst>
                <a:ext uri="{FF2B5EF4-FFF2-40B4-BE49-F238E27FC236}">
                  <a16:creationId xmlns:a16="http://schemas.microsoft.com/office/drawing/2014/main" id="{B5311727-9C76-4479-8702-15432BE250AA}"/>
                </a:ext>
              </a:extLst>
            </p:cNvPr>
            <p:cNvSpPr>
              <a:spLocks/>
            </p:cNvSpPr>
            <p:nvPr/>
          </p:nvSpPr>
          <p:spPr bwMode="auto">
            <a:xfrm>
              <a:off x="2777" y="1977"/>
              <a:ext cx="137" cy="61"/>
            </a:xfrm>
            <a:custGeom>
              <a:avLst/>
              <a:gdLst>
                <a:gd name="T0" fmla="*/ 258 w 413"/>
                <a:gd name="T1" fmla="*/ 148 h 182"/>
                <a:gd name="T2" fmla="*/ 0 w 413"/>
                <a:gd name="T3" fmla="*/ 0 h 182"/>
                <a:gd name="T4" fmla="*/ 413 w 413"/>
                <a:gd name="T5" fmla="*/ 182 h 182"/>
                <a:gd name="T6" fmla="*/ 258 w 413"/>
                <a:gd name="T7" fmla="*/ 148 h 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13" h="182">
                  <a:moveTo>
                    <a:pt x="258" y="148"/>
                  </a:moveTo>
                  <a:lnTo>
                    <a:pt x="0" y="0"/>
                  </a:lnTo>
                  <a:lnTo>
                    <a:pt x="413" y="182"/>
                  </a:lnTo>
                  <a:lnTo>
                    <a:pt x="258" y="148"/>
                  </a:lnTo>
                </a:path>
              </a:pathLst>
            </a:custGeom>
            <a:solidFill>
              <a:schemeClr val="tx1"/>
            </a:solidFill>
            <a:ln w="0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4105" name="Freeform 201">
              <a:extLst>
                <a:ext uri="{FF2B5EF4-FFF2-40B4-BE49-F238E27FC236}">
                  <a16:creationId xmlns:a16="http://schemas.microsoft.com/office/drawing/2014/main" id="{38DB8A8D-5D28-4FB3-A913-08229A3F252C}"/>
                </a:ext>
              </a:extLst>
            </p:cNvPr>
            <p:cNvSpPr>
              <a:spLocks/>
            </p:cNvSpPr>
            <p:nvPr/>
          </p:nvSpPr>
          <p:spPr bwMode="auto">
            <a:xfrm>
              <a:off x="2863" y="2027"/>
              <a:ext cx="51" cy="37"/>
            </a:xfrm>
            <a:custGeom>
              <a:avLst/>
              <a:gdLst>
                <a:gd name="T0" fmla="*/ 0 w 155"/>
                <a:gd name="T1" fmla="*/ 0 h 112"/>
                <a:gd name="T2" fmla="*/ 155 w 155"/>
                <a:gd name="T3" fmla="*/ 34 h 112"/>
                <a:gd name="T4" fmla="*/ 102 w 155"/>
                <a:gd name="T5" fmla="*/ 112 h 112"/>
                <a:gd name="T6" fmla="*/ 0 w 155"/>
                <a:gd name="T7" fmla="*/ 0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55" h="112">
                  <a:moveTo>
                    <a:pt x="0" y="0"/>
                  </a:moveTo>
                  <a:lnTo>
                    <a:pt x="155" y="34"/>
                  </a:lnTo>
                  <a:lnTo>
                    <a:pt x="102" y="11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4106" name="Freeform 202">
              <a:extLst>
                <a:ext uri="{FF2B5EF4-FFF2-40B4-BE49-F238E27FC236}">
                  <a16:creationId xmlns:a16="http://schemas.microsoft.com/office/drawing/2014/main" id="{25EE7767-1060-429C-88C2-5D6A866222EA}"/>
                </a:ext>
              </a:extLst>
            </p:cNvPr>
            <p:cNvSpPr>
              <a:spLocks/>
            </p:cNvSpPr>
            <p:nvPr/>
          </p:nvSpPr>
          <p:spPr bwMode="auto">
            <a:xfrm>
              <a:off x="2863" y="2027"/>
              <a:ext cx="51" cy="37"/>
            </a:xfrm>
            <a:custGeom>
              <a:avLst/>
              <a:gdLst>
                <a:gd name="T0" fmla="*/ 0 w 155"/>
                <a:gd name="T1" fmla="*/ 0 h 112"/>
                <a:gd name="T2" fmla="*/ 155 w 155"/>
                <a:gd name="T3" fmla="*/ 34 h 112"/>
                <a:gd name="T4" fmla="*/ 102 w 155"/>
                <a:gd name="T5" fmla="*/ 112 h 112"/>
                <a:gd name="T6" fmla="*/ 0 w 155"/>
                <a:gd name="T7" fmla="*/ 0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55" h="112">
                  <a:moveTo>
                    <a:pt x="0" y="0"/>
                  </a:moveTo>
                  <a:lnTo>
                    <a:pt x="155" y="34"/>
                  </a:lnTo>
                  <a:lnTo>
                    <a:pt x="102" y="112"/>
                  </a:lnTo>
                  <a:lnTo>
                    <a:pt x="0" y="0"/>
                  </a:lnTo>
                </a:path>
              </a:pathLst>
            </a:custGeom>
            <a:solidFill>
              <a:schemeClr val="tx1"/>
            </a:solidFill>
            <a:ln w="0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4107" name="Freeform 203">
              <a:extLst>
                <a:ext uri="{FF2B5EF4-FFF2-40B4-BE49-F238E27FC236}">
                  <a16:creationId xmlns:a16="http://schemas.microsoft.com/office/drawing/2014/main" id="{84A5D2B1-2B8D-4A95-A011-9C02BC1A530D}"/>
                </a:ext>
              </a:extLst>
            </p:cNvPr>
            <p:cNvSpPr>
              <a:spLocks/>
            </p:cNvSpPr>
            <p:nvPr/>
          </p:nvSpPr>
          <p:spPr bwMode="auto">
            <a:xfrm>
              <a:off x="2777" y="1977"/>
              <a:ext cx="120" cy="87"/>
            </a:xfrm>
            <a:custGeom>
              <a:avLst/>
              <a:gdLst>
                <a:gd name="T0" fmla="*/ 258 w 360"/>
                <a:gd name="T1" fmla="*/ 148 h 260"/>
                <a:gd name="T2" fmla="*/ 360 w 360"/>
                <a:gd name="T3" fmla="*/ 260 h 260"/>
                <a:gd name="T4" fmla="*/ 0 w 360"/>
                <a:gd name="T5" fmla="*/ 0 h 260"/>
                <a:gd name="T6" fmla="*/ 258 w 360"/>
                <a:gd name="T7" fmla="*/ 148 h 2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0" h="260">
                  <a:moveTo>
                    <a:pt x="258" y="148"/>
                  </a:moveTo>
                  <a:lnTo>
                    <a:pt x="360" y="260"/>
                  </a:lnTo>
                  <a:lnTo>
                    <a:pt x="0" y="0"/>
                  </a:lnTo>
                  <a:lnTo>
                    <a:pt x="258" y="1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4108" name="Freeform 204">
              <a:extLst>
                <a:ext uri="{FF2B5EF4-FFF2-40B4-BE49-F238E27FC236}">
                  <a16:creationId xmlns:a16="http://schemas.microsoft.com/office/drawing/2014/main" id="{6F2B75F2-62FA-402A-9A33-741262B83654}"/>
                </a:ext>
              </a:extLst>
            </p:cNvPr>
            <p:cNvSpPr>
              <a:spLocks/>
            </p:cNvSpPr>
            <p:nvPr/>
          </p:nvSpPr>
          <p:spPr bwMode="auto">
            <a:xfrm>
              <a:off x="2777" y="1977"/>
              <a:ext cx="120" cy="87"/>
            </a:xfrm>
            <a:custGeom>
              <a:avLst/>
              <a:gdLst>
                <a:gd name="T0" fmla="*/ 258 w 360"/>
                <a:gd name="T1" fmla="*/ 148 h 260"/>
                <a:gd name="T2" fmla="*/ 360 w 360"/>
                <a:gd name="T3" fmla="*/ 260 h 260"/>
                <a:gd name="T4" fmla="*/ 0 w 360"/>
                <a:gd name="T5" fmla="*/ 0 h 260"/>
                <a:gd name="T6" fmla="*/ 258 w 360"/>
                <a:gd name="T7" fmla="*/ 148 h 2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0" h="260">
                  <a:moveTo>
                    <a:pt x="258" y="148"/>
                  </a:moveTo>
                  <a:lnTo>
                    <a:pt x="360" y="260"/>
                  </a:lnTo>
                  <a:lnTo>
                    <a:pt x="0" y="0"/>
                  </a:lnTo>
                  <a:lnTo>
                    <a:pt x="258" y="148"/>
                  </a:lnTo>
                </a:path>
              </a:pathLst>
            </a:custGeom>
            <a:solidFill>
              <a:schemeClr val="tx1"/>
            </a:solidFill>
            <a:ln w="0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4109" name="Freeform 205">
              <a:extLst>
                <a:ext uri="{FF2B5EF4-FFF2-40B4-BE49-F238E27FC236}">
                  <a16:creationId xmlns:a16="http://schemas.microsoft.com/office/drawing/2014/main" id="{01EF975F-C62C-49E6-A735-DDE2851FE108}"/>
                </a:ext>
              </a:extLst>
            </p:cNvPr>
            <p:cNvSpPr>
              <a:spLocks/>
            </p:cNvSpPr>
            <p:nvPr/>
          </p:nvSpPr>
          <p:spPr bwMode="auto">
            <a:xfrm>
              <a:off x="2777" y="1977"/>
              <a:ext cx="167" cy="97"/>
            </a:xfrm>
            <a:custGeom>
              <a:avLst/>
              <a:gdLst>
                <a:gd name="T0" fmla="*/ 0 w 503"/>
                <a:gd name="T1" fmla="*/ 0 h 289"/>
                <a:gd name="T2" fmla="*/ 502 w 503"/>
                <a:gd name="T3" fmla="*/ 289 h 289"/>
                <a:gd name="T4" fmla="*/ 503 w 503"/>
                <a:gd name="T5" fmla="*/ 289 h 2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03" h="289">
                  <a:moveTo>
                    <a:pt x="0" y="0"/>
                  </a:moveTo>
                  <a:lnTo>
                    <a:pt x="502" y="289"/>
                  </a:lnTo>
                  <a:lnTo>
                    <a:pt x="503" y="289"/>
                  </a:lnTo>
                </a:path>
              </a:pathLst>
            </a:custGeom>
            <a:solidFill>
              <a:schemeClr val="tx1"/>
            </a:solidFill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4110" name="Freeform 206">
              <a:extLst>
                <a:ext uri="{FF2B5EF4-FFF2-40B4-BE49-F238E27FC236}">
                  <a16:creationId xmlns:a16="http://schemas.microsoft.com/office/drawing/2014/main" id="{4FC0C749-F0AA-4893-BA0A-1F9B53847C55}"/>
                </a:ext>
              </a:extLst>
            </p:cNvPr>
            <p:cNvSpPr>
              <a:spLocks/>
            </p:cNvSpPr>
            <p:nvPr/>
          </p:nvSpPr>
          <p:spPr bwMode="auto">
            <a:xfrm>
              <a:off x="2777" y="1977"/>
              <a:ext cx="120" cy="87"/>
            </a:xfrm>
            <a:custGeom>
              <a:avLst/>
              <a:gdLst>
                <a:gd name="T0" fmla="*/ 360 w 360"/>
                <a:gd name="T1" fmla="*/ 260 h 260"/>
                <a:gd name="T2" fmla="*/ 0 w 360"/>
                <a:gd name="T3" fmla="*/ 0 h 260"/>
                <a:gd name="T4" fmla="*/ 2 w 360"/>
                <a:gd name="T5" fmla="*/ 0 h 2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60" h="260">
                  <a:moveTo>
                    <a:pt x="360" y="260"/>
                  </a:moveTo>
                  <a:lnTo>
                    <a:pt x="0" y="0"/>
                  </a:lnTo>
                  <a:lnTo>
                    <a:pt x="2" y="0"/>
                  </a:lnTo>
                </a:path>
              </a:pathLst>
            </a:custGeom>
            <a:solidFill>
              <a:schemeClr val="tx1"/>
            </a:solidFill>
            <a:ln w="0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4111" name="Freeform 207">
              <a:extLst>
                <a:ext uri="{FF2B5EF4-FFF2-40B4-BE49-F238E27FC236}">
                  <a16:creationId xmlns:a16="http://schemas.microsoft.com/office/drawing/2014/main" id="{B0899D17-9523-4BDD-955B-D166AFFA3293}"/>
                </a:ext>
              </a:extLst>
            </p:cNvPr>
            <p:cNvSpPr>
              <a:spLocks/>
            </p:cNvSpPr>
            <p:nvPr/>
          </p:nvSpPr>
          <p:spPr bwMode="auto">
            <a:xfrm>
              <a:off x="2777" y="1977"/>
              <a:ext cx="138" cy="61"/>
            </a:xfrm>
            <a:custGeom>
              <a:avLst/>
              <a:gdLst>
                <a:gd name="T0" fmla="*/ 0 w 414"/>
                <a:gd name="T1" fmla="*/ 0 h 182"/>
                <a:gd name="T2" fmla="*/ 413 w 414"/>
                <a:gd name="T3" fmla="*/ 182 h 182"/>
                <a:gd name="T4" fmla="*/ 414 w 414"/>
                <a:gd name="T5" fmla="*/ 182 h 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4" h="182">
                  <a:moveTo>
                    <a:pt x="0" y="0"/>
                  </a:moveTo>
                  <a:lnTo>
                    <a:pt x="413" y="182"/>
                  </a:lnTo>
                  <a:lnTo>
                    <a:pt x="414" y="182"/>
                  </a:lnTo>
                </a:path>
              </a:pathLst>
            </a:custGeom>
            <a:solidFill>
              <a:schemeClr val="tx1"/>
            </a:solidFill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4112" name="Freeform 208">
              <a:extLst>
                <a:ext uri="{FF2B5EF4-FFF2-40B4-BE49-F238E27FC236}">
                  <a16:creationId xmlns:a16="http://schemas.microsoft.com/office/drawing/2014/main" id="{00181F18-8966-455B-9857-7464534B1B13}"/>
                </a:ext>
              </a:extLst>
            </p:cNvPr>
            <p:cNvSpPr>
              <a:spLocks/>
            </p:cNvSpPr>
            <p:nvPr/>
          </p:nvSpPr>
          <p:spPr bwMode="auto">
            <a:xfrm>
              <a:off x="2897" y="2038"/>
              <a:ext cx="17" cy="26"/>
            </a:xfrm>
            <a:custGeom>
              <a:avLst/>
              <a:gdLst>
                <a:gd name="T0" fmla="*/ 53 w 53"/>
                <a:gd name="T1" fmla="*/ 0 h 78"/>
                <a:gd name="T2" fmla="*/ 0 w 53"/>
                <a:gd name="T3" fmla="*/ 78 h 78"/>
                <a:gd name="T4" fmla="*/ 1 w 53"/>
                <a:gd name="T5" fmla="*/ 78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3" h="78">
                  <a:moveTo>
                    <a:pt x="53" y="0"/>
                  </a:moveTo>
                  <a:lnTo>
                    <a:pt x="0" y="78"/>
                  </a:lnTo>
                  <a:lnTo>
                    <a:pt x="1" y="78"/>
                  </a:lnTo>
                </a:path>
              </a:pathLst>
            </a:custGeom>
            <a:solidFill>
              <a:schemeClr val="tx1"/>
            </a:solidFill>
            <a:ln w="0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4113" name="Freeform 209">
              <a:extLst>
                <a:ext uri="{FF2B5EF4-FFF2-40B4-BE49-F238E27FC236}">
                  <a16:creationId xmlns:a16="http://schemas.microsoft.com/office/drawing/2014/main" id="{0E9735BA-73E6-4E2C-B661-2F19B23D6E9E}"/>
                </a:ext>
              </a:extLst>
            </p:cNvPr>
            <p:cNvSpPr>
              <a:spLocks/>
            </p:cNvSpPr>
            <p:nvPr/>
          </p:nvSpPr>
          <p:spPr bwMode="auto">
            <a:xfrm>
              <a:off x="2944" y="1946"/>
              <a:ext cx="74" cy="128"/>
            </a:xfrm>
            <a:custGeom>
              <a:avLst/>
              <a:gdLst>
                <a:gd name="T0" fmla="*/ 0 w 222"/>
                <a:gd name="T1" fmla="*/ 384 h 384"/>
                <a:gd name="T2" fmla="*/ 221 w 222"/>
                <a:gd name="T3" fmla="*/ 0 h 384"/>
                <a:gd name="T4" fmla="*/ 222 w 222"/>
                <a:gd name="T5" fmla="*/ 0 h 3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22" h="384">
                  <a:moveTo>
                    <a:pt x="0" y="384"/>
                  </a:moveTo>
                  <a:lnTo>
                    <a:pt x="221" y="0"/>
                  </a:lnTo>
                  <a:lnTo>
                    <a:pt x="222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pic>
        <p:nvPicPr>
          <p:cNvPr id="124240" name="Picture 336">
            <a:extLst>
              <a:ext uri="{FF2B5EF4-FFF2-40B4-BE49-F238E27FC236}">
                <a16:creationId xmlns:a16="http://schemas.microsoft.com/office/drawing/2014/main" id="{1CE0F9A2-84E4-4309-A4B3-C90B88E711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00FFFF"/>
              </a:clrFrom>
              <a:clrTo>
                <a:srgbClr val="00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3038" y="4219575"/>
            <a:ext cx="3649662" cy="2395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124244" name="Group 340">
            <a:extLst>
              <a:ext uri="{FF2B5EF4-FFF2-40B4-BE49-F238E27FC236}">
                <a16:creationId xmlns:a16="http://schemas.microsoft.com/office/drawing/2014/main" id="{0E6EF417-94B9-4C82-92EB-DA3B89B60B39}"/>
              </a:ext>
            </a:extLst>
          </p:cNvPr>
          <p:cNvGrpSpPr>
            <a:grpSpLocks/>
          </p:cNvGrpSpPr>
          <p:nvPr/>
        </p:nvGrpSpPr>
        <p:grpSpPr bwMode="auto">
          <a:xfrm>
            <a:off x="4545013" y="1781175"/>
            <a:ext cx="2738437" cy="4749800"/>
            <a:chOff x="2863" y="1122"/>
            <a:chExt cx="1725" cy="2992"/>
          </a:xfrm>
        </p:grpSpPr>
        <p:grpSp>
          <p:nvGrpSpPr>
            <p:cNvPr id="124237" name="Group 333">
              <a:extLst>
                <a:ext uri="{FF2B5EF4-FFF2-40B4-BE49-F238E27FC236}">
                  <a16:creationId xmlns:a16="http://schemas.microsoft.com/office/drawing/2014/main" id="{9C71D2F1-4422-4ADB-BEF9-732C45ACA02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63" y="1122"/>
              <a:ext cx="1725" cy="2992"/>
              <a:chOff x="2943" y="1122"/>
              <a:chExt cx="1725" cy="2992"/>
            </a:xfrm>
          </p:grpSpPr>
          <p:grpSp>
            <p:nvGrpSpPr>
              <p:cNvPr id="124235" name="Group 331">
                <a:extLst>
                  <a:ext uri="{FF2B5EF4-FFF2-40B4-BE49-F238E27FC236}">
                    <a16:creationId xmlns:a16="http://schemas.microsoft.com/office/drawing/2014/main" id="{6A1869BD-E5B6-4C17-83AF-0B34F925738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313" y="2823"/>
                <a:ext cx="1146" cy="1291"/>
                <a:chOff x="3209" y="2823"/>
                <a:chExt cx="1146" cy="1291"/>
              </a:xfrm>
            </p:grpSpPr>
            <p:sp>
              <p:nvSpPr>
                <p:cNvPr id="124116" name="Oval 212">
                  <a:extLst>
                    <a:ext uri="{FF2B5EF4-FFF2-40B4-BE49-F238E27FC236}">
                      <a16:creationId xmlns:a16="http://schemas.microsoft.com/office/drawing/2014/main" id="{0C14CD1A-8C1F-4632-94C3-A6C471CA1E3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517" y="3284"/>
                  <a:ext cx="528" cy="519"/>
                </a:xfrm>
                <a:prstGeom prst="ellips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24117" name="Oval 213">
                  <a:extLst>
                    <a:ext uri="{FF2B5EF4-FFF2-40B4-BE49-F238E27FC236}">
                      <a16:creationId xmlns:a16="http://schemas.microsoft.com/office/drawing/2014/main" id="{9499B0A1-297A-4C61-B2A6-334BD594265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452" y="3212"/>
                  <a:ext cx="655" cy="656"/>
                </a:xfrm>
                <a:prstGeom prst="ellips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24118" name="Oval 214">
                  <a:extLst>
                    <a:ext uri="{FF2B5EF4-FFF2-40B4-BE49-F238E27FC236}">
                      <a16:creationId xmlns:a16="http://schemas.microsoft.com/office/drawing/2014/main" id="{94F2E352-CB4D-4675-8AAB-D648F798F50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280" y="3040"/>
                  <a:ext cx="999" cy="992"/>
                </a:xfrm>
                <a:prstGeom prst="ellips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24119" name="Freeform 215">
                  <a:extLst>
                    <a:ext uri="{FF2B5EF4-FFF2-40B4-BE49-F238E27FC236}">
                      <a16:creationId xmlns:a16="http://schemas.microsoft.com/office/drawing/2014/main" id="{F762AB55-608A-4BEF-8809-0585470D341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532" y="3124"/>
                  <a:ext cx="528" cy="109"/>
                </a:xfrm>
                <a:custGeom>
                  <a:avLst/>
                  <a:gdLst>
                    <a:gd name="T0" fmla="*/ 528 w 528"/>
                    <a:gd name="T1" fmla="*/ 109 h 109"/>
                    <a:gd name="T2" fmla="*/ 436 w 528"/>
                    <a:gd name="T3" fmla="*/ 48 h 109"/>
                    <a:gd name="T4" fmla="*/ 363 w 528"/>
                    <a:gd name="T5" fmla="*/ 16 h 109"/>
                    <a:gd name="T6" fmla="*/ 252 w 528"/>
                    <a:gd name="T7" fmla="*/ 0 h 109"/>
                    <a:gd name="T8" fmla="*/ 174 w 528"/>
                    <a:gd name="T9" fmla="*/ 6 h 109"/>
                    <a:gd name="T10" fmla="*/ 96 w 528"/>
                    <a:gd name="T11" fmla="*/ 28 h 109"/>
                    <a:gd name="T12" fmla="*/ 0 w 528"/>
                    <a:gd name="T13" fmla="*/ 80 h 109"/>
                    <a:gd name="T14" fmla="*/ 0 w 528"/>
                    <a:gd name="T15" fmla="*/ 80 h 10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528" h="109">
                      <a:moveTo>
                        <a:pt x="528" y="109"/>
                      </a:moveTo>
                      <a:lnTo>
                        <a:pt x="436" y="48"/>
                      </a:lnTo>
                      <a:lnTo>
                        <a:pt x="363" y="16"/>
                      </a:lnTo>
                      <a:lnTo>
                        <a:pt x="252" y="0"/>
                      </a:lnTo>
                      <a:lnTo>
                        <a:pt x="174" y="6"/>
                      </a:lnTo>
                      <a:lnTo>
                        <a:pt x="96" y="28"/>
                      </a:lnTo>
                      <a:lnTo>
                        <a:pt x="0" y="80"/>
                      </a:lnTo>
                      <a:lnTo>
                        <a:pt x="0" y="8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4120" name="Freeform 216">
                  <a:extLst>
                    <a:ext uri="{FF2B5EF4-FFF2-40B4-BE49-F238E27FC236}">
                      <a16:creationId xmlns:a16="http://schemas.microsoft.com/office/drawing/2014/main" id="{C6E11370-2D18-4F35-9230-7D7BB57D69D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557" y="3883"/>
                  <a:ext cx="464" cy="73"/>
                </a:xfrm>
                <a:custGeom>
                  <a:avLst/>
                  <a:gdLst>
                    <a:gd name="T0" fmla="*/ 0 w 464"/>
                    <a:gd name="T1" fmla="*/ 5 h 73"/>
                    <a:gd name="T2" fmla="*/ 63 w 464"/>
                    <a:gd name="T3" fmla="*/ 41 h 73"/>
                    <a:gd name="T4" fmla="*/ 151 w 464"/>
                    <a:gd name="T5" fmla="*/ 67 h 73"/>
                    <a:gd name="T6" fmla="*/ 219 w 464"/>
                    <a:gd name="T7" fmla="*/ 73 h 73"/>
                    <a:gd name="T8" fmla="*/ 314 w 464"/>
                    <a:gd name="T9" fmla="*/ 65 h 73"/>
                    <a:gd name="T10" fmla="*/ 391 w 464"/>
                    <a:gd name="T11" fmla="*/ 37 h 73"/>
                    <a:gd name="T12" fmla="*/ 464 w 464"/>
                    <a:gd name="T13" fmla="*/ 0 h 73"/>
                    <a:gd name="T14" fmla="*/ 464 w 464"/>
                    <a:gd name="T15" fmla="*/ 0 h 7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464" h="73">
                      <a:moveTo>
                        <a:pt x="0" y="5"/>
                      </a:moveTo>
                      <a:lnTo>
                        <a:pt x="63" y="41"/>
                      </a:lnTo>
                      <a:lnTo>
                        <a:pt x="151" y="67"/>
                      </a:lnTo>
                      <a:lnTo>
                        <a:pt x="219" y="73"/>
                      </a:lnTo>
                      <a:lnTo>
                        <a:pt x="314" y="65"/>
                      </a:lnTo>
                      <a:lnTo>
                        <a:pt x="391" y="37"/>
                      </a:lnTo>
                      <a:lnTo>
                        <a:pt x="464" y="0"/>
                      </a:lnTo>
                      <a:lnTo>
                        <a:pt x="464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4121" name="Freeform 217">
                  <a:extLst>
                    <a:ext uri="{FF2B5EF4-FFF2-40B4-BE49-F238E27FC236}">
                      <a16:creationId xmlns:a16="http://schemas.microsoft.com/office/drawing/2014/main" id="{304A3AF5-2B7B-4AE1-B67C-4CC2B0E9DAE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686" y="3540"/>
                  <a:ext cx="669" cy="1"/>
                </a:xfrm>
                <a:custGeom>
                  <a:avLst/>
                  <a:gdLst>
                    <a:gd name="T0" fmla="*/ 0 w 2006"/>
                    <a:gd name="T1" fmla="*/ 2005 w 2006"/>
                    <a:gd name="T2" fmla="*/ 2006 w 2006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</a:cxnLst>
                  <a:rect l="0" t="0" r="r" b="b"/>
                  <a:pathLst>
                    <a:path w="2006">
                      <a:moveTo>
                        <a:pt x="0" y="0"/>
                      </a:moveTo>
                      <a:lnTo>
                        <a:pt x="2005" y="0"/>
                      </a:lnTo>
                      <a:lnTo>
                        <a:pt x="2006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4122" name="Freeform 218">
                  <a:extLst>
                    <a:ext uri="{FF2B5EF4-FFF2-40B4-BE49-F238E27FC236}">
                      <a16:creationId xmlns:a16="http://schemas.microsoft.com/office/drawing/2014/main" id="{E981EAE0-A9D8-4EC9-82A5-AEFE99F56D7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484" y="3245"/>
                  <a:ext cx="141" cy="141"/>
                </a:xfrm>
                <a:custGeom>
                  <a:avLst/>
                  <a:gdLst>
                    <a:gd name="T0" fmla="*/ 0 w 424"/>
                    <a:gd name="T1" fmla="*/ 424 h 424"/>
                    <a:gd name="T2" fmla="*/ 423 w 424"/>
                    <a:gd name="T3" fmla="*/ 0 h 424"/>
                    <a:gd name="T4" fmla="*/ 424 w 424"/>
                    <a:gd name="T5" fmla="*/ 0 h 42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424" h="424">
                      <a:moveTo>
                        <a:pt x="0" y="424"/>
                      </a:moveTo>
                      <a:lnTo>
                        <a:pt x="423" y="0"/>
                      </a:lnTo>
                      <a:lnTo>
                        <a:pt x="424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4123" name="Freeform 219">
                  <a:extLst>
                    <a:ext uri="{FF2B5EF4-FFF2-40B4-BE49-F238E27FC236}">
                      <a16:creationId xmlns:a16="http://schemas.microsoft.com/office/drawing/2014/main" id="{001F1B9D-06B7-453D-9F29-935395C4AEA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447" y="3416"/>
                  <a:ext cx="96" cy="97"/>
                </a:xfrm>
                <a:custGeom>
                  <a:avLst/>
                  <a:gdLst>
                    <a:gd name="T0" fmla="*/ 0 w 288"/>
                    <a:gd name="T1" fmla="*/ 289 h 289"/>
                    <a:gd name="T2" fmla="*/ 287 w 288"/>
                    <a:gd name="T3" fmla="*/ 0 h 289"/>
                    <a:gd name="T4" fmla="*/ 288 w 288"/>
                    <a:gd name="T5" fmla="*/ 0 h 28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88" h="289">
                      <a:moveTo>
                        <a:pt x="0" y="289"/>
                      </a:moveTo>
                      <a:lnTo>
                        <a:pt x="287" y="0"/>
                      </a:lnTo>
                      <a:lnTo>
                        <a:pt x="288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4124" name="Freeform 220">
                  <a:extLst>
                    <a:ext uri="{FF2B5EF4-FFF2-40B4-BE49-F238E27FC236}">
                      <a16:creationId xmlns:a16="http://schemas.microsoft.com/office/drawing/2014/main" id="{278C29CF-4DF3-4EAC-B282-0E96ABF025E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655" y="3208"/>
                  <a:ext cx="97" cy="96"/>
                </a:xfrm>
                <a:custGeom>
                  <a:avLst/>
                  <a:gdLst>
                    <a:gd name="T0" fmla="*/ 0 w 290"/>
                    <a:gd name="T1" fmla="*/ 287 h 287"/>
                    <a:gd name="T2" fmla="*/ 288 w 290"/>
                    <a:gd name="T3" fmla="*/ 0 h 287"/>
                    <a:gd name="T4" fmla="*/ 290 w 290"/>
                    <a:gd name="T5" fmla="*/ 0 h 28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90" h="287">
                      <a:moveTo>
                        <a:pt x="0" y="287"/>
                      </a:moveTo>
                      <a:lnTo>
                        <a:pt x="288" y="0"/>
                      </a:lnTo>
                      <a:lnTo>
                        <a:pt x="29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4125" name="Freeform 221">
                  <a:extLst>
                    <a:ext uri="{FF2B5EF4-FFF2-40B4-BE49-F238E27FC236}">
                      <a16:creationId xmlns:a16="http://schemas.microsoft.com/office/drawing/2014/main" id="{9BED6FCD-0126-4D7D-80FF-27AD9AFB354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451" y="3537"/>
                  <a:ext cx="62" cy="61"/>
                </a:xfrm>
                <a:custGeom>
                  <a:avLst/>
                  <a:gdLst>
                    <a:gd name="T0" fmla="*/ 0 w 185"/>
                    <a:gd name="T1" fmla="*/ 185 h 185"/>
                    <a:gd name="T2" fmla="*/ 184 w 185"/>
                    <a:gd name="T3" fmla="*/ 0 h 185"/>
                    <a:gd name="T4" fmla="*/ 185 w 185"/>
                    <a:gd name="T5" fmla="*/ 0 h 18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85" h="185">
                      <a:moveTo>
                        <a:pt x="0" y="185"/>
                      </a:moveTo>
                      <a:lnTo>
                        <a:pt x="184" y="0"/>
                      </a:lnTo>
                      <a:lnTo>
                        <a:pt x="185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4126" name="Freeform 222">
                  <a:extLst>
                    <a:ext uri="{FF2B5EF4-FFF2-40B4-BE49-F238E27FC236}">
                      <a16:creationId xmlns:a16="http://schemas.microsoft.com/office/drawing/2014/main" id="{745D222E-E86A-4C10-A9BB-34BC8719452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75" y="3212"/>
                  <a:ext cx="62" cy="62"/>
                </a:xfrm>
                <a:custGeom>
                  <a:avLst/>
                  <a:gdLst>
                    <a:gd name="T0" fmla="*/ 0 w 186"/>
                    <a:gd name="T1" fmla="*/ 185 h 185"/>
                    <a:gd name="T2" fmla="*/ 185 w 186"/>
                    <a:gd name="T3" fmla="*/ 0 h 185"/>
                    <a:gd name="T4" fmla="*/ 186 w 186"/>
                    <a:gd name="T5" fmla="*/ 0 h 18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86" h="185">
                      <a:moveTo>
                        <a:pt x="0" y="185"/>
                      </a:moveTo>
                      <a:lnTo>
                        <a:pt x="185" y="0"/>
                      </a:lnTo>
                      <a:lnTo>
                        <a:pt x="186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4127" name="Freeform 223">
                  <a:extLst>
                    <a:ext uri="{FF2B5EF4-FFF2-40B4-BE49-F238E27FC236}">
                      <a16:creationId xmlns:a16="http://schemas.microsoft.com/office/drawing/2014/main" id="{6F160819-3DFA-42A4-B6F1-B36E74028A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471" y="3616"/>
                  <a:ext cx="53" cy="52"/>
                </a:xfrm>
                <a:custGeom>
                  <a:avLst/>
                  <a:gdLst>
                    <a:gd name="T0" fmla="*/ 0 w 158"/>
                    <a:gd name="T1" fmla="*/ 156 h 156"/>
                    <a:gd name="T2" fmla="*/ 157 w 158"/>
                    <a:gd name="T3" fmla="*/ 0 h 156"/>
                    <a:gd name="T4" fmla="*/ 158 w 158"/>
                    <a:gd name="T5" fmla="*/ 0 h 15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58" h="156">
                      <a:moveTo>
                        <a:pt x="0" y="156"/>
                      </a:moveTo>
                      <a:lnTo>
                        <a:pt x="157" y="0"/>
                      </a:lnTo>
                      <a:lnTo>
                        <a:pt x="158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4128" name="Freeform 224">
                  <a:extLst>
                    <a:ext uri="{FF2B5EF4-FFF2-40B4-BE49-F238E27FC236}">
                      <a16:creationId xmlns:a16="http://schemas.microsoft.com/office/drawing/2014/main" id="{40F73BF6-AA80-4DFB-87DF-7551BCCC96E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54" y="3232"/>
                  <a:ext cx="53" cy="52"/>
                </a:xfrm>
                <a:custGeom>
                  <a:avLst/>
                  <a:gdLst>
                    <a:gd name="T0" fmla="*/ 0 w 158"/>
                    <a:gd name="T1" fmla="*/ 156 h 156"/>
                    <a:gd name="T2" fmla="*/ 157 w 158"/>
                    <a:gd name="T3" fmla="*/ 0 h 156"/>
                    <a:gd name="T4" fmla="*/ 158 w 158"/>
                    <a:gd name="T5" fmla="*/ 0 h 15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58" h="156">
                      <a:moveTo>
                        <a:pt x="0" y="156"/>
                      </a:moveTo>
                      <a:lnTo>
                        <a:pt x="157" y="0"/>
                      </a:lnTo>
                      <a:lnTo>
                        <a:pt x="158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4129" name="Freeform 225">
                  <a:extLst>
                    <a:ext uri="{FF2B5EF4-FFF2-40B4-BE49-F238E27FC236}">
                      <a16:creationId xmlns:a16="http://schemas.microsoft.com/office/drawing/2014/main" id="{6E3683A2-B3CB-4E12-BFF0-3C2822C2312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502" y="3678"/>
                  <a:ext cx="49" cy="48"/>
                </a:xfrm>
                <a:custGeom>
                  <a:avLst/>
                  <a:gdLst>
                    <a:gd name="T0" fmla="*/ 0 w 146"/>
                    <a:gd name="T1" fmla="*/ 145 h 145"/>
                    <a:gd name="T2" fmla="*/ 145 w 146"/>
                    <a:gd name="T3" fmla="*/ 0 h 145"/>
                    <a:gd name="T4" fmla="*/ 146 w 146"/>
                    <a:gd name="T5" fmla="*/ 0 h 1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46" h="145">
                      <a:moveTo>
                        <a:pt x="0" y="145"/>
                      </a:moveTo>
                      <a:lnTo>
                        <a:pt x="145" y="0"/>
                      </a:lnTo>
                      <a:lnTo>
                        <a:pt x="146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4130" name="Freeform 226">
                  <a:extLst>
                    <a:ext uri="{FF2B5EF4-FFF2-40B4-BE49-F238E27FC236}">
                      <a16:creationId xmlns:a16="http://schemas.microsoft.com/office/drawing/2014/main" id="{3E6DFF49-C1FD-4944-8C17-CECD5185490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16" y="3264"/>
                  <a:ext cx="49" cy="48"/>
                </a:xfrm>
                <a:custGeom>
                  <a:avLst/>
                  <a:gdLst>
                    <a:gd name="T0" fmla="*/ 0 w 146"/>
                    <a:gd name="T1" fmla="*/ 144 h 144"/>
                    <a:gd name="T2" fmla="*/ 145 w 146"/>
                    <a:gd name="T3" fmla="*/ 0 h 144"/>
                    <a:gd name="T4" fmla="*/ 146 w 146"/>
                    <a:gd name="T5" fmla="*/ 0 h 14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46" h="144">
                      <a:moveTo>
                        <a:pt x="0" y="144"/>
                      </a:moveTo>
                      <a:lnTo>
                        <a:pt x="145" y="0"/>
                      </a:lnTo>
                      <a:lnTo>
                        <a:pt x="146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4131" name="Freeform 227">
                  <a:extLst>
                    <a:ext uri="{FF2B5EF4-FFF2-40B4-BE49-F238E27FC236}">
                      <a16:creationId xmlns:a16="http://schemas.microsoft.com/office/drawing/2014/main" id="{896BE02B-70F1-4B17-9655-7DB840DCAB4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543" y="3728"/>
                  <a:ext cx="47" cy="47"/>
                </a:xfrm>
                <a:custGeom>
                  <a:avLst/>
                  <a:gdLst>
                    <a:gd name="T0" fmla="*/ 0 w 142"/>
                    <a:gd name="T1" fmla="*/ 141 h 141"/>
                    <a:gd name="T2" fmla="*/ 141 w 142"/>
                    <a:gd name="T3" fmla="*/ 0 h 141"/>
                    <a:gd name="T4" fmla="*/ 142 w 142"/>
                    <a:gd name="T5" fmla="*/ 0 h 14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42" h="141">
                      <a:moveTo>
                        <a:pt x="0" y="141"/>
                      </a:moveTo>
                      <a:lnTo>
                        <a:pt x="141" y="0"/>
                      </a:lnTo>
                      <a:lnTo>
                        <a:pt x="142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4132" name="Freeform 228">
                  <a:extLst>
                    <a:ext uri="{FF2B5EF4-FFF2-40B4-BE49-F238E27FC236}">
                      <a16:creationId xmlns:a16="http://schemas.microsoft.com/office/drawing/2014/main" id="{33381BCD-49AC-4A59-909C-96C0809186E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67" y="3304"/>
                  <a:ext cx="47" cy="47"/>
                </a:xfrm>
                <a:custGeom>
                  <a:avLst/>
                  <a:gdLst>
                    <a:gd name="T0" fmla="*/ 0 w 141"/>
                    <a:gd name="T1" fmla="*/ 142 h 142"/>
                    <a:gd name="T2" fmla="*/ 140 w 141"/>
                    <a:gd name="T3" fmla="*/ 0 h 142"/>
                    <a:gd name="T4" fmla="*/ 141 w 141"/>
                    <a:gd name="T5" fmla="*/ 0 h 14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41" h="142">
                      <a:moveTo>
                        <a:pt x="0" y="142"/>
                      </a:moveTo>
                      <a:lnTo>
                        <a:pt x="140" y="0"/>
                      </a:lnTo>
                      <a:lnTo>
                        <a:pt x="141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4133" name="Freeform 229">
                  <a:extLst>
                    <a:ext uri="{FF2B5EF4-FFF2-40B4-BE49-F238E27FC236}">
                      <a16:creationId xmlns:a16="http://schemas.microsoft.com/office/drawing/2014/main" id="{00F20938-C640-4C65-91AF-804A583B955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592" y="3768"/>
                  <a:ext cx="49" cy="48"/>
                </a:xfrm>
                <a:custGeom>
                  <a:avLst/>
                  <a:gdLst>
                    <a:gd name="T0" fmla="*/ 0 w 146"/>
                    <a:gd name="T1" fmla="*/ 145 h 145"/>
                    <a:gd name="T2" fmla="*/ 145 w 146"/>
                    <a:gd name="T3" fmla="*/ 0 h 145"/>
                    <a:gd name="T4" fmla="*/ 146 w 146"/>
                    <a:gd name="T5" fmla="*/ 0 h 1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46" h="145">
                      <a:moveTo>
                        <a:pt x="0" y="145"/>
                      </a:moveTo>
                      <a:lnTo>
                        <a:pt x="145" y="0"/>
                      </a:lnTo>
                      <a:lnTo>
                        <a:pt x="146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4134" name="Freeform 230">
                  <a:extLst>
                    <a:ext uri="{FF2B5EF4-FFF2-40B4-BE49-F238E27FC236}">
                      <a16:creationId xmlns:a16="http://schemas.microsoft.com/office/drawing/2014/main" id="{F1DDDA71-8AD6-4042-B550-BBCB9701C20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006" y="3353"/>
                  <a:ext cx="49" cy="49"/>
                </a:xfrm>
                <a:custGeom>
                  <a:avLst/>
                  <a:gdLst>
                    <a:gd name="T0" fmla="*/ 0 w 146"/>
                    <a:gd name="T1" fmla="*/ 145 h 145"/>
                    <a:gd name="T2" fmla="*/ 145 w 146"/>
                    <a:gd name="T3" fmla="*/ 0 h 145"/>
                    <a:gd name="T4" fmla="*/ 146 w 146"/>
                    <a:gd name="T5" fmla="*/ 0 h 1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46" h="145">
                      <a:moveTo>
                        <a:pt x="0" y="145"/>
                      </a:moveTo>
                      <a:lnTo>
                        <a:pt x="145" y="0"/>
                      </a:lnTo>
                      <a:lnTo>
                        <a:pt x="146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4135" name="Freeform 231">
                  <a:extLst>
                    <a:ext uri="{FF2B5EF4-FFF2-40B4-BE49-F238E27FC236}">
                      <a16:creationId xmlns:a16="http://schemas.microsoft.com/office/drawing/2014/main" id="{CB347433-E288-4067-9ED9-725C0850233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650" y="3795"/>
                  <a:ext cx="53" cy="53"/>
                </a:xfrm>
                <a:custGeom>
                  <a:avLst/>
                  <a:gdLst>
                    <a:gd name="T0" fmla="*/ 0 w 157"/>
                    <a:gd name="T1" fmla="*/ 157 h 157"/>
                    <a:gd name="T2" fmla="*/ 156 w 157"/>
                    <a:gd name="T3" fmla="*/ 0 h 157"/>
                    <a:gd name="T4" fmla="*/ 157 w 157"/>
                    <a:gd name="T5" fmla="*/ 0 h 15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57" h="157">
                      <a:moveTo>
                        <a:pt x="0" y="157"/>
                      </a:moveTo>
                      <a:lnTo>
                        <a:pt x="156" y="0"/>
                      </a:lnTo>
                      <a:lnTo>
                        <a:pt x="157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4136" name="Freeform 232">
                  <a:extLst>
                    <a:ext uri="{FF2B5EF4-FFF2-40B4-BE49-F238E27FC236}">
                      <a16:creationId xmlns:a16="http://schemas.microsoft.com/office/drawing/2014/main" id="{C0916CEE-4ECA-4C65-A277-334C4C5D285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034" y="3411"/>
                  <a:ext cx="52" cy="53"/>
                </a:xfrm>
                <a:custGeom>
                  <a:avLst/>
                  <a:gdLst>
                    <a:gd name="T0" fmla="*/ 0 w 158"/>
                    <a:gd name="T1" fmla="*/ 157 h 157"/>
                    <a:gd name="T2" fmla="*/ 157 w 158"/>
                    <a:gd name="T3" fmla="*/ 0 h 157"/>
                    <a:gd name="T4" fmla="*/ 158 w 158"/>
                    <a:gd name="T5" fmla="*/ 0 h 15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58" h="157">
                      <a:moveTo>
                        <a:pt x="0" y="157"/>
                      </a:moveTo>
                      <a:lnTo>
                        <a:pt x="157" y="0"/>
                      </a:lnTo>
                      <a:lnTo>
                        <a:pt x="158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4137" name="Freeform 233">
                  <a:extLst>
                    <a:ext uri="{FF2B5EF4-FFF2-40B4-BE49-F238E27FC236}">
                      <a16:creationId xmlns:a16="http://schemas.microsoft.com/office/drawing/2014/main" id="{29218782-30F8-4252-A4E6-50C9626938A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19" y="3807"/>
                  <a:ext cx="62" cy="61"/>
                </a:xfrm>
                <a:custGeom>
                  <a:avLst/>
                  <a:gdLst>
                    <a:gd name="T0" fmla="*/ 0 w 185"/>
                    <a:gd name="T1" fmla="*/ 185 h 185"/>
                    <a:gd name="T2" fmla="*/ 184 w 185"/>
                    <a:gd name="T3" fmla="*/ 0 h 185"/>
                    <a:gd name="T4" fmla="*/ 185 w 185"/>
                    <a:gd name="T5" fmla="*/ 0 h 18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85" h="185">
                      <a:moveTo>
                        <a:pt x="0" y="185"/>
                      </a:moveTo>
                      <a:lnTo>
                        <a:pt x="184" y="0"/>
                      </a:lnTo>
                      <a:lnTo>
                        <a:pt x="185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4138" name="Freeform 234">
                  <a:extLst>
                    <a:ext uri="{FF2B5EF4-FFF2-40B4-BE49-F238E27FC236}">
                      <a16:creationId xmlns:a16="http://schemas.microsoft.com/office/drawing/2014/main" id="{D3D1CC1B-EC59-4A49-BEA7-0295694BF89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045" y="3481"/>
                  <a:ext cx="62" cy="61"/>
                </a:xfrm>
                <a:custGeom>
                  <a:avLst/>
                  <a:gdLst>
                    <a:gd name="T0" fmla="*/ 0 w 185"/>
                    <a:gd name="T1" fmla="*/ 183 h 183"/>
                    <a:gd name="T2" fmla="*/ 184 w 185"/>
                    <a:gd name="T3" fmla="*/ 0 h 183"/>
                    <a:gd name="T4" fmla="*/ 185 w 185"/>
                    <a:gd name="T5" fmla="*/ 0 h 18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85" h="183">
                      <a:moveTo>
                        <a:pt x="0" y="183"/>
                      </a:moveTo>
                      <a:lnTo>
                        <a:pt x="184" y="0"/>
                      </a:lnTo>
                      <a:lnTo>
                        <a:pt x="185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4139" name="Freeform 235">
                  <a:extLst>
                    <a:ext uri="{FF2B5EF4-FFF2-40B4-BE49-F238E27FC236}">
                      <a16:creationId xmlns:a16="http://schemas.microsoft.com/office/drawing/2014/main" id="{C1A2235E-F18D-4C6C-9D50-8886B62FE6D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05" y="3778"/>
                  <a:ext cx="95" cy="95"/>
                </a:xfrm>
                <a:custGeom>
                  <a:avLst/>
                  <a:gdLst>
                    <a:gd name="T0" fmla="*/ 0 w 285"/>
                    <a:gd name="T1" fmla="*/ 284 h 284"/>
                    <a:gd name="T2" fmla="*/ 283 w 285"/>
                    <a:gd name="T3" fmla="*/ 0 h 284"/>
                    <a:gd name="T4" fmla="*/ 285 w 285"/>
                    <a:gd name="T5" fmla="*/ 0 h 28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85" h="284">
                      <a:moveTo>
                        <a:pt x="0" y="284"/>
                      </a:moveTo>
                      <a:lnTo>
                        <a:pt x="283" y="0"/>
                      </a:lnTo>
                      <a:lnTo>
                        <a:pt x="285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4140" name="Freeform 236">
                  <a:extLst>
                    <a:ext uri="{FF2B5EF4-FFF2-40B4-BE49-F238E27FC236}">
                      <a16:creationId xmlns:a16="http://schemas.microsoft.com/office/drawing/2014/main" id="{4A04D9F9-1D64-4ACD-BCF3-18CCA18045A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016" y="3566"/>
                  <a:ext cx="95" cy="95"/>
                </a:xfrm>
                <a:custGeom>
                  <a:avLst/>
                  <a:gdLst>
                    <a:gd name="T0" fmla="*/ 0 w 285"/>
                    <a:gd name="T1" fmla="*/ 284 h 284"/>
                    <a:gd name="T2" fmla="*/ 284 w 285"/>
                    <a:gd name="T3" fmla="*/ 0 h 284"/>
                    <a:gd name="T4" fmla="*/ 285 w 285"/>
                    <a:gd name="T5" fmla="*/ 0 h 28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85" h="284">
                      <a:moveTo>
                        <a:pt x="0" y="284"/>
                      </a:moveTo>
                      <a:lnTo>
                        <a:pt x="284" y="0"/>
                      </a:lnTo>
                      <a:lnTo>
                        <a:pt x="285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4141" name="Freeform 237">
                  <a:extLst>
                    <a:ext uri="{FF2B5EF4-FFF2-40B4-BE49-F238E27FC236}">
                      <a16:creationId xmlns:a16="http://schemas.microsoft.com/office/drawing/2014/main" id="{42D71F00-2C73-4ECD-A592-9B42C584A6C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30" y="3691"/>
                  <a:ext cx="146" cy="146"/>
                </a:xfrm>
                <a:custGeom>
                  <a:avLst/>
                  <a:gdLst>
                    <a:gd name="T0" fmla="*/ 0 w 438"/>
                    <a:gd name="T1" fmla="*/ 438 h 438"/>
                    <a:gd name="T2" fmla="*/ 437 w 438"/>
                    <a:gd name="T3" fmla="*/ 0 h 438"/>
                    <a:gd name="T4" fmla="*/ 438 w 438"/>
                    <a:gd name="T5" fmla="*/ 0 h 43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438" h="438">
                      <a:moveTo>
                        <a:pt x="0" y="438"/>
                      </a:moveTo>
                      <a:lnTo>
                        <a:pt x="437" y="0"/>
                      </a:lnTo>
                      <a:lnTo>
                        <a:pt x="438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4142" name="Freeform 238">
                  <a:extLst>
                    <a:ext uri="{FF2B5EF4-FFF2-40B4-BE49-F238E27FC236}">
                      <a16:creationId xmlns:a16="http://schemas.microsoft.com/office/drawing/2014/main" id="{188ECA15-50E0-4CDB-8961-538929DB85A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360" y="3285"/>
                  <a:ext cx="102" cy="525"/>
                </a:xfrm>
                <a:custGeom>
                  <a:avLst/>
                  <a:gdLst>
                    <a:gd name="T0" fmla="*/ 90 w 102"/>
                    <a:gd name="T1" fmla="*/ 0 h 525"/>
                    <a:gd name="T2" fmla="*/ 36 w 102"/>
                    <a:gd name="T3" fmla="*/ 83 h 525"/>
                    <a:gd name="T4" fmla="*/ 11 w 102"/>
                    <a:gd name="T5" fmla="*/ 171 h 525"/>
                    <a:gd name="T6" fmla="*/ 0 w 102"/>
                    <a:gd name="T7" fmla="*/ 259 h 525"/>
                    <a:gd name="T8" fmla="*/ 15 w 102"/>
                    <a:gd name="T9" fmla="*/ 358 h 525"/>
                    <a:gd name="T10" fmla="*/ 44 w 102"/>
                    <a:gd name="T11" fmla="*/ 443 h 525"/>
                    <a:gd name="T12" fmla="*/ 102 w 102"/>
                    <a:gd name="T13" fmla="*/ 525 h 525"/>
                    <a:gd name="T14" fmla="*/ 102 w 102"/>
                    <a:gd name="T15" fmla="*/ 525 h 5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02" h="525">
                      <a:moveTo>
                        <a:pt x="90" y="0"/>
                      </a:moveTo>
                      <a:lnTo>
                        <a:pt x="36" y="83"/>
                      </a:lnTo>
                      <a:lnTo>
                        <a:pt x="11" y="171"/>
                      </a:lnTo>
                      <a:lnTo>
                        <a:pt x="0" y="259"/>
                      </a:lnTo>
                      <a:lnTo>
                        <a:pt x="15" y="358"/>
                      </a:lnTo>
                      <a:lnTo>
                        <a:pt x="44" y="443"/>
                      </a:lnTo>
                      <a:lnTo>
                        <a:pt x="102" y="525"/>
                      </a:lnTo>
                      <a:lnTo>
                        <a:pt x="102" y="525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4143" name="Freeform 239">
                  <a:extLst>
                    <a:ext uri="{FF2B5EF4-FFF2-40B4-BE49-F238E27FC236}">
                      <a16:creationId xmlns:a16="http://schemas.microsoft.com/office/drawing/2014/main" id="{2BC5C990-40F7-4688-BA70-2E270267EC4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492" y="3842"/>
                  <a:ext cx="17" cy="15"/>
                </a:xfrm>
                <a:custGeom>
                  <a:avLst/>
                  <a:gdLst>
                    <a:gd name="T0" fmla="*/ 0 w 51"/>
                    <a:gd name="T1" fmla="*/ 0 h 45"/>
                    <a:gd name="T2" fmla="*/ 49 w 51"/>
                    <a:gd name="T3" fmla="*/ 45 h 45"/>
                    <a:gd name="T4" fmla="*/ 51 w 51"/>
                    <a:gd name="T5" fmla="*/ 45 h 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51" h="45">
                      <a:moveTo>
                        <a:pt x="0" y="0"/>
                      </a:moveTo>
                      <a:lnTo>
                        <a:pt x="49" y="45"/>
                      </a:lnTo>
                      <a:lnTo>
                        <a:pt x="51" y="45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4144" name="Freeform 240">
                  <a:extLst>
                    <a:ext uri="{FF2B5EF4-FFF2-40B4-BE49-F238E27FC236}">
                      <a16:creationId xmlns:a16="http://schemas.microsoft.com/office/drawing/2014/main" id="{84DC15E4-B67D-47CC-B87C-7AD8C09BB93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09" y="3540"/>
                  <a:ext cx="362" cy="1"/>
                </a:xfrm>
                <a:custGeom>
                  <a:avLst/>
                  <a:gdLst>
                    <a:gd name="T0" fmla="*/ 0 w 1085"/>
                    <a:gd name="T1" fmla="*/ 1084 w 1085"/>
                    <a:gd name="T2" fmla="*/ 1085 w 108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</a:cxnLst>
                  <a:rect l="0" t="0" r="r" b="b"/>
                  <a:pathLst>
                    <a:path w="1085">
                      <a:moveTo>
                        <a:pt x="0" y="0"/>
                      </a:moveTo>
                      <a:lnTo>
                        <a:pt x="1084" y="0"/>
                      </a:lnTo>
                      <a:lnTo>
                        <a:pt x="1085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4145" name="Freeform 241">
                  <a:extLst>
                    <a:ext uri="{FF2B5EF4-FFF2-40B4-BE49-F238E27FC236}">
                      <a16:creationId xmlns:a16="http://schemas.microsoft.com/office/drawing/2014/main" id="{37F1BFD1-63F9-49A9-9B51-385EF86D047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319" y="3497"/>
                  <a:ext cx="87" cy="86"/>
                </a:xfrm>
                <a:custGeom>
                  <a:avLst/>
                  <a:gdLst>
                    <a:gd name="T0" fmla="*/ 261 w 262"/>
                    <a:gd name="T1" fmla="*/ 131 h 260"/>
                    <a:gd name="T2" fmla="*/ 223 w 262"/>
                    <a:gd name="T3" fmla="*/ 39 h 260"/>
                    <a:gd name="T4" fmla="*/ 131 w 262"/>
                    <a:gd name="T5" fmla="*/ 0 h 260"/>
                    <a:gd name="T6" fmla="*/ 39 w 262"/>
                    <a:gd name="T7" fmla="*/ 39 h 260"/>
                    <a:gd name="T8" fmla="*/ 0 w 262"/>
                    <a:gd name="T9" fmla="*/ 131 h 260"/>
                    <a:gd name="T10" fmla="*/ 39 w 262"/>
                    <a:gd name="T11" fmla="*/ 223 h 260"/>
                    <a:gd name="T12" fmla="*/ 131 w 262"/>
                    <a:gd name="T13" fmla="*/ 260 h 260"/>
                    <a:gd name="T14" fmla="*/ 223 w 262"/>
                    <a:gd name="T15" fmla="*/ 223 h 260"/>
                    <a:gd name="T16" fmla="*/ 261 w 262"/>
                    <a:gd name="T17" fmla="*/ 131 h 260"/>
                    <a:gd name="T18" fmla="*/ 262 w 262"/>
                    <a:gd name="T19" fmla="*/ 131 h 26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262" h="260">
                      <a:moveTo>
                        <a:pt x="261" y="131"/>
                      </a:moveTo>
                      <a:lnTo>
                        <a:pt x="223" y="39"/>
                      </a:lnTo>
                      <a:lnTo>
                        <a:pt x="131" y="0"/>
                      </a:lnTo>
                      <a:lnTo>
                        <a:pt x="39" y="39"/>
                      </a:lnTo>
                      <a:lnTo>
                        <a:pt x="0" y="131"/>
                      </a:lnTo>
                      <a:lnTo>
                        <a:pt x="39" y="223"/>
                      </a:lnTo>
                      <a:lnTo>
                        <a:pt x="131" y="260"/>
                      </a:lnTo>
                      <a:lnTo>
                        <a:pt x="223" y="223"/>
                      </a:lnTo>
                      <a:lnTo>
                        <a:pt x="261" y="131"/>
                      </a:lnTo>
                      <a:lnTo>
                        <a:pt x="262" y="131"/>
                      </a:lnTo>
                    </a:path>
                  </a:pathLst>
                </a:custGeom>
                <a:noFill/>
                <a:ln w="38100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4146" name="Freeform 242">
                  <a:extLst>
                    <a:ext uri="{FF2B5EF4-FFF2-40B4-BE49-F238E27FC236}">
                      <a16:creationId xmlns:a16="http://schemas.microsoft.com/office/drawing/2014/main" id="{B4EC672F-E90B-4050-A82F-E7EFDC0D6A5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619" y="3540"/>
                  <a:ext cx="25" cy="1"/>
                </a:xfrm>
                <a:custGeom>
                  <a:avLst/>
                  <a:gdLst>
                    <a:gd name="T0" fmla="*/ 0 w 75"/>
                    <a:gd name="T1" fmla="*/ 74 w 75"/>
                    <a:gd name="T2" fmla="*/ 75 w 7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</a:cxnLst>
                  <a:rect l="0" t="0" r="r" b="b"/>
                  <a:pathLst>
                    <a:path w="75">
                      <a:moveTo>
                        <a:pt x="0" y="0"/>
                      </a:moveTo>
                      <a:lnTo>
                        <a:pt x="74" y="0"/>
                      </a:lnTo>
                      <a:lnTo>
                        <a:pt x="75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4147" name="Freeform 243">
                  <a:extLst>
                    <a:ext uri="{FF2B5EF4-FFF2-40B4-BE49-F238E27FC236}">
                      <a16:creationId xmlns:a16="http://schemas.microsoft.com/office/drawing/2014/main" id="{AEE5A67D-126D-4887-83EA-529DBD7B82C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484" y="3233"/>
                  <a:ext cx="14" cy="14"/>
                </a:xfrm>
                <a:custGeom>
                  <a:avLst/>
                  <a:gdLst>
                    <a:gd name="T0" fmla="*/ 42 w 42"/>
                    <a:gd name="T1" fmla="*/ 0 h 41"/>
                    <a:gd name="T2" fmla="*/ 0 w 42"/>
                    <a:gd name="T3" fmla="*/ 41 h 41"/>
                    <a:gd name="T4" fmla="*/ 1 w 42"/>
                    <a:gd name="T5" fmla="*/ 41 h 4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42" h="41">
                      <a:moveTo>
                        <a:pt x="42" y="0"/>
                      </a:moveTo>
                      <a:lnTo>
                        <a:pt x="0" y="41"/>
                      </a:lnTo>
                      <a:lnTo>
                        <a:pt x="1" y="41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4148" name="Freeform 244">
                  <a:extLst>
                    <a:ext uri="{FF2B5EF4-FFF2-40B4-BE49-F238E27FC236}">
                      <a16:creationId xmlns:a16="http://schemas.microsoft.com/office/drawing/2014/main" id="{A992BC0D-C366-41AB-8104-616C93D25DA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79" y="2997"/>
                  <a:ext cx="1" cy="385"/>
                </a:xfrm>
                <a:custGeom>
                  <a:avLst/>
                  <a:gdLst>
                    <a:gd name="T0" fmla="*/ 0 w 1"/>
                    <a:gd name="T1" fmla="*/ 1155 h 1155"/>
                    <a:gd name="T2" fmla="*/ 0 w 1"/>
                    <a:gd name="T3" fmla="*/ 0 h 1155"/>
                    <a:gd name="T4" fmla="*/ 1 w 1"/>
                    <a:gd name="T5" fmla="*/ 0 h 11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" h="1155">
                      <a:moveTo>
                        <a:pt x="0" y="1155"/>
                      </a:moveTo>
                      <a:lnTo>
                        <a:pt x="0" y="0"/>
                      </a:lnTo>
                      <a:lnTo>
                        <a:pt x="1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4149" name="Freeform 245">
                  <a:extLst>
                    <a:ext uri="{FF2B5EF4-FFF2-40B4-BE49-F238E27FC236}">
                      <a16:creationId xmlns:a16="http://schemas.microsoft.com/office/drawing/2014/main" id="{E41E6EC4-2F65-47C9-96C2-B197A4B5BEB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102" y="3324"/>
                  <a:ext cx="94" cy="479"/>
                </a:xfrm>
                <a:custGeom>
                  <a:avLst/>
                  <a:gdLst>
                    <a:gd name="T0" fmla="*/ 0 w 94"/>
                    <a:gd name="T1" fmla="*/ 479 h 479"/>
                    <a:gd name="T2" fmla="*/ 54 w 94"/>
                    <a:gd name="T3" fmla="*/ 404 h 479"/>
                    <a:gd name="T4" fmla="*/ 77 w 94"/>
                    <a:gd name="T5" fmla="*/ 329 h 479"/>
                    <a:gd name="T6" fmla="*/ 94 w 94"/>
                    <a:gd name="T7" fmla="*/ 216 h 479"/>
                    <a:gd name="T8" fmla="*/ 89 w 94"/>
                    <a:gd name="T9" fmla="*/ 160 h 479"/>
                    <a:gd name="T10" fmla="*/ 74 w 94"/>
                    <a:gd name="T11" fmla="*/ 92 h 479"/>
                    <a:gd name="T12" fmla="*/ 33 w 94"/>
                    <a:gd name="T13" fmla="*/ 0 h 479"/>
                    <a:gd name="T14" fmla="*/ 33 w 94"/>
                    <a:gd name="T15" fmla="*/ 0 h 47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94" h="479">
                      <a:moveTo>
                        <a:pt x="0" y="479"/>
                      </a:moveTo>
                      <a:lnTo>
                        <a:pt x="54" y="404"/>
                      </a:lnTo>
                      <a:lnTo>
                        <a:pt x="77" y="329"/>
                      </a:lnTo>
                      <a:lnTo>
                        <a:pt x="94" y="216"/>
                      </a:lnTo>
                      <a:lnTo>
                        <a:pt x="89" y="160"/>
                      </a:lnTo>
                      <a:lnTo>
                        <a:pt x="74" y="92"/>
                      </a:lnTo>
                      <a:lnTo>
                        <a:pt x="33" y="0"/>
                      </a:lnTo>
                      <a:lnTo>
                        <a:pt x="33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4150" name="Freeform 246">
                  <a:extLst>
                    <a:ext uri="{FF2B5EF4-FFF2-40B4-BE49-F238E27FC236}">
                      <a16:creationId xmlns:a16="http://schemas.microsoft.com/office/drawing/2014/main" id="{CBCAADB6-A210-455C-8B29-6262EEFE985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79" y="3477"/>
                  <a:ext cx="1" cy="637"/>
                </a:xfrm>
                <a:custGeom>
                  <a:avLst/>
                  <a:gdLst>
                    <a:gd name="T0" fmla="*/ 0 w 1"/>
                    <a:gd name="T1" fmla="*/ 1911 h 1911"/>
                    <a:gd name="T2" fmla="*/ 0 w 1"/>
                    <a:gd name="T3" fmla="*/ 0 h 1911"/>
                    <a:gd name="T4" fmla="*/ 1 w 1"/>
                    <a:gd name="T5" fmla="*/ 0 h 19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" h="1911">
                      <a:moveTo>
                        <a:pt x="0" y="1911"/>
                      </a:moveTo>
                      <a:lnTo>
                        <a:pt x="0" y="0"/>
                      </a:lnTo>
                      <a:lnTo>
                        <a:pt x="1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4151" name="Freeform 247">
                  <a:extLst>
                    <a:ext uri="{FF2B5EF4-FFF2-40B4-BE49-F238E27FC236}">
                      <a16:creationId xmlns:a16="http://schemas.microsoft.com/office/drawing/2014/main" id="{04D5D244-1B9D-4A4A-854C-DCCF8FBB808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35" y="3914"/>
                  <a:ext cx="87" cy="86"/>
                </a:xfrm>
                <a:custGeom>
                  <a:avLst/>
                  <a:gdLst>
                    <a:gd name="T0" fmla="*/ 260 w 261"/>
                    <a:gd name="T1" fmla="*/ 129 h 259"/>
                    <a:gd name="T2" fmla="*/ 221 w 261"/>
                    <a:gd name="T3" fmla="*/ 37 h 259"/>
                    <a:gd name="T4" fmla="*/ 130 w 261"/>
                    <a:gd name="T5" fmla="*/ 0 h 259"/>
                    <a:gd name="T6" fmla="*/ 38 w 261"/>
                    <a:gd name="T7" fmla="*/ 37 h 259"/>
                    <a:gd name="T8" fmla="*/ 0 w 261"/>
                    <a:gd name="T9" fmla="*/ 129 h 259"/>
                    <a:gd name="T10" fmla="*/ 38 w 261"/>
                    <a:gd name="T11" fmla="*/ 221 h 259"/>
                    <a:gd name="T12" fmla="*/ 130 w 261"/>
                    <a:gd name="T13" fmla="*/ 259 h 259"/>
                    <a:gd name="T14" fmla="*/ 221 w 261"/>
                    <a:gd name="T15" fmla="*/ 221 h 259"/>
                    <a:gd name="T16" fmla="*/ 260 w 261"/>
                    <a:gd name="T17" fmla="*/ 129 h 259"/>
                    <a:gd name="T18" fmla="*/ 261 w 261"/>
                    <a:gd name="T19" fmla="*/ 129 h 25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261" h="259">
                      <a:moveTo>
                        <a:pt x="260" y="129"/>
                      </a:moveTo>
                      <a:lnTo>
                        <a:pt x="221" y="37"/>
                      </a:lnTo>
                      <a:lnTo>
                        <a:pt x="130" y="0"/>
                      </a:lnTo>
                      <a:lnTo>
                        <a:pt x="38" y="37"/>
                      </a:lnTo>
                      <a:lnTo>
                        <a:pt x="0" y="129"/>
                      </a:lnTo>
                      <a:lnTo>
                        <a:pt x="38" y="221"/>
                      </a:lnTo>
                      <a:lnTo>
                        <a:pt x="130" y="259"/>
                      </a:lnTo>
                      <a:lnTo>
                        <a:pt x="221" y="221"/>
                      </a:lnTo>
                      <a:lnTo>
                        <a:pt x="260" y="129"/>
                      </a:lnTo>
                      <a:lnTo>
                        <a:pt x="261" y="129"/>
                      </a:lnTo>
                    </a:path>
                  </a:pathLst>
                </a:custGeom>
                <a:noFill/>
                <a:ln w="38100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4152" name="Rectangle 248">
                  <a:extLst>
                    <a:ext uri="{FF2B5EF4-FFF2-40B4-BE49-F238E27FC236}">
                      <a16:creationId xmlns:a16="http://schemas.microsoft.com/office/drawing/2014/main" id="{5381D6E9-22D3-4276-A567-F6D007698F5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513" y="2823"/>
                  <a:ext cx="510" cy="23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tIns="0" rIns="0" bIns="0">
                  <a:spAutoFit/>
                </a:bodyPr>
                <a:lstStyle/>
                <a:p>
                  <a:pPr eaLnBrk="1" hangingPunct="1"/>
                  <a:r>
                    <a:rPr lang="en-US" altLang="zh-CN" i="1">
                      <a:latin typeface="宋体" panose="02010600030101010101" pitchFamily="2" charset="-122"/>
                    </a:rPr>
                    <a:t>B</a:t>
                  </a:r>
                  <a:r>
                    <a:rPr lang="zh-CN" altLang="en-US">
                      <a:latin typeface="宋体" panose="02010600030101010101" pitchFamily="2" charset="-122"/>
                    </a:rPr>
                    <a:t>－</a:t>
                  </a:r>
                  <a:r>
                    <a:rPr lang="en-US" altLang="zh-CN" i="1">
                      <a:latin typeface="宋体" panose="02010600030101010101" pitchFamily="2" charset="-122"/>
                    </a:rPr>
                    <a:t>B</a:t>
                  </a:r>
                  <a:endParaRPr lang="en-US" altLang="zh-CN"/>
                </a:p>
              </p:txBody>
            </p:sp>
            <p:sp>
              <p:nvSpPr>
                <p:cNvPr id="124153" name="Freeform 249">
                  <a:extLst>
                    <a:ext uri="{FF2B5EF4-FFF2-40B4-BE49-F238E27FC236}">
                      <a16:creationId xmlns:a16="http://schemas.microsoft.com/office/drawing/2014/main" id="{BA09C468-3B44-4572-9DA4-8E9A0E8FE2D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046" y="3844"/>
                  <a:ext cx="18" cy="15"/>
                </a:xfrm>
                <a:custGeom>
                  <a:avLst/>
                  <a:gdLst>
                    <a:gd name="T0" fmla="*/ 0 w 53"/>
                    <a:gd name="T1" fmla="*/ 46 h 46"/>
                    <a:gd name="T2" fmla="*/ 52 w 53"/>
                    <a:gd name="T3" fmla="*/ 0 h 46"/>
                    <a:gd name="T4" fmla="*/ 53 w 53"/>
                    <a:gd name="T5" fmla="*/ 0 h 4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53" h="46">
                      <a:moveTo>
                        <a:pt x="0" y="46"/>
                      </a:moveTo>
                      <a:lnTo>
                        <a:pt x="52" y="0"/>
                      </a:lnTo>
                      <a:lnTo>
                        <a:pt x="53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4154" name="Freeform 250">
                  <a:extLst>
                    <a:ext uri="{FF2B5EF4-FFF2-40B4-BE49-F238E27FC236}">
                      <a16:creationId xmlns:a16="http://schemas.microsoft.com/office/drawing/2014/main" id="{42E053A2-54B1-4364-AB16-A8C79894B49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79" y="3414"/>
                  <a:ext cx="1" cy="21"/>
                </a:xfrm>
                <a:custGeom>
                  <a:avLst/>
                  <a:gdLst>
                    <a:gd name="T0" fmla="*/ 0 w 1"/>
                    <a:gd name="T1" fmla="*/ 62 h 62"/>
                    <a:gd name="T2" fmla="*/ 0 w 1"/>
                    <a:gd name="T3" fmla="*/ 0 h 62"/>
                    <a:gd name="T4" fmla="*/ 1 w 1"/>
                    <a:gd name="T5" fmla="*/ 0 h 6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" h="62">
                      <a:moveTo>
                        <a:pt x="0" y="62"/>
                      </a:moveTo>
                      <a:lnTo>
                        <a:pt x="0" y="0"/>
                      </a:lnTo>
                      <a:lnTo>
                        <a:pt x="1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4155" name="Freeform 251">
                  <a:extLst>
                    <a:ext uri="{FF2B5EF4-FFF2-40B4-BE49-F238E27FC236}">
                      <a16:creationId xmlns:a16="http://schemas.microsoft.com/office/drawing/2014/main" id="{EA6BB4B6-1A15-433F-ABBF-A187F51AB83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092" y="3267"/>
                  <a:ext cx="15" cy="17"/>
                </a:xfrm>
                <a:custGeom>
                  <a:avLst/>
                  <a:gdLst>
                    <a:gd name="T0" fmla="*/ 44 w 44"/>
                    <a:gd name="T1" fmla="*/ 53 h 53"/>
                    <a:gd name="T2" fmla="*/ 0 w 44"/>
                    <a:gd name="T3" fmla="*/ 0 h 53"/>
                    <a:gd name="T4" fmla="*/ 2 w 44"/>
                    <a:gd name="T5" fmla="*/ 0 h 5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44" h="53">
                      <a:moveTo>
                        <a:pt x="44" y="53"/>
                      </a:moveTo>
                      <a:lnTo>
                        <a:pt x="0" y="0"/>
                      </a:lnTo>
                      <a:lnTo>
                        <a:pt x="2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4156" name="Freeform 252">
                  <a:extLst>
                    <a:ext uri="{FF2B5EF4-FFF2-40B4-BE49-F238E27FC236}">
                      <a16:creationId xmlns:a16="http://schemas.microsoft.com/office/drawing/2014/main" id="{B1C0D8CD-4064-487A-8A54-4845B91429E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152" y="3497"/>
                  <a:ext cx="87" cy="86"/>
                </a:xfrm>
                <a:custGeom>
                  <a:avLst/>
                  <a:gdLst>
                    <a:gd name="T0" fmla="*/ 260 w 261"/>
                    <a:gd name="T1" fmla="*/ 131 h 260"/>
                    <a:gd name="T2" fmla="*/ 221 w 261"/>
                    <a:gd name="T3" fmla="*/ 39 h 260"/>
                    <a:gd name="T4" fmla="*/ 129 w 261"/>
                    <a:gd name="T5" fmla="*/ 0 h 260"/>
                    <a:gd name="T6" fmla="*/ 37 w 261"/>
                    <a:gd name="T7" fmla="*/ 39 h 260"/>
                    <a:gd name="T8" fmla="*/ 0 w 261"/>
                    <a:gd name="T9" fmla="*/ 131 h 260"/>
                    <a:gd name="T10" fmla="*/ 37 w 261"/>
                    <a:gd name="T11" fmla="*/ 223 h 260"/>
                    <a:gd name="T12" fmla="*/ 129 w 261"/>
                    <a:gd name="T13" fmla="*/ 260 h 260"/>
                    <a:gd name="T14" fmla="*/ 221 w 261"/>
                    <a:gd name="T15" fmla="*/ 223 h 260"/>
                    <a:gd name="T16" fmla="*/ 260 w 261"/>
                    <a:gd name="T17" fmla="*/ 131 h 260"/>
                    <a:gd name="T18" fmla="*/ 261 w 261"/>
                    <a:gd name="T19" fmla="*/ 131 h 26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261" h="260">
                      <a:moveTo>
                        <a:pt x="260" y="131"/>
                      </a:moveTo>
                      <a:lnTo>
                        <a:pt x="221" y="39"/>
                      </a:lnTo>
                      <a:lnTo>
                        <a:pt x="129" y="0"/>
                      </a:lnTo>
                      <a:lnTo>
                        <a:pt x="37" y="39"/>
                      </a:lnTo>
                      <a:lnTo>
                        <a:pt x="0" y="131"/>
                      </a:lnTo>
                      <a:lnTo>
                        <a:pt x="37" y="223"/>
                      </a:lnTo>
                      <a:lnTo>
                        <a:pt x="129" y="260"/>
                      </a:lnTo>
                      <a:lnTo>
                        <a:pt x="221" y="223"/>
                      </a:lnTo>
                      <a:lnTo>
                        <a:pt x="260" y="131"/>
                      </a:lnTo>
                      <a:lnTo>
                        <a:pt x="261" y="131"/>
                      </a:lnTo>
                    </a:path>
                  </a:pathLst>
                </a:custGeom>
                <a:noFill/>
                <a:ln w="38100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4157" name="Freeform 253">
                  <a:extLst>
                    <a:ext uri="{FF2B5EF4-FFF2-40B4-BE49-F238E27FC236}">
                      <a16:creationId xmlns:a16="http://schemas.microsoft.com/office/drawing/2014/main" id="{764DBAF5-548C-41CE-BAD9-25F9B1C2CEC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35" y="3080"/>
                  <a:ext cx="87" cy="87"/>
                </a:xfrm>
                <a:custGeom>
                  <a:avLst/>
                  <a:gdLst>
                    <a:gd name="T0" fmla="*/ 260 w 261"/>
                    <a:gd name="T1" fmla="*/ 129 h 260"/>
                    <a:gd name="T2" fmla="*/ 221 w 261"/>
                    <a:gd name="T3" fmla="*/ 38 h 260"/>
                    <a:gd name="T4" fmla="*/ 130 w 261"/>
                    <a:gd name="T5" fmla="*/ 0 h 260"/>
                    <a:gd name="T6" fmla="*/ 38 w 261"/>
                    <a:gd name="T7" fmla="*/ 38 h 260"/>
                    <a:gd name="T8" fmla="*/ 0 w 261"/>
                    <a:gd name="T9" fmla="*/ 129 h 260"/>
                    <a:gd name="T10" fmla="*/ 38 w 261"/>
                    <a:gd name="T11" fmla="*/ 222 h 260"/>
                    <a:gd name="T12" fmla="*/ 130 w 261"/>
                    <a:gd name="T13" fmla="*/ 260 h 260"/>
                    <a:gd name="T14" fmla="*/ 221 w 261"/>
                    <a:gd name="T15" fmla="*/ 222 h 260"/>
                    <a:gd name="T16" fmla="*/ 260 w 261"/>
                    <a:gd name="T17" fmla="*/ 129 h 260"/>
                    <a:gd name="T18" fmla="*/ 261 w 261"/>
                    <a:gd name="T19" fmla="*/ 129 h 26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261" h="260">
                      <a:moveTo>
                        <a:pt x="260" y="129"/>
                      </a:moveTo>
                      <a:lnTo>
                        <a:pt x="221" y="38"/>
                      </a:lnTo>
                      <a:lnTo>
                        <a:pt x="130" y="0"/>
                      </a:lnTo>
                      <a:lnTo>
                        <a:pt x="38" y="38"/>
                      </a:lnTo>
                      <a:lnTo>
                        <a:pt x="0" y="129"/>
                      </a:lnTo>
                      <a:lnTo>
                        <a:pt x="38" y="222"/>
                      </a:lnTo>
                      <a:lnTo>
                        <a:pt x="130" y="260"/>
                      </a:lnTo>
                      <a:lnTo>
                        <a:pt x="221" y="222"/>
                      </a:lnTo>
                      <a:lnTo>
                        <a:pt x="260" y="129"/>
                      </a:lnTo>
                      <a:lnTo>
                        <a:pt x="261" y="129"/>
                      </a:lnTo>
                    </a:path>
                  </a:pathLst>
                </a:custGeom>
                <a:noFill/>
                <a:ln w="38100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24236" name="Group 332">
                <a:extLst>
                  <a:ext uri="{FF2B5EF4-FFF2-40B4-BE49-F238E27FC236}">
                    <a16:creationId xmlns:a16="http://schemas.microsoft.com/office/drawing/2014/main" id="{F9B6E20C-CB3C-4C37-B380-BC509EB054C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943" y="1122"/>
                <a:ext cx="1725" cy="1659"/>
                <a:chOff x="2943" y="1122"/>
                <a:chExt cx="1725" cy="1659"/>
              </a:xfrm>
            </p:grpSpPr>
            <p:sp>
              <p:nvSpPr>
                <p:cNvPr id="124159" name="Freeform 255">
                  <a:extLst>
                    <a:ext uri="{FF2B5EF4-FFF2-40B4-BE49-F238E27FC236}">
                      <a16:creationId xmlns:a16="http://schemas.microsoft.com/office/drawing/2014/main" id="{3AB7AD0F-01BA-491D-9A16-7CEFC657919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52" y="1680"/>
                  <a:ext cx="930" cy="1044"/>
                </a:xfrm>
                <a:custGeom>
                  <a:avLst/>
                  <a:gdLst>
                    <a:gd name="T0" fmla="*/ 0 w 930"/>
                    <a:gd name="T1" fmla="*/ 0 h 1044"/>
                    <a:gd name="T2" fmla="*/ 132 w 930"/>
                    <a:gd name="T3" fmla="*/ 42 h 1044"/>
                    <a:gd name="T4" fmla="*/ 270 w 930"/>
                    <a:gd name="T5" fmla="*/ 150 h 1044"/>
                    <a:gd name="T6" fmla="*/ 540 w 930"/>
                    <a:gd name="T7" fmla="*/ 276 h 1044"/>
                    <a:gd name="T8" fmla="*/ 666 w 930"/>
                    <a:gd name="T9" fmla="*/ 468 h 1044"/>
                    <a:gd name="T10" fmla="*/ 828 w 930"/>
                    <a:gd name="T11" fmla="*/ 636 h 1044"/>
                    <a:gd name="T12" fmla="*/ 870 w 930"/>
                    <a:gd name="T13" fmla="*/ 828 h 1044"/>
                    <a:gd name="T14" fmla="*/ 918 w 930"/>
                    <a:gd name="T15" fmla="*/ 948 h 1044"/>
                    <a:gd name="T16" fmla="*/ 930 w 930"/>
                    <a:gd name="T17" fmla="*/ 1044 h 104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930" h="1044">
                      <a:moveTo>
                        <a:pt x="0" y="0"/>
                      </a:moveTo>
                      <a:cubicBezTo>
                        <a:pt x="22" y="8"/>
                        <a:pt x="87" y="17"/>
                        <a:pt x="132" y="42"/>
                      </a:cubicBezTo>
                      <a:cubicBezTo>
                        <a:pt x="177" y="67"/>
                        <a:pt x="202" y="111"/>
                        <a:pt x="270" y="150"/>
                      </a:cubicBezTo>
                      <a:cubicBezTo>
                        <a:pt x="338" y="189"/>
                        <a:pt x="474" y="223"/>
                        <a:pt x="540" y="276"/>
                      </a:cubicBezTo>
                      <a:cubicBezTo>
                        <a:pt x="606" y="329"/>
                        <a:pt x="618" y="408"/>
                        <a:pt x="666" y="468"/>
                      </a:cubicBezTo>
                      <a:cubicBezTo>
                        <a:pt x="714" y="528"/>
                        <a:pt x="794" y="576"/>
                        <a:pt x="828" y="636"/>
                      </a:cubicBezTo>
                      <a:cubicBezTo>
                        <a:pt x="862" y="696"/>
                        <a:pt x="855" y="776"/>
                        <a:pt x="870" y="828"/>
                      </a:cubicBezTo>
                      <a:cubicBezTo>
                        <a:pt x="885" y="880"/>
                        <a:pt x="908" y="912"/>
                        <a:pt x="918" y="948"/>
                      </a:cubicBezTo>
                      <a:cubicBezTo>
                        <a:pt x="928" y="984"/>
                        <a:pt x="928" y="1024"/>
                        <a:pt x="930" y="1044"/>
                      </a:cubicBezTo>
                    </a:path>
                  </a:pathLst>
                </a:custGeom>
                <a:noFill/>
                <a:ln w="19050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24160" name="Freeform 256">
                  <a:extLst>
                    <a:ext uri="{FF2B5EF4-FFF2-40B4-BE49-F238E27FC236}">
                      <a16:creationId xmlns:a16="http://schemas.microsoft.com/office/drawing/2014/main" id="{19CF31B0-8FCB-4070-93C6-7096A00B415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648" y="1849"/>
                  <a:ext cx="13" cy="15"/>
                </a:xfrm>
                <a:custGeom>
                  <a:avLst/>
                  <a:gdLst>
                    <a:gd name="T0" fmla="*/ 37 w 37"/>
                    <a:gd name="T1" fmla="*/ 46 h 46"/>
                    <a:gd name="T2" fmla="*/ 0 w 37"/>
                    <a:gd name="T3" fmla="*/ 0 h 46"/>
                    <a:gd name="T4" fmla="*/ 2 w 37"/>
                    <a:gd name="T5" fmla="*/ 0 h 4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37" h="46">
                      <a:moveTo>
                        <a:pt x="37" y="46"/>
                      </a:moveTo>
                      <a:lnTo>
                        <a:pt x="0" y="0"/>
                      </a:lnTo>
                      <a:lnTo>
                        <a:pt x="2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4161" name="Oval 257">
                  <a:extLst>
                    <a:ext uri="{FF2B5EF4-FFF2-40B4-BE49-F238E27FC236}">
                      <a16:creationId xmlns:a16="http://schemas.microsoft.com/office/drawing/2014/main" id="{20AF1F67-1561-4F07-9C10-8494834952E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256" y="1530"/>
                  <a:ext cx="125" cy="125"/>
                </a:xfrm>
                <a:prstGeom prst="ellips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24162" name="Freeform 258">
                  <a:extLst>
                    <a:ext uri="{FF2B5EF4-FFF2-40B4-BE49-F238E27FC236}">
                      <a16:creationId xmlns:a16="http://schemas.microsoft.com/office/drawing/2014/main" id="{4F74866B-7FC7-496C-A447-97503A08BD0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383" y="2658"/>
                  <a:ext cx="1" cy="66"/>
                </a:xfrm>
                <a:custGeom>
                  <a:avLst/>
                  <a:gdLst>
                    <a:gd name="T0" fmla="*/ 0 w 1"/>
                    <a:gd name="T1" fmla="*/ 199 h 199"/>
                    <a:gd name="T2" fmla="*/ 0 w 1"/>
                    <a:gd name="T3" fmla="*/ 0 h 199"/>
                    <a:gd name="T4" fmla="*/ 1 w 1"/>
                    <a:gd name="T5" fmla="*/ 0 h 19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" h="199">
                      <a:moveTo>
                        <a:pt x="0" y="199"/>
                      </a:moveTo>
                      <a:lnTo>
                        <a:pt x="0" y="0"/>
                      </a:lnTo>
                      <a:lnTo>
                        <a:pt x="1" y="0"/>
                      </a:lnTo>
                    </a:path>
                  </a:pathLst>
                </a:custGeom>
                <a:noFill/>
                <a:ln w="38100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4163" name="Freeform 259">
                  <a:extLst>
                    <a:ext uri="{FF2B5EF4-FFF2-40B4-BE49-F238E27FC236}">
                      <a16:creationId xmlns:a16="http://schemas.microsoft.com/office/drawing/2014/main" id="{0882B161-9CFC-4958-A83F-8980FDB4A4C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81" y="1846"/>
                  <a:ext cx="49" cy="49"/>
                </a:xfrm>
                <a:custGeom>
                  <a:avLst/>
                  <a:gdLst>
                    <a:gd name="T0" fmla="*/ 0 w 148"/>
                    <a:gd name="T1" fmla="*/ 145 h 145"/>
                    <a:gd name="T2" fmla="*/ 147 w 148"/>
                    <a:gd name="T3" fmla="*/ 0 h 145"/>
                    <a:gd name="T4" fmla="*/ 148 w 148"/>
                    <a:gd name="T5" fmla="*/ 0 h 1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48" h="145">
                      <a:moveTo>
                        <a:pt x="0" y="145"/>
                      </a:moveTo>
                      <a:lnTo>
                        <a:pt x="147" y="0"/>
                      </a:lnTo>
                      <a:lnTo>
                        <a:pt x="148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4164" name="Freeform 260">
                  <a:extLst>
                    <a:ext uri="{FF2B5EF4-FFF2-40B4-BE49-F238E27FC236}">
                      <a16:creationId xmlns:a16="http://schemas.microsoft.com/office/drawing/2014/main" id="{38DB71BD-DF31-4120-9E8D-BFFA7061166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383" y="2658"/>
                  <a:ext cx="23" cy="22"/>
                </a:xfrm>
                <a:custGeom>
                  <a:avLst/>
                  <a:gdLst>
                    <a:gd name="T0" fmla="*/ 0 w 69"/>
                    <a:gd name="T1" fmla="*/ 67 h 67"/>
                    <a:gd name="T2" fmla="*/ 68 w 69"/>
                    <a:gd name="T3" fmla="*/ 0 h 67"/>
                    <a:gd name="T4" fmla="*/ 69 w 69"/>
                    <a:gd name="T5" fmla="*/ 0 h 6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69" h="67">
                      <a:moveTo>
                        <a:pt x="0" y="67"/>
                      </a:moveTo>
                      <a:lnTo>
                        <a:pt x="68" y="0"/>
                      </a:lnTo>
                      <a:lnTo>
                        <a:pt x="69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4165" name="Freeform 261">
                  <a:extLst>
                    <a:ext uri="{FF2B5EF4-FFF2-40B4-BE49-F238E27FC236}">
                      <a16:creationId xmlns:a16="http://schemas.microsoft.com/office/drawing/2014/main" id="{93BF0E4E-E4C5-42F6-90FB-950D58657A0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17" y="1915"/>
                  <a:ext cx="333" cy="578"/>
                </a:xfrm>
                <a:custGeom>
                  <a:avLst/>
                  <a:gdLst>
                    <a:gd name="T0" fmla="*/ 999 w 999"/>
                    <a:gd name="T1" fmla="*/ 1732 h 1732"/>
                    <a:gd name="T2" fmla="*/ 878 w 999"/>
                    <a:gd name="T3" fmla="*/ 1047 h 1732"/>
                    <a:gd name="T4" fmla="*/ 532 w 999"/>
                    <a:gd name="T5" fmla="*/ 446 h 1732"/>
                    <a:gd name="T6" fmla="*/ 0 w 999"/>
                    <a:gd name="T7" fmla="*/ 0 h 1732"/>
                    <a:gd name="T8" fmla="*/ 1 w 999"/>
                    <a:gd name="T9" fmla="*/ 0 h 173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99" h="1732">
                      <a:moveTo>
                        <a:pt x="999" y="1732"/>
                      </a:moveTo>
                      <a:lnTo>
                        <a:pt x="878" y="1047"/>
                      </a:lnTo>
                      <a:lnTo>
                        <a:pt x="532" y="446"/>
                      </a:lnTo>
                      <a:lnTo>
                        <a:pt x="0" y="0"/>
                      </a:lnTo>
                      <a:lnTo>
                        <a:pt x="1" y="0"/>
                      </a:lnTo>
                    </a:path>
                  </a:pathLst>
                </a:custGeom>
                <a:noFill/>
                <a:ln w="38100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4166" name="Freeform 262">
                  <a:extLst>
                    <a:ext uri="{FF2B5EF4-FFF2-40B4-BE49-F238E27FC236}">
                      <a16:creationId xmlns:a16="http://schemas.microsoft.com/office/drawing/2014/main" id="{71CBC1F1-02DF-46A0-9CD6-8F50E01B23C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96" y="2526"/>
                  <a:ext cx="148" cy="1"/>
                </a:xfrm>
                <a:custGeom>
                  <a:avLst/>
                  <a:gdLst>
                    <a:gd name="T0" fmla="*/ 0 w 445"/>
                    <a:gd name="T1" fmla="*/ 444 w 445"/>
                    <a:gd name="T2" fmla="*/ 445 w 44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</a:cxnLst>
                  <a:rect l="0" t="0" r="r" b="b"/>
                  <a:pathLst>
                    <a:path w="445">
                      <a:moveTo>
                        <a:pt x="0" y="0"/>
                      </a:moveTo>
                      <a:lnTo>
                        <a:pt x="444" y="0"/>
                      </a:lnTo>
                      <a:lnTo>
                        <a:pt x="445" y="0"/>
                      </a:lnTo>
                    </a:path>
                  </a:pathLst>
                </a:custGeom>
                <a:noFill/>
                <a:ln w="38100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4167" name="Freeform 263">
                  <a:extLst>
                    <a:ext uri="{FF2B5EF4-FFF2-40B4-BE49-F238E27FC236}">
                      <a16:creationId xmlns:a16="http://schemas.microsoft.com/office/drawing/2014/main" id="{792253C1-D79D-4172-B59E-3DA23491E32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51" y="1820"/>
                  <a:ext cx="166" cy="95"/>
                </a:xfrm>
                <a:custGeom>
                  <a:avLst/>
                  <a:gdLst>
                    <a:gd name="T0" fmla="*/ 0 w 498"/>
                    <a:gd name="T1" fmla="*/ 0 h 287"/>
                    <a:gd name="T2" fmla="*/ 497 w 498"/>
                    <a:gd name="T3" fmla="*/ 287 h 287"/>
                    <a:gd name="T4" fmla="*/ 498 w 498"/>
                    <a:gd name="T5" fmla="*/ 287 h 28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498" h="287">
                      <a:moveTo>
                        <a:pt x="0" y="0"/>
                      </a:moveTo>
                      <a:lnTo>
                        <a:pt x="497" y="287"/>
                      </a:lnTo>
                      <a:lnTo>
                        <a:pt x="498" y="287"/>
                      </a:lnTo>
                    </a:path>
                  </a:pathLst>
                </a:custGeom>
                <a:noFill/>
                <a:ln w="38100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4168" name="Freeform 264">
                  <a:extLst>
                    <a:ext uri="{FF2B5EF4-FFF2-40B4-BE49-F238E27FC236}">
                      <a16:creationId xmlns:a16="http://schemas.microsoft.com/office/drawing/2014/main" id="{6DEE6D96-A28B-47BA-8261-5F64284E702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18" y="1820"/>
                  <a:ext cx="33" cy="57"/>
                </a:xfrm>
                <a:custGeom>
                  <a:avLst/>
                  <a:gdLst>
                    <a:gd name="T0" fmla="*/ 0 w 101"/>
                    <a:gd name="T1" fmla="*/ 173 h 173"/>
                    <a:gd name="T2" fmla="*/ 100 w 101"/>
                    <a:gd name="T3" fmla="*/ 0 h 173"/>
                    <a:gd name="T4" fmla="*/ 101 w 101"/>
                    <a:gd name="T5" fmla="*/ 0 h 17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01" h="173">
                      <a:moveTo>
                        <a:pt x="0" y="173"/>
                      </a:moveTo>
                      <a:lnTo>
                        <a:pt x="100" y="0"/>
                      </a:lnTo>
                      <a:lnTo>
                        <a:pt x="101" y="0"/>
                      </a:lnTo>
                    </a:path>
                  </a:pathLst>
                </a:custGeom>
                <a:noFill/>
                <a:ln w="38100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4169" name="Line 265">
                  <a:extLst>
                    <a:ext uri="{FF2B5EF4-FFF2-40B4-BE49-F238E27FC236}">
                      <a16:creationId xmlns:a16="http://schemas.microsoft.com/office/drawing/2014/main" id="{2A279FCA-E7ED-4ECE-AEEF-ADB01178EC3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943" y="1122"/>
                  <a:ext cx="433" cy="743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24170" name="Arc 266">
                  <a:extLst>
                    <a:ext uri="{FF2B5EF4-FFF2-40B4-BE49-F238E27FC236}">
                      <a16:creationId xmlns:a16="http://schemas.microsoft.com/office/drawing/2014/main" id="{AAC70D0C-A306-474E-8BEC-8DCF60D5047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V="1">
                  <a:off x="3249" y="1490"/>
                  <a:ext cx="184" cy="220"/>
                </a:xfrm>
                <a:custGeom>
                  <a:avLst/>
                  <a:gdLst>
                    <a:gd name="G0" fmla="+- 11535 0 0"/>
                    <a:gd name="G1" fmla="+- 21600 0 0"/>
                    <a:gd name="G2" fmla="+- 21600 0 0"/>
                    <a:gd name="T0" fmla="*/ 0 w 33135"/>
                    <a:gd name="T1" fmla="*/ 3338 h 39615"/>
                    <a:gd name="T2" fmla="*/ 23452 w 33135"/>
                    <a:gd name="T3" fmla="*/ 39615 h 39615"/>
                    <a:gd name="T4" fmla="*/ 11535 w 33135"/>
                    <a:gd name="T5" fmla="*/ 21600 h 3961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33135" h="39615" fill="none" extrusionOk="0">
                      <a:moveTo>
                        <a:pt x="-1" y="3337"/>
                      </a:moveTo>
                      <a:cubicBezTo>
                        <a:pt x="3452" y="1157"/>
                        <a:pt x="7451" y="0"/>
                        <a:pt x="11535" y="0"/>
                      </a:cubicBezTo>
                      <a:cubicBezTo>
                        <a:pt x="23464" y="0"/>
                        <a:pt x="33135" y="9670"/>
                        <a:pt x="33135" y="21600"/>
                      </a:cubicBezTo>
                      <a:cubicBezTo>
                        <a:pt x="33135" y="28849"/>
                        <a:pt x="29498" y="35615"/>
                        <a:pt x="23452" y="39615"/>
                      </a:cubicBezTo>
                    </a:path>
                    <a:path w="33135" h="39615" stroke="0" extrusionOk="0">
                      <a:moveTo>
                        <a:pt x="-1" y="3337"/>
                      </a:moveTo>
                      <a:cubicBezTo>
                        <a:pt x="3452" y="1157"/>
                        <a:pt x="7451" y="0"/>
                        <a:pt x="11535" y="0"/>
                      </a:cubicBezTo>
                      <a:cubicBezTo>
                        <a:pt x="23464" y="0"/>
                        <a:pt x="33135" y="9670"/>
                        <a:pt x="33135" y="21600"/>
                      </a:cubicBezTo>
                      <a:cubicBezTo>
                        <a:pt x="33135" y="28849"/>
                        <a:pt x="29498" y="35615"/>
                        <a:pt x="23452" y="39615"/>
                      </a:cubicBezTo>
                      <a:lnTo>
                        <a:pt x="11535" y="21600"/>
                      </a:lnTo>
                      <a:close/>
                    </a:path>
                  </a:pathLst>
                </a:cu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24171" name="Freeform 267">
                  <a:extLst>
                    <a:ext uri="{FF2B5EF4-FFF2-40B4-BE49-F238E27FC236}">
                      <a16:creationId xmlns:a16="http://schemas.microsoft.com/office/drawing/2014/main" id="{C8146203-4831-4200-8072-112D2152042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685" y="1896"/>
                  <a:ext cx="182" cy="422"/>
                </a:xfrm>
                <a:custGeom>
                  <a:avLst/>
                  <a:gdLst>
                    <a:gd name="T0" fmla="*/ 182 w 182"/>
                    <a:gd name="T1" fmla="*/ 422 h 422"/>
                    <a:gd name="T2" fmla="*/ 177 w 182"/>
                    <a:gd name="T3" fmla="*/ 312 h 422"/>
                    <a:gd name="T4" fmla="*/ 129 w 182"/>
                    <a:gd name="T5" fmla="*/ 186 h 422"/>
                    <a:gd name="T6" fmla="*/ 75 w 182"/>
                    <a:gd name="T7" fmla="*/ 84 h 422"/>
                    <a:gd name="T8" fmla="*/ 0 w 182"/>
                    <a:gd name="T9" fmla="*/ 0 h 422"/>
                    <a:gd name="T10" fmla="*/ 0 w 182"/>
                    <a:gd name="T11" fmla="*/ 0 h 42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82" h="422">
                      <a:moveTo>
                        <a:pt x="182" y="422"/>
                      </a:moveTo>
                      <a:lnTo>
                        <a:pt x="177" y="312"/>
                      </a:lnTo>
                      <a:lnTo>
                        <a:pt x="129" y="186"/>
                      </a:lnTo>
                      <a:lnTo>
                        <a:pt x="75" y="84"/>
                      </a:lnTo>
                      <a:lnTo>
                        <a:pt x="0" y="0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4172" name="Freeform 268">
                  <a:extLst>
                    <a:ext uri="{FF2B5EF4-FFF2-40B4-BE49-F238E27FC236}">
                      <a16:creationId xmlns:a16="http://schemas.microsoft.com/office/drawing/2014/main" id="{D22711C3-60E4-4E59-8BE9-118D584DB23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383" y="2724"/>
                  <a:ext cx="1000" cy="1"/>
                </a:xfrm>
                <a:custGeom>
                  <a:avLst/>
                  <a:gdLst>
                    <a:gd name="T0" fmla="*/ 0 w 2999"/>
                    <a:gd name="T1" fmla="*/ 2998 w 2999"/>
                    <a:gd name="T2" fmla="*/ 2999 w 2999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</a:cxnLst>
                  <a:rect l="0" t="0" r="r" b="b"/>
                  <a:pathLst>
                    <a:path w="2999">
                      <a:moveTo>
                        <a:pt x="0" y="0"/>
                      </a:moveTo>
                      <a:lnTo>
                        <a:pt x="2998" y="0"/>
                      </a:lnTo>
                      <a:lnTo>
                        <a:pt x="2999" y="0"/>
                      </a:lnTo>
                    </a:path>
                  </a:pathLst>
                </a:custGeom>
                <a:noFill/>
                <a:ln w="38100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4173" name="Freeform 269">
                  <a:extLst>
                    <a:ext uri="{FF2B5EF4-FFF2-40B4-BE49-F238E27FC236}">
                      <a16:creationId xmlns:a16="http://schemas.microsoft.com/office/drawing/2014/main" id="{A48F10CD-FAFD-461B-96F7-237FDC8B3F2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550" y="1338"/>
                  <a:ext cx="666" cy="1155"/>
                </a:xfrm>
                <a:custGeom>
                  <a:avLst/>
                  <a:gdLst>
                    <a:gd name="T0" fmla="*/ 1998 w 1998"/>
                    <a:gd name="T1" fmla="*/ 3463 h 3463"/>
                    <a:gd name="T2" fmla="*/ 1910 w 1998"/>
                    <a:gd name="T3" fmla="*/ 2632 h 3463"/>
                    <a:gd name="T4" fmla="*/ 1652 w 1998"/>
                    <a:gd name="T5" fmla="*/ 1836 h 3463"/>
                    <a:gd name="T6" fmla="*/ 1235 w 1998"/>
                    <a:gd name="T7" fmla="*/ 1112 h 3463"/>
                    <a:gd name="T8" fmla="*/ 676 w 1998"/>
                    <a:gd name="T9" fmla="*/ 491 h 3463"/>
                    <a:gd name="T10" fmla="*/ 0 w 1998"/>
                    <a:gd name="T11" fmla="*/ 0 h 3463"/>
                    <a:gd name="T12" fmla="*/ 2 w 1998"/>
                    <a:gd name="T13" fmla="*/ 0 h 346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998" h="3463">
                      <a:moveTo>
                        <a:pt x="1998" y="3463"/>
                      </a:moveTo>
                      <a:lnTo>
                        <a:pt x="1910" y="2632"/>
                      </a:lnTo>
                      <a:lnTo>
                        <a:pt x="1652" y="1836"/>
                      </a:lnTo>
                      <a:lnTo>
                        <a:pt x="1235" y="1112"/>
                      </a:lnTo>
                      <a:lnTo>
                        <a:pt x="676" y="491"/>
                      </a:lnTo>
                      <a:lnTo>
                        <a:pt x="0" y="0"/>
                      </a:lnTo>
                      <a:lnTo>
                        <a:pt x="2" y="0"/>
                      </a:lnTo>
                    </a:path>
                  </a:pathLst>
                </a:custGeom>
                <a:noFill/>
                <a:ln w="38100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4174" name="Freeform 270">
                  <a:extLst>
                    <a:ext uri="{FF2B5EF4-FFF2-40B4-BE49-F238E27FC236}">
                      <a16:creationId xmlns:a16="http://schemas.microsoft.com/office/drawing/2014/main" id="{EE0EB5C1-C7A6-4354-A0EC-C65AA2B0D53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383" y="1627"/>
                  <a:ext cx="238" cy="191"/>
                </a:xfrm>
                <a:custGeom>
                  <a:avLst/>
                  <a:gdLst>
                    <a:gd name="T0" fmla="*/ 713 w 713"/>
                    <a:gd name="T1" fmla="*/ 573 h 573"/>
                    <a:gd name="T2" fmla="*/ 0 w 713"/>
                    <a:gd name="T3" fmla="*/ 0 h 573"/>
                    <a:gd name="T4" fmla="*/ 1 w 713"/>
                    <a:gd name="T5" fmla="*/ 0 h 57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713" h="573">
                      <a:moveTo>
                        <a:pt x="713" y="573"/>
                      </a:moveTo>
                      <a:lnTo>
                        <a:pt x="0" y="0"/>
                      </a:lnTo>
                      <a:lnTo>
                        <a:pt x="1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4175" name="Freeform 271">
                  <a:extLst>
                    <a:ext uri="{FF2B5EF4-FFF2-40B4-BE49-F238E27FC236}">
                      <a16:creationId xmlns:a16="http://schemas.microsoft.com/office/drawing/2014/main" id="{3BE95A8B-EC48-458E-8C51-95D130ACD26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608" y="2716"/>
                  <a:ext cx="9" cy="8"/>
                </a:xfrm>
                <a:custGeom>
                  <a:avLst/>
                  <a:gdLst>
                    <a:gd name="T0" fmla="*/ 0 w 26"/>
                    <a:gd name="T1" fmla="*/ 24 h 24"/>
                    <a:gd name="T2" fmla="*/ 25 w 26"/>
                    <a:gd name="T3" fmla="*/ 0 h 24"/>
                    <a:gd name="T4" fmla="*/ 26 w 26"/>
                    <a:gd name="T5" fmla="*/ 0 h 2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6" h="24">
                      <a:moveTo>
                        <a:pt x="0" y="24"/>
                      </a:moveTo>
                      <a:lnTo>
                        <a:pt x="25" y="0"/>
                      </a:lnTo>
                      <a:lnTo>
                        <a:pt x="26" y="0"/>
                      </a:lnTo>
                    </a:path>
                  </a:pathLst>
                </a:custGeom>
                <a:noFill/>
                <a:ln w="0">
                  <a:solidFill>
                    <a:srgbClr val="0000FF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4176" name="Rectangle 272">
                  <a:extLst>
                    <a:ext uri="{FF2B5EF4-FFF2-40B4-BE49-F238E27FC236}">
                      <a16:creationId xmlns:a16="http://schemas.microsoft.com/office/drawing/2014/main" id="{C963BDBE-BCF6-4782-BF20-82AF914E057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54" y="2400"/>
                  <a:ext cx="98" cy="23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/>
                <a:p>
                  <a:pPr eaLnBrk="1" hangingPunct="1"/>
                  <a:r>
                    <a:rPr lang="en-US" altLang="zh-CN" i="1">
                      <a:latin typeface="宋体" panose="02010600030101010101" pitchFamily="2" charset="-122"/>
                    </a:rPr>
                    <a:t>B</a:t>
                  </a:r>
                  <a:endParaRPr lang="en-US" altLang="zh-CN"/>
                </a:p>
              </p:txBody>
            </p:sp>
            <p:sp>
              <p:nvSpPr>
                <p:cNvPr id="124177" name="Freeform 273">
                  <a:extLst>
                    <a:ext uri="{FF2B5EF4-FFF2-40B4-BE49-F238E27FC236}">
                      <a16:creationId xmlns:a16="http://schemas.microsoft.com/office/drawing/2014/main" id="{37953463-BD90-4C06-9E92-926EF8BDF47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943" y="1873"/>
                  <a:ext cx="30" cy="16"/>
                </a:xfrm>
                <a:custGeom>
                  <a:avLst/>
                  <a:gdLst>
                    <a:gd name="T0" fmla="*/ 0 w 88"/>
                    <a:gd name="T1" fmla="*/ 0 h 49"/>
                    <a:gd name="T2" fmla="*/ 87 w 88"/>
                    <a:gd name="T3" fmla="*/ 49 h 49"/>
                    <a:gd name="T4" fmla="*/ 88 w 88"/>
                    <a:gd name="T5" fmla="*/ 49 h 4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88" h="49">
                      <a:moveTo>
                        <a:pt x="0" y="0"/>
                      </a:moveTo>
                      <a:lnTo>
                        <a:pt x="87" y="49"/>
                      </a:lnTo>
                      <a:lnTo>
                        <a:pt x="88" y="49"/>
                      </a:lnTo>
                    </a:path>
                  </a:pathLst>
                </a:custGeom>
                <a:noFill/>
                <a:ln w="38100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4178" name="Freeform 274">
                  <a:extLst>
                    <a:ext uri="{FF2B5EF4-FFF2-40B4-BE49-F238E27FC236}">
                      <a16:creationId xmlns:a16="http://schemas.microsoft.com/office/drawing/2014/main" id="{3F5BC26A-8055-4368-A02A-54BBCC40FB7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616" y="2493"/>
                  <a:ext cx="1" cy="231"/>
                </a:xfrm>
                <a:custGeom>
                  <a:avLst/>
                  <a:gdLst>
                    <a:gd name="T0" fmla="*/ 0 w 1"/>
                    <a:gd name="T1" fmla="*/ 695 h 695"/>
                    <a:gd name="T2" fmla="*/ 0 w 1"/>
                    <a:gd name="T3" fmla="*/ 0 h 695"/>
                    <a:gd name="T4" fmla="*/ 1 w 1"/>
                    <a:gd name="T5" fmla="*/ 0 h 69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" h="695">
                      <a:moveTo>
                        <a:pt x="0" y="695"/>
                      </a:moveTo>
                      <a:lnTo>
                        <a:pt x="0" y="0"/>
                      </a:lnTo>
                      <a:lnTo>
                        <a:pt x="1" y="0"/>
                      </a:lnTo>
                    </a:path>
                  </a:pathLst>
                </a:custGeom>
                <a:noFill/>
                <a:ln w="38100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4179" name="Freeform 275">
                  <a:extLst>
                    <a:ext uri="{FF2B5EF4-FFF2-40B4-BE49-F238E27FC236}">
                      <a16:creationId xmlns:a16="http://schemas.microsoft.com/office/drawing/2014/main" id="{CA09E4C3-DF66-4B66-A5AB-95352C2D25E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550" y="2493"/>
                  <a:ext cx="1" cy="165"/>
                </a:xfrm>
                <a:custGeom>
                  <a:avLst/>
                  <a:gdLst>
                    <a:gd name="T0" fmla="*/ 0 w 2"/>
                    <a:gd name="T1" fmla="*/ 496 h 496"/>
                    <a:gd name="T2" fmla="*/ 0 w 2"/>
                    <a:gd name="T3" fmla="*/ 0 h 496"/>
                    <a:gd name="T4" fmla="*/ 2 w 2"/>
                    <a:gd name="T5" fmla="*/ 0 h 4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" h="496">
                      <a:moveTo>
                        <a:pt x="0" y="496"/>
                      </a:moveTo>
                      <a:lnTo>
                        <a:pt x="0" y="0"/>
                      </a:lnTo>
                      <a:lnTo>
                        <a:pt x="2" y="0"/>
                      </a:lnTo>
                    </a:path>
                  </a:pathLst>
                </a:custGeom>
                <a:noFill/>
                <a:ln w="38100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4180" name="Freeform 276">
                  <a:extLst>
                    <a:ext uri="{FF2B5EF4-FFF2-40B4-BE49-F238E27FC236}">
                      <a16:creationId xmlns:a16="http://schemas.microsoft.com/office/drawing/2014/main" id="{C2A6A151-36EC-4684-A1F2-5BF9636F40A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383" y="2658"/>
                  <a:ext cx="167" cy="1"/>
                </a:xfrm>
                <a:custGeom>
                  <a:avLst/>
                  <a:gdLst>
                    <a:gd name="T0" fmla="*/ 0 w 502"/>
                    <a:gd name="T1" fmla="*/ 500 w 502"/>
                    <a:gd name="T2" fmla="*/ 502 w 502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</a:cxnLst>
                  <a:rect l="0" t="0" r="r" b="b"/>
                  <a:pathLst>
                    <a:path w="502">
                      <a:moveTo>
                        <a:pt x="0" y="0"/>
                      </a:moveTo>
                      <a:lnTo>
                        <a:pt x="500" y="0"/>
                      </a:lnTo>
                      <a:lnTo>
                        <a:pt x="502" y="0"/>
                      </a:lnTo>
                    </a:path>
                  </a:pathLst>
                </a:custGeom>
                <a:noFill/>
                <a:ln w="38100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4181" name="Freeform 277">
                  <a:extLst>
                    <a:ext uri="{FF2B5EF4-FFF2-40B4-BE49-F238E27FC236}">
                      <a16:creationId xmlns:a16="http://schemas.microsoft.com/office/drawing/2014/main" id="{6BA03FCD-4B98-410C-A724-640E4FD102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972" y="1877"/>
                  <a:ext cx="46" cy="16"/>
                </a:xfrm>
                <a:custGeom>
                  <a:avLst/>
                  <a:gdLst>
                    <a:gd name="T0" fmla="*/ 0 w 137"/>
                    <a:gd name="T1" fmla="*/ 36 h 46"/>
                    <a:gd name="T2" fmla="*/ 75 w 137"/>
                    <a:gd name="T3" fmla="*/ 46 h 46"/>
                    <a:gd name="T4" fmla="*/ 136 w 137"/>
                    <a:gd name="T5" fmla="*/ 0 h 46"/>
                    <a:gd name="T6" fmla="*/ 137 w 137"/>
                    <a:gd name="T7" fmla="*/ 0 h 4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37" h="46">
                      <a:moveTo>
                        <a:pt x="0" y="36"/>
                      </a:moveTo>
                      <a:lnTo>
                        <a:pt x="75" y="46"/>
                      </a:lnTo>
                      <a:lnTo>
                        <a:pt x="136" y="0"/>
                      </a:lnTo>
                      <a:lnTo>
                        <a:pt x="137" y="0"/>
                      </a:lnTo>
                    </a:path>
                  </a:pathLst>
                </a:custGeom>
                <a:noFill/>
                <a:ln w="38100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4182" name="Freeform 278">
                  <a:extLst>
                    <a:ext uri="{FF2B5EF4-FFF2-40B4-BE49-F238E27FC236}">
                      <a16:creationId xmlns:a16="http://schemas.microsoft.com/office/drawing/2014/main" id="{F0C6C3B5-5E80-48E5-9338-77D2A787769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405" y="1139"/>
                  <a:ext cx="16" cy="46"/>
                </a:xfrm>
                <a:custGeom>
                  <a:avLst/>
                  <a:gdLst>
                    <a:gd name="T0" fmla="*/ 37 w 47"/>
                    <a:gd name="T1" fmla="*/ 136 h 136"/>
                    <a:gd name="T2" fmla="*/ 47 w 47"/>
                    <a:gd name="T3" fmla="*/ 60 h 136"/>
                    <a:gd name="T4" fmla="*/ 0 w 47"/>
                    <a:gd name="T5" fmla="*/ 0 h 136"/>
                    <a:gd name="T6" fmla="*/ 1 w 47"/>
                    <a:gd name="T7" fmla="*/ 0 h 1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7" h="136">
                      <a:moveTo>
                        <a:pt x="37" y="136"/>
                      </a:moveTo>
                      <a:lnTo>
                        <a:pt x="47" y="60"/>
                      </a:lnTo>
                      <a:lnTo>
                        <a:pt x="0" y="0"/>
                      </a:lnTo>
                      <a:lnTo>
                        <a:pt x="1" y="0"/>
                      </a:lnTo>
                    </a:path>
                  </a:pathLst>
                </a:custGeom>
                <a:noFill/>
                <a:ln w="38100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4183" name="Freeform 279">
                  <a:extLst>
                    <a:ext uri="{FF2B5EF4-FFF2-40B4-BE49-F238E27FC236}">
                      <a16:creationId xmlns:a16="http://schemas.microsoft.com/office/drawing/2014/main" id="{7732BD32-CE20-41F8-9AD0-B9F35FE3C68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87" y="1456"/>
                  <a:ext cx="296" cy="171"/>
                </a:xfrm>
                <a:custGeom>
                  <a:avLst/>
                  <a:gdLst>
                    <a:gd name="T0" fmla="*/ 0 w 890"/>
                    <a:gd name="T1" fmla="*/ 0 h 513"/>
                    <a:gd name="T2" fmla="*/ 889 w 890"/>
                    <a:gd name="T3" fmla="*/ 513 h 513"/>
                    <a:gd name="T4" fmla="*/ 890 w 890"/>
                    <a:gd name="T5" fmla="*/ 513 h 51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890" h="513">
                      <a:moveTo>
                        <a:pt x="0" y="0"/>
                      </a:moveTo>
                      <a:lnTo>
                        <a:pt x="889" y="513"/>
                      </a:lnTo>
                      <a:lnTo>
                        <a:pt x="890" y="513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4184" name="Freeform 280">
                  <a:extLst>
                    <a:ext uri="{FF2B5EF4-FFF2-40B4-BE49-F238E27FC236}">
                      <a16:creationId xmlns:a16="http://schemas.microsoft.com/office/drawing/2014/main" id="{A4303438-689A-4464-90A8-24B4E5F271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46" y="1452"/>
                  <a:ext cx="152" cy="264"/>
                </a:xfrm>
                <a:custGeom>
                  <a:avLst/>
                  <a:gdLst>
                    <a:gd name="T0" fmla="*/ 457 w 457"/>
                    <a:gd name="T1" fmla="*/ 0 h 792"/>
                    <a:gd name="T2" fmla="*/ 0 w 457"/>
                    <a:gd name="T3" fmla="*/ 792 h 792"/>
                    <a:gd name="T4" fmla="*/ 1 w 457"/>
                    <a:gd name="T5" fmla="*/ 792 h 7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457" h="792">
                      <a:moveTo>
                        <a:pt x="457" y="0"/>
                      </a:moveTo>
                      <a:lnTo>
                        <a:pt x="0" y="792"/>
                      </a:lnTo>
                      <a:lnTo>
                        <a:pt x="1" y="792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4185" name="Freeform 281">
                  <a:extLst>
                    <a:ext uri="{FF2B5EF4-FFF2-40B4-BE49-F238E27FC236}">
                      <a16:creationId xmlns:a16="http://schemas.microsoft.com/office/drawing/2014/main" id="{1570761A-F87A-45AD-A7A2-3D53B110FAD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93" y="1185"/>
                  <a:ext cx="124" cy="214"/>
                </a:xfrm>
                <a:custGeom>
                  <a:avLst/>
                  <a:gdLst>
                    <a:gd name="T0" fmla="*/ 372 w 372"/>
                    <a:gd name="T1" fmla="*/ 0 h 643"/>
                    <a:gd name="T2" fmla="*/ 0 w 372"/>
                    <a:gd name="T3" fmla="*/ 643 h 643"/>
                    <a:gd name="T4" fmla="*/ 1 w 372"/>
                    <a:gd name="T5" fmla="*/ 643 h 6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372" h="643">
                      <a:moveTo>
                        <a:pt x="372" y="0"/>
                      </a:moveTo>
                      <a:lnTo>
                        <a:pt x="0" y="643"/>
                      </a:lnTo>
                      <a:lnTo>
                        <a:pt x="1" y="643"/>
                      </a:lnTo>
                    </a:path>
                  </a:pathLst>
                </a:custGeom>
                <a:noFill/>
                <a:ln w="38100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4186" name="Freeform 282">
                  <a:extLst>
                    <a:ext uri="{FF2B5EF4-FFF2-40B4-BE49-F238E27FC236}">
                      <a16:creationId xmlns:a16="http://schemas.microsoft.com/office/drawing/2014/main" id="{A924E76B-DC33-42B9-83BB-DE99FC94CE3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306" y="1445"/>
                  <a:ext cx="72" cy="41"/>
                </a:xfrm>
                <a:custGeom>
                  <a:avLst/>
                  <a:gdLst>
                    <a:gd name="T0" fmla="*/ 0 w 217"/>
                    <a:gd name="T1" fmla="*/ 0 h 124"/>
                    <a:gd name="T2" fmla="*/ 216 w 217"/>
                    <a:gd name="T3" fmla="*/ 124 h 124"/>
                    <a:gd name="T4" fmla="*/ 217 w 217"/>
                    <a:gd name="T5" fmla="*/ 124 h 12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7" h="124">
                      <a:moveTo>
                        <a:pt x="0" y="0"/>
                      </a:moveTo>
                      <a:lnTo>
                        <a:pt x="216" y="124"/>
                      </a:lnTo>
                      <a:lnTo>
                        <a:pt x="217" y="124"/>
                      </a:lnTo>
                    </a:path>
                  </a:pathLst>
                </a:custGeom>
                <a:noFill/>
                <a:ln w="38100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4187" name="Freeform 283">
                  <a:extLst>
                    <a:ext uri="{FF2B5EF4-FFF2-40B4-BE49-F238E27FC236}">
                      <a16:creationId xmlns:a16="http://schemas.microsoft.com/office/drawing/2014/main" id="{8862DBDB-C3CC-43E0-ACDC-5BFA2674D26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90" y="1399"/>
                  <a:ext cx="16" cy="46"/>
                </a:xfrm>
                <a:custGeom>
                  <a:avLst/>
                  <a:gdLst>
                    <a:gd name="T0" fmla="*/ 9 w 47"/>
                    <a:gd name="T1" fmla="*/ 0 h 138"/>
                    <a:gd name="T2" fmla="*/ 0 w 47"/>
                    <a:gd name="T3" fmla="*/ 76 h 138"/>
                    <a:gd name="T4" fmla="*/ 46 w 47"/>
                    <a:gd name="T5" fmla="*/ 138 h 138"/>
                    <a:gd name="T6" fmla="*/ 47 w 47"/>
                    <a:gd name="T7" fmla="*/ 138 h 13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7" h="138">
                      <a:moveTo>
                        <a:pt x="9" y="0"/>
                      </a:moveTo>
                      <a:lnTo>
                        <a:pt x="0" y="76"/>
                      </a:lnTo>
                      <a:lnTo>
                        <a:pt x="46" y="138"/>
                      </a:lnTo>
                      <a:lnTo>
                        <a:pt x="47" y="138"/>
                      </a:lnTo>
                    </a:path>
                  </a:pathLst>
                </a:custGeom>
                <a:noFill/>
                <a:ln w="38100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4188" name="Freeform 284">
                  <a:extLst>
                    <a:ext uri="{FF2B5EF4-FFF2-40B4-BE49-F238E27FC236}">
                      <a16:creationId xmlns:a16="http://schemas.microsoft.com/office/drawing/2014/main" id="{6AEE494E-1FBB-42DA-8F7A-95868889559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384" y="1242"/>
                  <a:ext cx="166" cy="96"/>
                </a:xfrm>
                <a:custGeom>
                  <a:avLst/>
                  <a:gdLst>
                    <a:gd name="T0" fmla="*/ 0 w 499"/>
                    <a:gd name="T1" fmla="*/ 0 h 288"/>
                    <a:gd name="T2" fmla="*/ 497 w 499"/>
                    <a:gd name="T3" fmla="*/ 288 h 288"/>
                    <a:gd name="T4" fmla="*/ 499 w 499"/>
                    <a:gd name="T5" fmla="*/ 288 h 2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499" h="288">
                      <a:moveTo>
                        <a:pt x="0" y="0"/>
                      </a:moveTo>
                      <a:lnTo>
                        <a:pt x="497" y="288"/>
                      </a:lnTo>
                      <a:lnTo>
                        <a:pt x="499" y="288"/>
                      </a:lnTo>
                    </a:path>
                  </a:pathLst>
                </a:custGeom>
                <a:noFill/>
                <a:ln w="38100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4189" name="Freeform 285">
                  <a:extLst>
                    <a:ext uri="{FF2B5EF4-FFF2-40B4-BE49-F238E27FC236}">
                      <a16:creationId xmlns:a16="http://schemas.microsoft.com/office/drawing/2014/main" id="{6F01A818-CCBB-4A4A-B518-D8FE7D67A4A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376" y="1122"/>
                  <a:ext cx="29" cy="17"/>
                </a:xfrm>
                <a:custGeom>
                  <a:avLst/>
                  <a:gdLst>
                    <a:gd name="T0" fmla="*/ 0 w 87"/>
                    <a:gd name="T1" fmla="*/ 0 h 51"/>
                    <a:gd name="T2" fmla="*/ 86 w 87"/>
                    <a:gd name="T3" fmla="*/ 51 h 51"/>
                    <a:gd name="T4" fmla="*/ 87 w 87"/>
                    <a:gd name="T5" fmla="*/ 51 h 5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87" h="51">
                      <a:moveTo>
                        <a:pt x="0" y="0"/>
                      </a:moveTo>
                      <a:lnTo>
                        <a:pt x="86" y="51"/>
                      </a:lnTo>
                      <a:lnTo>
                        <a:pt x="87" y="51"/>
                      </a:lnTo>
                    </a:path>
                  </a:pathLst>
                </a:custGeom>
                <a:noFill/>
                <a:ln w="38100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4190" name="Freeform 286">
                  <a:extLst>
                    <a:ext uri="{FF2B5EF4-FFF2-40B4-BE49-F238E27FC236}">
                      <a16:creationId xmlns:a16="http://schemas.microsoft.com/office/drawing/2014/main" id="{3815409C-37A9-460E-BA91-F10331BD747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78" y="2658"/>
                  <a:ext cx="405" cy="1"/>
                </a:xfrm>
                <a:custGeom>
                  <a:avLst/>
                  <a:gdLst>
                    <a:gd name="T0" fmla="*/ 0 w 1214"/>
                    <a:gd name="T1" fmla="*/ 1213 w 1214"/>
                    <a:gd name="T2" fmla="*/ 1214 w 1214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</a:cxnLst>
                  <a:rect l="0" t="0" r="r" b="b"/>
                  <a:pathLst>
                    <a:path w="1214">
                      <a:moveTo>
                        <a:pt x="0" y="0"/>
                      </a:moveTo>
                      <a:lnTo>
                        <a:pt x="1213" y="0"/>
                      </a:lnTo>
                      <a:lnTo>
                        <a:pt x="1214" y="0"/>
                      </a:lnTo>
                    </a:path>
                  </a:pathLst>
                </a:custGeom>
                <a:noFill/>
                <a:ln w="38100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4191" name="Freeform 287">
                  <a:extLst>
                    <a:ext uri="{FF2B5EF4-FFF2-40B4-BE49-F238E27FC236}">
                      <a16:creationId xmlns:a16="http://schemas.microsoft.com/office/drawing/2014/main" id="{8EE1981D-69C6-4DB4-885D-A4BA033D8D5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80" y="2436"/>
                  <a:ext cx="3" cy="345"/>
                </a:xfrm>
                <a:custGeom>
                  <a:avLst/>
                  <a:gdLst>
                    <a:gd name="T0" fmla="*/ 3 w 3"/>
                    <a:gd name="T1" fmla="*/ 345 h 345"/>
                    <a:gd name="T2" fmla="*/ 0 w 3"/>
                    <a:gd name="T3" fmla="*/ 0 h 3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3" h="345">
                      <a:moveTo>
                        <a:pt x="3" y="345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4192" name="Rectangle 288">
                  <a:extLst>
                    <a:ext uri="{FF2B5EF4-FFF2-40B4-BE49-F238E27FC236}">
                      <a16:creationId xmlns:a16="http://schemas.microsoft.com/office/drawing/2014/main" id="{2BE526E9-6D1B-49A4-9F95-30C26B92064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424" y="2400"/>
                  <a:ext cx="244" cy="23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tIns="0" rIns="0" bIns="0">
                  <a:spAutoFit/>
                </a:bodyPr>
                <a:lstStyle/>
                <a:p>
                  <a:pPr eaLnBrk="1" hangingPunct="1"/>
                  <a:r>
                    <a:rPr lang="en-US" altLang="zh-CN" i="1">
                      <a:latin typeface="宋体" panose="02010600030101010101" pitchFamily="2" charset="-122"/>
                    </a:rPr>
                    <a:t>B</a:t>
                  </a:r>
                  <a:endParaRPr lang="en-US" altLang="zh-CN"/>
                </a:p>
              </p:txBody>
            </p:sp>
            <p:sp>
              <p:nvSpPr>
                <p:cNvPr id="124193" name="Freeform 289">
                  <a:extLst>
                    <a:ext uri="{FF2B5EF4-FFF2-40B4-BE49-F238E27FC236}">
                      <a16:creationId xmlns:a16="http://schemas.microsoft.com/office/drawing/2014/main" id="{3F025E9F-0609-4106-B89E-821DD0A2868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216" y="2493"/>
                  <a:ext cx="1" cy="165"/>
                </a:xfrm>
                <a:custGeom>
                  <a:avLst/>
                  <a:gdLst>
                    <a:gd name="T0" fmla="*/ 0 w 1"/>
                    <a:gd name="T1" fmla="*/ 496 h 496"/>
                    <a:gd name="T2" fmla="*/ 0 w 1"/>
                    <a:gd name="T3" fmla="*/ 0 h 496"/>
                    <a:gd name="T4" fmla="*/ 1 w 1"/>
                    <a:gd name="T5" fmla="*/ 0 h 4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" h="496">
                      <a:moveTo>
                        <a:pt x="0" y="496"/>
                      </a:moveTo>
                      <a:lnTo>
                        <a:pt x="0" y="0"/>
                      </a:lnTo>
                      <a:lnTo>
                        <a:pt x="1" y="0"/>
                      </a:lnTo>
                    </a:path>
                  </a:pathLst>
                </a:custGeom>
                <a:noFill/>
                <a:ln w="38100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4194" name="Freeform 290">
                  <a:extLst>
                    <a:ext uri="{FF2B5EF4-FFF2-40B4-BE49-F238E27FC236}">
                      <a16:creationId xmlns:a16="http://schemas.microsoft.com/office/drawing/2014/main" id="{7B0F4C4F-29A8-48D5-B951-A2ACA92724E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382" y="2658"/>
                  <a:ext cx="1" cy="66"/>
                </a:xfrm>
                <a:custGeom>
                  <a:avLst/>
                  <a:gdLst>
                    <a:gd name="T0" fmla="*/ 0 w 1"/>
                    <a:gd name="T1" fmla="*/ 199 h 199"/>
                    <a:gd name="T2" fmla="*/ 0 w 1"/>
                    <a:gd name="T3" fmla="*/ 0 h 199"/>
                    <a:gd name="T4" fmla="*/ 1 w 1"/>
                    <a:gd name="T5" fmla="*/ 0 h 19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" h="199">
                      <a:moveTo>
                        <a:pt x="0" y="199"/>
                      </a:moveTo>
                      <a:lnTo>
                        <a:pt x="0" y="0"/>
                      </a:lnTo>
                      <a:lnTo>
                        <a:pt x="1" y="0"/>
                      </a:lnTo>
                    </a:path>
                  </a:pathLst>
                </a:custGeom>
                <a:noFill/>
                <a:ln w="38100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4195" name="Freeform 291">
                  <a:extLst>
                    <a:ext uri="{FF2B5EF4-FFF2-40B4-BE49-F238E27FC236}">
                      <a16:creationId xmlns:a16="http://schemas.microsoft.com/office/drawing/2014/main" id="{6BEC0759-3816-415C-9E18-5AA5819AA4A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321" y="2526"/>
                  <a:ext cx="148" cy="1"/>
                </a:xfrm>
                <a:custGeom>
                  <a:avLst/>
                  <a:gdLst>
                    <a:gd name="T0" fmla="*/ 444 w 444"/>
                    <a:gd name="T1" fmla="*/ 0 w 444"/>
                    <a:gd name="T2" fmla="*/ 1 w 444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</a:cxnLst>
                  <a:rect l="0" t="0" r="r" b="b"/>
                  <a:pathLst>
                    <a:path w="444">
                      <a:moveTo>
                        <a:pt x="444" y="0"/>
                      </a:moveTo>
                      <a:lnTo>
                        <a:pt x="0" y="0"/>
                      </a:lnTo>
                      <a:lnTo>
                        <a:pt x="1" y="0"/>
                      </a:lnTo>
                    </a:path>
                  </a:pathLst>
                </a:custGeom>
                <a:noFill/>
                <a:ln w="38100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4196" name="Freeform 292">
                  <a:extLst>
                    <a:ext uri="{FF2B5EF4-FFF2-40B4-BE49-F238E27FC236}">
                      <a16:creationId xmlns:a16="http://schemas.microsoft.com/office/drawing/2014/main" id="{1578A728-886B-4E21-9023-DC75D5C8576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74" y="2361"/>
                  <a:ext cx="3" cy="23"/>
                </a:xfrm>
                <a:custGeom>
                  <a:avLst/>
                  <a:gdLst>
                    <a:gd name="T0" fmla="*/ 8 w 8"/>
                    <a:gd name="T1" fmla="*/ 69 h 69"/>
                    <a:gd name="T2" fmla="*/ 0 w 8"/>
                    <a:gd name="T3" fmla="*/ 0 h 69"/>
                    <a:gd name="T4" fmla="*/ 1 w 8"/>
                    <a:gd name="T5" fmla="*/ 0 h 6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8" h="69">
                      <a:moveTo>
                        <a:pt x="8" y="69"/>
                      </a:moveTo>
                      <a:lnTo>
                        <a:pt x="0" y="0"/>
                      </a:lnTo>
                      <a:lnTo>
                        <a:pt x="1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4197" name="Freeform 293">
                  <a:extLst>
                    <a:ext uri="{FF2B5EF4-FFF2-40B4-BE49-F238E27FC236}">
                      <a16:creationId xmlns:a16="http://schemas.microsoft.com/office/drawing/2014/main" id="{1FAFF3A7-F9E5-4107-8277-FE6FE14D7C5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956" y="1748"/>
                  <a:ext cx="104" cy="103"/>
                </a:xfrm>
                <a:custGeom>
                  <a:avLst/>
                  <a:gdLst>
                    <a:gd name="T0" fmla="*/ 0 w 312"/>
                    <a:gd name="T1" fmla="*/ 310 h 310"/>
                    <a:gd name="T2" fmla="*/ 311 w 312"/>
                    <a:gd name="T3" fmla="*/ 0 h 310"/>
                    <a:gd name="T4" fmla="*/ 312 w 312"/>
                    <a:gd name="T5" fmla="*/ 0 h 3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312" h="310">
                      <a:moveTo>
                        <a:pt x="0" y="310"/>
                      </a:moveTo>
                      <a:lnTo>
                        <a:pt x="311" y="0"/>
                      </a:lnTo>
                      <a:lnTo>
                        <a:pt x="312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4198" name="Freeform 294">
                  <a:extLst>
                    <a:ext uri="{FF2B5EF4-FFF2-40B4-BE49-F238E27FC236}">
                      <a16:creationId xmlns:a16="http://schemas.microsoft.com/office/drawing/2014/main" id="{60784927-00EB-4E5B-BAD6-8BB43F7651B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67" y="1780"/>
                  <a:ext cx="50" cy="49"/>
                </a:xfrm>
                <a:custGeom>
                  <a:avLst/>
                  <a:gdLst>
                    <a:gd name="T0" fmla="*/ 0 w 148"/>
                    <a:gd name="T1" fmla="*/ 146 h 146"/>
                    <a:gd name="T2" fmla="*/ 147 w 148"/>
                    <a:gd name="T3" fmla="*/ 0 h 146"/>
                    <a:gd name="T4" fmla="*/ 148 w 148"/>
                    <a:gd name="T5" fmla="*/ 0 h 14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48" h="146">
                      <a:moveTo>
                        <a:pt x="0" y="146"/>
                      </a:moveTo>
                      <a:lnTo>
                        <a:pt x="147" y="0"/>
                      </a:lnTo>
                      <a:lnTo>
                        <a:pt x="148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4199" name="Freeform 295">
                  <a:extLst>
                    <a:ext uri="{FF2B5EF4-FFF2-40B4-BE49-F238E27FC236}">
                      <a16:creationId xmlns:a16="http://schemas.microsoft.com/office/drawing/2014/main" id="{35D2795C-8441-4C41-B45E-0E098EAD4B8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24" y="1813"/>
                  <a:ext cx="50" cy="49"/>
                </a:xfrm>
                <a:custGeom>
                  <a:avLst/>
                  <a:gdLst>
                    <a:gd name="T0" fmla="*/ 0 w 148"/>
                    <a:gd name="T1" fmla="*/ 147 h 147"/>
                    <a:gd name="T2" fmla="*/ 147 w 148"/>
                    <a:gd name="T3" fmla="*/ 0 h 147"/>
                    <a:gd name="T4" fmla="*/ 148 w 148"/>
                    <a:gd name="T5" fmla="*/ 0 h 14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48" h="147">
                      <a:moveTo>
                        <a:pt x="0" y="147"/>
                      </a:moveTo>
                      <a:lnTo>
                        <a:pt x="147" y="0"/>
                      </a:lnTo>
                      <a:lnTo>
                        <a:pt x="148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4200" name="Freeform 296">
                  <a:extLst>
                    <a:ext uri="{FF2B5EF4-FFF2-40B4-BE49-F238E27FC236}">
                      <a16:creationId xmlns:a16="http://schemas.microsoft.com/office/drawing/2014/main" id="{FC8C5FFC-F5F5-4585-AC91-4CF7755A76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38" y="1880"/>
                  <a:ext cx="48" cy="48"/>
                </a:xfrm>
                <a:custGeom>
                  <a:avLst/>
                  <a:gdLst>
                    <a:gd name="T0" fmla="*/ 0 w 146"/>
                    <a:gd name="T1" fmla="*/ 145 h 145"/>
                    <a:gd name="T2" fmla="*/ 145 w 146"/>
                    <a:gd name="T3" fmla="*/ 0 h 145"/>
                    <a:gd name="T4" fmla="*/ 146 w 146"/>
                    <a:gd name="T5" fmla="*/ 0 h 1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46" h="145">
                      <a:moveTo>
                        <a:pt x="0" y="145"/>
                      </a:moveTo>
                      <a:lnTo>
                        <a:pt x="145" y="0"/>
                      </a:lnTo>
                      <a:lnTo>
                        <a:pt x="146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4201" name="Freeform 297">
                  <a:extLst>
                    <a:ext uri="{FF2B5EF4-FFF2-40B4-BE49-F238E27FC236}">
                      <a16:creationId xmlns:a16="http://schemas.microsoft.com/office/drawing/2014/main" id="{3F27B296-FDA7-41FC-9666-A21AE15C10D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91" y="1917"/>
                  <a:ext cx="47" cy="48"/>
                </a:xfrm>
                <a:custGeom>
                  <a:avLst/>
                  <a:gdLst>
                    <a:gd name="T0" fmla="*/ 0 w 143"/>
                    <a:gd name="T1" fmla="*/ 143 h 143"/>
                    <a:gd name="T2" fmla="*/ 142 w 143"/>
                    <a:gd name="T3" fmla="*/ 0 h 143"/>
                    <a:gd name="T4" fmla="*/ 143 w 143"/>
                    <a:gd name="T5" fmla="*/ 0 h 1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43" h="143">
                      <a:moveTo>
                        <a:pt x="0" y="143"/>
                      </a:moveTo>
                      <a:lnTo>
                        <a:pt x="142" y="0"/>
                      </a:lnTo>
                      <a:lnTo>
                        <a:pt x="143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4202" name="Freeform 298">
                  <a:extLst>
                    <a:ext uri="{FF2B5EF4-FFF2-40B4-BE49-F238E27FC236}">
                      <a16:creationId xmlns:a16="http://schemas.microsoft.com/office/drawing/2014/main" id="{A1B84DAA-8EEF-4BD8-82A6-B33C8DCD92C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339" y="1959"/>
                  <a:ext cx="48" cy="47"/>
                </a:xfrm>
                <a:custGeom>
                  <a:avLst/>
                  <a:gdLst>
                    <a:gd name="T0" fmla="*/ 0 w 142"/>
                    <a:gd name="T1" fmla="*/ 141 h 141"/>
                    <a:gd name="T2" fmla="*/ 141 w 142"/>
                    <a:gd name="T3" fmla="*/ 0 h 141"/>
                    <a:gd name="T4" fmla="*/ 142 w 142"/>
                    <a:gd name="T5" fmla="*/ 0 h 14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42" h="141">
                      <a:moveTo>
                        <a:pt x="0" y="141"/>
                      </a:moveTo>
                      <a:lnTo>
                        <a:pt x="141" y="0"/>
                      </a:lnTo>
                      <a:lnTo>
                        <a:pt x="142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4203" name="Freeform 299">
                  <a:extLst>
                    <a:ext uri="{FF2B5EF4-FFF2-40B4-BE49-F238E27FC236}">
                      <a16:creationId xmlns:a16="http://schemas.microsoft.com/office/drawing/2014/main" id="{86F9C528-D00B-4A9D-8B37-6AA89994241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383" y="2005"/>
                  <a:ext cx="48" cy="47"/>
                </a:xfrm>
                <a:custGeom>
                  <a:avLst/>
                  <a:gdLst>
                    <a:gd name="T0" fmla="*/ 0 w 143"/>
                    <a:gd name="T1" fmla="*/ 141 h 141"/>
                    <a:gd name="T2" fmla="*/ 142 w 143"/>
                    <a:gd name="T3" fmla="*/ 0 h 141"/>
                    <a:gd name="T4" fmla="*/ 143 w 143"/>
                    <a:gd name="T5" fmla="*/ 0 h 14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43" h="141">
                      <a:moveTo>
                        <a:pt x="0" y="141"/>
                      </a:moveTo>
                      <a:lnTo>
                        <a:pt x="142" y="0"/>
                      </a:lnTo>
                      <a:lnTo>
                        <a:pt x="143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4204" name="Freeform 300">
                  <a:extLst>
                    <a:ext uri="{FF2B5EF4-FFF2-40B4-BE49-F238E27FC236}">
                      <a16:creationId xmlns:a16="http://schemas.microsoft.com/office/drawing/2014/main" id="{C78AB4CA-909A-466A-9388-E1E540287BE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423" y="2054"/>
                  <a:ext cx="48" cy="48"/>
                </a:xfrm>
                <a:custGeom>
                  <a:avLst/>
                  <a:gdLst>
                    <a:gd name="T0" fmla="*/ 0 w 144"/>
                    <a:gd name="T1" fmla="*/ 143 h 143"/>
                    <a:gd name="T2" fmla="*/ 143 w 144"/>
                    <a:gd name="T3" fmla="*/ 0 h 143"/>
                    <a:gd name="T4" fmla="*/ 144 w 144"/>
                    <a:gd name="T5" fmla="*/ 0 h 1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44" h="143">
                      <a:moveTo>
                        <a:pt x="0" y="143"/>
                      </a:moveTo>
                      <a:lnTo>
                        <a:pt x="143" y="0"/>
                      </a:lnTo>
                      <a:lnTo>
                        <a:pt x="144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4205" name="Freeform 301">
                  <a:extLst>
                    <a:ext uri="{FF2B5EF4-FFF2-40B4-BE49-F238E27FC236}">
                      <a16:creationId xmlns:a16="http://schemas.microsoft.com/office/drawing/2014/main" id="{EA32EF29-2F87-46A0-BD49-ECDCAAA10F0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459" y="2108"/>
                  <a:ext cx="48" cy="48"/>
                </a:xfrm>
                <a:custGeom>
                  <a:avLst/>
                  <a:gdLst>
                    <a:gd name="T0" fmla="*/ 0 w 146"/>
                    <a:gd name="T1" fmla="*/ 145 h 145"/>
                    <a:gd name="T2" fmla="*/ 145 w 146"/>
                    <a:gd name="T3" fmla="*/ 0 h 145"/>
                    <a:gd name="T4" fmla="*/ 146 w 146"/>
                    <a:gd name="T5" fmla="*/ 0 h 1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46" h="145">
                      <a:moveTo>
                        <a:pt x="0" y="145"/>
                      </a:moveTo>
                      <a:lnTo>
                        <a:pt x="145" y="0"/>
                      </a:lnTo>
                      <a:lnTo>
                        <a:pt x="146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4206" name="Freeform 302">
                  <a:extLst>
                    <a:ext uri="{FF2B5EF4-FFF2-40B4-BE49-F238E27FC236}">
                      <a16:creationId xmlns:a16="http://schemas.microsoft.com/office/drawing/2014/main" id="{2BB7CDFC-797E-4A57-969D-E4AA4481764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489" y="2165"/>
                  <a:ext cx="50" cy="50"/>
                </a:xfrm>
                <a:custGeom>
                  <a:avLst/>
                  <a:gdLst>
                    <a:gd name="T0" fmla="*/ 0 w 150"/>
                    <a:gd name="T1" fmla="*/ 151 h 151"/>
                    <a:gd name="T2" fmla="*/ 149 w 150"/>
                    <a:gd name="T3" fmla="*/ 0 h 151"/>
                    <a:gd name="T4" fmla="*/ 150 w 150"/>
                    <a:gd name="T5" fmla="*/ 0 h 15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50" h="151">
                      <a:moveTo>
                        <a:pt x="0" y="151"/>
                      </a:moveTo>
                      <a:lnTo>
                        <a:pt x="149" y="0"/>
                      </a:lnTo>
                      <a:lnTo>
                        <a:pt x="15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4207" name="Freeform 303">
                  <a:extLst>
                    <a:ext uri="{FF2B5EF4-FFF2-40B4-BE49-F238E27FC236}">
                      <a16:creationId xmlns:a16="http://schemas.microsoft.com/office/drawing/2014/main" id="{29057373-6D40-4A1F-A72C-C9C22B70E48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515" y="2227"/>
                  <a:ext cx="52" cy="52"/>
                </a:xfrm>
                <a:custGeom>
                  <a:avLst/>
                  <a:gdLst>
                    <a:gd name="T0" fmla="*/ 0 w 156"/>
                    <a:gd name="T1" fmla="*/ 156 h 156"/>
                    <a:gd name="T2" fmla="*/ 155 w 156"/>
                    <a:gd name="T3" fmla="*/ 0 h 156"/>
                    <a:gd name="T4" fmla="*/ 156 w 156"/>
                    <a:gd name="T5" fmla="*/ 0 h 15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56" h="156">
                      <a:moveTo>
                        <a:pt x="0" y="156"/>
                      </a:moveTo>
                      <a:lnTo>
                        <a:pt x="155" y="0"/>
                      </a:lnTo>
                      <a:lnTo>
                        <a:pt x="156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4208" name="Freeform 304">
                  <a:extLst>
                    <a:ext uri="{FF2B5EF4-FFF2-40B4-BE49-F238E27FC236}">
                      <a16:creationId xmlns:a16="http://schemas.microsoft.com/office/drawing/2014/main" id="{92A4EC57-2285-4BC3-84D6-4495F52D1F5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534" y="2295"/>
                  <a:ext cx="55" cy="54"/>
                </a:xfrm>
                <a:custGeom>
                  <a:avLst/>
                  <a:gdLst>
                    <a:gd name="T0" fmla="*/ 0 w 165"/>
                    <a:gd name="T1" fmla="*/ 164 h 164"/>
                    <a:gd name="T2" fmla="*/ 164 w 165"/>
                    <a:gd name="T3" fmla="*/ 0 h 164"/>
                    <a:gd name="T4" fmla="*/ 165 w 165"/>
                    <a:gd name="T5" fmla="*/ 0 h 16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65" h="164">
                      <a:moveTo>
                        <a:pt x="0" y="164"/>
                      </a:moveTo>
                      <a:lnTo>
                        <a:pt x="164" y="0"/>
                      </a:lnTo>
                      <a:lnTo>
                        <a:pt x="165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4209" name="Freeform 305">
                  <a:extLst>
                    <a:ext uri="{FF2B5EF4-FFF2-40B4-BE49-F238E27FC236}">
                      <a16:creationId xmlns:a16="http://schemas.microsoft.com/office/drawing/2014/main" id="{BDF38095-2F6C-47EA-8BDD-9ACC9B7E3C3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547" y="2368"/>
                  <a:ext cx="59" cy="59"/>
                </a:xfrm>
                <a:custGeom>
                  <a:avLst/>
                  <a:gdLst>
                    <a:gd name="T0" fmla="*/ 0 w 178"/>
                    <a:gd name="T1" fmla="*/ 179 h 179"/>
                    <a:gd name="T2" fmla="*/ 177 w 178"/>
                    <a:gd name="T3" fmla="*/ 0 h 179"/>
                    <a:gd name="T4" fmla="*/ 178 w 178"/>
                    <a:gd name="T5" fmla="*/ 0 h 17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78" h="179">
                      <a:moveTo>
                        <a:pt x="0" y="179"/>
                      </a:moveTo>
                      <a:lnTo>
                        <a:pt x="177" y="0"/>
                      </a:lnTo>
                      <a:lnTo>
                        <a:pt x="178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4210" name="Freeform 306">
                  <a:extLst>
                    <a:ext uri="{FF2B5EF4-FFF2-40B4-BE49-F238E27FC236}">
                      <a16:creationId xmlns:a16="http://schemas.microsoft.com/office/drawing/2014/main" id="{3207A134-B6C5-4969-8E5E-B559DA317C7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550" y="2448"/>
                  <a:ext cx="65" cy="66"/>
                </a:xfrm>
                <a:custGeom>
                  <a:avLst/>
                  <a:gdLst>
                    <a:gd name="T0" fmla="*/ 0 w 197"/>
                    <a:gd name="T1" fmla="*/ 196 h 196"/>
                    <a:gd name="T2" fmla="*/ 196 w 197"/>
                    <a:gd name="T3" fmla="*/ 0 h 196"/>
                    <a:gd name="T4" fmla="*/ 197 w 197"/>
                    <a:gd name="T5" fmla="*/ 0 h 1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97" h="196">
                      <a:moveTo>
                        <a:pt x="0" y="196"/>
                      </a:moveTo>
                      <a:lnTo>
                        <a:pt x="196" y="0"/>
                      </a:lnTo>
                      <a:lnTo>
                        <a:pt x="197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4211" name="Freeform 307">
                  <a:extLst>
                    <a:ext uri="{FF2B5EF4-FFF2-40B4-BE49-F238E27FC236}">
                      <a16:creationId xmlns:a16="http://schemas.microsoft.com/office/drawing/2014/main" id="{EA7BCEBD-D351-4407-89B9-25DB6BE96E0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429" y="2658"/>
                  <a:ext cx="67" cy="66"/>
                </a:xfrm>
                <a:custGeom>
                  <a:avLst/>
                  <a:gdLst>
                    <a:gd name="T0" fmla="*/ 0 w 200"/>
                    <a:gd name="T1" fmla="*/ 199 h 199"/>
                    <a:gd name="T2" fmla="*/ 199 w 200"/>
                    <a:gd name="T3" fmla="*/ 0 h 199"/>
                    <a:gd name="T4" fmla="*/ 200 w 200"/>
                    <a:gd name="T5" fmla="*/ 0 h 19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0" h="199">
                      <a:moveTo>
                        <a:pt x="0" y="199"/>
                      </a:moveTo>
                      <a:lnTo>
                        <a:pt x="199" y="0"/>
                      </a:lnTo>
                      <a:lnTo>
                        <a:pt x="20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4212" name="Freeform 308">
                  <a:extLst>
                    <a:ext uri="{FF2B5EF4-FFF2-40B4-BE49-F238E27FC236}">
                      <a16:creationId xmlns:a16="http://schemas.microsoft.com/office/drawing/2014/main" id="{85D2489A-C1FE-4B4D-BFC6-BE45832A3B0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550" y="2537"/>
                  <a:ext cx="67" cy="67"/>
                </a:xfrm>
                <a:custGeom>
                  <a:avLst/>
                  <a:gdLst>
                    <a:gd name="T0" fmla="*/ 0 w 201"/>
                    <a:gd name="T1" fmla="*/ 201 h 201"/>
                    <a:gd name="T2" fmla="*/ 200 w 201"/>
                    <a:gd name="T3" fmla="*/ 0 h 201"/>
                    <a:gd name="T4" fmla="*/ 201 w 201"/>
                    <a:gd name="T5" fmla="*/ 0 h 2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1" h="201">
                      <a:moveTo>
                        <a:pt x="0" y="201"/>
                      </a:moveTo>
                      <a:lnTo>
                        <a:pt x="200" y="0"/>
                      </a:lnTo>
                      <a:lnTo>
                        <a:pt x="201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4213" name="Freeform 309">
                  <a:extLst>
                    <a:ext uri="{FF2B5EF4-FFF2-40B4-BE49-F238E27FC236}">
                      <a16:creationId xmlns:a16="http://schemas.microsoft.com/office/drawing/2014/main" id="{AE3985D6-ABC7-4613-BAC4-52FD0D1DE83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519" y="2627"/>
                  <a:ext cx="98" cy="97"/>
                </a:xfrm>
                <a:custGeom>
                  <a:avLst/>
                  <a:gdLst>
                    <a:gd name="T0" fmla="*/ 0 w 294"/>
                    <a:gd name="T1" fmla="*/ 293 h 293"/>
                    <a:gd name="T2" fmla="*/ 293 w 294"/>
                    <a:gd name="T3" fmla="*/ 0 h 293"/>
                    <a:gd name="T4" fmla="*/ 294 w 294"/>
                    <a:gd name="T5" fmla="*/ 0 h 29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94" h="293">
                      <a:moveTo>
                        <a:pt x="0" y="293"/>
                      </a:moveTo>
                      <a:lnTo>
                        <a:pt x="293" y="0"/>
                      </a:lnTo>
                      <a:lnTo>
                        <a:pt x="294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4214" name="Freeform 310">
                  <a:extLst>
                    <a:ext uri="{FF2B5EF4-FFF2-40B4-BE49-F238E27FC236}">
                      <a16:creationId xmlns:a16="http://schemas.microsoft.com/office/drawing/2014/main" id="{67C2EFED-D43E-42AD-B964-5F848A4AFBF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27" y="1729"/>
                  <a:ext cx="223" cy="129"/>
                </a:xfrm>
                <a:custGeom>
                  <a:avLst/>
                  <a:gdLst>
                    <a:gd name="T0" fmla="*/ 0 w 671"/>
                    <a:gd name="T1" fmla="*/ 0 h 387"/>
                    <a:gd name="T2" fmla="*/ 670 w 671"/>
                    <a:gd name="T3" fmla="*/ 387 h 387"/>
                    <a:gd name="T4" fmla="*/ 671 w 671"/>
                    <a:gd name="T5" fmla="*/ 387 h 38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671" h="387">
                      <a:moveTo>
                        <a:pt x="0" y="0"/>
                      </a:moveTo>
                      <a:lnTo>
                        <a:pt x="670" y="387"/>
                      </a:lnTo>
                      <a:lnTo>
                        <a:pt x="671" y="387"/>
                      </a:lnTo>
                    </a:path>
                  </a:pathLst>
                </a:custGeom>
                <a:noFill/>
                <a:ln w="38100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4215" name="Freeform 311">
                  <a:extLst>
                    <a:ext uri="{FF2B5EF4-FFF2-40B4-BE49-F238E27FC236}">
                      <a16:creationId xmlns:a16="http://schemas.microsoft.com/office/drawing/2014/main" id="{D59D6B6C-3E88-4666-88A8-A58F3494140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50" y="1858"/>
                  <a:ext cx="366" cy="635"/>
                </a:xfrm>
                <a:custGeom>
                  <a:avLst/>
                  <a:gdLst>
                    <a:gd name="T0" fmla="*/ 1099 w 1099"/>
                    <a:gd name="T1" fmla="*/ 1905 h 1905"/>
                    <a:gd name="T2" fmla="*/ 966 w 1099"/>
                    <a:gd name="T3" fmla="*/ 1152 h 1905"/>
                    <a:gd name="T4" fmla="*/ 585 w 1099"/>
                    <a:gd name="T5" fmla="*/ 490 h 1905"/>
                    <a:gd name="T6" fmla="*/ 0 w 1099"/>
                    <a:gd name="T7" fmla="*/ 0 h 1905"/>
                    <a:gd name="T8" fmla="*/ 1 w 1099"/>
                    <a:gd name="T9" fmla="*/ 0 h 19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99" h="1905">
                      <a:moveTo>
                        <a:pt x="1099" y="1905"/>
                      </a:moveTo>
                      <a:lnTo>
                        <a:pt x="966" y="1152"/>
                      </a:lnTo>
                      <a:lnTo>
                        <a:pt x="585" y="490"/>
                      </a:lnTo>
                      <a:lnTo>
                        <a:pt x="0" y="0"/>
                      </a:lnTo>
                      <a:lnTo>
                        <a:pt x="1" y="0"/>
                      </a:lnTo>
                    </a:path>
                  </a:pathLst>
                </a:custGeom>
                <a:noFill/>
                <a:ln w="38100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4216" name="Freeform 312">
                  <a:extLst>
                    <a:ext uri="{FF2B5EF4-FFF2-40B4-BE49-F238E27FC236}">
                      <a16:creationId xmlns:a16="http://schemas.microsoft.com/office/drawing/2014/main" id="{BD925F07-6F54-439B-B83C-A6609C8BB7E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42" y="1647"/>
                  <a:ext cx="45" cy="16"/>
                </a:xfrm>
                <a:custGeom>
                  <a:avLst/>
                  <a:gdLst>
                    <a:gd name="T0" fmla="*/ 136 w 136"/>
                    <a:gd name="T1" fmla="*/ 9 h 46"/>
                    <a:gd name="T2" fmla="*/ 60 w 136"/>
                    <a:gd name="T3" fmla="*/ 0 h 46"/>
                    <a:gd name="T4" fmla="*/ 0 w 136"/>
                    <a:gd name="T5" fmla="*/ 46 h 46"/>
                    <a:gd name="T6" fmla="*/ 1 w 136"/>
                    <a:gd name="T7" fmla="*/ 46 h 4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36" h="46">
                      <a:moveTo>
                        <a:pt x="136" y="9"/>
                      </a:moveTo>
                      <a:lnTo>
                        <a:pt x="60" y="0"/>
                      </a:lnTo>
                      <a:lnTo>
                        <a:pt x="0" y="46"/>
                      </a:lnTo>
                      <a:lnTo>
                        <a:pt x="1" y="46"/>
                      </a:lnTo>
                    </a:path>
                  </a:pathLst>
                </a:custGeom>
                <a:noFill/>
                <a:ln w="38100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4217" name="Freeform 313">
                  <a:extLst>
                    <a:ext uri="{FF2B5EF4-FFF2-40B4-BE49-F238E27FC236}">
                      <a16:creationId xmlns:a16="http://schemas.microsoft.com/office/drawing/2014/main" id="{AB9D6C33-5796-4551-B845-DA8B041C8D7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22" y="1663"/>
                  <a:ext cx="20" cy="33"/>
                </a:xfrm>
                <a:custGeom>
                  <a:avLst/>
                  <a:gdLst>
                    <a:gd name="T0" fmla="*/ 0 w 60"/>
                    <a:gd name="T1" fmla="*/ 100 h 100"/>
                    <a:gd name="T2" fmla="*/ 59 w 60"/>
                    <a:gd name="T3" fmla="*/ 0 h 100"/>
                    <a:gd name="T4" fmla="*/ 60 w 60"/>
                    <a:gd name="T5" fmla="*/ 0 h 1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60" h="100">
                      <a:moveTo>
                        <a:pt x="0" y="100"/>
                      </a:moveTo>
                      <a:lnTo>
                        <a:pt x="59" y="0"/>
                      </a:lnTo>
                      <a:lnTo>
                        <a:pt x="60" y="0"/>
                      </a:lnTo>
                    </a:path>
                  </a:pathLst>
                </a:custGeom>
                <a:noFill/>
                <a:ln w="38100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4218" name="Freeform 314">
                  <a:extLst>
                    <a:ext uri="{FF2B5EF4-FFF2-40B4-BE49-F238E27FC236}">
                      <a16:creationId xmlns:a16="http://schemas.microsoft.com/office/drawing/2014/main" id="{D4906461-635A-454D-B3EA-8A68502D69C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87" y="1650"/>
                  <a:ext cx="72" cy="42"/>
                </a:xfrm>
                <a:custGeom>
                  <a:avLst/>
                  <a:gdLst>
                    <a:gd name="T0" fmla="*/ 0 w 217"/>
                    <a:gd name="T1" fmla="*/ 0 h 125"/>
                    <a:gd name="T2" fmla="*/ 216 w 217"/>
                    <a:gd name="T3" fmla="*/ 125 h 125"/>
                    <a:gd name="T4" fmla="*/ 217 w 217"/>
                    <a:gd name="T5" fmla="*/ 125 h 1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7" h="125">
                      <a:moveTo>
                        <a:pt x="0" y="0"/>
                      </a:moveTo>
                      <a:lnTo>
                        <a:pt x="216" y="125"/>
                      </a:lnTo>
                      <a:lnTo>
                        <a:pt x="217" y="125"/>
                      </a:lnTo>
                    </a:path>
                  </a:pathLst>
                </a:custGeom>
                <a:noFill/>
                <a:ln w="38100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  <p:sp>
          <p:nvSpPr>
            <p:cNvPr id="124242" name="Line 338">
              <a:extLst>
                <a:ext uri="{FF2B5EF4-FFF2-40B4-BE49-F238E27FC236}">
                  <a16:creationId xmlns:a16="http://schemas.microsoft.com/office/drawing/2014/main" id="{26BD6025-D437-4E6F-B976-6906409C3EB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90" y="2598"/>
              <a:ext cx="0" cy="16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4243" name="Line 339">
              <a:extLst>
                <a:ext uri="{FF2B5EF4-FFF2-40B4-BE49-F238E27FC236}">
                  <a16:creationId xmlns:a16="http://schemas.microsoft.com/office/drawing/2014/main" id="{55F36BD2-6B97-46A8-B5C5-BC89D3882B5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18" y="2604"/>
              <a:ext cx="0" cy="16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 spd="med">
    <p:cover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1240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42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42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" dur="500"/>
                                        <p:tgtEl>
                                          <p:spTgt spid="1239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75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74"/>
                                          </p:stCondLst>
                                        </p:cTn>
                                        <p:tgtEl>
                                          <p:spTgt spid="123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7" dur="500"/>
                                        <p:tgtEl>
                                          <p:spTgt spid="1240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75"/>
                                        <p:tgtEl>
                                          <p:spTgt spid="1239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7" dur="500"/>
                                        <p:tgtEl>
                                          <p:spTgt spid="1239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42" dur="500"/>
                                        <p:tgtEl>
                                          <p:spTgt spid="1239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1239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242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242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239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239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4" dur="500"/>
                                        <p:tgtEl>
                                          <p:spTgt spid="124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3908" grpId="0" autoUpdateAnimBg="0"/>
      <p:bldP spid="123909" grpId="0" autoUpdateAnimBg="0"/>
      <p:bldP spid="123910" grpId="0" autoUpdateAnimBg="0"/>
      <p:bldP spid="123911" grpId="0" autoUpdateAnimBg="0"/>
      <p:bldP spid="123912" grpId="0" build="p" autoUpdateAnimBg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184" name="Picture 256">
            <a:extLst>
              <a:ext uri="{FF2B5EF4-FFF2-40B4-BE49-F238E27FC236}">
                <a16:creationId xmlns:a16="http://schemas.microsoft.com/office/drawing/2014/main" id="{7F8FE33C-5C43-42D1-A520-E4F8172C72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00FFFF"/>
              </a:clrFrom>
              <a:clrTo>
                <a:srgbClr val="00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72125" y="1087438"/>
            <a:ext cx="2971800" cy="1865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24930" name="Text Box 2">
            <a:extLst>
              <a:ext uri="{FF2B5EF4-FFF2-40B4-BE49-F238E27FC236}">
                <a16:creationId xmlns:a16="http://schemas.microsoft.com/office/drawing/2014/main" id="{922EC91F-5DD6-4C04-B93A-81238E5F11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63663" y="-34924"/>
            <a:ext cx="567055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l" eaLnBrk="1" hangingPunct="1"/>
            <a:r>
              <a:rPr lang="en-US" altLang="zh-CN" sz="3200" dirty="0">
                <a:solidFill>
                  <a:schemeClr val="bg1"/>
                </a:solidFill>
                <a:latin typeface="宋体" panose="02010600030101010101" pitchFamily="2" charset="-122"/>
              </a:rPr>
              <a:t>2) </a:t>
            </a:r>
            <a:r>
              <a:rPr lang="zh-CN" altLang="en-US" sz="3200" dirty="0">
                <a:solidFill>
                  <a:schemeClr val="bg1"/>
                </a:solidFill>
                <a:latin typeface="宋体" panose="02010600030101010101" pitchFamily="2" charset="-122"/>
              </a:rPr>
              <a:t>一组相互平行的剖切平面  </a:t>
            </a:r>
          </a:p>
        </p:txBody>
      </p:sp>
      <p:sp>
        <p:nvSpPr>
          <p:cNvPr id="124931" name="Rectangle 3">
            <a:extLst>
              <a:ext uri="{FF2B5EF4-FFF2-40B4-BE49-F238E27FC236}">
                <a16:creationId xmlns:a16="http://schemas.microsoft.com/office/drawing/2014/main" id="{14B314F3-3D30-49BA-B55E-46F184C731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9413" y="3786188"/>
            <a:ext cx="28257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eaLnBrk="1" hangingPunct="1"/>
            <a:r>
              <a:rPr lang="en-US" altLang="zh-CN" i="1">
                <a:solidFill>
                  <a:schemeClr val="tx2"/>
                </a:solidFill>
                <a:latin typeface="宋体" panose="02010600030101010101" pitchFamily="2" charset="-122"/>
              </a:rPr>
              <a:t>A</a:t>
            </a:r>
            <a:endParaRPr lang="en-US" altLang="zh-CN">
              <a:solidFill>
                <a:schemeClr val="tx2"/>
              </a:solidFill>
            </a:endParaRPr>
          </a:p>
        </p:txBody>
      </p:sp>
      <p:sp>
        <p:nvSpPr>
          <p:cNvPr id="124932" name="Rectangle 4">
            <a:extLst>
              <a:ext uri="{FF2B5EF4-FFF2-40B4-BE49-F238E27FC236}">
                <a16:creationId xmlns:a16="http://schemas.microsoft.com/office/drawing/2014/main" id="{7D4770AE-3652-40A9-AF01-177F12F335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7213" y="3109913"/>
            <a:ext cx="26987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eaLnBrk="1" hangingPunct="1"/>
            <a:r>
              <a:rPr lang="en-US" altLang="zh-CN" i="1">
                <a:solidFill>
                  <a:schemeClr val="tx2"/>
                </a:solidFill>
                <a:latin typeface="宋体" panose="02010600030101010101" pitchFamily="2" charset="-122"/>
              </a:rPr>
              <a:t>A</a:t>
            </a:r>
            <a:endParaRPr lang="en-US" altLang="zh-CN">
              <a:solidFill>
                <a:schemeClr val="tx2"/>
              </a:solidFill>
            </a:endParaRPr>
          </a:p>
        </p:txBody>
      </p:sp>
      <p:sp>
        <p:nvSpPr>
          <p:cNvPr id="124933" name="Rectangle 5">
            <a:extLst>
              <a:ext uri="{FF2B5EF4-FFF2-40B4-BE49-F238E27FC236}">
                <a16:creationId xmlns:a16="http://schemas.microsoft.com/office/drawing/2014/main" id="{196B991A-5092-4196-A459-075DF06D41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65313" y="3929063"/>
            <a:ext cx="28257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eaLnBrk="1" hangingPunct="1"/>
            <a:r>
              <a:rPr lang="en-US" altLang="zh-CN" i="1">
                <a:solidFill>
                  <a:schemeClr val="tx2"/>
                </a:solidFill>
                <a:latin typeface="宋体" panose="02010600030101010101" pitchFamily="2" charset="-122"/>
              </a:rPr>
              <a:t>A</a:t>
            </a:r>
            <a:endParaRPr lang="en-US" altLang="zh-CN">
              <a:solidFill>
                <a:schemeClr val="tx2"/>
              </a:solidFill>
            </a:endParaRPr>
          </a:p>
        </p:txBody>
      </p:sp>
      <p:sp>
        <p:nvSpPr>
          <p:cNvPr id="124934" name="Rectangle 6">
            <a:extLst>
              <a:ext uri="{FF2B5EF4-FFF2-40B4-BE49-F238E27FC236}">
                <a16:creationId xmlns:a16="http://schemas.microsoft.com/office/drawing/2014/main" id="{04059E4F-56EA-4804-B358-CEA11F4E2D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90950" y="3232150"/>
            <a:ext cx="38417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eaLnBrk="1" hangingPunct="1"/>
            <a:r>
              <a:rPr lang="en-US" altLang="zh-CN" i="1">
                <a:solidFill>
                  <a:schemeClr val="tx2"/>
                </a:solidFill>
                <a:latin typeface="宋体" panose="02010600030101010101" pitchFamily="2" charset="-122"/>
              </a:rPr>
              <a:t>A</a:t>
            </a:r>
            <a:endParaRPr lang="en-US" altLang="zh-CN">
              <a:solidFill>
                <a:schemeClr val="tx2"/>
              </a:solidFill>
              <a:latin typeface="宋体" panose="02010600030101010101" pitchFamily="2" charset="-122"/>
            </a:endParaRPr>
          </a:p>
        </p:txBody>
      </p:sp>
      <p:grpSp>
        <p:nvGrpSpPr>
          <p:cNvPr id="124935" name="Group 7">
            <a:extLst>
              <a:ext uri="{FF2B5EF4-FFF2-40B4-BE49-F238E27FC236}">
                <a16:creationId xmlns:a16="http://schemas.microsoft.com/office/drawing/2014/main" id="{0FDC42D9-C229-4519-9749-1641F8101AA3}"/>
              </a:ext>
            </a:extLst>
          </p:cNvPr>
          <p:cNvGrpSpPr>
            <a:grpSpLocks/>
          </p:cNvGrpSpPr>
          <p:nvPr/>
        </p:nvGrpSpPr>
        <p:grpSpPr bwMode="auto">
          <a:xfrm>
            <a:off x="730250" y="3162300"/>
            <a:ext cx="3117850" cy="957263"/>
            <a:chOff x="833" y="1834"/>
            <a:chExt cx="1964" cy="603"/>
          </a:xfrm>
        </p:grpSpPr>
        <p:sp>
          <p:nvSpPr>
            <p:cNvPr id="124936" name="Freeform 8">
              <a:extLst>
                <a:ext uri="{FF2B5EF4-FFF2-40B4-BE49-F238E27FC236}">
                  <a16:creationId xmlns:a16="http://schemas.microsoft.com/office/drawing/2014/main" id="{6E846D3B-617A-4948-8523-8AC6A79F8E36}"/>
                </a:ext>
              </a:extLst>
            </p:cNvPr>
            <p:cNvSpPr>
              <a:spLocks/>
            </p:cNvSpPr>
            <p:nvPr/>
          </p:nvSpPr>
          <p:spPr bwMode="auto">
            <a:xfrm>
              <a:off x="2689" y="2045"/>
              <a:ext cx="107" cy="1"/>
            </a:xfrm>
            <a:custGeom>
              <a:avLst/>
              <a:gdLst>
                <a:gd name="T0" fmla="*/ 0 w 322"/>
                <a:gd name="T1" fmla="*/ 321 w 322"/>
                <a:gd name="T2" fmla="*/ 322 w 32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322">
                  <a:moveTo>
                    <a:pt x="0" y="0"/>
                  </a:moveTo>
                  <a:lnTo>
                    <a:pt x="321" y="0"/>
                  </a:lnTo>
                  <a:lnTo>
                    <a:pt x="322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4937" name="Freeform 9">
              <a:extLst>
                <a:ext uri="{FF2B5EF4-FFF2-40B4-BE49-F238E27FC236}">
                  <a16:creationId xmlns:a16="http://schemas.microsoft.com/office/drawing/2014/main" id="{4CE49CDE-9686-4993-B867-EC17582FD8E5}"/>
                </a:ext>
              </a:extLst>
            </p:cNvPr>
            <p:cNvSpPr>
              <a:spLocks/>
            </p:cNvSpPr>
            <p:nvPr/>
          </p:nvSpPr>
          <p:spPr bwMode="auto">
            <a:xfrm>
              <a:off x="833" y="2436"/>
              <a:ext cx="104" cy="1"/>
            </a:xfrm>
            <a:custGeom>
              <a:avLst/>
              <a:gdLst>
                <a:gd name="T0" fmla="*/ 314 w 314"/>
                <a:gd name="T1" fmla="*/ 0 w 314"/>
                <a:gd name="T2" fmla="*/ 2 w 31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314">
                  <a:moveTo>
                    <a:pt x="314" y="0"/>
                  </a:moveTo>
                  <a:lnTo>
                    <a:pt x="0" y="0"/>
                  </a:lnTo>
                  <a:lnTo>
                    <a:pt x="2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4938" name="Freeform 10">
              <a:extLst>
                <a:ext uri="{FF2B5EF4-FFF2-40B4-BE49-F238E27FC236}">
                  <a16:creationId xmlns:a16="http://schemas.microsoft.com/office/drawing/2014/main" id="{023437A8-E4A8-46A5-8C09-37DA09B4E920}"/>
                </a:ext>
              </a:extLst>
            </p:cNvPr>
            <p:cNvSpPr>
              <a:spLocks/>
            </p:cNvSpPr>
            <p:nvPr/>
          </p:nvSpPr>
          <p:spPr bwMode="auto">
            <a:xfrm>
              <a:off x="833" y="2223"/>
              <a:ext cx="1" cy="213"/>
            </a:xfrm>
            <a:custGeom>
              <a:avLst/>
              <a:gdLst>
                <a:gd name="T0" fmla="*/ 0 w 2"/>
                <a:gd name="T1" fmla="*/ 637 h 637"/>
                <a:gd name="T2" fmla="*/ 0 w 2"/>
                <a:gd name="T3" fmla="*/ 0 h 637"/>
                <a:gd name="T4" fmla="*/ 2 w 2"/>
                <a:gd name="T5" fmla="*/ 0 h 6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637">
                  <a:moveTo>
                    <a:pt x="0" y="637"/>
                  </a:moveTo>
                  <a:lnTo>
                    <a:pt x="0" y="0"/>
                  </a:lnTo>
                  <a:lnTo>
                    <a:pt x="2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 type="none" w="sm" len="lg"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4939" name="Freeform 11">
              <a:extLst>
                <a:ext uri="{FF2B5EF4-FFF2-40B4-BE49-F238E27FC236}">
                  <a16:creationId xmlns:a16="http://schemas.microsoft.com/office/drawing/2014/main" id="{96969A3F-3ADA-4952-95E8-B403EBBD644C}"/>
                </a:ext>
              </a:extLst>
            </p:cNvPr>
            <p:cNvSpPr>
              <a:spLocks/>
            </p:cNvSpPr>
            <p:nvPr/>
          </p:nvSpPr>
          <p:spPr bwMode="auto">
            <a:xfrm>
              <a:off x="1492" y="2436"/>
              <a:ext cx="91" cy="1"/>
            </a:xfrm>
            <a:custGeom>
              <a:avLst/>
              <a:gdLst>
                <a:gd name="T0" fmla="*/ 0 w 274"/>
                <a:gd name="T1" fmla="*/ 273 w 274"/>
                <a:gd name="T2" fmla="*/ 274 w 27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274">
                  <a:moveTo>
                    <a:pt x="0" y="0"/>
                  </a:moveTo>
                  <a:lnTo>
                    <a:pt x="273" y="0"/>
                  </a:lnTo>
                  <a:lnTo>
                    <a:pt x="274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4940" name="Freeform 12">
              <a:extLst>
                <a:ext uri="{FF2B5EF4-FFF2-40B4-BE49-F238E27FC236}">
                  <a16:creationId xmlns:a16="http://schemas.microsoft.com/office/drawing/2014/main" id="{73471497-AD5D-47A0-ABAE-56F9A2E300B1}"/>
                </a:ext>
              </a:extLst>
            </p:cNvPr>
            <p:cNvSpPr>
              <a:spLocks/>
            </p:cNvSpPr>
            <p:nvPr/>
          </p:nvSpPr>
          <p:spPr bwMode="auto">
            <a:xfrm>
              <a:off x="1583" y="2353"/>
              <a:ext cx="1" cy="83"/>
            </a:xfrm>
            <a:custGeom>
              <a:avLst/>
              <a:gdLst>
                <a:gd name="T0" fmla="*/ 0 w 1"/>
                <a:gd name="T1" fmla="*/ 248 h 248"/>
                <a:gd name="T2" fmla="*/ 0 w 1"/>
                <a:gd name="T3" fmla="*/ 0 h 248"/>
                <a:gd name="T4" fmla="*/ 1 w 1"/>
                <a:gd name="T5" fmla="*/ 0 h 2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248">
                  <a:moveTo>
                    <a:pt x="0" y="248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4941" name="Freeform 13">
              <a:extLst>
                <a:ext uri="{FF2B5EF4-FFF2-40B4-BE49-F238E27FC236}">
                  <a16:creationId xmlns:a16="http://schemas.microsoft.com/office/drawing/2014/main" id="{2A778C3F-3BFB-4595-BA07-A1E3EDC8DF2A}"/>
                </a:ext>
              </a:extLst>
            </p:cNvPr>
            <p:cNvSpPr>
              <a:spLocks/>
            </p:cNvSpPr>
            <p:nvPr/>
          </p:nvSpPr>
          <p:spPr bwMode="auto">
            <a:xfrm>
              <a:off x="1583" y="2044"/>
              <a:ext cx="1" cy="77"/>
            </a:xfrm>
            <a:custGeom>
              <a:avLst/>
              <a:gdLst>
                <a:gd name="T0" fmla="*/ 0 w 1"/>
                <a:gd name="T1" fmla="*/ 229 h 229"/>
                <a:gd name="T2" fmla="*/ 0 w 1"/>
                <a:gd name="T3" fmla="*/ 0 h 229"/>
                <a:gd name="T4" fmla="*/ 1 w 1"/>
                <a:gd name="T5" fmla="*/ 0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229">
                  <a:moveTo>
                    <a:pt x="0" y="229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4942" name="Freeform 14">
              <a:extLst>
                <a:ext uri="{FF2B5EF4-FFF2-40B4-BE49-F238E27FC236}">
                  <a16:creationId xmlns:a16="http://schemas.microsoft.com/office/drawing/2014/main" id="{77D5EE32-C97C-4F3C-B2A9-C3FE576765B3}"/>
                </a:ext>
              </a:extLst>
            </p:cNvPr>
            <p:cNvSpPr>
              <a:spLocks/>
            </p:cNvSpPr>
            <p:nvPr/>
          </p:nvSpPr>
          <p:spPr bwMode="auto">
            <a:xfrm>
              <a:off x="1583" y="2044"/>
              <a:ext cx="65" cy="1"/>
            </a:xfrm>
            <a:custGeom>
              <a:avLst/>
              <a:gdLst>
                <a:gd name="T0" fmla="*/ 0 w 197"/>
                <a:gd name="T1" fmla="*/ 0 h 2"/>
                <a:gd name="T2" fmla="*/ 196 w 197"/>
                <a:gd name="T3" fmla="*/ 2 h 2"/>
                <a:gd name="T4" fmla="*/ 197 w 197"/>
                <a:gd name="T5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7" h="2">
                  <a:moveTo>
                    <a:pt x="0" y="0"/>
                  </a:moveTo>
                  <a:lnTo>
                    <a:pt x="196" y="2"/>
                  </a:lnTo>
                  <a:lnTo>
                    <a:pt x="197" y="2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4943" name="Freeform 15">
              <a:extLst>
                <a:ext uri="{FF2B5EF4-FFF2-40B4-BE49-F238E27FC236}">
                  <a16:creationId xmlns:a16="http://schemas.microsoft.com/office/drawing/2014/main" id="{61427E83-6C9C-415E-BE3D-9D4FAB4E44DF}"/>
                </a:ext>
              </a:extLst>
            </p:cNvPr>
            <p:cNvSpPr>
              <a:spLocks/>
            </p:cNvSpPr>
            <p:nvPr/>
          </p:nvSpPr>
          <p:spPr bwMode="auto">
            <a:xfrm>
              <a:off x="2796" y="1834"/>
              <a:ext cx="1" cy="211"/>
            </a:xfrm>
            <a:custGeom>
              <a:avLst/>
              <a:gdLst>
                <a:gd name="T0" fmla="*/ 0 w 1"/>
                <a:gd name="T1" fmla="*/ 635 h 635"/>
                <a:gd name="T2" fmla="*/ 0 w 1"/>
                <a:gd name="T3" fmla="*/ 0 h 635"/>
                <a:gd name="T4" fmla="*/ 1 w 1"/>
                <a:gd name="T5" fmla="*/ 0 h 6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635">
                  <a:moveTo>
                    <a:pt x="0" y="635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24944" name="Rectangle 16">
            <a:extLst>
              <a:ext uri="{FF2B5EF4-FFF2-40B4-BE49-F238E27FC236}">
                <a16:creationId xmlns:a16="http://schemas.microsoft.com/office/drawing/2014/main" id="{74DF9CDC-0F1C-4E80-880E-8E5A794C19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76425" y="654050"/>
            <a:ext cx="614363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eaLnBrk="1" hangingPunct="1"/>
            <a:r>
              <a:rPr lang="en-US" altLang="zh-CN" i="1">
                <a:solidFill>
                  <a:schemeClr val="tx2"/>
                </a:solidFill>
                <a:latin typeface="宋体" panose="02010600030101010101" pitchFamily="2" charset="-122"/>
              </a:rPr>
              <a:t>A</a:t>
            </a:r>
            <a:r>
              <a:rPr lang="zh-CN" altLang="en-US">
                <a:solidFill>
                  <a:schemeClr val="tx2"/>
                </a:solidFill>
                <a:latin typeface="宋体" panose="02010600030101010101" pitchFamily="2" charset="-122"/>
              </a:rPr>
              <a:t>－</a:t>
            </a:r>
            <a:r>
              <a:rPr lang="en-US" altLang="zh-CN" i="1">
                <a:solidFill>
                  <a:schemeClr val="tx2"/>
                </a:solidFill>
                <a:latin typeface="宋体" panose="02010600030101010101" pitchFamily="2" charset="-122"/>
              </a:rPr>
              <a:t>A</a:t>
            </a:r>
            <a:endParaRPr lang="en-US" altLang="zh-CN">
              <a:solidFill>
                <a:schemeClr val="tx2"/>
              </a:solidFill>
            </a:endParaRPr>
          </a:p>
        </p:txBody>
      </p:sp>
      <p:grpSp>
        <p:nvGrpSpPr>
          <p:cNvPr id="124945" name="Group 17">
            <a:extLst>
              <a:ext uri="{FF2B5EF4-FFF2-40B4-BE49-F238E27FC236}">
                <a16:creationId xmlns:a16="http://schemas.microsoft.com/office/drawing/2014/main" id="{5DBCAD42-1B07-41CC-A271-0FBD930C7D47}"/>
              </a:ext>
            </a:extLst>
          </p:cNvPr>
          <p:cNvGrpSpPr>
            <a:grpSpLocks/>
          </p:cNvGrpSpPr>
          <p:nvPr/>
        </p:nvGrpSpPr>
        <p:grpSpPr bwMode="auto">
          <a:xfrm>
            <a:off x="968375" y="1116013"/>
            <a:ext cx="2543175" cy="1347787"/>
            <a:chOff x="983" y="424"/>
            <a:chExt cx="1602" cy="849"/>
          </a:xfrm>
        </p:grpSpPr>
        <p:sp>
          <p:nvSpPr>
            <p:cNvPr id="124946" name="Freeform 18">
              <a:extLst>
                <a:ext uri="{FF2B5EF4-FFF2-40B4-BE49-F238E27FC236}">
                  <a16:creationId xmlns:a16="http://schemas.microsoft.com/office/drawing/2014/main" id="{FD3AA165-A181-4934-A2C9-350B4B6DDEB2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4" y="1091"/>
              <a:ext cx="139" cy="139"/>
            </a:xfrm>
            <a:custGeom>
              <a:avLst/>
              <a:gdLst>
                <a:gd name="T0" fmla="*/ 0 w 418"/>
                <a:gd name="T1" fmla="*/ 418 h 418"/>
                <a:gd name="T2" fmla="*/ 417 w 418"/>
                <a:gd name="T3" fmla="*/ 0 h 418"/>
                <a:gd name="T4" fmla="*/ 418 w 418"/>
                <a:gd name="T5" fmla="*/ 0 h 4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8" h="418">
                  <a:moveTo>
                    <a:pt x="0" y="418"/>
                  </a:moveTo>
                  <a:lnTo>
                    <a:pt x="417" y="0"/>
                  </a:lnTo>
                  <a:lnTo>
                    <a:pt x="418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4947" name="Freeform 19">
              <a:extLst>
                <a:ext uri="{FF2B5EF4-FFF2-40B4-BE49-F238E27FC236}">
                  <a16:creationId xmlns:a16="http://schemas.microsoft.com/office/drawing/2014/main" id="{9CDD4EDC-374A-4FC5-8885-CB2232534125}"/>
                </a:ext>
              </a:extLst>
            </p:cNvPr>
            <p:cNvSpPr>
              <a:spLocks/>
            </p:cNvSpPr>
            <p:nvPr/>
          </p:nvSpPr>
          <p:spPr bwMode="auto">
            <a:xfrm>
              <a:off x="983" y="976"/>
              <a:ext cx="54" cy="54"/>
            </a:xfrm>
            <a:custGeom>
              <a:avLst/>
              <a:gdLst>
                <a:gd name="T0" fmla="*/ 0 w 162"/>
                <a:gd name="T1" fmla="*/ 162 h 162"/>
                <a:gd name="T2" fmla="*/ 161 w 162"/>
                <a:gd name="T3" fmla="*/ 0 h 162"/>
                <a:gd name="T4" fmla="*/ 162 w 162"/>
                <a:gd name="T5" fmla="*/ 0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62" h="162">
                  <a:moveTo>
                    <a:pt x="0" y="162"/>
                  </a:moveTo>
                  <a:lnTo>
                    <a:pt x="161" y="0"/>
                  </a:lnTo>
                  <a:lnTo>
                    <a:pt x="162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4948" name="Freeform 20">
              <a:extLst>
                <a:ext uri="{FF2B5EF4-FFF2-40B4-BE49-F238E27FC236}">
                  <a16:creationId xmlns:a16="http://schemas.microsoft.com/office/drawing/2014/main" id="{61632326-C59E-46BA-A652-681597560E5D}"/>
                </a:ext>
              </a:extLst>
            </p:cNvPr>
            <p:cNvSpPr>
              <a:spLocks/>
            </p:cNvSpPr>
            <p:nvPr/>
          </p:nvSpPr>
          <p:spPr bwMode="auto">
            <a:xfrm>
              <a:off x="983" y="1093"/>
              <a:ext cx="127" cy="127"/>
            </a:xfrm>
            <a:custGeom>
              <a:avLst/>
              <a:gdLst>
                <a:gd name="T0" fmla="*/ 0 w 382"/>
                <a:gd name="T1" fmla="*/ 382 h 382"/>
                <a:gd name="T2" fmla="*/ 381 w 382"/>
                <a:gd name="T3" fmla="*/ 0 h 382"/>
                <a:gd name="T4" fmla="*/ 382 w 382"/>
                <a:gd name="T5" fmla="*/ 0 h 3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82" h="382">
                  <a:moveTo>
                    <a:pt x="0" y="382"/>
                  </a:moveTo>
                  <a:lnTo>
                    <a:pt x="381" y="0"/>
                  </a:lnTo>
                  <a:lnTo>
                    <a:pt x="382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4949" name="Freeform 21">
              <a:extLst>
                <a:ext uri="{FF2B5EF4-FFF2-40B4-BE49-F238E27FC236}">
                  <a16:creationId xmlns:a16="http://schemas.microsoft.com/office/drawing/2014/main" id="{AC14E6E8-7F42-449C-B26B-5D1B2CDE2AF1}"/>
                </a:ext>
              </a:extLst>
            </p:cNvPr>
            <p:cNvSpPr>
              <a:spLocks/>
            </p:cNvSpPr>
            <p:nvPr/>
          </p:nvSpPr>
          <p:spPr bwMode="auto">
            <a:xfrm>
              <a:off x="1724" y="424"/>
              <a:ext cx="54" cy="54"/>
            </a:xfrm>
            <a:custGeom>
              <a:avLst/>
              <a:gdLst>
                <a:gd name="T0" fmla="*/ 0 w 162"/>
                <a:gd name="T1" fmla="*/ 161 h 161"/>
                <a:gd name="T2" fmla="*/ 161 w 162"/>
                <a:gd name="T3" fmla="*/ 0 h 161"/>
                <a:gd name="T4" fmla="*/ 162 w 162"/>
                <a:gd name="T5" fmla="*/ 0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62" h="161">
                  <a:moveTo>
                    <a:pt x="0" y="161"/>
                  </a:moveTo>
                  <a:lnTo>
                    <a:pt x="161" y="0"/>
                  </a:lnTo>
                  <a:lnTo>
                    <a:pt x="162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4950" name="Freeform 22">
              <a:extLst>
                <a:ext uri="{FF2B5EF4-FFF2-40B4-BE49-F238E27FC236}">
                  <a16:creationId xmlns:a16="http://schemas.microsoft.com/office/drawing/2014/main" id="{34088BF8-280F-45EF-86EE-3BD67C925C2A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0" y="1241"/>
              <a:ext cx="32" cy="32"/>
            </a:xfrm>
            <a:custGeom>
              <a:avLst/>
              <a:gdLst>
                <a:gd name="T0" fmla="*/ 0 w 97"/>
                <a:gd name="T1" fmla="*/ 96 h 96"/>
                <a:gd name="T2" fmla="*/ 95 w 97"/>
                <a:gd name="T3" fmla="*/ 0 h 96"/>
                <a:gd name="T4" fmla="*/ 97 w 97"/>
                <a:gd name="T5" fmla="*/ 0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7" h="96">
                  <a:moveTo>
                    <a:pt x="0" y="96"/>
                  </a:moveTo>
                  <a:lnTo>
                    <a:pt x="95" y="0"/>
                  </a:lnTo>
                  <a:lnTo>
                    <a:pt x="97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4951" name="Freeform 23">
              <a:extLst>
                <a:ext uri="{FF2B5EF4-FFF2-40B4-BE49-F238E27FC236}">
                  <a16:creationId xmlns:a16="http://schemas.microsoft.com/office/drawing/2014/main" id="{DE101EE5-70BE-4ABE-8612-A86441376E73}"/>
                </a:ext>
              </a:extLst>
            </p:cNvPr>
            <p:cNvSpPr>
              <a:spLocks/>
            </p:cNvSpPr>
            <p:nvPr/>
          </p:nvSpPr>
          <p:spPr bwMode="auto">
            <a:xfrm>
              <a:off x="1724" y="520"/>
              <a:ext cx="149" cy="148"/>
            </a:xfrm>
            <a:custGeom>
              <a:avLst/>
              <a:gdLst>
                <a:gd name="T0" fmla="*/ 0 w 447"/>
                <a:gd name="T1" fmla="*/ 445 h 445"/>
                <a:gd name="T2" fmla="*/ 446 w 447"/>
                <a:gd name="T3" fmla="*/ 0 h 445"/>
                <a:gd name="T4" fmla="*/ 447 w 447"/>
                <a:gd name="T5" fmla="*/ 0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7" h="445">
                  <a:moveTo>
                    <a:pt x="0" y="445"/>
                  </a:moveTo>
                  <a:lnTo>
                    <a:pt x="446" y="0"/>
                  </a:lnTo>
                  <a:lnTo>
                    <a:pt x="447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4952" name="Freeform 24">
              <a:extLst>
                <a:ext uri="{FF2B5EF4-FFF2-40B4-BE49-F238E27FC236}">
                  <a16:creationId xmlns:a16="http://schemas.microsoft.com/office/drawing/2014/main" id="{90B2E459-D76D-40B2-8914-C186269AE4C3}"/>
                </a:ext>
              </a:extLst>
            </p:cNvPr>
            <p:cNvSpPr>
              <a:spLocks/>
            </p:cNvSpPr>
            <p:nvPr/>
          </p:nvSpPr>
          <p:spPr bwMode="auto">
            <a:xfrm>
              <a:off x="1385" y="976"/>
              <a:ext cx="33" cy="32"/>
            </a:xfrm>
            <a:custGeom>
              <a:avLst/>
              <a:gdLst>
                <a:gd name="T0" fmla="*/ 0 w 98"/>
                <a:gd name="T1" fmla="*/ 96 h 96"/>
                <a:gd name="T2" fmla="*/ 96 w 98"/>
                <a:gd name="T3" fmla="*/ 0 h 96"/>
                <a:gd name="T4" fmla="*/ 98 w 98"/>
                <a:gd name="T5" fmla="*/ 0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8" h="96">
                  <a:moveTo>
                    <a:pt x="0" y="96"/>
                  </a:moveTo>
                  <a:lnTo>
                    <a:pt x="96" y="0"/>
                  </a:lnTo>
                  <a:lnTo>
                    <a:pt x="98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4953" name="Freeform 25">
              <a:extLst>
                <a:ext uri="{FF2B5EF4-FFF2-40B4-BE49-F238E27FC236}">
                  <a16:creationId xmlns:a16="http://schemas.microsoft.com/office/drawing/2014/main" id="{204C6457-A0B1-4AC7-8036-77CC690DAD91}"/>
                </a:ext>
              </a:extLst>
            </p:cNvPr>
            <p:cNvSpPr>
              <a:spLocks/>
            </p:cNvSpPr>
            <p:nvPr/>
          </p:nvSpPr>
          <p:spPr bwMode="auto">
            <a:xfrm>
              <a:off x="1322" y="976"/>
              <a:ext cx="286" cy="286"/>
            </a:xfrm>
            <a:custGeom>
              <a:avLst/>
              <a:gdLst>
                <a:gd name="T0" fmla="*/ 0 w 858"/>
                <a:gd name="T1" fmla="*/ 858 h 858"/>
                <a:gd name="T2" fmla="*/ 857 w 858"/>
                <a:gd name="T3" fmla="*/ 0 h 858"/>
                <a:gd name="T4" fmla="*/ 858 w 858"/>
                <a:gd name="T5" fmla="*/ 0 h 8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858" h="858">
                  <a:moveTo>
                    <a:pt x="0" y="858"/>
                  </a:moveTo>
                  <a:lnTo>
                    <a:pt x="857" y="0"/>
                  </a:lnTo>
                  <a:lnTo>
                    <a:pt x="858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4954" name="Freeform 26">
              <a:extLst>
                <a:ext uri="{FF2B5EF4-FFF2-40B4-BE49-F238E27FC236}">
                  <a16:creationId xmlns:a16="http://schemas.microsoft.com/office/drawing/2014/main" id="{56EA7D72-E26F-412B-A465-B5DADD36D5C9}"/>
                </a:ext>
              </a:extLst>
            </p:cNvPr>
            <p:cNvSpPr>
              <a:spLocks/>
            </p:cNvSpPr>
            <p:nvPr/>
          </p:nvSpPr>
          <p:spPr bwMode="auto">
            <a:xfrm>
              <a:off x="1724" y="710"/>
              <a:ext cx="149" cy="149"/>
            </a:xfrm>
            <a:custGeom>
              <a:avLst/>
              <a:gdLst>
                <a:gd name="T0" fmla="*/ 0 w 447"/>
                <a:gd name="T1" fmla="*/ 446 h 446"/>
                <a:gd name="T2" fmla="*/ 446 w 447"/>
                <a:gd name="T3" fmla="*/ 0 h 446"/>
                <a:gd name="T4" fmla="*/ 447 w 447"/>
                <a:gd name="T5" fmla="*/ 0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7" h="446">
                  <a:moveTo>
                    <a:pt x="0" y="446"/>
                  </a:moveTo>
                  <a:lnTo>
                    <a:pt x="446" y="0"/>
                  </a:lnTo>
                  <a:lnTo>
                    <a:pt x="447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4955" name="Freeform 27">
              <a:extLst>
                <a:ext uri="{FF2B5EF4-FFF2-40B4-BE49-F238E27FC236}">
                  <a16:creationId xmlns:a16="http://schemas.microsoft.com/office/drawing/2014/main" id="{8A2206D5-926F-4A53-BBE8-323383B4EF58}"/>
                </a:ext>
              </a:extLst>
            </p:cNvPr>
            <p:cNvSpPr>
              <a:spLocks/>
            </p:cNvSpPr>
            <p:nvPr/>
          </p:nvSpPr>
          <p:spPr bwMode="auto">
            <a:xfrm>
              <a:off x="1501" y="901"/>
              <a:ext cx="372" cy="372"/>
            </a:xfrm>
            <a:custGeom>
              <a:avLst/>
              <a:gdLst>
                <a:gd name="T0" fmla="*/ 0 w 1116"/>
                <a:gd name="T1" fmla="*/ 1116 h 1116"/>
                <a:gd name="T2" fmla="*/ 1115 w 1116"/>
                <a:gd name="T3" fmla="*/ 0 h 1116"/>
                <a:gd name="T4" fmla="*/ 1116 w 1116"/>
                <a:gd name="T5" fmla="*/ 0 h 1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116" h="1116">
                  <a:moveTo>
                    <a:pt x="0" y="1116"/>
                  </a:moveTo>
                  <a:lnTo>
                    <a:pt x="1115" y="0"/>
                  </a:lnTo>
                  <a:lnTo>
                    <a:pt x="1116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4956" name="Freeform 28">
              <a:extLst>
                <a:ext uri="{FF2B5EF4-FFF2-40B4-BE49-F238E27FC236}">
                  <a16:creationId xmlns:a16="http://schemas.microsoft.com/office/drawing/2014/main" id="{812E9E1C-B7E5-4803-9F14-889020F1B44A}"/>
                </a:ext>
              </a:extLst>
            </p:cNvPr>
            <p:cNvSpPr>
              <a:spLocks/>
            </p:cNvSpPr>
            <p:nvPr/>
          </p:nvSpPr>
          <p:spPr bwMode="auto">
            <a:xfrm>
              <a:off x="2297" y="518"/>
              <a:ext cx="148" cy="149"/>
            </a:xfrm>
            <a:custGeom>
              <a:avLst/>
              <a:gdLst>
                <a:gd name="T0" fmla="*/ 0 w 445"/>
                <a:gd name="T1" fmla="*/ 446 h 446"/>
                <a:gd name="T2" fmla="*/ 444 w 445"/>
                <a:gd name="T3" fmla="*/ 0 h 446"/>
                <a:gd name="T4" fmla="*/ 445 w 445"/>
                <a:gd name="T5" fmla="*/ 0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5" h="446">
                  <a:moveTo>
                    <a:pt x="0" y="446"/>
                  </a:moveTo>
                  <a:lnTo>
                    <a:pt x="444" y="0"/>
                  </a:lnTo>
                  <a:lnTo>
                    <a:pt x="445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4957" name="Freeform 29">
              <a:extLst>
                <a:ext uri="{FF2B5EF4-FFF2-40B4-BE49-F238E27FC236}">
                  <a16:creationId xmlns:a16="http://schemas.microsoft.com/office/drawing/2014/main" id="{C79530C3-65A1-4CD3-82B0-699BA2BCBDB4}"/>
                </a:ext>
              </a:extLst>
            </p:cNvPr>
            <p:cNvSpPr>
              <a:spLocks/>
            </p:cNvSpPr>
            <p:nvPr/>
          </p:nvSpPr>
          <p:spPr bwMode="auto">
            <a:xfrm>
              <a:off x="2297" y="709"/>
              <a:ext cx="148" cy="148"/>
            </a:xfrm>
            <a:custGeom>
              <a:avLst/>
              <a:gdLst>
                <a:gd name="T0" fmla="*/ 0 w 445"/>
                <a:gd name="T1" fmla="*/ 446 h 446"/>
                <a:gd name="T2" fmla="*/ 444 w 445"/>
                <a:gd name="T3" fmla="*/ 0 h 446"/>
                <a:gd name="T4" fmla="*/ 445 w 445"/>
                <a:gd name="T5" fmla="*/ 0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5" h="446">
                  <a:moveTo>
                    <a:pt x="0" y="446"/>
                  </a:moveTo>
                  <a:lnTo>
                    <a:pt x="444" y="0"/>
                  </a:lnTo>
                  <a:lnTo>
                    <a:pt x="445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4958" name="Freeform 30">
              <a:extLst>
                <a:ext uri="{FF2B5EF4-FFF2-40B4-BE49-F238E27FC236}">
                  <a16:creationId xmlns:a16="http://schemas.microsoft.com/office/drawing/2014/main" id="{C9CFADF2-A9ED-4BDF-AE58-0E8799177088}"/>
                </a:ext>
              </a:extLst>
            </p:cNvPr>
            <p:cNvSpPr>
              <a:spLocks/>
            </p:cNvSpPr>
            <p:nvPr/>
          </p:nvSpPr>
          <p:spPr bwMode="auto">
            <a:xfrm>
              <a:off x="2443" y="780"/>
              <a:ext cx="121" cy="121"/>
            </a:xfrm>
            <a:custGeom>
              <a:avLst/>
              <a:gdLst>
                <a:gd name="T0" fmla="*/ 0 w 365"/>
                <a:gd name="T1" fmla="*/ 363 h 363"/>
                <a:gd name="T2" fmla="*/ 364 w 365"/>
                <a:gd name="T3" fmla="*/ 0 h 363"/>
                <a:gd name="T4" fmla="*/ 365 w 365"/>
                <a:gd name="T5" fmla="*/ 0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65" h="363">
                  <a:moveTo>
                    <a:pt x="0" y="363"/>
                  </a:moveTo>
                  <a:lnTo>
                    <a:pt x="364" y="0"/>
                  </a:lnTo>
                  <a:lnTo>
                    <a:pt x="365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4959" name="Freeform 31">
              <a:extLst>
                <a:ext uri="{FF2B5EF4-FFF2-40B4-BE49-F238E27FC236}">
                  <a16:creationId xmlns:a16="http://schemas.microsoft.com/office/drawing/2014/main" id="{A0FE207E-A2F8-450F-9658-7F209E2BF29A}"/>
                </a:ext>
              </a:extLst>
            </p:cNvPr>
            <p:cNvSpPr>
              <a:spLocks/>
            </p:cNvSpPr>
            <p:nvPr/>
          </p:nvSpPr>
          <p:spPr bwMode="auto">
            <a:xfrm>
              <a:off x="2322" y="1071"/>
              <a:ext cx="142" cy="142"/>
            </a:xfrm>
            <a:custGeom>
              <a:avLst/>
              <a:gdLst>
                <a:gd name="T0" fmla="*/ 0 w 427"/>
                <a:gd name="T1" fmla="*/ 427 h 427"/>
                <a:gd name="T2" fmla="*/ 426 w 427"/>
                <a:gd name="T3" fmla="*/ 0 h 427"/>
                <a:gd name="T4" fmla="*/ 427 w 427"/>
                <a:gd name="T5" fmla="*/ 0 h 4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27" h="427">
                  <a:moveTo>
                    <a:pt x="0" y="427"/>
                  </a:moveTo>
                  <a:lnTo>
                    <a:pt x="426" y="0"/>
                  </a:lnTo>
                  <a:lnTo>
                    <a:pt x="427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4960" name="Freeform 32">
              <a:extLst>
                <a:ext uri="{FF2B5EF4-FFF2-40B4-BE49-F238E27FC236}">
                  <a16:creationId xmlns:a16="http://schemas.microsoft.com/office/drawing/2014/main" id="{8F6166D5-6545-4A56-81EA-7513BAFAA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2495" y="1141"/>
              <a:ext cx="90" cy="89"/>
            </a:xfrm>
            <a:custGeom>
              <a:avLst/>
              <a:gdLst>
                <a:gd name="T0" fmla="*/ 0 w 270"/>
                <a:gd name="T1" fmla="*/ 269 h 269"/>
                <a:gd name="T2" fmla="*/ 269 w 270"/>
                <a:gd name="T3" fmla="*/ 0 h 269"/>
                <a:gd name="T4" fmla="*/ 270 w 270"/>
                <a:gd name="T5" fmla="*/ 0 h 2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70" h="269">
                  <a:moveTo>
                    <a:pt x="0" y="269"/>
                  </a:moveTo>
                  <a:lnTo>
                    <a:pt x="269" y="0"/>
                  </a:lnTo>
                  <a:lnTo>
                    <a:pt x="270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25157" name="Group 229">
            <a:extLst>
              <a:ext uri="{FF2B5EF4-FFF2-40B4-BE49-F238E27FC236}">
                <a16:creationId xmlns:a16="http://schemas.microsoft.com/office/drawing/2014/main" id="{4677BC8B-5E96-4A0B-9B47-DB41BD86E61E}"/>
              </a:ext>
            </a:extLst>
          </p:cNvPr>
          <p:cNvGrpSpPr>
            <a:grpSpLocks/>
          </p:cNvGrpSpPr>
          <p:nvPr/>
        </p:nvGrpSpPr>
        <p:grpSpPr bwMode="auto">
          <a:xfrm>
            <a:off x="1135063" y="1116013"/>
            <a:ext cx="2376487" cy="1347787"/>
            <a:chOff x="715" y="703"/>
            <a:chExt cx="1497" cy="849"/>
          </a:xfrm>
        </p:grpSpPr>
        <p:sp>
          <p:nvSpPr>
            <p:cNvPr id="124963" name="Freeform 35">
              <a:extLst>
                <a:ext uri="{FF2B5EF4-FFF2-40B4-BE49-F238E27FC236}">
                  <a16:creationId xmlns:a16="http://schemas.microsoft.com/office/drawing/2014/main" id="{4E6C4A5E-FA31-48FD-A763-687F04347DED}"/>
                </a:ext>
              </a:extLst>
            </p:cNvPr>
            <p:cNvSpPr>
              <a:spLocks/>
            </p:cNvSpPr>
            <p:nvPr/>
          </p:nvSpPr>
          <p:spPr bwMode="auto">
            <a:xfrm>
              <a:off x="1924" y="746"/>
              <a:ext cx="1" cy="434"/>
            </a:xfrm>
            <a:custGeom>
              <a:avLst/>
              <a:gdLst>
                <a:gd name="T0" fmla="*/ 0 w 1"/>
                <a:gd name="T1" fmla="*/ 1303 h 1303"/>
                <a:gd name="T2" fmla="*/ 0 w 1"/>
                <a:gd name="T3" fmla="*/ 0 h 1303"/>
                <a:gd name="T4" fmla="*/ 1 w 1"/>
                <a:gd name="T5" fmla="*/ 0 h 13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1303">
                  <a:moveTo>
                    <a:pt x="0" y="1303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4964" name="Freeform 36">
              <a:extLst>
                <a:ext uri="{FF2B5EF4-FFF2-40B4-BE49-F238E27FC236}">
                  <a16:creationId xmlns:a16="http://schemas.microsoft.com/office/drawing/2014/main" id="{11BFA919-9BF5-4F48-966A-5F7CA7914A79}"/>
                </a:ext>
              </a:extLst>
            </p:cNvPr>
            <p:cNvSpPr>
              <a:spLocks/>
            </p:cNvSpPr>
            <p:nvPr/>
          </p:nvSpPr>
          <p:spPr bwMode="auto">
            <a:xfrm>
              <a:off x="1500" y="746"/>
              <a:ext cx="1" cy="754"/>
            </a:xfrm>
            <a:custGeom>
              <a:avLst/>
              <a:gdLst>
                <a:gd name="T0" fmla="*/ 0 w 1"/>
                <a:gd name="T1" fmla="*/ 754 h 754"/>
                <a:gd name="T2" fmla="*/ 0 w 1"/>
                <a:gd name="T3" fmla="*/ 0 h 754"/>
                <a:gd name="T4" fmla="*/ 1 w 1"/>
                <a:gd name="T5" fmla="*/ 0 h 7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754">
                  <a:moveTo>
                    <a:pt x="0" y="754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4965" name="Freeform 37">
              <a:extLst>
                <a:ext uri="{FF2B5EF4-FFF2-40B4-BE49-F238E27FC236}">
                  <a16:creationId xmlns:a16="http://schemas.microsoft.com/office/drawing/2014/main" id="{C9CB9C0E-2364-4898-B2C2-A0CAA392787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" y="1372"/>
              <a:ext cx="1" cy="180"/>
            </a:xfrm>
            <a:custGeom>
              <a:avLst/>
              <a:gdLst>
                <a:gd name="T0" fmla="*/ 0 w 2"/>
                <a:gd name="T1" fmla="*/ 540 h 540"/>
                <a:gd name="T2" fmla="*/ 0 w 2"/>
                <a:gd name="T3" fmla="*/ 0 h 540"/>
                <a:gd name="T4" fmla="*/ 2 w 2"/>
                <a:gd name="T5" fmla="*/ 0 h 5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540">
                  <a:moveTo>
                    <a:pt x="0" y="540"/>
                  </a:moveTo>
                  <a:lnTo>
                    <a:pt x="0" y="0"/>
                  </a:lnTo>
                  <a:lnTo>
                    <a:pt x="2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4966" name="Freeform 38">
              <a:extLst>
                <a:ext uri="{FF2B5EF4-FFF2-40B4-BE49-F238E27FC236}">
                  <a16:creationId xmlns:a16="http://schemas.microsoft.com/office/drawing/2014/main" id="{06882F19-9EDA-4F66-B862-71F99AD3C725}"/>
                </a:ext>
              </a:extLst>
            </p:cNvPr>
            <p:cNvSpPr>
              <a:spLocks/>
            </p:cNvSpPr>
            <p:nvPr/>
          </p:nvSpPr>
          <p:spPr bwMode="auto">
            <a:xfrm>
              <a:off x="949" y="1372"/>
              <a:ext cx="1" cy="180"/>
            </a:xfrm>
            <a:custGeom>
              <a:avLst/>
              <a:gdLst>
                <a:gd name="T0" fmla="*/ 0 w 1"/>
                <a:gd name="T1" fmla="*/ 540 h 540"/>
                <a:gd name="T2" fmla="*/ 0 w 1"/>
                <a:gd name="T3" fmla="*/ 0 h 540"/>
                <a:gd name="T4" fmla="*/ 1 w 1"/>
                <a:gd name="T5" fmla="*/ 0 h 5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540">
                  <a:moveTo>
                    <a:pt x="0" y="540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4967" name="Freeform 39">
              <a:extLst>
                <a:ext uri="{FF2B5EF4-FFF2-40B4-BE49-F238E27FC236}">
                  <a16:creationId xmlns:a16="http://schemas.microsoft.com/office/drawing/2014/main" id="{3E1DBDD9-B111-4E4C-94A7-9AD9BF91D7D6}"/>
                </a:ext>
              </a:extLst>
            </p:cNvPr>
            <p:cNvSpPr>
              <a:spLocks/>
            </p:cNvSpPr>
            <p:nvPr/>
          </p:nvSpPr>
          <p:spPr bwMode="auto">
            <a:xfrm>
              <a:off x="715" y="1372"/>
              <a:ext cx="297" cy="1"/>
            </a:xfrm>
            <a:custGeom>
              <a:avLst/>
              <a:gdLst>
                <a:gd name="T0" fmla="*/ 0 w 891"/>
                <a:gd name="T1" fmla="*/ 890 w 891"/>
                <a:gd name="T2" fmla="*/ 891 w 89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891">
                  <a:moveTo>
                    <a:pt x="0" y="0"/>
                  </a:moveTo>
                  <a:lnTo>
                    <a:pt x="890" y="0"/>
                  </a:lnTo>
                  <a:lnTo>
                    <a:pt x="891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4968" name="Freeform 40">
              <a:extLst>
                <a:ext uri="{FF2B5EF4-FFF2-40B4-BE49-F238E27FC236}">
                  <a16:creationId xmlns:a16="http://schemas.microsoft.com/office/drawing/2014/main" id="{237594AF-1017-43A5-A0A0-D929BA9CBB6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5" y="1255"/>
              <a:ext cx="1" cy="117"/>
            </a:xfrm>
            <a:custGeom>
              <a:avLst/>
              <a:gdLst>
                <a:gd name="T0" fmla="*/ 0 w 1"/>
                <a:gd name="T1" fmla="*/ 351 h 351"/>
                <a:gd name="T2" fmla="*/ 0 w 1"/>
                <a:gd name="T3" fmla="*/ 0 h 351"/>
                <a:gd name="T4" fmla="*/ 1 w 1"/>
                <a:gd name="T5" fmla="*/ 0 h 3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351">
                  <a:moveTo>
                    <a:pt x="0" y="351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4969" name="Freeform 41">
              <a:extLst>
                <a:ext uri="{FF2B5EF4-FFF2-40B4-BE49-F238E27FC236}">
                  <a16:creationId xmlns:a16="http://schemas.microsoft.com/office/drawing/2014/main" id="{A1AFBEF9-094F-4030-BC93-C829003002A5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2" y="1255"/>
              <a:ext cx="1" cy="117"/>
            </a:xfrm>
            <a:custGeom>
              <a:avLst/>
              <a:gdLst>
                <a:gd name="T0" fmla="*/ 0 w 1"/>
                <a:gd name="T1" fmla="*/ 351 h 351"/>
                <a:gd name="T2" fmla="*/ 0 w 1"/>
                <a:gd name="T3" fmla="*/ 0 h 351"/>
                <a:gd name="T4" fmla="*/ 1 w 1"/>
                <a:gd name="T5" fmla="*/ 0 h 3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351">
                  <a:moveTo>
                    <a:pt x="0" y="351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4972" name="Freeform 44">
              <a:extLst>
                <a:ext uri="{FF2B5EF4-FFF2-40B4-BE49-F238E27FC236}">
                  <a16:creationId xmlns:a16="http://schemas.microsoft.com/office/drawing/2014/main" id="{B4B418BD-4863-46A5-B5B2-92E0321502A3}"/>
                </a:ext>
              </a:extLst>
            </p:cNvPr>
            <p:cNvSpPr>
              <a:spLocks/>
            </p:cNvSpPr>
            <p:nvPr/>
          </p:nvSpPr>
          <p:spPr bwMode="auto">
            <a:xfrm>
              <a:off x="1924" y="1350"/>
              <a:ext cx="288" cy="1"/>
            </a:xfrm>
            <a:custGeom>
              <a:avLst/>
              <a:gdLst>
                <a:gd name="T0" fmla="*/ 864 w 864"/>
                <a:gd name="T1" fmla="*/ 0 w 864"/>
                <a:gd name="T2" fmla="*/ 1 w 86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864">
                  <a:moveTo>
                    <a:pt x="864" y="0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4973" name="Freeform 45">
              <a:extLst>
                <a:ext uri="{FF2B5EF4-FFF2-40B4-BE49-F238E27FC236}">
                  <a16:creationId xmlns:a16="http://schemas.microsoft.com/office/drawing/2014/main" id="{5CD1F15C-11EF-4E8B-BCAC-B44CFA7BD0F0}"/>
                </a:ext>
              </a:extLst>
            </p:cNvPr>
            <p:cNvSpPr>
              <a:spLocks/>
            </p:cNvSpPr>
            <p:nvPr/>
          </p:nvSpPr>
          <p:spPr bwMode="auto">
            <a:xfrm>
              <a:off x="1911" y="1179"/>
              <a:ext cx="301" cy="1"/>
            </a:xfrm>
            <a:custGeom>
              <a:avLst/>
              <a:gdLst>
                <a:gd name="T0" fmla="*/ 301 w 301"/>
                <a:gd name="T1" fmla="*/ 1 h 1"/>
                <a:gd name="T2" fmla="*/ 0 w 301"/>
                <a:gd name="T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01" h="1">
                  <a:moveTo>
                    <a:pt x="301" y="1"/>
                  </a:moveTo>
                  <a:lnTo>
                    <a:pt x="0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4974" name="Freeform 46">
              <a:extLst>
                <a:ext uri="{FF2B5EF4-FFF2-40B4-BE49-F238E27FC236}">
                  <a16:creationId xmlns:a16="http://schemas.microsoft.com/office/drawing/2014/main" id="{58EE8340-84CA-4A2E-96FA-FD9414F614DC}"/>
                </a:ext>
              </a:extLst>
            </p:cNvPr>
            <p:cNvSpPr>
              <a:spLocks/>
            </p:cNvSpPr>
            <p:nvPr/>
          </p:nvSpPr>
          <p:spPr bwMode="auto">
            <a:xfrm>
              <a:off x="1906" y="1180"/>
              <a:ext cx="18" cy="170"/>
            </a:xfrm>
            <a:custGeom>
              <a:avLst/>
              <a:gdLst>
                <a:gd name="T0" fmla="*/ 54 w 55"/>
                <a:gd name="T1" fmla="*/ 0 h 509"/>
                <a:gd name="T2" fmla="*/ 0 w 55"/>
                <a:gd name="T3" fmla="*/ 255 h 509"/>
                <a:gd name="T4" fmla="*/ 54 w 55"/>
                <a:gd name="T5" fmla="*/ 509 h 509"/>
                <a:gd name="T6" fmla="*/ 55 w 55"/>
                <a:gd name="T7" fmla="*/ 509 h 5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5" h="509">
                  <a:moveTo>
                    <a:pt x="54" y="0"/>
                  </a:moveTo>
                  <a:lnTo>
                    <a:pt x="0" y="255"/>
                  </a:lnTo>
                  <a:lnTo>
                    <a:pt x="54" y="509"/>
                  </a:lnTo>
                  <a:lnTo>
                    <a:pt x="55" y="509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4975" name="Freeform 47">
              <a:extLst>
                <a:ext uri="{FF2B5EF4-FFF2-40B4-BE49-F238E27FC236}">
                  <a16:creationId xmlns:a16="http://schemas.microsoft.com/office/drawing/2014/main" id="{D3693168-360C-4EBC-A331-B97F58470980}"/>
                </a:ext>
              </a:extLst>
            </p:cNvPr>
            <p:cNvSpPr>
              <a:spLocks/>
            </p:cNvSpPr>
            <p:nvPr/>
          </p:nvSpPr>
          <p:spPr bwMode="auto">
            <a:xfrm>
              <a:off x="1922" y="1350"/>
              <a:ext cx="3" cy="150"/>
            </a:xfrm>
            <a:custGeom>
              <a:avLst/>
              <a:gdLst>
                <a:gd name="T0" fmla="*/ 0 w 3"/>
                <a:gd name="T1" fmla="*/ 150 h 150"/>
                <a:gd name="T2" fmla="*/ 2 w 3"/>
                <a:gd name="T3" fmla="*/ 0 h 150"/>
                <a:gd name="T4" fmla="*/ 3 w 3"/>
                <a:gd name="T5" fmla="*/ 0 h 1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" h="150">
                  <a:moveTo>
                    <a:pt x="0" y="150"/>
                  </a:moveTo>
                  <a:lnTo>
                    <a:pt x="2" y="0"/>
                  </a:lnTo>
                  <a:lnTo>
                    <a:pt x="3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4976" name="Freeform 48">
              <a:extLst>
                <a:ext uri="{FF2B5EF4-FFF2-40B4-BE49-F238E27FC236}">
                  <a16:creationId xmlns:a16="http://schemas.microsoft.com/office/drawing/2014/main" id="{3AB4C09B-5EA6-446D-8DD2-9337043EF80A}"/>
                </a:ext>
              </a:extLst>
            </p:cNvPr>
            <p:cNvSpPr>
              <a:spLocks/>
            </p:cNvSpPr>
            <p:nvPr/>
          </p:nvSpPr>
          <p:spPr bwMode="auto">
            <a:xfrm>
              <a:off x="1500" y="746"/>
              <a:ext cx="424" cy="1"/>
            </a:xfrm>
            <a:custGeom>
              <a:avLst/>
              <a:gdLst>
                <a:gd name="T0" fmla="*/ 0 w 1273"/>
                <a:gd name="T1" fmla="*/ 1272 w 1273"/>
                <a:gd name="T2" fmla="*/ 1273 w 127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1273">
                  <a:moveTo>
                    <a:pt x="0" y="0"/>
                  </a:moveTo>
                  <a:lnTo>
                    <a:pt x="1272" y="0"/>
                  </a:lnTo>
                  <a:lnTo>
                    <a:pt x="1273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4977" name="Freeform 49">
              <a:extLst>
                <a:ext uri="{FF2B5EF4-FFF2-40B4-BE49-F238E27FC236}">
                  <a16:creationId xmlns:a16="http://schemas.microsoft.com/office/drawing/2014/main" id="{FAE90502-2237-4839-AB82-D94C5C368DC1}"/>
                </a:ext>
              </a:extLst>
            </p:cNvPr>
            <p:cNvSpPr>
              <a:spLocks/>
            </p:cNvSpPr>
            <p:nvPr/>
          </p:nvSpPr>
          <p:spPr bwMode="auto">
            <a:xfrm>
              <a:off x="1457" y="703"/>
              <a:ext cx="43" cy="43"/>
            </a:xfrm>
            <a:custGeom>
              <a:avLst/>
              <a:gdLst>
                <a:gd name="T0" fmla="*/ 0 w 128"/>
                <a:gd name="T1" fmla="*/ 0 h 128"/>
                <a:gd name="T2" fmla="*/ 127 w 128"/>
                <a:gd name="T3" fmla="*/ 128 h 128"/>
                <a:gd name="T4" fmla="*/ 128 w 128"/>
                <a:gd name="T5" fmla="*/ 128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28" h="128">
                  <a:moveTo>
                    <a:pt x="0" y="0"/>
                  </a:moveTo>
                  <a:lnTo>
                    <a:pt x="127" y="128"/>
                  </a:lnTo>
                  <a:lnTo>
                    <a:pt x="128" y="128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4978" name="Freeform 50">
              <a:extLst>
                <a:ext uri="{FF2B5EF4-FFF2-40B4-BE49-F238E27FC236}">
                  <a16:creationId xmlns:a16="http://schemas.microsoft.com/office/drawing/2014/main" id="{F0920C6E-0267-42BA-8C9B-766B53C21338}"/>
                </a:ext>
              </a:extLst>
            </p:cNvPr>
            <p:cNvSpPr>
              <a:spLocks/>
            </p:cNvSpPr>
            <p:nvPr/>
          </p:nvSpPr>
          <p:spPr bwMode="auto">
            <a:xfrm>
              <a:off x="1924" y="703"/>
              <a:ext cx="42" cy="43"/>
            </a:xfrm>
            <a:custGeom>
              <a:avLst/>
              <a:gdLst>
                <a:gd name="T0" fmla="*/ 0 w 128"/>
                <a:gd name="T1" fmla="*/ 128 h 128"/>
                <a:gd name="T2" fmla="*/ 127 w 128"/>
                <a:gd name="T3" fmla="*/ 0 h 128"/>
                <a:gd name="T4" fmla="*/ 128 w 128"/>
                <a:gd name="T5" fmla="*/ 0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28" h="128">
                  <a:moveTo>
                    <a:pt x="0" y="128"/>
                  </a:moveTo>
                  <a:lnTo>
                    <a:pt x="127" y="0"/>
                  </a:lnTo>
                  <a:lnTo>
                    <a:pt x="128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25181" name="Group 253">
            <a:extLst>
              <a:ext uri="{FF2B5EF4-FFF2-40B4-BE49-F238E27FC236}">
                <a16:creationId xmlns:a16="http://schemas.microsoft.com/office/drawing/2014/main" id="{331F5944-8A6F-43B4-9E33-65BF1915FA97}"/>
              </a:ext>
            </a:extLst>
          </p:cNvPr>
          <p:cNvGrpSpPr>
            <a:grpSpLocks/>
          </p:cNvGrpSpPr>
          <p:nvPr/>
        </p:nvGrpSpPr>
        <p:grpSpPr bwMode="auto">
          <a:xfrm>
            <a:off x="965200" y="987425"/>
            <a:ext cx="4264025" cy="3556000"/>
            <a:chOff x="608" y="622"/>
            <a:chExt cx="2686" cy="2240"/>
          </a:xfrm>
        </p:grpSpPr>
        <p:grpSp>
          <p:nvGrpSpPr>
            <p:cNvPr id="124980" name="Group 52">
              <a:extLst>
                <a:ext uri="{FF2B5EF4-FFF2-40B4-BE49-F238E27FC236}">
                  <a16:creationId xmlns:a16="http://schemas.microsoft.com/office/drawing/2014/main" id="{795F2CB4-255E-4879-B67F-190782CD702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08" y="1773"/>
              <a:ext cx="1674" cy="1089"/>
              <a:chOff x="981" y="1615"/>
              <a:chExt cx="1674" cy="1089"/>
            </a:xfrm>
          </p:grpSpPr>
          <p:sp>
            <p:nvSpPr>
              <p:cNvPr id="124981" name="Freeform 53">
                <a:extLst>
                  <a:ext uri="{FF2B5EF4-FFF2-40B4-BE49-F238E27FC236}">
                    <a16:creationId xmlns:a16="http://schemas.microsoft.com/office/drawing/2014/main" id="{3DC51C57-7354-4532-ADF8-5E652993033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70" y="2045"/>
                <a:ext cx="467" cy="1"/>
              </a:xfrm>
              <a:custGeom>
                <a:avLst/>
                <a:gdLst>
                  <a:gd name="T0" fmla="*/ 0 w 1400"/>
                  <a:gd name="T1" fmla="*/ 1399 w 1400"/>
                  <a:gd name="T2" fmla="*/ 1400 w 1400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400">
                    <a:moveTo>
                      <a:pt x="0" y="0"/>
                    </a:moveTo>
                    <a:lnTo>
                      <a:pt x="1399" y="0"/>
                    </a:lnTo>
                    <a:lnTo>
                      <a:pt x="1400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4982" name="Freeform 54">
                <a:extLst>
                  <a:ext uri="{FF2B5EF4-FFF2-40B4-BE49-F238E27FC236}">
                    <a16:creationId xmlns:a16="http://schemas.microsoft.com/office/drawing/2014/main" id="{BFEB53AD-F59D-4694-8AB8-B4CA96D5BF9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86" y="2045"/>
                <a:ext cx="23" cy="1"/>
              </a:xfrm>
              <a:custGeom>
                <a:avLst/>
                <a:gdLst>
                  <a:gd name="T0" fmla="*/ 0 w 69"/>
                  <a:gd name="T1" fmla="*/ 68 w 69"/>
                  <a:gd name="T2" fmla="*/ 69 w 69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69">
                    <a:moveTo>
                      <a:pt x="0" y="0"/>
                    </a:moveTo>
                    <a:lnTo>
                      <a:pt x="68" y="0"/>
                    </a:lnTo>
                    <a:lnTo>
                      <a:pt x="69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4983" name="Freeform 55">
                <a:extLst>
                  <a:ext uri="{FF2B5EF4-FFF2-40B4-BE49-F238E27FC236}">
                    <a16:creationId xmlns:a16="http://schemas.microsoft.com/office/drawing/2014/main" id="{383B330A-9ADC-478B-8743-3BD8D503E0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50" y="2045"/>
                <a:ext cx="405" cy="1"/>
              </a:xfrm>
              <a:custGeom>
                <a:avLst/>
                <a:gdLst>
                  <a:gd name="T0" fmla="*/ 0 w 1215"/>
                  <a:gd name="T1" fmla="*/ 1213 w 1215"/>
                  <a:gd name="T2" fmla="*/ 1215 w 1215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215">
                    <a:moveTo>
                      <a:pt x="0" y="0"/>
                    </a:moveTo>
                    <a:lnTo>
                      <a:pt x="1213" y="0"/>
                    </a:lnTo>
                    <a:lnTo>
                      <a:pt x="1215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4984" name="Oval 56">
                <a:extLst>
                  <a:ext uri="{FF2B5EF4-FFF2-40B4-BE49-F238E27FC236}">
                    <a16:creationId xmlns:a16="http://schemas.microsoft.com/office/drawing/2014/main" id="{AD4BB04F-D773-4EB1-BB65-87C4B839AA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9" y="2287"/>
                <a:ext cx="295" cy="292"/>
              </a:xfrm>
              <a:prstGeom prst="ellips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4985" name="Oval 57">
                <a:extLst>
                  <a:ext uri="{FF2B5EF4-FFF2-40B4-BE49-F238E27FC236}">
                    <a16:creationId xmlns:a16="http://schemas.microsoft.com/office/drawing/2014/main" id="{77B1C345-33FD-46D8-B0C1-1A0B908DF5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53" y="2353"/>
                <a:ext cx="164" cy="164"/>
              </a:xfrm>
              <a:prstGeom prst="ellips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4986" name="Oval 58">
                <a:extLst>
                  <a:ext uri="{FF2B5EF4-FFF2-40B4-BE49-F238E27FC236}">
                    <a16:creationId xmlns:a16="http://schemas.microsoft.com/office/drawing/2014/main" id="{5620E192-1568-48FF-BC4A-4702DFE47C3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25" y="1686"/>
                <a:ext cx="718" cy="720"/>
              </a:xfrm>
              <a:prstGeom prst="ellips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4987" name="Oval 59">
                <a:extLst>
                  <a:ext uri="{FF2B5EF4-FFF2-40B4-BE49-F238E27FC236}">
                    <a16:creationId xmlns:a16="http://schemas.microsoft.com/office/drawing/2014/main" id="{B42F3FF8-34B7-4CC6-9F50-74A0B6FF94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73" y="1836"/>
                <a:ext cx="424" cy="419"/>
              </a:xfrm>
              <a:prstGeom prst="ellips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4988" name="Oval 60">
                <a:extLst>
                  <a:ext uri="{FF2B5EF4-FFF2-40B4-BE49-F238E27FC236}">
                    <a16:creationId xmlns:a16="http://schemas.microsoft.com/office/drawing/2014/main" id="{06CDEA85-FF1F-415F-9FD7-7A4B0D76F6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30" y="1798"/>
                <a:ext cx="509" cy="502"/>
              </a:xfrm>
              <a:prstGeom prst="ellips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4989" name="Freeform 61">
                <a:extLst>
                  <a:ext uri="{FF2B5EF4-FFF2-40B4-BE49-F238E27FC236}">
                    <a16:creationId xmlns:a16="http://schemas.microsoft.com/office/drawing/2014/main" id="{C033FD93-83A3-43A1-BAD5-B01AA6DB41B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37" y="1758"/>
                <a:ext cx="1" cy="386"/>
              </a:xfrm>
              <a:custGeom>
                <a:avLst/>
                <a:gdLst>
                  <a:gd name="T0" fmla="*/ 0 w 1"/>
                  <a:gd name="T1" fmla="*/ 0 h 1156"/>
                  <a:gd name="T2" fmla="*/ 0 w 1"/>
                  <a:gd name="T3" fmla="*/ 1156 h 1156"/>
                  <a:gd name="T4" fmla="*/ 1 w 1"/>
                  <a:gd name="T5" fmla="*/ 1156 h 11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156">
                    <a:moveTo>
                      <a:pt x="0" y="0"/>
                    </a:moveTo>
                    <a:lnTo>
                      <a:pt x="0" y="1156"/>
                    </a:lnTo>
                    <a:lnTo>
                      <a:pt x="1" y="1156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4990" name="Freeform 62">
                <a:extLst>
                  <a:ext uri="{FF2B5EF4-FFF2-40B4-BE49-F238E27FC236}">
                    <a16:creationId xmlns:a16="http://schemas.microsoft.com/office/drawing/2014/main" id="{7B5B7FB1-2730-4CE7-B02A-1A34C6651A4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85" y="1876"/>
                <a:ext cx="1" cy="339"/>
              </a:xfrm>
              <a:custGeom>
                <a:avLst/>
                <a:gdLst>
                  <a:gd name="T0" fmla="*/ 0 w 1"/>
                  <a:gd name="T1" fmla="*/ 0 h 1018"/>
                  <a:gd name="T2" fmla="*/ 0 w 1"/>
                  <a:gd name="T3" fmla="*/ 1018 h 1018"/>
                  <a:gd name="T4" fmla="*/ 1 w 1"/>
                  <a:gd name="T5" fmla="*/ 1018 h 10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018">
                    <a:moveTo>
                      <a:pt x="0" y="0"/>
                    </a:moveTo>
                    <a:lnTo>
                      <a:pt x="0" y="1018"/>
                    </a:lnTo>
                    <a:lnTo>
                      <a:pt x="1" y="1018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124991" name="Group 63">
                <a:extLst>
                  <a:ext uri="{FF2B5EF4-FFF2-40B4-BE49-F238E27FC236}">
                    <a16:creationId xmlns:a16="http://schemas.microsoft.com/office/drawing/2014/main" id="{2B9D2E9C-EB9A-4C02-B6DE-CF27069BC4F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534" y="1685"/>
                <a:ext cx="1" cy="1018"/>
                <a:chOff x="1534" y="1685"/>
                <a:chExt cx="1" cy="1018"/>
              </a:xfrm>
            </p:grpSpPr>
            <p:sp>
              <p:nvSpPr>
                <p:cNvPr id="124992" name="Freeform 64">
                  <a:extLst>
                    <a:ext uri="{FF2B5EF4-FFF2-40B4-BE49-F238E27FC236}">
                      <a16:creationId xmlns:a16="http://schemas.microsoft.com/office/drawing/2014/main" id="{46BF37F0-18AE-47C9-B7BD-41533724BC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534" y="1685"/>
                  <a:ext cx="1" cy="112"/>
                </a:xfrm>
                <a:custGeom>
                  <a:avLst/>
                  <a:gdLst>
                    <a:gd name="T0" fmla="*/ 0 w 1"/>
                    <a:gd name="T1" fmla="*/ 0 h 336"/>
                    <a:gd name="T2" fmla="*/ 0 w 1"/>
                    <a:gd name="T3" fmla="*/ 336 h 336"/>
                    <a:gd name="T4" fmla="*/ 1 w 1"/>
                    <a:gd name="T5" fmla="*/ 336 h 3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" h="336">
                      <a:moveTo>
                        <a:pt x="0" y="0"/>
                      </a:moveTo>
                      <a:lnTo>
                        <a:pt x="0" y="336"/>
                      </a:lnTo>
                      <a:lnTo>
                        <a:pt x="1" y="336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4993" name="Freeform 65">
                  <a:extLst>
                    <a:ext uri="{FF2B5EF4-FFF2-40B4-BE49-F238E27FC236}">
                      <a16:creationId xmlns:a16="http://schemas.microsoft.com/office/drawing/2014/main" id="{B142A1A7-DE1E-4163-8204-69FB1E9FF67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534" y="1828"/>
                  <a:ext cx="1" cy="122"/>
                </a:xfrm>
                <a:custGeom>
                  <a:avLst/>
                  <a:gdLst>
                    <a:gd name="T0" fmla="*/ 0 w 1"/>
                    <a:gd name="T1" fmla="*/ 0 h 367"/>
                    <a:gd name="T2" fmla="*/ 0 w 1"/>
                    <a:gd name="T3" fmla="*/ 367 h 367"/>
                    <a:gd name="T4" fmla="*/ 1 w 1"/>
                    <a:gd name="T5" fmla="*/ 367 h 36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" h="367">
                      <a:moveTo>
                        <a:pt x="0" y="0"/>
                      </a:moveTo>
                      <a:lnTo>
                        <a:pt x="0" y="367"/>
                      </a:lnTo>
                      <a:lnTo>
                        <a:pt x="1" y="367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4994" name="Freeform 66">
                  <a:extLst>
                    <a:ext uri="{FF2B5EF4-FFF2-40B4-BE49-F238E27FC236}">
                      <a16:creationId xmlns:a16="http://schemas.microsoft.com/office/drawing/2014/main" id="{0E019C16-FB25-4D17-B51B-9CF74ADD655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534" y="1980"/>
                  <a:ext cx="1" cy="122"/>
                </a:xfrm>
                <a:custGeom>
                  <a:avLst/>
                  <a:gdLst>
                    <a:gd name="T0" fmla="*/ 0 w 1"/>
                    <a:gd name="T1" fmla="*/ 0 h 366"/>
                    <a:gd name="T2" fmla="*/ 0 w 1"/>
                    <a:gd name="T3" fmla="*/ 366 h 366"/>
                    <a:gd name="T4" fmla="*/ 1 w 1"/>
                    <a:gd name="T5" fmla="*/ 366 h 3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" h="366">
                      <a:moveTo>
                        <a:pt x="0" y="0"/>
                      </a:moveTo>
                      <a:lnTo>
                        <a:pt x="0" y="366"/>
                      </a:lnTo>
                      <a:lnTo>
                        <a:pt x="1" y="366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4995" name="Freeform 67">
                  <a:extLst>
                    <a:ext uri="{FF2B5EF4-FFF2-40B4-BE49-F238E27FC236}">
                      <a16:creationId xmlns:a16="http://schemas.microsoft.com/office/drawing/2014/main" id="{7925C50E-5F5F-4139-AB29-E8030159920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534" y="2133"/>
                  <a:ext cx="1" cy="122"/>
                </a:xfrm>
                <a:custGeom>
                  <a:avLst/>
                  <a:gdLst>
                    <a:gd name="T0" fmla="*/ 0 w 1"/>
                    <a:gd name="T1" fmla="*/ 0 h 367"/>
                    <a:gd name="T2" fmla="*/ 0 w 1"/>
                    <a:gd name="T3" fmla="*/ 367 h 367"/>
                    <a:gd name="T4" fmla="*/ 1 w 1"/>
                    <a:gd name="T5" fmla="*/ 367 h 36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" h="367">
                      <a:moveTo>
                        <a:pt x="0" y="0"/>
                      </a:moveTo>
                      <a:lnTo>
                        <a:pt x="0" y="367"/>
                      </a:lnTo>
                      <a:lnTo>
                        <a:pt x="1" y="367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4996" name="Freeform 68">
                  <a:extLst>
                    <a:ext uri="{FF2B5EF4-FFF2-40B4-BE49-F238E27FC236}">
                      <a16:creationId xmlns:a16="http://schemas.microsoft.com/office/drawing/2014/main" id="{213A8944-363C-498F-A89B-C2D00770BF1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534" y="2286"/>
                  <a:ext cx="1" cy="122"/>
                </a:xfrm>
                <a:custGeom>
                  <a:avLst/>
                  <a:gdLst>
                    <a:gd name="T0" fmla="*/ 0 w 1"/>
                    <a:gd name="T1" fmla="*/ 0 h 366"/>
                    <a:gd name="T2" fmla="*/ 0 w 1"/>
                    <a:gd name="T3" fmla="*/ 366 h 366"/>
                    <a:gd name="T4" fmla="*/ 1 w 1"/>
                    <a:gd name="T5" fmla="*/ 366 h 3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" h="366">
                      <a:moveTo>
                        <a:pt x="0" y="0"/>
                      </a:moveTo>
                      <a:lnTo>
                        <a:pt x="0" y="366"/>
                      </a:lnTo>
                      <a:lnTo>
                        <a:pt x="1" y="366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4997" name="Freeform 69">
                  <a:extLst>
                    <a:ext uri="{FF2B5EF4-FFF2-40B4-BE49-F238E27FC236}">
                      <a16:creationId xmlns:a16="http://schemas.microsoft.com/office/drawing/2014/main" id="{4A12C798-EA90-4725-BE38-C00CCDD00EF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534" y="2438"/>
                  <a:ext cx="1" cy="123"/>
                </a:xfrm>
                <a:custGeom>
                  <a:avLst/>
                  <a:gdLst>
                    <a:gd name="T0" fmla="*/ 0 w 1"/>
                    <a:gd name="T1" fmla="*/ 0 h 367"/>
                    <a:gd name="T2" fmla="*/ 0 w 1"/>
                    <a:gd name="T3" fmla="*/ 367 h 367"/>
                    <a:gd name="T4" fmla="*/ 1 w 1"/>
                    <a:gd name="T5" fmla="*/ 367 h 36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" h="367">
                      <a:moveTo>
                        <a:pt x="0" y="0"/>
                      </a:moveTo>
                      <a:lnTo>
                        <a:pt x="0" y="367"/>
                      </a:lnTo>
                      <a:lnTo>
                        <a:pt x="1" y="367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4998" name="Freeform 70">
                  <a:extLst>
                    <a:ext uri="{FF2B5EF4-FFF2-40B4-BE49-F238E27FC236}">
                      <a16:creationId xmlns:a16="http://schemas.microsoft.com/office/drawing/2014/main" id="{208068B5-A0EB-4FD3-9BDE-10BAC71278C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534" y="2591"/>
                  <a:ext cx="1" cy="112"/>
                </a:xfrm>
                <a:custGeom>
                  <a:avLst/>
                  <a:gdLst>
                    <a:gd name="T0" fmla="*/ 0 w 1"/>
                    <a:gd name="T1" fmla="*/ 0 h 337"/>
                    <a:gd name="T2" fmla="*/ 0 w 1"/>
                    <a:gd name="T3" fmla="*/ 337 h 337"/>
                    <a:gd name="T4" fmla="*/ 1 w 1"/>
                    <a:gd name="T5" fmla="*/ 337 h 33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" h="337">
                      <a:moveTo>
                        <a:pt x="0" y="0"/>
                      </a:moveTo>
                      <a:lnTo>
                        <a:pt x="0" y="337"/>
                      </a:lnTo>
                      <a:lnTo>
                        <a:pt x="1" y="337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124999" name="Freeform 71">
                <a:extLst>
                  <a:ext uri="{FF2B5EF4-FFF2-40B4-BE49-F238E27FC236}">
                    <a16:creationId xmlns:a16="http://schemas.microsoft.com/office/drawing/2014/main" id="{11D46DA4-FB8A-4451-A237-9B6E5B7BAD5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83" y="1727"/>
                <a:ext cx="1" cy="933"/>
              </a:xfrm>
              <a:custGeom>
                <a:avLst/>
                <a:gdLst>
                  <a:gd name="T0" fmla="*/ 0 w 1"/>
                  <a:gd name="T1" fmla="*/ 0 h 2799"/>
                  <a:gd name="T2" fmla="*/ 0 w 1"/>
                  <a:gd name="T3" fmla="*/ 2799 h 2799"/>
                  <a:gd name="T4" fmla="*/ 1 w 1"/>
                  <a:gd name="T5" fmla="*/ 2799 h 27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799">
                    <a:moveTo>
                      <a:pt x="0" y="0"/>
                    </a:moveTo>
                    <a:lnTo>
                      <a:pt x="0" y="2799"/>
                    </a:lnTo>
                    <a:lnTo>
                      <a:pt x="1" y="2799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000" name="Freeform 72">
                <a:extLst>
                  <a:ext uri="{FF2B5EF4-FFF2-40B4-BE49-F238E27FC236}">
                    <a16:creationId xmlns:a16="http://schemas.microsoft.com/office/drawing/2014/main" id="{CE63E721-69F0-47D6-8E60-00D12B926AA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34" y="2372"/>
                <a:ext cx="704" cy="331"/>
              </a:xfrm>
              <a:custGeom>
                <a:avLst/>
                <a:gdLst>
                  <a:gd name="T0" fmla="*/ 0 w 2114"/>
                  <a:gd name="T1" fmla="*/ 995 h 995"/>
                  <a:gd name="T2" fmla="*/ 2112 w 2114"/>
                  <a:gd name="T3" fmla="*/ 0 h 995"/>
                  <a:gd name="T4" fmla="*/ 2114 w 2114"/>
                  <a:gd name="T5" fmla="*/ 0 h 9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14" h="995">
                    <a:moveTo>
                      <a:pt x="0" y="995"/>
                    </a:moveTo>
                    <a:lnTo>
                      <a:pt x="2112" y="0"/>
                    </a:lnTo>
                    <a:lnTo>
                      <a:pt x="2114" y="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001" name="Freeform 73">
                <a:extLst>
                  <a:ext uri="{FF2B5EF4-FFF2-40B4-BE49-F238E27FC236}">
                    <a16:creationId xmlns:a16="http://schemas.microsoft.com/office/drawing/2014/main" id="{BBDC8295-6269-4335-BAB5-741D675BA99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36" y="2246"/>
                <a:ext cx="1" cy="394"/>
              </a:xfrm>
              <a:custGeom>
                <a:avLst/>
                <a:gdLst>
                  <a:gd name="T0" fmla="*/ 1 w 1"/>
                  <a:gd name="T1" fmla="*/ 0 h 394"/>
                  <a:gd name="T2" fmla="*/ 0 w 1"/>
                  <a:gd name="T3" fmla="*/ 394 h 3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" h="394">
                    <a:moveTo>
                      <a:pt x="1" y="0"/>
                    </a:moveTo>
                    <a:lnTo>
                      <a:pt x="0" y="394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002" name="Freeform 74">
                <a:extLst>
                  <a:ext uri="{FF2B5EF4-FFF2-40B4-BE49-F238E27FC236}">
                    <a16:creationId xmlns:a16="http://schemas.microsoft.com/office/drawing/2014/main" id="{ACC6FF56-DB0C-44E7-AA71-0927E2D4BDB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25" y="2703"/>
                <a:ext cx="509" cy="1"/>
              </a:xfrm>
              <a:custGeom>
                <a:avLst/>
                <a:gdLst>
                  <a:gd name="T0" fmla="*/ 1526 w 1526"/>
                  <a:gd name="T1" fmla="*/ 0 w 1526"/>
                  <a:gd name="T2" fmla="*/ 1 w 1526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526">
                    <a:moveTo>
                      <a:pt x="1526" y="0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003" name="Freeform 75">
                <a:extLst>
                  <a:ext uri="{FF2B5EF4-FFF2-40B4-BE49-F238E27FC236}">
                    <a16:creationId xmlns:a16="http://schemas.microsoft.com/office/drawing/2014/main" id="{4154962B-9773-4984-B74A-D74FCF5CD90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81" y="2649"/>
                <a:ext cx="44" cy="54"/>
              </a:xfrm>
              <a:custGeom>
                <a:avLst/>
                <a:gdLst>
                  <a:gd name="T0" fmla="*/ 0 w 44"/>
                  <a:gd name="T1" fmla="*/ 0 h 54"/>
                  <a:gd name="T2" fmla="*/ 9 w 44"/>
                  <a:gd name="T3" fmla="*/ 39 h 54"/>
                  <a:gd name="T4" fmla="*/ 44 w 44"/>
                  <a:gd name="T5" fmla="*/ 54 h 54"/>
                  <a:gd name="T6" fmla="*/ 44 w 44"/>
                  <a:gd name="T7" fmla="*/ 54 h 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4" h="54">
                    <a:moveTo>
                      <a:pt x="0" y="0"/>
                    </a:moveTo>
                    <a:lnTo>
                      <a:pt x="9" y="39"/>
                    </a:lnTo>
                    <a:lnTo>
                      <a:pt x="44" y="54"/>
                    </a:lnTo>
                    <a:lnTo>
                      <a:pt x="44" y="54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004" name="Freeform 76">
                <a:extLst>
                  <a:ext uri="{FF2B5EF4-FFF2-40B4-BE49-F238E27FC236}">
                    <a16:creationId xmlns:a16="http://schemas.microsoft.com/office/drawing/2014/main" id="{739B2F4E-BB57-4428-A8C6-6422C62879B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43" y="2436"/>
                <a:ext cx="407" cy="1"/>
              </a:xfrm>
              <a:custGeom>
                <a:avLst/>
                <a:gdLst>
                  <a:gd name="T0" fmla="*/ 0 w 1220"/>
                  <a:gd name="T1" fmla="*/ 1219 w 1220"/>
                  <a:gd name="T2" fmla="*/ 1220 w 1220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220">
                    <a:moveTo>
                      <a:pt x="0" y="0"/>
                    </a:moveTo>
                    <a:lnTo>
                      <a:pt x="1219" y="0"/>
                    </a:lnTo>
                    <a:lnTo>
                      <a:pt x="1220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005" name="Freeform 77">
                <a:extLst>
                  <a:ext uri="{FF2B5EF4-FFF2-40B4-BE49-F238E27FC236}">
                    <a16:creationId xmlns:a16="http://schemas.microsoft.com/office/drawing/2014/main" id="{91B860C8-2440-45F3-B116-661842D69FC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26" y="1962"/>
                <a:ext cx="424" cy="1"/>
              </a:xfrm>
              <a:custGeom>
                <a:avLst/>
                <a:gdLst>
                  <a:gd name="T0" fmla="*/ 0 w 1271"/>
                  <a:gd name="T1" fmla="*/ 1270 w 1271"/>
                  <a:gd name="T2" fmla="*/ 1271 w 127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271">
                    <a:moveTo>
                      <a:pt x="0" y="0"/>
                    </a:moveTo>
                    <a:lnTo>
                      <a:pt x="1270" y="0"/>
                    </a:lnTo>
                    <a:lnTo>
                      <a:pt x="1271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125006" name="Group 78">
                <a:extLst>
                  <a:ext uri="{FF2B5EF4-FFF2-40B4-BE49-F238E27FC236}">
                    <a16:creationId xmlns:a16="http://schemas.microsoft.com/office/drawing/2014/main" id="{5088F101-B305-4048-B560-B0201B8F455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085" y="1615"/>
                <a:ext cx="1" cy="871"/>
                <a:chOff x="2085" y="1615"/>
                <a:chExt cx="1" cy="871"/>
              </a:xfrm>
            </p:grpSpPr>
            <p:sp>
              <p:nvSpPr>
                <p:cNvPr id="125007" name="Freeform 79">
                  <a:extLst>
                    <a:ext uri="{FF2B5EF4-FFF2-40B4-BE49-F238E27FC236}">
                      <a16:creationId xmlns:a16="http://schemas.microsoft.com/office/drawing/2014/main" id="{B8F1C983-BAEA-47FE-8403-A524EC71131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85" y="1615"/>
                  <a:ext cx="1" cy="490"/>
                </a:xfrm>
                <a:custGeom>
                  <a:avLst/>
                  <a:gdLst>
                    <a:gd name="T0" fmla="*/ 0 w 1"/>
                    <a:gd name="T1" fmla="*/ 0 h 1472"/>
                    <a:gd name="T2" fmla="*/ 0 w 1"/>
                    <a:gd name="T3" fmla="*/ 1472 h 1472"/>
                    <a:gd name="T4" fmla="*/ 1 w 1"/>
                    <a:gd name="T5" fmla="*/ 1472 h 147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" h="1472">
                      <a:moveTo>
                        <a:pt x="0" y="0"/>
                      </a:moveTo>
                      <a:lnTo>
                        <a:pt x="0" y="1472"/>
                      </a:lnTo>
                      <a:lnTo>
                        <a:pt x="1" y="1472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5008" name="Freeform 80">
                  <a:extLst>
                    <a:ext uri="{FF2B5EF4-FFF2-40B4-BE49-F238E27FC236}">
                      <a16:creationId xmlns:a16="http://schemas.microsoft.com/office/drawing/2014/main" id="{43509F10-7849-4D47-A319-A3CA5AC8711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85" y="2208"/>
                  <a:ext cx="1" cy="278"/>
                </a:xfrm>
                <a:custGeom>
                  <a:avLst/>
                  <a:gdLst>
                    <a:gd name="T0" fmla="*/ 0 w 1"/>
                    <a:gd name="T1" fmla="*/ 0 h 834"/>
                    <a:gd name="T2" fmla="*/ 0 w 1"/>
                    <a:gd name="T3" fmla="*/ 834 h 834"/>
                    <a:gd name="T4" fmla="*/ 1 w 1"/>
                    <a:gd name="T5" fmla="*/ 834 h 8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" h="834">
                      <a:moveTo>
                        <a:pt x="0" y="0"/>
                      </a:moveTo>
                      <a:lnTo>
                        <a:pt x="0" y="834"/>
                      </a:lnTo>
                      <a:lnTo>
                        <a:pt x="1" y="834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5009" name="Freeform 81">
                  <a:extLst>
                    <a:ext uri="{FF2B5EF4-FFF2-40B4-BE49-F238E27FC236}">
                      <a16:creationId xmlns:a16="http://schemas.microsoft.com/office/drawing/2014/main" id="{1833CCCA-89F8-4F78-8E13-F5D45CCF304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85" y="2147"/>
                  <a:ext cx="1" cy="19"/>
                </a:xfrm>
                <a:custGeom>
                  <a:avLst/>
                  <a:gdLst>
                    <a:gd name="T0" fmla="*/ 0 w 1"/>
                    <a:gd name="T1" fmla="*/ 0 h 56"/>
                    <a:gd name="T2" fmla="*/ 0 w 1"/>
                    <a:gd name="T3" fmla="*/ 56 h 56"/>
                    <a:gd name="T4" fmla="*/ 1 w 1"/>
                    <a:gd name="T5" fmla="*/ 56 h 5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" h="56">
                      <a:moveTo>
                        <a:pt x="0" y="0"/>
                      </a:moveTo>
                      <a:lnTo>
                        <a:pt x="0" y="56"/>
                      </a:lnTo>
                      <a:lnTo>
                        <a:pt x="1" y="56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125010" name="Freeform 82">
                <a:extLst>
                  <a:ext uri="{FF2B5EF4-FFF2-40B4-BE49-F238E27FC236}">
                    <a16:creationId xmlns:a16="http://schemas.microsoft.com/office/drawing/2014/main" id="{FF476298-1E73-4D61-BE66-A83AD61A0CF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42" y="2193"/>
                <a:ext cx="44" cy="65"/>
              </a:xfrm>
              <a:custGeom>
                <a:avLst/>
                <a:gdLst>
                  <a:gd name="T0" fmla="*/ 0 w 44"/>
                  <a:gd name="T1" fmla="*/ 65 h 65"/>
                  <a:gd name="T2" fmla="*/ 30 w 44"/>
                  <a:gd name="T3" fmla="*/ 53 h 65"/>
                  <a:gd name="T4" fmla="*/ 41 w 44"/>
                  <a:gd name="T5" fmla="*/ 33 h 65"/>
                  <a:gd name="T6" fmla="*/ 44 w 44"/>
                  <a:gd name="T7" fmla="*/ 0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4" h="65">
                    <a:moveTo>
                      <a:pt x="0" y="65"/>
                    </a:moveTo>
                    <a:lnTo>
                      <a:pt x="30" y="53"/>
                    </a:lnTo>
                    <a:lnTo>
                      <a:pt x="41" y="33"/>
                    </a:lnTo>
                    <a:lnTo>
                      <a:pt x="44" y="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011" name="Freeform 83">
                <a:extLst>
                  <a:ext uri="{FF2B5EF4-FFF2-40B4-BE49-F238E27FC236}">
                    <a16:creationId xmlns:a16="http://schemas.microsoft.com/office/drawing/2014/main" id="{195911AD-1C99-44DC-9CAA-D7C424D0A7F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76" y="2258"/>
                <a:ext cx="167" cy="1"/>
              </a:xfrm>
              <a:custGeom>
                <a:avLst/>
                <a:gdLst>
                  <a:gd name="T0" fmla="*/ 0 w 501"/>
                  <a:gd name="T1" fmla="*/ 500 w 501"/>
                  <a:gd name="T2" fmla="*/ 501 w 50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501">
                    <a:moveTo>
                      <a:pt x="0" y="0"/>
                    </a:moveTo>
                    <a:lnTo>
                      <a:pt x="500" y="0"/>
                    </a:lnTo>
                    <a:lnTo>
                      <a:pt x="501" y="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012" name="Freeform 84">
                <a:extLst>
                  <a:ext uri="{FF2B5EF4-FFF2-40B4-BE49-F238E27FC236}">
                    <a16:creationId xmlns:a16="http://schemas.microsoft.com/office/drawing/2014/main" id="{C8DACB84-A35A-472A-A91D-E152D07940F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25" y="1685"/>
                <a:ext cx="1060" cy="1"/>
              </a:xfrm>
              <a:custGeom>
                <a:avLst/>
                <a:gdLst>
                  <a:gd name="T0" fmla="*/ 3179 w 3179"/>
                  <a:gd name="T1" fmla="*/ 0 w 3179"/>
                  <a:gd name="T2" fmla="*/ 1 w 3179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3179">
                    <a:moveTo>
                      <a:pt x="3179" y="0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013" name="Freeform 85">
                <a:extLst>
                  <a:ext uri="{FF2B5EF4-FFF2-40B4-BE49-F238E27FC236}">
                    <a16:creationId xmlns:a16="http://schemas.microsoft.com/office/drawing/2014/main" id="{8052CAD4-F4E6-46EF-ACDA-3B110C486C3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83" y="1685"/>
                <a:ext cx="42" cy="42"/>
              </a:xfrm>
              <a:custGeom>
                <a:avLst/>
                <a:gdLst>
                  <a:gd name="T0" fmla="*/ 127 w 127"/>
                  <a:gd name="T1" fmla="*/ 0 h 127"/>
                  <a:gd name="T2" fmla="*/ 36 w 127"/>
                  <a:gd name="T3" fmla="*/ 38 h 127"/>
                  <a:gd name="T4" fmla="*/ 0 w 127"/>
                  <a:gd name="T5" fmla="*/ 127 h 127"/>
                  <a:gd name="T6" fmla="*/ 1 w 127"/>
                  <a:gd name="T7" fmla="*/ 127 h 1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27" h="127">
                    <a:moveTo>
                      <a:pt x="127" y="0"/>
                    </a:moveTo>
                    <a:lnTo>
                      <a:pt x="36" y="38"/>
                    </a:lnTo>
                    <a:lnTo>
                      <a:pt x="0" y="127"/>
                    </a:lnTo>
                    <a:lnTo>
                      <a:pt x="1" y="127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014" name="Freeform 86">
                <a:extLst>
                  <a:ext uri="{FF2B5EF4-FFF2-40B4-BE49-F238E27FC236}">
                    <a16:creationId xmlns:a16="http://schemas.microsoft.com/office/drawing/2014/main" id="{B4E8F0F5-2678-462F-AD3D-944169265A7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76" y="1834"/>
                <a:ext cx="167" cy="1"/>
              </a:xfrm>
              <a:custGeom>
                <a:avLst/>
                <a:gdLst>
                  <a:gd name="T0" fmla="*/ 0 w 501"/>
                  <a:gd name="T1" fmla="*/ 500 w 501"/>
                  <a:gd name="T2" fmla="*/ 501 w 50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501">
                    <a:moveTo>
                      <a:pt x="0" y="0"/>
                    </a:moveTo>
                    <a:lnTo>
                      <a:pt x="500" y="0"/>
                    </a:lnTo>
                    <a:lnTo>
                      <a:pt x="501" y="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015" name="Freeform 87">
                <a:extLst>
                  <a:ext uri="{FF2B5EF4-FFF2-40B4-BE49-F238E27FC236}">
                    <a16:creationId xmlns:a16="http://schemas.microsoft.com/office/drawing/2014/main" id="{700F4DB2-A1BC-416A-AE92-70F60F59F45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35" y="1830"/>
                <a:ext cx="50" cy="46"/>
              </a:xfrm>
              <a:custGeom>
                <a:avLst/>
                <a:gdLst>
                  <a:gd name="T0" fmla="*/ 50 w 50"/>
                  <a:gd name="T1" fmla="*/ 46 h 46"/>
                  <a:gd name="T2" fmla="*/ 37 w 50"/>
                  <a:gd name="T3" fmla="*/ 16 h 46"/>
                  <a:gd name="T4" fmla="*/ 21 w 50"/>
                  <a:gd name="T5" fmla="*/ 3 h 46"/>
                  <a:gd name="T6" fmla="*/ 0 w 50"/>
                  <a:gd name="T7" fmla="*/ 0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50" h="46">
                    <a:moveTo>
                      <a:pt x="50" y="46"/>
                    </a:moveTo>
                    <a:lnTo>
                      <a:pt x="37" y="16"/>
                    </a:lnTo>
                    <a:lnTo>
                      <a:pt x="21" y="3"/>
                    </a:lnTo>
                    <a:lnTo>
                      <a:pt x="0" y="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016" name="Oval 88">
                <a:extLst>
                  <a:ext uri="{FF2B5EF4-FFF2-40B4-BE49-F238E27FC236}">
                    <a16:creationId xmlns:a16="http://schemas.microsoft.com/office/drawing/2014/main" id="{94B9B6BB-7D0C-40D5-8FA5-0ACA984017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8" y="1813"/>
                <a:ext cx="295" cy="292"/>
              </a:xfrm>
              <a:prstGeom prst="ellips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5017" name="Oval 89">
                <a:extLst>
                  <a:ext uri="{FF2B5EF4-FFF2-40B4-BE49-F238E27FC236}">
                    <a16:creationId xmlns:a16="http://schemas.microsoft.com/office/drawing/2014/main" id="{0B767877-5717-44D5-8358-972840EDEE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55" y="1876"/>
                <a:ext cx="164" cy="164"/>
              </a:xfrm>
              <a:prstGeom prst="ellips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25018" name="Group 90">
              <a:extLst>
                <a:ext uri="{FF2B5EF4-FFF2-40B4-BE49-F238E27FC236}">
                  <a16:creationId xmlns:a16="http://schemas.microsoft.com/office/drawing/2014/main" id="{A8D8A9B4-B0FD-4E69-8BC1-38132F1770F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10" y="622"/>
              <a:ext cx="2684" cy="1039"/>
              <a:chOff x="983" y="343"/>
              <a:chExt cx="2684" cy="1039"/>
            </a:xfrm>
          </p:grpSpPr>
          <p:sp>
            <p:nvSpPr>
              <p:cNvPr id="125019" name="Freeform 91">
                <a:extLst>
                  <a:ext uri="{FF2B5EF4-FFF2-40B4-BE49-F238E27FC236}">
                    <a16:creationId xmlns:a16="http://schemas.microsoft.com/office/drawing/2014/main" id="{653FB201-D54C-4A55-8164-E126038E291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85" y="343"/>
                <a:ext cx="1" cy="481"/>
              </a:xfrm>
              <a:custGeom>
                <a:avLst/>
                <a:gdLst>
                  <a:gd name="T0" fmla="*/ 0 w 1"/>
                  <a:gd name="T1" fmla="*/ 0 h 1442"/>
                  <a:gd name="T2" fmla="*/ 0 w 1"/>
                  <a:gd name="T3" fmla="*/ 1442 h 1442"/>
                  <a:gd name="T4" fmla="*/ 1 w 1"/>
                  <a:gd name="T5" fmla="*/ 1442 h 14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442">
                    <a:moveTo>
                      <a:pt x="0" y="0"/>
                    </a:moveTo>
                    <a:lnTo>
                      <a:pt x="0" y="1442"/>
                    </a:lnTo>
                    <a:lnTo>
                      <a:pt x="1" y="1442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020" name="Freeform 92">
                <a:extLst>
                  <a:ext uri="{FF2B5EF4-FFF2-40B4-BE49-F238E27FC236}">
                    <a16:creationId xmlns:a16="http://schemas.microsoft.com/office/drawing/2014/main" id="{6982BDEB-220B-4C06-8572-82252696CD9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85" y="961"/>
                <a:ext cx="1" cy="381"/>
              </a:xfrm>
              <a:custGeom>
                <a:avLst/>
                <a:gdLst>
                  <a:gd name="T0" fmla="*/ 0 w 1"/>
                  <a:gd name="T1" fmla="*/ 0 h 1143"/>
                  <a:gd name="T2" fmla="*/ 0 w 1"/>
                  <a:gd name="T3" fmla="*/ 1143 h 1143"/>
                  <a:gd name="T4" fmla="*/ 1 w 1"/>
                  <a:gd name="T5" fmla="*/ 1143 h 11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143">
                    <a:moveTo>
                      <a:pt x="0" y="0"/>
                    </a:moveTo>
                    <a:lnTo>
                      <a:pt x="0" y="1143"/>
                    </a:lnTo>
                    <a:lnTo>
                      <a:pt x="1" y="1143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021" name="Freeform 93">
                <a:extLst>
                  <a:ext uri="{FF2B5EF4-FFF2-40B4-BE49-F238E27FC236}">
                    <a16:creationId xmlns:a16="http://schemas.microsoft.com/office/drawing/2014/main" id="{808C2964-720D-4333-BA9B-0B915A5524C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85" y="873"/>
                <a:ext cx="1" cy="31"/>
              </a:xfrm>
              <a:custGeom>
                <a:avLst/>
                <a:gdLst>
                  <a:gd name="T0" fmla="*/ 0 w 1"/>
                  <a:gd name="T1" fmla="*/ 0 h 92"/>
                  <a:gd name="T2" fmla="*/ 0 w 1"/>
                  <a:gd name="T3" fmla="*/ 92 h 92"/>
                  <a:gd name="T4" fmla="*/ 1 w 1"/>
                  <a:gd name="T5" fmla="*/ 92 h 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92">
                    <a:moveTo>
                      <a:pt x="0" y="0"/>
                    </a:moveTo>
                    <a:lnTo>
                      <a:pt x="0" y="92"/>
                    </a:lnTo>
                    <a:lnTo>
                      <a:pt x="1" y="92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022" name="Freeform 94">
                <a:extLst>
                  <a:ext uri="{FF2B5EF4-FFF2-40B4-BE49-F238E27FC236}">
                    <a16:creationId xmlns:a16="http://schemas.microsoft.com/office/drawing/2014/main" id="{204A5D5D-69A4-4CB4-990C-47D4F75EE99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37" y="1219"/>
                <a:ext cx="1" cy="163"/>
              </a:xfrm>
              <a:custGeom>
                <a:avLst/>
                <a:gdLst>
                  <a:gd name="T0" fmla="*/ 0 w 1"/>
                  <a:gd name="T1" fmla="*/ 0 h 489"/>
                  <a:gd name="T2" fmla="*/ 0 w 1"/>
                  <a:gd name="T3" fmla="*/ 489 h 489"/>
                  <a:gd name="T4" fmla="*/ 1 w 1"/>
                  <a:gd name="T5" fmla="*/ 489 h 4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489">
                    <a:moveTo>
                      <a:pt x="0" y="0"/>
                    </a:moveTo>
                    <a:lnTo>
                      <a:pt x="0" y="489"/>
                    </a:lnTo>
                    <a:lnTo>
                      <a:pt x="1" y="489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023" name="Freeform 95">
                <a:extLst>
                  <a:ext uri="{FF2B5EF4-FFF2-40B4-BE49-F238E27FC236}">
                    <a16:creationId xmlns:a16="http://schemas.microsoft.com/office/drawing/2014/main" id="{43836A56-8F7C-492D-BE05-579DCF498B2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37" y="915"/>
                <a:ext cx="1" cy="229"/>
              </a:xfrm>
              <a:custGeom>
                <a:avLst/>
                <a:gdLst>
                  <a:gd name="T0" fmla="*/ 0 w 1"/>
                  <a:gd name="T1" fmla="*/ 0 h 686"/>
                  <a:gd name="T2" fmla="*/ 0 w 1"/>
                  <a:gd name="T3" fmla="*/ 686 h 686"/>
                  <a:gd name="T4" fmla="*/ 1 w 1"/>
                  <a:gd name="T5" fmla="*/ 686 h 6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686">
                    <a:moveTo>
                      <a:pt x="0" y="0"/>
                    </a:moveTo>
                    <a:lnTo>
                      <a:pt x="0" y="686"/>
                    </a:lnTo>
                    <a:lnTo>
                      <a:pt x="1" y="686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024" name="Freeform 96">
                <a:extLst>
                  <a:ext uri="{FF2B5EF4-FFF2-40B4-BE49-F238E27FC236}">
                    <a16:creationId xmlns:a16="http://schemas.microsoft.com/office/drawing/2014/main" id="{3AA8B022-A761-4B2C-9C84-E20570A6CB6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37" y="1174"/>
                <a:ext cx="1" cy="19"/>
              </a:xfrm>
              <a:custGeom>
                <a:avLst/>
                <a:gdLst>
                  <a:gd name="T0" fmla="*/ 0 w 1"/>
                  <a:gd name="T1" fmla="*/ 0 h 58"/>
                  <a:gd name="T2" fmla="*/ 0 w 1"/>
                  <a:gd name="T3" fmla="*/ 58 h 58"/>
                  <a:gd name="T4" fmla="*/ 1 w 1"/>
                  <a:gd name="T5" fmla="*/ 58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58">
                    <a:moveTo>
                      <a:pt x="0" y="0"/>
                    </a:moveTo>
                    <a:lnTo>
                      <a:pt x="0" y="58"/>
                    </a:lnTo>
                    <a:lnTo>
                      <a:pt x="1" y="58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025" name="Freeform 97">
                <a:extLst>
                  <a:ext uri="{FF2B5EF4-FFF2-40B4-BE49-F238E27FC236}">
                    <a16:creationId xmlns:a16="http://schemas.microsoft.com/office/drawing/2014/main" id="{D8FB3064-0D66-4CE0-983F-B81BAF39380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37" y="986"/>
                <a:ext cx="145" cy="1"/>
              </a:xfrm>
              <a:custGeom>
                <a:avLst/>
                <a:gdLst>
                  <a:gd name="T0" fmla="*/ 0 w 435"/>
                  <a:gd name="T1" fmla="*/ 434 w 435"/>
                  <a:gd name="T2" fmla="*/ 435 w 435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435">
                    <a:moveTo>
                      <a:pt x="0" y="0"/>
                    </a:moveTo>
                    <a:lnTo>
                      <a:pt x="434" y="0"/>
                    </a:lnTo>
                    <a:lnTo>
                      <a:pt x="435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026" name="Freeform 98">
                <a:extLst>
                  <a:ext uri="{FF2B5EF4-FFF2-40B4-BE49-F238E27FC236}">
                    <a16:creationId xmlns:a16="http://schemas.microsoft.com/office/drawing/2014/main" id="{158F87C2-D802-4BBC-95B8-346637324AB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23" y="986"/>
                <a:ext cx="19" cy="1"/>
              </a:xfrm>
              <a:custGeom>
                <a:avLst/>
                <a:gdLst>
                  <a:gd name="T0" fmla="*/ 0 w 59"/>
                  <a:gd name="T1" fmla="*/ 58 w 59"/>
                  <a:gd name="T2" fmla="*/ 59 w 59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59">
                    <a:moveTo>
                      <a:pt x="0" y="0"/>
                    </a:moveTo>
                    <a:lnTo>
                      <a:pt x="58" y="0"/>
                    </a:lnTo>
                    <a:lnTo>
                      <a:pt x="59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027" name="Freeform 99">
                <a:extLst>
                  <a:ext uri="{FF2B5EF4-FFF2-40B4-BE49-F238E27FC236}">
                    <a16:creationId xmlns:a16="http://schemas.microsoft.com/office/drawing/2014/main" id="{7B938019-FC57-491A-8F1F-5F812BFFC63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68" y="986"/>
                <a:ext cx="177" cy="1"/>
              </a:xfrm>
              <a:custGeom>
                <a:avLst/>
                <a:gdLst>
                  <a:gd name="T0" fmla="*/ 0 w 531"/>
                  <a:gd name="T1" fmla="*/ 530 w 531"/>
                  <a:gd name="T2" fmla="*/ 531 w 53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531">
                    <a:moveTo>
                      <a:pt x="0" y="0"/>
                    </a:moveTo>
                    <a:lnTo>
                      <a:pt x="530" y="0"/>
                    </a:lnTo>
                    <a:lnTo>
                      <a:pt x="531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028" name="Arc 100">
                <a:extLst>
                  <a:ext uri="{FF2B5EF4-FFF2-40B4-BE49-F238E27FC236}">
                    <a16:creationId xmlns:a16="http://schemas.microsoft.com/office/drawing/2014/main" id="{29BE5A04-AAD2-45E1-8249-C009027D07C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69" y="777"/>
                <a:ext cx="424" cy="220"/>
              </a:xfrm>
              <a:custGeom>
                <a:avLst/>
                <a:gdLst>
                  <a:gd name="G0" fmla="+- 21600 0 0"/>
                  <a:gd name="G1" fmla="+- 21600 0 0"/>
                  <a:gd name="G2" fmla="+- 21600 0 0"/>
                  <a:gd name="T0" fmla="*/ 17 w 43200"/>
                  <a:gd name="T1" fmla="*/ 22446 h 22446"/>
                  <a:gd name="T2" fmla="*/ 43200 w 43200"/>
                  <a:gd name="T3" fmla="*/ 21600 h 22446"/>
                  <a:gd name="T4" fmla="*/ 21600 w 43200"/>
                  <a:gd name="T5" fmla="*/ 21600 h 2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200" h="22446" fill="none" extrusionOk="0">
                    <a:moveTo>
                      <a:pt x="16" y="22446"/>
                    </a:moveTo>
                    <a:cubicBezTo>
                      <a:pt x="5" y="22164"/>
                      <a:pt x="0" y="21882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3529" y="0"/>
                      <a:pt x="43199" y="9670"/>
                      <a:pt x="43199" y="21599"/>
                    </a:cubicBezTo>
                  </a:path>
                  <a:path w="43200" h="22446" stroke="0" extrusionOk="0">
                    <a:moveTo>
                      <a:pt x="16" y="22446"/>
                    </a:moveTo>
                    <a:cubicBezTo>
                      <a:pt x="5" y="22164"/>
                      <a:pt x="0" y="21882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3529" y="0"/>
                      <a:pt x="43199" y="9670"/>
                      <a:pt x="43199" y="21599"/>
                    </a:cubicBezTo>
                    <a:lnTo>
                      <a:pt x="21600" y="21600"/>
                    </a:lnTo>
                    <a:close/>
                  </a:path>
                </a:pathLst>
              </a:cu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5029" name="Oval 101">
                <a:extLst>
                  <a:ext uri="{FF2B5EF4-FFF2-40B4-BE49-F238E27FC236}">
                    <a16:creationId xmlns:a16="http://schemas.microsoft.com/office/drawing/2014/main" id="{A8417135-A60B-440C-A261-8D4DDDDABB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94" y="904"/>
                <a:ext cx="170" cy="168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5030" name="Freeform 102">
                <a:extLst>
                  <a:ext uri="{FF2B5EF4-FFF2-40B4-BE49-F238E27FC236}">
                    <a16:creationId xmlns:a16="http://schemas.microsoft.com/office/drawing/2014/main" id="{68F9413D-D957-4927-B2FD-0278A7D4737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24" y="424"/>
                <a:ext cx="1" cy="516"/>
              </a:xfrm>
              <a:custGeom>
                <a:avLst/>
                <a:gdLst>
                  <a:gd name="T0" fmla="*/ 0 w 1"/>
                  <a:gd name="T1" fmla="*/ 516 h 516"/>
                  <a:gd name="T2" fmla="*/ 0 w 1"/>
                  <a:gd name="T3" fmla="*/ 0 h 516"/>
                  <a:gd name="T4" fmla="*/ 1 w 1"/>
                  <a:gd name="T5" fmla="*/ 0 h 5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516">
                    <a:moveTo>
                      <a:pt x="0" y="516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031" name="Freeform 103">
                <a:extLst>
                  <a:ext uri="{FF2B5EF4-FFF2-40B4-BE49-F238E27FC236}">
                    <a16:creationId xmlns:a16="http://schemas.microsoft.com/office/drawing/2014/main" id="{A358772B-6082-4A40-8AB7-3D7A498D2ED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44" y="420"/>
                <a:ext cx="2" cy="320"/>
              </a:xfrm>
              <a:custGeom>
                <a:avLst/>
                <a:gdLst>
                  <a:gd name="T0" fmla="*/ 0 w 2"/>
                  <a:gd name="T1" fmla="*/ 320 h 320"/>
                  <a:gd name="T2" fmla="*/ 0 w 2"/>
                  <a:gd name="T3" fmla="*/ 0 h 320"/>
                  <a:gd name="T4" fmla="*/ 2 w 2"/>
                  <a:gd name="T5" fmla="*/ 0 h 3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320">
                    <a:moveTo>
                      <a:pt x="0" y="320"/>
                    </a:moveTo>
                    <a:lnTo>
                      <a:pt x="0" y="0"/>
                    </a:lnTo>
                    <a:lnTo>
                      <a:pt x="2" y="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032" name="Freeform 104">
                <a:extLst>
                  <a:ext uri="{FF2B5EF4-FFF2-40B4-BE49-F238E27FC236}">
                    <a16:creationId xmlns:a16="http://schemas.microsoft.com/office/drawing/2014/main" id="{61248E04-8373-4848-8DDA-5A5DA4C2A3F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76" y="1230"/>
                <a:ext cx="967" cy="1"/>
              </a:xfrm>
              <a:custGeom>
                <a:avLst/>
                <a:gdLst>
                  <a:gd name="T0" fmla="*/ 0 w 2900"/>
                  <a:gd name="T1" fmla="*/ 2899 w 2900"/>
                  <a:gd name="T2" fmla="*/ 2900 w 2900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2900">
                    <a:moveTo>
                      <a:pt x="0" y="0"/>
                    </a:moveTo>
                    <a:lnTo>
                      <a:pt x="2899" y="0"/>
                    </a:lnTo>
                    <a:lnTo>
                      <a:pt x="2900" y="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033" name="Freeform 105">
                <a:extLst>
                  <a:ext uri="{FF2B5EF4-FFF2-40B4-BE49-F238E27FC236}">
                    <a16:creationId xmlns:a16="http://schemas.microsoft.com/office/drawing/2014/main" id="{4F0E8605-94BA-4E8E-91D6-789FD234F44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83" y="1018"/>
                <a:ext cx="1" cy="255"/>
              </a:xfrm>
              <a:custGeom>
                <a:avLst/>
                <a:gdLst>
                  <a:gd name="T0" fmla="*/ 0 w 1"/>
                  <a:gd name="T1" fmla="*/ 764 h 764"/>
                  <a:gd name="T2" fmla="*/ 0 w 1"/>
                  <a:gd name="T3" fmla="*/ 0 h 764"/>
                  <a:gd name="T4" fmla="*/ 1 w 1"/>
                  <a:gd name="T5" fmla="*/ 0 h 7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764">
                    <a:moveTo>
                      <a:pt x="0" y="764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034" name="Freeform 106">
                <a:extLst>
                  <a:ext uri="{FF2B5EF4-FFF2-40B4-BE49-F238E27FC236}">
                    <a16:creationId xmlns:a16="http://schemas.microsoft.com/office/drawing/2014/main" id="{B036E713-4C43-40F0-8A14-7CFC8D37C63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83" y="1273"/>
                <a:ext cx="551" cy="1"/>
              </a:xfrm>
              <a:custGeom>
                <a:avLst/>
                <a:gdLst>
                  <a:gd name="T0" fmla="*/ 0 w 1654"/>
                  <a:gd name="T1" fmla="*/ 1653 w 1654"/>
                  <a:gd name="T2" fmla="*/ 1654 w 1654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654">
                    <a:moveTo>
                      <a:pt x="0" y="0"/>
                    </a:moveTo>
                    <a:lnTo>
                      <a:pt x="1653" y="0"/>
                    </a:lnTo>
                    <a:lnTo>
                      <a:pt x="1654" y="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035" name="Freeform 107">
                <a:extLst>
                  <a:ext uri="{FF2B5EF4-FFF2-40B4-BE49-F238E27FC236}">
                    <a16:creationId xmlns:a16="http://schemas.microsoft.com/office/drawing/2014/main" id="{CC1E631A-E069-41D6-A379-88ADBFE62B4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24" y="1230"/>
                <a:ext cx="52" cy="38"/>
              </a:xfrm>
              <a:custGeom>
                <a:avLst/>
                <a:gdLst>
                  <a:gd name="T0" fmla="*/ 52 w 52"/>
                  <a:gd name="T1" fmla="*/ 0 h 38"/>
                  <a:gd name="T2" fmla="*/ 32 w 52"/>
                  <a:gd name="T3" fmla="*/ 6 h 38"/>
                  <a:gd name="T4" fmla="*/ 16 w 52"/>
                  <a:gd name="T5" fmla="*/ 18 h 38"/>
                  <a:gd name="T6" fmla="*/ 0 w 52"/>
                  <a:gd name="T7" fmla="*/ 38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52" h="38">
                    <a:moveTo>
                      <a:pt x="52" y="0"/>
                    </a:moveTo>
                    <a:lnTo>
                      <a:pt x="32" y="6"/>
                    </a:lnTo>
                    <a:lnTo>
                      <a:pt x="16" y="18"/>
                    </a:lnTo>
                    <a:lnTo>
                      <a:pt x="0" y="38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036" name="Freeform 108">
                <a:extLst>
                  <a:ext uri="{FF2B5EF4-FFF2-40B4-BE49-F238E27FC236}">
                    <a16:creationId xmlns:a16="http://schemas.microsoft.com/office/drawing/2014/main" id="{C5BDCA35-812C-490A-9EB2-E6421FCEA03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25" y="972"/>
                <a:ext cx="667" cy="4"/>
              </a:xfrm>
              <a:custGeom>
                <a:avLst/>
                <a:gdLst>
                  <a:gd name="T0" fmla="*/ 0 w 667"/>
                  <a:gd name="T1" fmla="*/ 4 h 4"/>
                  <a:gd name="T2" fmla="*/ 667 w 667"/>
                  <a:gd name="T3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667" h="4">
                    <a:moveTo>
                      <a:pt x="0" y="4"/>
                    </a:moveTo>
                    <a:lnTo>
                      <a:pt x="667" y="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037" name="Freeform 109">
                <a:extLst>
                  <a:ext uri="{FF2B5EF4-FFF2-40B4-BE49-F238E27FC236}">
                    <a16:creationId xmlns:a16="http://schemas.microsoft.com/office/drawing/2014/main" id="{E3E02711-ACA5-4AC7-A939-5E1D60DCEA2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84" y="972"/>
                <a:ext cx="45" cy="60"/>
              </a:xfrm>
              <a:custGeom>
                <a:avLst/>
                <a:gdLst>
                  <a:gd name="T0" fmla="*/ 45 w 45"/>
                  <a:gd name="T1" fmla="*/ 0 h 60"/>
                  <a:gd name="T2" fmla="*/ 15 w 45"/>
                  <a:gd name="T3" fmla="*/ 12 h 60"/>
                  <a:gd name="T4" fmla="*/ 0 w 45"/>
                  <a:gd name="T5" fmla="*/ 28 h 60"/>
                  <a:gd name="T6" fmla="*/ 0 w 45"/>
                  <a:gd name="T7" fmla="*/ 60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5" h="60">
                    <a:moveTo>
                      <a:pt x="45" y="0"/>
                    </a:moveTo>
                    <a:lnTo>
                      <a:pt x="15" y="12"/>
                    </a:lnTo>
                    <a:lnTo>
                      <a:pt x="0" y="28"/>
                    </a:lnTo>
                    <a:lnTo>
                      <a:pt x="0" y="6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038" name="Freeform 110">
                <a:extLst>
                  <a:ext uri="{FF2B5EF4-FFF2-40B4-BE49-F238E27FC236}">
                    <a16:creationId xmlns:a16="http://schemas.microsoft.com/office/drawing/2014/main" id="{968D700F-5BC5-414E-AB7A-4F302426335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82" y="933"/>
                <a:ext cx="42" cy="43"/>
              </a:xfrm>
              <a:custGeom>
                <a:avLst/>
                <a:gdLst>
                  <a:gd name="T0" fmla="*/ 0 w 128"/>
                  <a:gd name="T1" fmla="*/ 127 h 127"/>
                  <a:gd name="T2" fmla="*/ 91 w 128"/>
                  <a:gd name="T3" fmla="*/ 89 h 127"/>
                  <a:gd name="T4" fmla="*/ 127 w 128"/>
                  <a:gd name="T5" fmla="*/ 0 h 127"/>
                  <a:gd name="T6" fmla="*/ 128 w 128"/>
                  <a:gd name="T7" fmla="*/ 0 h 1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28" h="127">
                    <a:moveTo>
                      <a:pt x="0" y="127"/>
                    </a:moveTo>
                    <a:lnTo>
                      <a:pt x="91" y="89"/>
                    </a:lnTo>
                    <a:lnTo>
                      <a:pt x="127" y="0"/>
                    </a:lnTo>
                    <a:lnTo>
                      <a:pt x="128" y="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039" name="Freeform 111">
                <a:extLst>
                  <a:ext uri="{FF2B5EF4-FFF2-40B4-BE49-F238E27FC236}">
                    <a16:creationId xmlns:a16="http://schemas.microsoft.com/office/drawing/2014/main" id="{3F5CDF2D-0F02-4A49-A977-A092CB0B377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42" y="1164"/>
                <a:ext cx="42" cy="66"/>
              </a:xfrm>
              <a:custGeom>
                <a:avLst/>
                <a:gdLst>
                  <a:gd name="T0" fmla="*/ 0 w 42"/>
                  <a:gd name="T1" fmla="*/ 66 h 66"/>
                  <a:gd name="T2" fmla="*/ 30 w 42"/>
                  <a:gd name="T3" fmla="*/ 53 h 66"/>
                  <a:gd name="T4" fmla="*/ 38 w 42"/>
                  <a:gd name="T5" fmla="*/ 28 h 66"/>
                  <a:gd name="T6" fmla="*/ 42 w 42"/>
                  <a:gd name="T7" fmla="*/ 0 h 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2" h="66">
                    <a:moveTo>
                      <a:pt x="0" y="66"/>
                    </a:moveTo>
                    <a:lnTo>
                      <a:pt x="30" y="53"/>
                    </a:lnTo>
                    <a:lnTo>
                      <a:pt x="38" y="28"/>
                    </a:lnTo>
                    <a:lnTo>
                      <a:pt x="42" y="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040" name="Freeform 112">
                <a:extLst>
                  <a:ext uri="{FF2B5EF4-FFF2-40B4-BE49-F238E27FC236}">
                    <a16:creationId xmlns:a16="http://schemas.microsoft.com/office/drawing/2014/main" id="{418F86DA-D6B6-4D4C-8351-6AF2F04C73D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85" y="817"/>
                <a:ext cx="1" cy="371"/>
              </a:xfrm>
              <a:custGeom>
                <a:avLst/>
                <a:gdLst>
                  <a:gd name="T0" fmla="*/ 0 w 1"/>
                  <a:gd name="T1" fmla="*/ 1114 h 1114"/>
                  <a:gd name="T2" fmla="*/ 0 w 1"/>
                  <a:gd name="T3" fmla="*/ 0 h 1114"/>
                  <a:gd name="T4" fmla="*/ 1 w 1"/>
                  <a:gd name="T5" fmla="*/ 0 h 11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114">
                    <a:moveTo>
                      <a:pt x="0" y="1114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041" name="Freeform 113">
                <a:extLst>
                  <a:ext uri="{FF2B5EF4-FFF2-40B4-BE49-F238E27FC236}">
                    <a16:creationId xmlns:a16="http://schemas.microsoft.com/office/drawing/2014/main" id="{A09487A3-6B74-4777-B4BB-081349D2EC5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45" y="732"/>
                <a:ext cx="51" cy="44"/>
              </a:xfrm>
              <a:custGeom>
                <a:avLst/>
                <a:gdLst>
                  <a:gd name="T0" fmla="*/ 0 w 51"/>
                  <a:gd name="T1" fmla="*/ 0 h 44"/>
                  <a:gd name="T2" fmla="*/ 12 w 51"/>
                  <a:gd name="T3" fmla="*/ 30 h 44"/>
                  <a:gd name="T4" fmla="*/ 27 w 51"/>
                  <a:gd name="T5" fmla="*/ 36 h 44"/>
                  <a:gd name="T6" fmla="*/ 51 w 51"/>
                  <a:gd name="T7" fmla="*/ 44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51" h="44">
                    <a:moveTo>
                      <a:pt x="0" y="0"/>
                    </a:moveTo>
                    <a:lnTo>
                      <a:pt x="12" y="30"/>
                    </a:lnTo>
                    <a:lnTo>
                      <a:pt x="27" y="36"/>
                    </a:lnTo>
                    <a:lnTo>
                      <a:pt x="51" y="44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042" name="Freeform 114">
                <a:extLst>
                  <a:ext uri="{FF2B5EF4-FFF2-40B4-BE49-F238E27FC236}">
                    <a16:creationId xmlns:a16="http://schemas.microsoft.com/office/drawing/2014/main" id="{09DBD054-6A27-455B-800D-5671ECEB304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42" y="774"/>
                <a:ext cx="43" cy="43"/>
              </a:xfrm>
              <a:custGeom>
                <a:avLst/>
                <a:gdLst>
                  <a:gd name="T0" fmla="*/ 127 w 127"/>
                  <a:gd name="T1" fmla="*/ 127 h 127"/>
                  <a:gd name="T2" fmla="*/ 89 w 127"/>
                  <a:gd name="T3" fmla="*/ 36 h 127"/>
                  <a:gd name="T4" fmla="*/ 0 w 127"/>
                  <a:gd name="T5" fmla="*/ 0 h 127"/>
                  <a:gd name="T6" fmla="*/ 1 w 127"/>
                  <a:gd name="T7" fmla="*/ 0 h 1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27" h="127">
                    <a:moveTo>
                      <a:pt x="127" y="127"/>
                    </a:moveTo>
                    <a:lnTo>
                      <a:pt x="89" y="36"/>
                    </a:ln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043" name="Freeform 115">
                <a:extLst>
                  <a:ext uri="{FF2B5EF4-FFF2-40B4-BE49-F238E27FC236}">
                    <a16:creationId xmlns:a16="http://schemas.microsoft.com/office/drawing/2014/main" id="{8DD52A35-7CB4-4255-BD30-271D9F5DB40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87" y="774"/>
                <a:ext cx="65" cy="6"/>
              </a:xfrm>
              <a:custGeom>
                <a:avLst/>
                <a:gdLst>
                  <a:gd name="T0" fmla="*/ 65 w 65"/>
                  <a:gd name="T1" fmla="*/ 6 h 6"/>
                  <a:gd name="T2" fmla="*/ 0 w 65"/>
                  <a:gd name="T3" fmla="*/ 0 h 6"/>
                  <a:gd name="T4" fmla="*/ 0 w 65"/>
                  <a:gd name="T5" fmla="*/ 0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65" h="6">
                    <a:moveTo>
                      <a:pt x="65" y="6"/>
                    </a:move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044" name="Freeform 116">
                <a:extLst>
                  <a:ext uri="{FF2B5EF4-FFF2-40B4-BE49-F238E27FC236}">
                    <a16:creationId xmlns:a16="http://schemas.microsoft.com/office/drawing/2014/main" id="{621440F4-DBFD-4240-9581-1CC3640C35E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48" y="1188"/>
                <a:ext cx="43" cy="42"/>
              </a:xfrm>
              <a:custGeom>
                <a:avLst/>
                <a:gdLst>
                  <a:gd name="T0" fmla="*/ 0 w 128"/>
                  <a:gd name="T1" fmla="*/ 127 h 127"/>
                  <a:gd name="T2" fmla="*/ 89 w 128"/>
                  <a:gd name="T3" fmla="*/ 89 h 127"/>
                  <a:gd name="T4" fmla="*/ 127 w 128"/>
                  <a:gd name="T5" fmla="*/ 0 h 127"/>
                  <a:gd name="T6" fmla="*/ 128 w 128"/>
                  <a:gd name="T7" fmla="*/ 0 h 1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28" h="127">
                    <a:moveTo>
                      <a:pt x="0" y="127"/>
                    </a:moveTo>
                    <a:lnTo>
                      <a:pt x="89" y="89"/>
                    </a:lnTo>
                    <a:lnTo>
                      <a:pt x="127" y="0"/>
                    </a:lnTo>
                    <a:lnTo>
                      <a:pt x="128" y="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045" name="Freeform 117">
                <a:extLst>
                  <a:ext uri="{FF2B5EF4-FFF2-40B4-BE49-F238E27FC236}">
                    <a16:creationId xmlns:a16="http://schemas.microsoft.com/office/drawing/2014/main" id="{AEEDD7B4-92AE-41D2-A937-10A3531CE02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67" y="1188"/>
                <a:ext cx="42" cy="42"/>
              </a:xfrm>
              <a:custGeom>
                <a:avLst/>
                <a:gdLst>
                  <a:gd name="T0" fmla="*/ 0 w 128"/>
                  <a:gd name="T1" fmla="*/ 0 h 127"/>
                  <a:gd name="T2" fmla="*/ 38 w 128"/>
                  <a:gd name="T3" fmla="*/ 89 h 127"/>
                  <a:gd name="T4" fmla="*/ 127 w 128"/>
                  <a:gd name="T5" fmla="*/ 127 h 127"/>
                  <a:gd name="T6" fmla="*/ 128 w 128"/>
                  <a:gd name="T7" fmla="*/ 127 h 1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28" h="127">
                    <a:moveTo>
                      <a:pt x="0" y="0"/>
                    </a:moveTo>
                    <a:lnTo>
                      <a:pt x="38" y="89"/>
                    </a:lnTo>
                    <a:lnTo>
                      <a:pt x="127" y="127"/>
                    </a:lnTo>
                    <a:lnTo>
                      <a:pt x="128" y="127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046" name="Freeform 118">
                <a:extLst>
                  <a:ext uri="{FF2B5EF4-FFF2-40B4-BE49-F238E27FC236}">
                    <a16:creationId xmlns:a16="http://schemas.microsoft.com/office/drawing/2014/main" id="{AE3921AE-CFBB-40B0-9766-05C324EF6FD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79" y="698"/>
                <a:ext cx="1" cy="610"/>
              </a:xfrm>
              <a:custGeom>
                <a:avLst/>
                <a:gdLst>
                  <a:gd name="T0" fmla="*/ 0 w 1"/>
                  <a:gd name="T1" fmla="*/ 0 h 1828"/>
                  <a:gd name="T2" fmla="*/ 0 w 1"/>
                  <a:gd name="T3" fmla="*/ 1828 h 1828"/>
                  <a:gd name="T4" fmla="*/ 1 w 1"/>
                  <a:gd name="T5" fmla="*/ 1828 h 18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828">
                    <a:moveTo>
                      <a:pt x="0" y="0"/>
                    </a:moveTo>
                    <a:lnTo>
                      <a:pt x="0" y="1828"/>
                    </a:lnTo>
                    <a:lnTo>
                      <a:pt x="1" y="1828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047" name="Freeform 119">
                <a:extLst>
                  <a:ext uri="{FF2B5EF4-FFF2-40B4-BE49-F238E27FC236}">
                    <a16:creationId xmlns:a16="http://schemas.microsoft.com/office/drawing/2014/main" id="{909FCE2B-EC93-4626-BFC9-347DF3222E8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05" y="1224"/>
                <a:ext cx="343" cy="6"/>
              </a:xfrm>
              <a:custGeom>
                <a:avLst/>
                <a:gdLst>
                  <a:gd name="T0" fmla="*/ 0 w 343"/>
                  <a:gd name="T1" fmla="*/ 6 h 6"/>
                  <a:gd name="T2" fmla="*/ 343 w 343"/>
                  <a:gd name="T3" fmla="*/ 0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343" h="6">
                    <a:moveTo>
                      <a:pt x="0" y="6"/>
                    </a:moveTo>
                    <a:lnTo>
                      <a:pt x="343" y="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048" name="Freeform 120">
                <a:extLst>
                  <a:ext uri="{FF2B5EF4-FFF2-40B4-BE49-F238E27FC236}">
                    <a16:creationId xmlns:a16="http://schemas.microsoft.com/office/drawing/2014/main" id="{1AD51F6A-BFF2-44B5-9FA0-B4A8C57BD5D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91" y="986"/>
                <a:ext cx="576" cy="1"/>
              </a:xfrm>
              <a:custGeom>
                <a:avLst/>
                <a:gdLst>
                  <a:gd name="T0" fmla="*/ 0 w 1729"/>
                  <a:gd name="T1" fmla="*/ 1728 w 1729"/>
                  <a:gd name="T2" fmla="*/ 1729 w 1729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729">
                    <a:moveTo>
                      <a:pt x="0" y="0"/>
                    </a:moveTo>
                    <a:lnTo>
                      <a:pt x="1728" y="0"/>
                    </a:lnTo>
                    <a:lnTo>
                      <a:pt x="1729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049" name="Rectangle 121">
                <a:extLst>
                  <a:ext uri="{FF2B5EF4-FFF2-40B4-BE49-F238E27FC236}">
                    <a16:creationId xmlns:a16="http://schemas.microsoft.com/office/drawing/2014/main" id="{5C7F1809-F297-4228-9757-FE10273889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86" y="758"/>
                <a:ext cx="94" cy="2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 eaLnBrk="1" hangingPunct="1"/>
                <a:r>
                  <a:rPr lang="en-US" altLang="zh-CN" i="1">
                    <a:solidFill>
                      <a:schemeClr val="tx2"/>
                    </a:solidFill>
                    <a:latin typeface="宋体" panose="02010600030101010101" pitchFamily="2" charset="-122"/>
                  </a:rPr>
                  <a:t>B</a:t>
                </a:r>
                <a:endParaRPr lang="en-US" altLang="zh-CN">
                  <a:solidFill>
                    <a:schemeClr val="tx2"/>
                  </a:solidFill>
                </a:endParaRPr>
              </a:p>
            </p:txBody>
          </p:sp>
          <p:sp>
            <p:nvSpPr>
              <p:cNvPr id="125050" name="Rectangle 122">
                <a:extLst>
                  <a:ext uri="{FF2B5EF4-FFF2-40B4-BE49-F238E27FC236}">
                    <a16:creationId xmlns:a16="http://schemas.microsoft.com/office/drawing/2014/main" id="{6D311B1F-4432-4BB4-8A47-9D374BB7F3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35" y="453"/>
                <a:ext cx="94" cy="2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 eaLnBrk="1" hangingPunct="1"/>
                <a:r>
                  <a:rPr lang="en-US" altLang="zh-CN" i="1">
                    <a:solidFill>
                      <a:schemeClr val="tx2"/>
                    </a:solidFill>
                    <a:latin typeface="宋体" panose="02010600030101010101" pitchFamily="2" charset="-122"/>
                  </a:rPr>
                  <a:t>B</a:t>
                </a:r>
                <a:endParaRPr lang="en-US" altLang="zh-CN">
                  <a:solidFill>
                    <a:schemeClr val="tx2"/>
                  </a:solidFill>
                </a:endParaRPr>
              </a:p>
            </p:txBody>
          </p:sp>
          <p:sp>
            <p:nvSpPr>
              <p:cNvPr id="125051" name="Freeform 123">
                <a:extLst>
                  <a:ext uri="{FF2B5EF4-FFF2-40B4-BE49-F238E27FC236}">
                    <a16:creationId xmlns:a16="http://schemas.microsoft.com/office/drawing/2014/main" id="{E968782C-E869-4458-9210-AB79D8CDE77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67" y="986"/>
                <a:ext cx="1" cy="210"/>
              </a:xfrm>
              <a:custGeom>
                <a:avLst/>
                <a:gdLst>
                  <a:gd name="T0" fmla="*/ 0 w 1"/>
                  <a:gd name="T1" fmla="*/ 0 h 210"/>
                  <a:gd name="T2" fmla="*/ 1 w 1"/>
                  <a:gd name="T3" fmla="*/ 21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" h="210">
                    <a:moveTo>
                      <a:pt x="0" y="0"/>
                    </a:moveTo>
                    <a:lnTo>
                      <a:pt x="1" y="21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052" name="Freeform 124">
                <a:extLst>
                  <a:ext uri="{FF2B5EF4-FFF2-40B4-BE49-F238E27FC236}">
                    <a16:creationId xmlns:a16="http://schemas.microsoft.com/office/drawing/2014/main" id="{509A42C2-F80A-4D15-99D0-B7BA968151A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92" y="988"/>
                <a:ext cx="1" cy="212"/>
              </a:xfrm>
              <a:custGeom>
                <a:avLst/>
                <a:gdLst>
                  <a:gd name="T0" fmla="*/ 0 w 1"/>
                  <a:gd name="T1" fmla="*/ 0 h 212"/>
                  <a:gd name="T2" fmla="*/ 0 w 1"/>
                  <a:gd name="T3" fmla="*/ 212 h 2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" h="212">
                    <a:moveTo>
                      <a:pt x="0" y="0"/>
                    </a:moveTo>
                    <a:lnTo>
                      <a:pt x="0" y="212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053" name="Freeform 125">
                <a:extLst>
                  <a:ext uri="{FF2B5EF4-FFF2-40B4-BE49-F238E27FC236}">
                    <a16:creationId xmlns:a16="http://schemas.microsoft.com/office/drawing/2014/main" id="{95B5B3C5-089C-4A49-9636-8A80B631846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20" y="420"/>
                <a:ext cx="724" cy="4"/>
              </a:xfrm>
              <a:custGeom>
                <a:avLst/>
                <a:gdLst>
                  <a:gd name="T0" fmla="*/ 0 w 724"/>
                  <a:gd name="T1" fmla="*/ 4 h 4"/>
                  <a:gd name="T2" fmla="*/ 724 w 724"/>
                  <a:gd name="T3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724" h="4">
                    <a:moveTo>
                      <a:pt x="0" y="4"/>
                    </a:moveTo>
                    <a:lnTo>
                      <a:pt x="724" y="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054" name="Freeform 126">
                <a:extLst>
                  <a:ext uri="{FF2B5EF4-FFF2-40B4-BE49-F238E27FC236}">
                    <a16:creationId xmlns:a16="http://schemas.microsoft.com/office/drawing/2014/main" id="{C052ADC1-D487-4E88-9292-B4EC6E25FFF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85" y="986"/>
                <a:ext cx="297" cy="1"/>
              </a:xfrm>
              <a:custGeom>
                <a:avLst/>
                <a:gdLst>
                  <a:gd name="T0" fmla="*/ 0 w 891"/>
                  <a:gd name="T1" fmla="*/ 890 w 891"/>
                  <a:gd name="T2" fmla="*/ 891 w 89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891">
                    <a:moveTo>
                      <a:pt x="0" y="0"/>
                    </a:moveTo>
                    <a:lnTo>
                      <a:pt x="890" y="0"/>
                    </a:lnTo>
                    <a:lnTo>
                      <a:pt x="891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 type="triangle" w="sm" len="lg"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sp>
        <p:nvSpPr>
          <p:cNvPr id="125055" name="Text Box 127">
            <a:extLst>
              <a:ext uri="{FF2B5EF4-FFF2-40B4-BE49-F238E27FC236}">
                <a16:creationId xmlns:a16="http://schemas.microsoft.com/office/drawing/2014/main" id="{37DE97F9-3952-4B96-8F4C-BB8AE55B64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7350" y="4664075"/>
            <a:ext cx="250666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l" eaLnBrk="1" hangingPunct="1"/>
            <a:r>
              <a:rPr lang="en-US" altLang="zh-CN" sz="2800">
                <a:solidFill>
                  <a:srgbClr val="0000CC"/>
                </a:solidFill>
                <a:latin typeface="宋体" panose="02010600030101010101" pitchFamily="2" charset="-122"/>
              </a:rPr>
              <a:t>☆ </a:t>
            </a:r>
            <a:r>
              <a:rPr lang="zh-CN" altLang="en-US" sz="2800">
                <a:solidFill>
                  <a:srgbClr val="0000CC"/>
                </a:solidFill>
                <a:latin typeface="宋体" panose="02010600030101010101" pitchFamily="2" charset="-122"/>
              </a:rPr>
              <a:t>标注方法：</a:t>
            </a:r>
          </a:p>
        </p:txBody>
      </p:sp>
      <p:sp>
        <p:nvSpPr>
          <p:cNvPr id="125056" name="Text Box 128">
            <a:extLst>
              <a:ext uri="{FF2B5EF4-FFF2-40B4-BE49-F238E27FC236}">
                <a16:creationId xmlns:a16="http://schemas.microsoft.com/office/drawing/2014/main" id="{88ECF45C-6C41-4D66-97C6-DD9968635A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7350" y="5138738"/>
            <a:ext cx="250666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l" eaLnBrk="1" hangingPunct="1"/>
            <a:r>
              <a:rPr lang="en-US" altLang="zh-CN" sz="2800">
                <a:solidFill>
                  <a:srgbClr val="0000CC"/>
                </a:solidFill>
                <a:latin typeface="宋体" panose="02010600030101010101" pitchFamily="2" charset="-122"/>
              </a:rPr>
              <a:t>☆ </a:t>
            </a:r>
            <a:r>
              <a:rPr lang="zh-CN" altLang="en-US" sz="2800">
                <a:solidFill>
                  <a:srgbClr val="0000CC"/>
                </a:solidFill>
                <a:latin typeface="宋体" panose="02010600030101010101" pitchFamily="2" charset="-122"/>
              </a:rPr>
              <a:t>适用范围：</a:t>
            </a:r>
          </a:p>
        </p:txBody>
      </p:sp>
      <p:sp>
        <p:nvSpPr>
          <p:cNvPr id="125057" name="Text Box 129">
            <a:extLst>
              <a:ext uri="{FF2B5EF4-FFF2-40B4-BE49-F238E27FC236}">
                <a16:creationId xmlns:a16="http://schemas.microsoft.com/office/drawing/2014/main" id="{6E21424C-2E7A-4AF8-B093-A4822B94B1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5975" y="5581650"/>
            <a:ext cx="7847013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l" eaLnBrk="1" hangingPunct="1"/>
            <a:r>
              <a:rPr lang="en-US" altLang="zh-CN" sz="2800">
                <a:solidFill>
                  <a:srgbClr val="FF0000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800">
                <a:solidFill>
                  <a:srgbClr val="FF0000"/>
                </a:solidFill>
                <a:latin typeface="宋体" panose="02010600030101010101" pitchFamily="2" charset="-122"/>
              </a:rPr>
              <a:t>当机件上的孔槽及空腔等内部结构不在同一平面内时。</a:t>
            </a:r>
          </a:p>
        </p:txBody>
      </p:sp>
      <p:sp>
        <p:nvSpPr>
          <p:cNvPr id="125185" name="Rectangle 257">
            <a:extLst>
              <a:ext uri="{FF2B5EF4-FFF2-40B4-BE49-F238E27FC236}">
                <a16:creationId xmlns:a16="http://schemas.microsoft.com/office/drawing/2014/main" id="{59C24C85-14C5-42A2-93F0-BF155D9A80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00675" y="654050"/>
            <a:ext cx="3262313" cy="2455863"/>
          </a:xfrm>
          <a:prstGeom prst="rect">
            <a:avLst/>
          </a:prstGeom>
          <a:solidFill>
            <a:srgbClr val="00FFFF"/>
          </a:solidFill>
          <a:ln w="9525">
            <a:solidFill>
              <a:srgbClr val="00FF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25182" name="Group 254">
            <a:extLst>
              <a:ext uri="{FF2B5EF4-FFF2-40B4-BE49-F238E27FC236}">
                <a16:creationId xmlns:a16="http://schemas.microsoft.com/office/drawing/2014/main" id="{DF5C1490-3DE2-42B2-8A93-9BB9598C9659}"/>
              </a:ext>
            </a:extLst>
          </p:cNvPr>
          <p:cNvGrpSpPr>
            <a:grpSpLocks/>
          </p:cNvGrpSpPr>
          <p:nvPr/>
        </p:nvGrpSpPr>
        <p:grpSpPr bwMode="auto">
          <a:xfrm>
            <a:off x="4946650" y="850900"/>
            <a:ext cx="3613150" cy="3808413"/>
            <a:chOff x="3116" y="536"/>
            <a:chExt cx="2276" cy="2399"/>
          </a:xfrm>
        </p:grpSpPr>
        <p:pic>
          <p:nvPicPr>
            <p:cNvPr id="125164" name="Picture 236">
              <a:extLst>
                <a:ext uri="{FF2B5EF4-FFF2-40B4-BE49-F238E27FC236}">
                  <a16:creationId xmlns:a16="http://schemas.microsoft.com/office/drawing/2014/main" id="{A30B2C1E-F340-4B12-BA48-4B177D3846A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clrChange>
                <a:clrFrom>
                  <a:srgbClr val="00FFFF"/>
                </a:clrFrom>
                <a:clrTo>
                  <a:srgbClr val="00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16" y="714"/>
              <a:ext cx="2276" cy="22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25175" name="Freeform 247">
              <a:extLst>
                <a:ext uri="{FF2B5EF4-FFF2-40B4-BE49-F238E27FC236}">
                  <a16:creationId xmlns:a16="http://schemas.microsoft.com/office/drawing/2014/main" id="{AC0232FF-209D-4975-8DDE-828BA218E543}"/>
                </a:ext>
              </a:extLst>
            </p:cNvPr>
            <p:cNvSpPr>
              <a:spLocks/>
            </p:cNvSpPr>
            <p:nvPr/>
          </p:nvSpPr>
          <p:spPr bwMode="auto">
            <a:xfrm>
              <a:off x="3654" y="600"/>
              <a:ext cx="510" cy="1194"/>
            </a:xfrm>
            <a:custGeom>
              <a:avLst/>
              <a:gdLst>
                <a:gd name="T0" fmla="*/ 0 w 510"/>
                <a:gd name="T1" fmla="*/ 1050 h 1194"/>
                <a:gd name="T2" fmla="*/ 510 w 510"/>
                <a:gd name="T3" fmla="*/ 1194 h 1194"/>
                <a:gd name="T4" fmla="*/ 510 w 510"/>
                <a:gd name="T5" fmla="*/ 138 h 1194"/>
                <a:gd name="T6" fmla="*/ 0 w 510"/>
                <a:gd name="T7" fmla="*/ 0 h 1194"/>
                <a:gd name="T8" fmla="*/ 0 w 510"/>
                <a:gd name="T9" fmla="*/ 1050 h 11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0" h="1194">
                  <a:moveTo>
                    <a:pt x="0" y="1050"/>
                  </a:moveTo>
                  <a:lnTo>
                    <a:pt x="510" y="1194"/>
                  </a:lnTo>
                  <a:lnTo>
                    <a:pt x="510" y="138"/>
                  </a:lnTo>
                  <a:lnTo>
                    <a:pt x="0" y="0"/>
                  </a:lnTo>
                  <a:lnTo>
                    <a:pt x="0" y="1050"/>
                  </a:lnTo>
                  <a:close/>
                </a:path>
              </a:pathLst>
            </a:custGeom>
            <a:solidFill>
              <a:srgbClr val="FFFFCC">
                <a:alpha val="50000"/>
              </a:srgbClr>
            </a:solidFill>
            <a:ln w="9525" cap="flat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5176" name="Freeform 248">
              <a:extLst>
                <a:ext uri="{FF2B5EF4-FFF2-40B4-BE49-F238E27FC236}">
                  <a16:creationId xmlns:a16="http://schemas.microsoft.com/office/drawing/2014/main" id="{36BC0154-4373-442D-8D32-58335EE7C015}"/>
                </a:ext>
              </a:extLst>
            </p:cNvPr>
            <p:cNvSpPr>
              <a:spLocks/>
            </p:cNvSpPr>
            <p:nvPr/>
          </p:nvSpPr>
          <p:spPr bwMode="auto">
            <a:xfrm>
              <a:off x="4332" y="546"/>
              <a:ext cx="930" cy="1290"/>
            </a:xfrm>
            <a:custGeom>
              <a:avLst/>
              <a:gdLst>
                <a:gd name="T0" fmla="*/ 0 w 930"/>
                <a:gd name="T1" fmla="*/ 1038 h 1290"/>
                <a:gd name="T2" fmla="*/ 930 w 930"/>
                <a:gd name="T3" fmla="*/ 1290 h 1290"/>
                <a:gd name="T4" fmla="*/ 930 w 930"/>
                <a:gd name="T5" fmla="*/ 246 h 1290"/>
                <a:gd name="T6" fmla="*/ 0 w 930"/>
                <a:gd name="T7" fmla="*/ 0 h 1290"/>
                <a:gd name="T8" fmla="*/ 0 w 930"/>
                <a:gd name="T9" fmla="*/ 1038 h 12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30" h="1290">
                  <a:moveTo>
                    <a:pt x="0" y="1038"/>
                  </a:moveTo>
                  <a:lnTo>
                    <a:pt x="930" y="1290"/>
                  </a:lnTo>
                  <a:lnTo>
                    <a:pt x="930" y="246"/>
                  </a:lnTo>
                  <a:lnTo>
                    <a:pt x="0" y="0"/>
                  </a:lnTo>
                  <a:lnTo>
                    <a:pt x="0" y="1038"/>
                  </a:lnTo>
                  <a:close/>
                </a:path>
              </a:pathLst>
            </a:custGeom>
            <a:solidFill>
              <a:srgbClr val="FFCCFF">
                <a:alpha val="50000"/>
              </a:srgbClr>
            </a:solidFill>
            <a:ln w="9525" cap="flat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5177" name="Freeform 249">
              <a:extLst>
                <a:ext uri="{FF2B5EF4-FFF2-40B4-BE49-F238E27FC236}">
                  <a16:creationId xmlns:a16="http://schemas.microsoft.com/office/drawing/2014/main" id="{D09A0516-47E6-4F8E-A2D5-E02CF36B6BE0}"/>
                </a:ext>
              </a:extLst>
            </p:cNvPr>
            <p:cNvSpPr>
              <a:spLocks/>
            </p:cNvSpPr>
            <p:nvPr/>
          </p:nvSpPr>
          <p:spPr bwMode="auto">
            <a:xfrm>
              <a:off x="4164" y="540"/>
              <a:ext cx="168" cy="1260"/>
            </a:xfrm>
            <a:custGeom>
              <a:avLst/>
              <a:gdLst>
                <a:gd name="T0" fmla="*/ 0 w 168"/>
                <a:gd name="T1" fmla="*/ 198 h 1260"/>
                <a:gd name="T2" fmla="*/ 0 w 168"/>
                <a:gd name="T3" fmla="*/ 1260 h 1260"/>
                <a:gd name="T4" fmla="*/ 168 w 168"/>
                <a:gd name="T5" fmla="*/ 1056 h 1260"/>
                <a:gd name="T6" fmla="*/ 168 w 168"/>
                <a:gd name="T7" fmla="*/ 0 h 1260"/>
                <a:gd name="T8" fmla="*/ 0 w 168"/>
                <a:gd name="T9" fmla="*/ 198 h 12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8" h="1260">
                  <a:moveTo>
                    <a:pt x="0" y="198"/>
                  </a:moveTo>
                  <a:lnTo>
                    <a:pt x="0" y="1260"/>
                  </a:lnTo>
                  <a:lnTo>
                    <a:pt x="168" y="1056"/>
                  </a:lnTo>
                  <a:lnTo>
                    <a:pt x="168" y="0"/>
                  </a:lnTo>
                  <a:lnTo>
                    <a:pt x="0" y="198"/>
                  </a:lnTo>
                  <a:close/>
                </a:path>
              </a:pathLst>
            </a:custGeom>
            <a:solidFill>
              <a:srgbClr val="CCFFFF">
                <a:alpha val="50000"/>
              </a:srgbClr>
            </a:solidFill>
            <a:ln w="9525" cap="flat" cmpd="sng">
              <a:solidFill>
                <a:srgbClr val="FFFFCC">
                  <a:alpha val="50000"/>
                </a:srgbClr>
              </a:solidFill>
              <a:prstDash val="solid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5179" name="Text Box 251">
              <a:extLst>
                <a:ext uri="{FF2B5EF4-FFF2-40B4-BE49-F238E27FC236}">
                  <a16:creationId xmlns:a16="http://schemas.microsoft.com/office/drawing/2014/main" id="{54315057-E612-401F-86AF-FA184D6F8D1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16" y="592"/>
              <a:ext cx="29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i="1"/>
                <a:t>A</a:t>
              </a:r>
            </a:p>
          </p:txBody>
        </p:sp>
        <p:sp>
          <p:nvSpPr>
            <p:cNvPr id="125180" name="Text Box 252">
              <a:extLst>
                <a:ext uri="{FF2B5EF4-FFF2-40B4-BE49-F238E27FC236}">
                  <a16:creationId xmlns:a16="http://schemas.microsoft.com/office/drawing/2014/main" id="{B294BCF2-E05E-4522-B5AD-2864E2760A5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04" y="536"/>
              <a:ext cx="29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i="1"/>
                <a:t>A</a:t>
              </a:r>
            </a:p>
          </p:txBody>
        </p:sp>
      </p:grpSp>
    </p:spTree>
  </p:cSld>
  <p:clrMapOvr>
    <a:masterClrMapping/>
  </p:clrMapOvr>
  <p:transition spd="med">
    <p:cover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125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5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3" presetID="16" presetClass="entr" presetSubtype="4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5" dur="500"/>
                                        <p:tgtEl>
                                          <p:spTgt spid="125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1249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125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249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0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75"/>
                                        <p:tgtEl>
                                          <p:spTgt spid="1250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1249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1249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1249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5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1249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75"/>
                                        <p:tgtEl>
                                          <p:spTgt spid="1249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62" dur="500"/>
                                        <p:tgtEl>
                                          <p:spTgt spid="1250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67" dur="75"/>
                                        <p:tgtEl>
                                          <p:spTgt spid="1250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4931" grpId="0" autoUpdateAnimBg="0"/>
      <p:bldP spid="124932" grpId="0" autoUpdateAnimBg="0"/>
      <p:bldP spid="124933" grpId="0" autoUpdateAnimBg="0"/>
      <p:bldP spid="124934" grpId="0" autoUpdateAnimBg="0"/>
      <p:bldP spid="124944" grpId="0" build="p" autoUpdateAnimBg="0"/>
      <p:bldP spid="125055" grpId="0" build="p" autoUpdateAnimBg="0"/>
      <p:bldP spid="125056" grpId="0" autoUpdateAnimBg="0"/>
      <p:bldP spid="125057" grpId="0" autoUpdateAnimBg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5954" name="Group 2">
            <a:extLst>
              <a:ext uri="{FF2B5EF4-FFF2-40B4-BE49-F238E27FC236}">
                <a16:creationId xmlns:a16="http://schemas.microsoft.com/office/drawing/2014/main" id="{C04A9C4D-EF82-4168-A460-D3E6D163ED09}"/>
              </a:ext>
            </a:extLst>
          </p:cNvPr>
          <p:cNvGrpSpPr>
            <a:grpSpLocks/>
          </p:cNvGrpSpPr>
          <p:nvPr/>
        </p:nvGrpSpPr>
        <p:grpSpPr bwMode="auto">
          <a:xfrm>
            <a:off x="512763" y="4514850"/>
            <a:ext cx="3656012" cy="1728788"/>
            <a:chOff x="323" y="2652"/>
            <a:chExt cx="2303" cy="1089"/>
          </a:xfrm>
        </p:grpSpPr>
        <p:sp>
          <p:nvSpPr>
            <p:cNvPr id="125955" name="Rectangle 3">
              <a:extLst>
                <a:ext uri="{FF2B5EF4-FFF2-40B4-BE49-F238E27FC236}">
                  <a16:creationId xmlns:a16="http://schemas.microsoft.com/office/drawing/2014/main" id="{2F3AE89B-BBE2-4354-B95B-99BC848FC7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" y="3264"/>
              <a:ext cx="98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i="1">
                  <a:solidFill>
                    <a:schemeClr val="tx2"/>
                  </a:solidFill>
                  <a:latin typeface="宋体" panose="02010600030101010101" pitchFamily="2" charset="-122"/>
                </a:rPr>
                <a:t>A</a:t>
              </a:r>
              <a:endParaRPr lang="en-US" altLang="zh-CN">
                <a:solidFill>
                  <a:schemeClr val="tx2"/>
                </a:solidFill>
              </a:endParaRPr>
            </a:p>
          </p:txBody>
        </p:sp>
        <p:sp>
          <p:nvSpPr>
            <p:cNvPr id="125956" name="Rectangle 4">
              <a:extLst>
                <a:ext uri="{FF2B5EF4-FFF2-40B4-BE49-F238E27FC236}">
                  <a16:creationId xmlns:a16="http://schemas.microsoft.com/office/drawing/2014/main" id="{37F1D01F-2E26-4D9D-8623-F7900CAFEA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43" y="2830"/>
              <a:ext cx="98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i="1">
                  <a:solidFill>
                    <a:schemeClr val="tx2"/>
                  </a:solidFill>
                  <a:latin typeface="宋体" panose="02010600030101010101" pitchFamily="2" charset="-122"/>
                </a:rPr>
                <a:t>A</a:t>
              </a:r>
              <a:endParaRPr lang="en-US" altLang="zh-CN">
                <a:solidFill>
                  <a:schemeClr val="tx2"/>
                </a:solidFill>
              </a:endParaRPr>
            </a:p>
          </p:txBody>
        </p:sp>
        <p:sp>
          <p:nvSpPr>
            <p:cNvPr id="125957" name="Rectangle 5">
              <a:extLst>
                <a:ext uri="{FF2B5EF4-FFF2-40B4-BE49-F238E27FC236}">
                  <a16:creationId xmlns:a16="http://schemas.microsoft.com/office/drawing/2014/main" id="{66A1C275-37A6-4548-A94D-670B7CE77A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85" y="3408"/>
              <a:ext cx="98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i="1">
                  <a:solidFill>
                    <a:schemeClr val="tx2"/>
                  </a:solidFill>
                  <a:latin typeface="宋体" panose="02010600030101010101" pitchFamily="2" charset="-122"/>
                </a:rPr>
                <a:t>A</a:t>
              </a:r>
              <a:endParaRPr lang="en-US" altLang="zh-CN">
                <a:solidFill>
                  <a:schemeClr val="tx2"/>
                </a:solidFill>
              </a:endParaRPr>
            </a:p>
          </p:txBody>
        </p:sp>
        <p:sp>
          <p:nvSpPr>
            <p:cNvPr id="125958" name="Rectangle 6">
              <a:extLst>
                <a:ext uri="{FF2B5EF4-FFF2-40B4-BE49-F238E27FC236}">
                  <a16:creationId xmlns:a16="http://schemas.microsoft.com/office/drawing/2014/main" id="{8C180D08-D9B5-4F26-ABD6-A5316956A3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28" y="2883"/>
              <a:ext cx="98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i="1">
                  <a:solidFill>
                    <a:schemeClr val="tx2"/>
                  </a:solidFill>
                  <a:latin typeface="宋体" panose="02010600030101010101" pitchFamily="2" charset="-122"/>
                </a:rPr>
                <a:t>A</a:t>
              </a:r>
              <a:endParaRPr lang="en-US" altLang="zh-CN">
                <a:solidFill>
                  <a:schemeClr val="tx2"/>
                </a:solidFill>
              </a:endParaRPr>
            </a:p>
          </p:txBody>
        </p:sp>
        <p:sp>
          <p:nvSpPr>
            <p:cNvPr id="125959" name="Freeform 7">
              <a:extLst>
                <a:ext uri="{FF2B5EF4-FFF2-40B4-BE49-F238E27FC236}">
                  <a16:creationId xmlns:a16="http://schemas.microsoft.com/office/drawing/2014/main" id="{90F945F3-09CB-4A21-B6E5-6CF6456ED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2336" y="3082"/>
              <a:ext cx="107" cy="1"/>
            </a:xfrm>
            <a:custGeom>
              <a:avLst/>
              <a:gdLst>
                <a:gd name="T0" fmla="*/ 0 w 322"/>
                <a:gd name="T1" fmla="*/ 321 w 322"/>
                <a:gd name="T2" fmla="*/ 322 w 32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322">
                  <a:moveTo>
                    <a:pt x="0" y="0"/>
                  </a:moveTo>
                  <a:lnTo>
                    <a:pt x="321" y="0"/>
                  </a:lnTo>
                  <a:lnTo>
                    <a:pt x="322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5960" name="Freeform 8">
              <a:extLst>
                <a:ext uri="{FF2B5EF4-FFF2-40B4-BE49-F238E27FC236}">
                  <a16:creationId xmlns:a16="http://schemas.microsoft.com/office/drawing/2014/main" id="{20D4560C-49E5-46E5-B476-951EBD06E05E}"/>
                </a:ext>
              </a:extLst>
            </p:cNvPr>
            <p:cNvSpPr>
              <a:spLocks/>
            </p:cNvSpPr>
            <p:nvPr/>
          </p:nvSpPr>
          <p:spPr bwMode="auto">
            <a:xfrm>
              <a:off x="480" y="3473"/>
              <a:ext cx="104" cy="1"/>
            </a:xfrm>
            <a:custGeom>
              <a:avLst/>
              <a:gdLst>
                <a:gd name="T0" fmla="*/ 314 w 314"/>
                <a:gd name="T1" fmla="*/ 0 w 314"/>
                <a:gd name="T2" fmla="*/ 2 w 31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314">
                  <a:moveTo>
                    <a:pt x="314" y="0"/>
                  </a:moveTo>
                  <a:lnTo>
                    <a:pt x="0" y="0"/>
                  </a:lnTo>
                  <a:lnTo>
                    <a:pt x="2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5961" name="Freeform 9">
              <a:extLst>
                <a:ext uri="{FF2B5EF4-FFF2-40B4-BE49-F238E27FC236}">
                  <a16:creationId xmlns:a16="http://schemas.microsoft.com/office/drawing/2014/main" id="{D574265A-83BB-446B-840C-311BF48C6F56}"/>
                </a:ext>
              </a:extLst>
            </p:cNvPr>
            <p:cNvSpPr>
              <a:spLocks/>
            </p:cNvSpPr>
            <p:nvPr/>
          </p:nvSpPr>
          <p:spPr bwMode="auto">
            <a:xfrm>
              <a:off x="480" y="3260"/>
              <a:ext cx="1" cy="213"/>
            </a:xfrm>
            <a:custGeom>
              <a:avLst/>
              <a:gdLst>
                <a:gd name="T0" fmla="*/ 0 w 2"/>
                <a:gd name="T1" fmla="*/ 637 h 637"/>
                <a:gd name="T2" fmla="*/ 0 w 2"/>
                <a:gd name="T3" fmla="*/ 0 h 637"/>
                <a:gd name="T4" fmla="*/ 2 w 2"/>
                <a:gd name="T5" fmla="*/ 0 h 6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637">
                  <a:moveTo>
                    <a:pt x="0" y="637"/>
                  </a:moveTo>
                  <a:lnTo>
                    <a:pt x="0" y="0"/>
                  </a:lnTo>
                  <a:lnTo>
                    <a:pt x="2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 type="none" w="sm" len="lg"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5962" name="Freeform 10">
              <a:extLst>
                <a:ext uri="{FF2B5EF4-FFF2-40B4-BE49-F238E27FC236}">
                  <a16:creationId xmlns:a16="http://schemas.microsoft.com/office/drawing/2014/main" id="{D48B825B-CD77-4AE9-AC28-3A715DB37738}"/>
                </a:ext>
              </a:extLst>
            </p:cNvPr>
            <p:cNvSpPr>
              <a:spLocks/>
            </p:cNvSpPr>
            <p:nvPr/>
          </p:nvSpPr>
          <p:spPr bwMode="auto">
            <a:xfrm>
              <a:off x="1139" y="3473"/>
              <a:ext cx="91" cy="1"/>
            </a:xfrm>
            <a:custGeom>
              <a:avLst/>
              <a:gdLst>
                <a:gd name="T0" fmla="*/ 0 w 274"/>
                <a:gd name="T1" fmla="*/ 273 w 274"/>
                <a:gd name="T2" fmla="*/ 274 w 27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274">
                  <a:moveTo>
                    <a:pt x="0" y="0"/>
                  </a:moveTo>
                  <a:lnTo>
                    <a:pt x="273" y="0"/>
                  </a:lnTo>
                  <a:lnTo>
                    <a:pt x="274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5963" name="Freeform 11">
              <a:extLst>
                <a:ext uri="{FF2B5EF4-FFF2-40B4-BE49-F238E27FC236}">
                  <a16:creationId xmlns:a16="http://schemas.microsoft.com/office/drawing/2014/main" id="{A188480D-91B2-4329-AB31-19E439E5E6CF}"/>
                </a:ext>
              </a:extLst>
            </p:cNvPr>
            <p:cNvSpPr>
              <a:spLocks/>
            </p:cNvSpPr>
            <p:nvPr/>
          </p:nvSpPr>
          <p:spPr bwMode="auto">
            <a:xfrm>
              <a:off x="1230" y="3390"/>
              <a:ext cx="1" cy="83"/>
            </a:xfrm>
            <a:custGeom>
              <a:avLst/>
              <a:gdLst>
                <a:gd name="T0" fmla="*/ 0 w 1"/>
                <a:gd name="T1" fmla="*/ 248 h 248"/>
                <a:gd name="T2" fmla="*/ 0 w 1"/>
                <a:gd name="T3" fmla="*/ 0 h 248"/>
                <a:gd name="T4" fmla="*/ 1 w 1"/>
                <a:gd name="T5" fmla="*/ 0 h 2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248">
                  <a:moveTo>
                    <a:pt x="0" y="248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5964" name="Freeform 12">
              <a:extLst>
                <a:ext uri="{FF2B5EF4-FFF2-40B4-BE49-F238E27FC236}">
                  <a16:creationId xmlns:a16="http://schemas.microsoft.com/office/drawing/2014/main" id="{42F48364-9FBC-4AAE-8819-11B6F9FC3F4D}"/>
                </a:ext>
              </a:extLst>
            </p:cNvPr>
            <p:cNvSpPr>
              <a:spLocks/>
            </p:cNvSpPr>
            <p:nvPr/>
          </p:nvSpPr>
          <p:spPr bwMode="auto">
            <a:xfrm>
              <a:off x="1230" y="3081"/>
              <a:ext cx="1" cy="77"/>
            </a:xfrm>
            <a:custGeom>
              <a:avLst/>
              <a:gdLst>
                <a:gd name="T0" fmla="*/ 0 w 1"/>
                <a:gd name="T1" fmla="*/ 229 h 229"/>
                <a:gd name="T2" fmla="*/ 0 w 1"/>
                <a:gd name="T3" fmla="*/ 0 h 229"/>
                <a:gd name="T4" fmla="*/ 1 w 1"/>
                <a:gd name="T5" fmla="*/ 0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229">
                  <a:moveTo>
                    <a:pt x="0" y="229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5965" name="Freeform 13">
              <a:extLst>
                <a:ext uri="{FF2B5EF4-FFF2-40B4-BE49-F238E27FC236}">
                  <a16:creationId xmlns:a16="http://schemas.microsoft.com/office/drawing/2014/main" id="{2F4DBC9B-A86B-41ED-81D8-0C34A12A256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30" y="3081"/>
              <a:ext cx="65" cy="1"/>
            </a:xfrm>
            <a:custGeom>
              <a:avLst/>
              <a:gdLst>
                <a:gd name="T0" fmla="*/ 0 w 197"/>
                <a:gd name="T1" fmla="*/ 0 h 2"/>
                <a:gd name="T2" fmla="*/ 196 w 197"/>
                <a:gd name="T3" fmla="*/ 2 h 2"/>
                <a:gd name="T4" fmla="*/ 197 w 197"/>
                <a:gd name="T5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7" h="2">
                  <a:moveTo>
                    <a:pt x="0" y="0"/>
                  </a:moveTo>
                  <a:lnTo>
                    <a:pt x="196" y="2"/>
                  </a:lnTo>
                  <a:lnTo>
                    <a:pt x="197" y="2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5966" name="Freeform 14">
              <a:extLst>
                <a:ext uri="{FF2B5EF4-FFF2-40B4-BE49-F238E27FC236}">
                  <a16:creationId xmlns:a16="http://schemas.microsoft.com/office/drawing/2014/main" id="{4B6C347B-FAD6-42A9-94A6-8861FABD460A}"/>
                </a:ext>
              </a:extLst>
            </p:cNvPr>
            <p:cNvSpPr>
              <a:spLocks/>
            </p:cNvSpPr>
            <p:nvPr/>
          </p:nvSpPr>
          <p:spPr bwMode="auto">
            <a:xfrm>
              <a:off x="2443" y="2871"/>
              <a:ext cx="1" cy="211"/>
            </a:xfrm>
            <a:custGeom>
              <a:avLst/>
              <a:gdLst>
                <a:gd name="T0" fmla="*/ 0 w 1"/>
                <a:gd name="T1" fmla="*/ 635 h 635"/>
                <a:gd name="T2" fmla="*/ 0 w 1"/>
                <a:gd name="T3" fmla="*/ 0 h 635"/>
                <a:gd name="T4" fmla="*/ 1 w 1"/>
                <a:gd name="T5" fmla="*/ 0 h 6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635">
                  <a:moveTo>
                    <a:pt x="0" y="635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5967" name="Freeform 15">
              <a:extLst>
                <a:ext uri="{FF2B5EF4-FFF2-40B4-BE49-F238E27FC236}">
                  <a16:creationId xmlns:a16="http://schemas.microsoft.com/office/drawing/2014/main" id="{6236B95A-0667-4BD4-9FDC-B03EEEC165EE}"/>
                </a:ext>
              </a:extLst>
            </p:cNvPr>
            <p:cNvSpPr>
              <a:spLocks/>
            </p:cNvSpPr>
            <p:nvPr/>
          </p:nvSpPr>
          <p:spPr bwMode="auto">
            <a:xfrm>
              <a:off x="1317" y="3082"/>
              <a:ext cx="467" cy="1"/>
            </a:xfrm>
            <a:custGeom>
              <a:avLst/>
              <a:gdLst>
                <a:gd name="T0" fmla="*/ 0 w 1400"/>
                <a:gd name="T1" fmla="*/ 1399 w 1400"/>
                <a:gd name="T2" fmla="*/ 1400 w 140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1400">
                  <a:moveTo>
                    <a:pt x="0" y="0"/>
                  </a:moveTo>
                  <a:lnTo>
                    <a:pt x="1399" y="0"/>
                  </a:lnTo>
                  <a:lnTo>
                    <a:pt x="1400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5968" name="Freeform 16">
              <a:extLst>
                <a:ext uri="{FF2B5EF4-FFF2-40B4-BE49-F238E27FC236}">
                  <a16:creationId xmlns:a16="http://schemas.microsoft.com/office/drawing/2014/main" id="{55452902-A8CA-42CF-B831-AC37B6527D0E}"/>
                </a:ext>
              </a:extLst>
            </p:cNvPr>
            <p:cNvSpPr>
              <a:spLocks/>
            </p:cNvSpPr>
            <p:nvPr/>
          </p:nvSpPr>
          <p:spPr bwMode="auto">
            <a:xfrm>
              <a:off x="1833" y="3082"/>
              <a:ext cx="23" cy="1"/>
            </a:xfrm>
            <a:custGeom>
              <a:avLst/>
              <a:gdLst>
                <a:gd name="T0" fmla="*/ 0 w 69"/>
                <a:gd name="T1" fmla="*/ 68 w 69"/>
                <a:gd name="T2" fmla="*/ 69 w 69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69">
                  <a:moveTo>
                    <a:pt x="0" y="0"/>
                  </a:moveTo>
                  <a:lnTo>
                    <a:pt x="68" y="0"/>
                  </a:lnTo>
                  <a:lnTo>
                    <a:pt x="69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5969" name="Freeform 17">
              <a:extLst>
                <a:ext uri="{FF2B5EF4-FFF2-40B4-BE49-F238E27FC236}">
                  <a16:creationId xmlns:a16="http://schemas.microsoft.com/office/drawing/2014/main" id="{2DC0E595-6D47-4508-9677-EE9B0E31A9C2}"/>
                </a:ext>
              </a:extLst>
            </p:cNvPr>
            <p:cNvSpPr>
              <a:spLocks/>
            </p:cNvSpPr>
            <p:nvPr/>
          </p:nvSpPr>
          <p:spPr bwMode="auto">
            <a:xfrm>
              <a:off x="1897" y="3082"/>
              <a:ext cx="405" cy="1"/>
            </a:xfrm>
            <a:custGeom>
              <a:avLst/>
              <a:gdLst>
                <a:gd name="T0" fmla="*/ 0 w 1215"/>
                <a:gd name="T1" fmla="*/ 1213 w 1215"/>
                <a:gd name="T2" fmla="*/ 1215 w 121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1215">
                  <a:moveTo>
                    <a:pt x="0" y="0"/>
                  </a:moveTo>
                  <a:lnTo>
                    <a:pt x="1213" y="0"/>
                  </a:lnTo>
                  <a:lnTo>
                    <a:pt x="1215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5970" name="Oval 18">
              <a:extLst>
                <a:ext uri="{FF2B5EF4-FFF2-40B4-BE49-F238E27FC236}">
                  <a16:creationId xmlns:a16="http://schemas.microsoft.com/office/drawing/2014/main" id="{EEFFABFB-621A-4417-88E1-636F4C9609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6" y="3324"/>
              <a:ext cx="295" cy="292"/>
            </a:xfrm>
            <a:prstGeom prst="ellips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5971" name="Oval 19">
              <a:extLst>
                <a:ext uri="{FF2B5EF4-FFF2-40B4-BE49-F238E27FC236}">
                  <a16:creationId xmlns:a16="http://schemas.microsoft.com/office/drawing/2014/main" id="{EF2F1574-45F1-42E3-8836-313057B68E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0" y="3390"/>
              <a:ext cx="164" cy="164"/>
            </a:xfrm>
            <a:prstGeom prst="ellips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5972" name="Oval 20">
              <a:extLst>
                <a:ext uri="{FF2B5EF4-FFF2-40B4-BE49-F238E27FC236}">
                  <a16:creationId xmlns:a16="http://schemas.microsoft.com/office/drawing/2014/main" id="{CFD74074-4313-4E0D-89EC-ACB49250C7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72" y="2723"/>
              <a:ext cx="718" cy="720"/>
            </a:xfrm>
            <a:prstGeom prst="ellips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5973" name="Oval 21">
              <a:extLst>
                <a:ext uri="{FF2B5EF4-FFF2-40B4-BE49-F238E27FC236}">
                  <a16:creationId xmlns:a16="http://schemas.microsoft.com/office/drawing/2014/main" id="{CF32EA90-2E39-4C10-B587-9AEB5A723F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20" y="2873"/>
              <a:ext cx="424" cy="419"/>
            </a:xfrm>
            <a:prstGeom prst="ellips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5974" name="Oval 22">
              <a:extLst>
                <a:ext uri="{FF2B5EF4-FFF2-40B4-BE49-F238E27FC236}">
                  <a16:creationId xmlns:a16="http://schemas.microsoft.com/office/drawing/2014/main" id="{AA2FEE93-71C9-4375-940B-73B732A17B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77" y="2835"/>
              <a:ext cx="509" cy="502"/>
            </a:xfrm>
            <a:prstGeom prst="ellips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5975" name="Freeform 23">
              <a:extLst>
                <a:ext uri="{FF2B5EF4-FFF2-40B4-BE49-F238E27FC236}">
                  <a16:creationId xmlns:a16="http://schemas.microsoft.com/office/drawing/2014/main" id="{7D5D2ED4-B8FF-4FE6-A33A-A0DA39824D97}"/>
                </a:ext>
              </a:extLst>
            </p:cNvPr>
            <p:cNvSpPr>
              <a:spLocks/>
            </p:cNvSpPr>
            <p:nvPr/>
          </p:nvSpPr>
          <p:spPr bwMode="auto">
            <a:xfrm>
              <a:off x="884" y="2795"/>
              <a:ext cx="1" cy="386"/>
            </a:xfrm>
            <a:custGeom>
              <a:avLst/>
              <a:gdLst>
                <a:gd name="T0" fmla="*/ 0 w 1"/>
                <a:gd name="T1" fmla="*/ 0 h 1156"/>
                <a:gd name="T2" fmla="*/ 0 w 1"/>
                <a:gd name="T3" fmla="*/ 1156 h 1156"/>
                <a:gd name="T4" fmla="*/ 1 w 1"/>
                <a:gd name="T5" fmla="*/ 1156 h 1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1156">
                  <a:moveTo>
                    <a:pt x="0" y="0"/>
                  </a:moveTo>
                  <a:lnTo>
                    <a:pt x="0" y="1156"/>
                  </a:lnTo>
                  <a:lnTo>
                    <a:pt x="1" y="1156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5976" name="Freeform 24">
              <a:extLst>
                <a:ext uri="{FF2B5EF4-FFF2-40B4-BE49-F238E27FC236}">
                  <a16:creationId xmlns:a16="http://schemas.microsoft.com/office/drawing/2014/main" id="{B3F101E4-0BD3-4E31-BCA6-098EA1B90C18}"/>
                </a:ext>
              </a:extLst>
            </p:cNvPr>
            <p:cNvSpPr>
              <a:spLocks/>
            </p:cNvSpPr>
            <p:nvPr/>
          </p:nvSpPr>
          <p:spPr bwMode="auto">
            <a:xfrm>
              <a:off x="2232" y="2913"/>
              <a:ext cx="1" cy="339"/>
            </a:xfrm>
            <a:custGeom>
              <a:avLst/>
              <a:gdLst>
                <a:gd name="T0" fmla="*/ 0 w 1"/>
                <a:gd name="T1" fmla="*/ 0 h 1018"/>
                <a:gd name="T2" fmla="*/ 0 w 1"/>
                <a:gd name="T3" fmla="*/ 1018 h 1018"/>
                <a:gd name="T4" fmla="*/ 1 w 1"/>
                <a:gd name="T5" fmla="*/ 1018 h 10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1018">
                  <a:moveTo>
                    <a:pt x="0" y="0"/>
                  </a:moveTo>
                  <a:lnTo>
                    <a:pt x="0" y="1018"/>
                  </a:lnTo>
                  <a:lnTo>
                    <a:pt x="1" y="1018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5977" name="Freeform 25">
              <a:extLst>
                <a:ext uri="{FF2B5EF4-FFF2-40B4-BE49-F238E27FC236}">
                  <a16:creationId xmlns:a16="http://schemas.microsoft.com/office/drawing/2014/main" id="{19FD2C66-949F-4C5E-8180-87F81CF9A2FA}"/>
                </a:ext>
              </a:extLst>
            </p:cNvPr>
            <p:cNvSpPr>
              <a:spLocks/>
            </p:cNvSpPr>
            <p:nvPr/>
          </p:nvSpPr>
          <p:spPr bwMode="auto">
            <a:xfrm>
              <a:off x="1181" y="2722"/>
              <a:ext cx="1" cy="112"/>
            </a:xfrm>
            <a:custGeom>
              <a:avLst/>
              <a:gdLst>
                <a:gd name="T0" fmla="*/ 0 w 1"/>
                <a:gd name="T1" fmla="*/ 0 h 336"/>
                <a:gd name="T2" fmla="*/ 0 w 1"/>
                <a:gd name="T3" fmla="*/ 336 h 336"/>
                <a:gd name="T4" fmla="*/ 1 w 1"/>
                <a:gd name="T5" fmla="*/ 336 h 3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336">
                  <a:moveTo>
                    <a:pt x="0" y="0"/>
                  </a:moveTo>
                  <a:lnTo>
                    <a:pt x="0" y="336"/>
                  </a:lnTo>
                  <a:lnTo>
                    <a:pt x="1" y="336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5978" name="Freeform 26">
              <a:extLst>
                <a:ext uri="{FF2B5EF4-FFF2-40B4-BE49-F238E27FC236}">
                  <a16:creationId xmlns:a16="http://schemas.microsoft.com/office/drawing/2014/main" id="{FAC6D8AF-F16E-42DE-807A-AD1FA0DBB61A}"/>
                </a:ext>
              </a:extLst>
            </p:cNvPr>
            <p:cNvSpPr>
              <a:spLocks/>
            </p:cNvSpPr>
            <p:nvPr/>
          </p:nvSpPr>
          <p:spPr bwMode="auto">
            <a:xfrm>
              <a:off x="1181" y="2865"/>
              <a:ext cx="1" cy="122"/>
            </a:xfrm>
            <a:custGeom>
              <a:avLst/>
              <a:gdLst>
                <a:gd name="T0" fmla="*/ 0 w 1"/>
                <a:gd name="T1" fmla="*/ 0 h 367"/>
                <a:gd name="T2" fmla="*/ 0 w 1"/>
                <a:gd name="T3" fmla="*/ 367 h 367"/>
                <a:gd name="T4" fmla="*/ 1 w 1"/>
                <a:gd name="T5" fmla="*/ 367 h 3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367">
                  <a:moveTo>
                    <a:pt x="0" y="0"/>
                  </a:moveTo>
                  <a:lnTo>
                    <a:pt x="0" y="367"/>
                  </a:lnTo>
                  <a:lnTo>
                    <a:pt x="1" y="367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5979" name="Freeform 27">
              <a:extLst>
                <a:ext uri="{FF2B5EF4-FFF2-40B4-BE49-F238E27FC236}">
                  <a16:creationId xmlns:a16="http://schemas.microsoft.com/office/drawing/2014/main" id="{C768C60C-1C3A-42F0-BD03-11DCFA073EB9}"/>
                </a:ext>
              </a:extLst>
            </p:cNvPr>
            <p:cNvSpPr>
              <a:spLocks/>
            </p:cNvSpPr>
            <p:nvPr/>
          </p:nvSpPr>
          <p:spPr bwMode="auto">
            <a:xfrm>
              <a:off x="1181" y="3017"/>
              <a:ext cx="1" cy="122"/>
            </a:xfrm>
            <a:custGeom>
              <a:avLst/>
              <a:gdLst>
                <a:gd name="T0" fmla="*/ 0 w 1"/>
                <a:gd name="T1" fmla="*/ 0 h 366"/>
                <a:gd name="T2" fmla="*/ 0 w 1"/>
                <a:gd name="T3" fmla="*/ 366 h 366"/>
                <a:gd name="T4" fmla="*/ 1 w 1"/>
                <a:gd name="T5" fmla="*/ 366 h 3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366">
                  <a:moveTo>
                    <a:pt x="0" y="0"/>
                  </a:moveTo>
                  <a:lnTo>
                    <a:pt x="0" y="366"/>
                  </a:lnTo>
                  <a:lnTo>
                    <a:pt x="1" y="366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5980" name="Freeform 28">
              <a:extLst>
                <a:ext uri="{FF2B5EF4-FFF2-40B4-BE49-F238E27FC236}">
                  <a16:creationId xmlns:a16="http://schemas.microsoft.com/office/drawing/2014/main" id="{C01A944C-98B5-404C-AAF6-6776EC3D5611}"/>
                </a:ext>
              </a:extLst>
            </p:cNvPr>
            <p:cNvSpPr>
              <a:spLocks/>
            </p:cNvSpPr>
            <p:nvPr/>
          </p:nvSpPr>
          <p:spPr bwMode="auto">
            <a:xfrm>
              <a:off x="1181" y="3170"/>
              <a:ext cx="1" cy="122"/>
            </a:xfrm>
            <a:custGeom>
              <a:avLst/>
              <a:gdLst>
                <a:gd name="T0" fmla="*/ 0 w 1"/>
                <a:gd name="T1" fmla="*/ 0 h 367"/>
                <a:gd name="T2" fmla="*/ 0 w 1"/>
                <a:gd name="T3" fmla="*/ 367 h 367"/>
                <a:gd name="T4" fmla="*/ 1 w 1"/>
                <a:gd name="T5" fmla="*/ 367 h 3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367">
                  <a:moveTo>
                    <a:pt x="0" y="0"/>
                  </a:moveTo>
                  <a:lnTo>
                    <a:pt x="0" y="367"/>
                  </a:lnTo>
                  <a:lnTo>
                    <a:pt x="1" y="367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5981" name="Freeform 29">
              <a:extLst>
                <a:ext uri="{FF2B5EF4-FFF2-40B4-BE49-F238E27FC236}">
                  <a16:creationId xmlns:a16="http://schemas.microsoft.com/office/drawing/2014/main" id="{3EE4F75E-3DE8-44A4-8176-C6CEAB677269}"/>
                </a:ext>
              </a:extLst>
            </p:cNvPr>
            <p:cNvSpPr>
              <a:spLocks/>
            </p:cNvSpPr>
            <p:nvPr/>
          </p:nvSpPr>
          <p:spPr bwMode="auto">
            <a:xfrm>
              <a:off x="1181" y="3323"/>
              <a:ext cx="1" cy="122"/>
            </a:xfrm>
            <a:custGeom>
              <a:avLst/>
              <a:gdLst>
                <a:gd name="T0" fmla="*/ 0 w 1"/>
                <a:gd name="T1" fmla="*/ 0 h 366"/>
                <a:gd name="T2" fmla="*/ 0 w 1"/>
                <a:gd name="T3" fmla="*/ 366 h 366"/>
                <a:gd name="T4" fmla="*/ 1 w 1"/>
                <a:gd name="T5" fmla="*/ 366 h 3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366">
                  <a:moveTo>
                    <a:pt x="0" y="0"/>
                  </a:moveTo>
                  <a:lnTo>
                    <a:pt x="0" y="366"/>
                  </a:lnTo>
                  <a:lnTo>
                    <a:pt x="1" y="366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5982" name="Freeform 30">
              <a:extLst>
                <a:ext uri="{FF2B5EF4-FFF2-40B4-BE49-F238E27FC236}">
                  <a16:creationId xmlns:a16="http://schemas.microsoft.com/office/drawing/2014/main" id="{60CF7E1F-0236-4ADD-BE02-057CFA29736A}"/>
                </a:ext>
              </a:extLst>
            </p:cNvPr>
            <p:cNvSpPr>
              <a:spLocks/>
            </p:cNvSpPr>
            <p:nvPr/>
          </p:nvSpPr>
          <p:spPr bwMode="auto">
            <a:xfrm>
              <a:off x="1181" y="3475"/>
              <a:ext cx="1" cy="123"/>
            </a:xfrm>
            <a:custGeom>
              <a:avLst/>
              <a:gdLst>
                <a:gd name="T0" fmla="*/ 0 w 1"/>
                <a:gd name="T1" fmla="*/ 0 h 367"/>
                <a:gd name="T2" fmla="*/ 0 w 1"/>
                <a:gd name="T3" fmla="*/ 367 h 367"/>
                <a:gd name="T4" fmla="*/ 1 w 1"/>
                <a:gd name="T5" fmla="*/ 367 h 3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367">
                  <a:moveTo>
                    <a:pt x="0" y="0"/>
                  </a:moveTo>
                  <a:lnTo>
                    <a:pt x="0" y="367"/>
                  </a:lnTo>
                  <a:lnTo>
                    <a:pt x="1" y="367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5983" name="Freeform 31">
              <a:extLst>
                <a:ext uri="{FF2B5EF4-FFF2-40B4-BE49-F238E27FC236}">
                  <a16:creationId xmlns:a16="http://schemas.microsoft.com/office/drawing/2014/main" id="{D185B9CD-D05A-408E-A7D3-15BDEF583EA6}"/>
                </a:ext>
              </a:extLst>
            </p:cNvPr>
            <p:cNvSpPr>
              <a:spLocks/>
            </p:cNvSpPr>
            <p:nvPr/>
          </p:nvSpPr>
          <p:spPr bwMode="auto">
            <a:xfrm>
              <a:off x="1181" y="3628"/>
              <a:ext cx="1" cy="112"/>
            </a:xfrm>
            <a:custGeom>
              <a:avLst/>
              <a:gdLst>
                <a:gd name="T0" fmla="*/ 0 w 1"/>
                <a:gd name="T1" fmla="*/ 0 h 337"/>
                <a:gd name="T2" fmla="*/ 0 w 1"/>
                <a:gd name="T3" fmla="*/ 337 h 337"/>
                <a:gd name="T4" fmla="*/ 1 w 1"/>
                <a:gd name="T5" fmla="*/ 337 h 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337">
                  <a:moveTo>
                    <a:pt x="0" y="0"/>
                  </a:moveTo>
                  <a:lnTo>
                    <a:pt x="0" y="337"/>
                  </a:lnTo>
                  <a:lnTo>
                    <a:pt x="1" y="337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5984" name="Freeform 32">
              <a:extLst>
                <a:ext uri="{FF2B5EF4-FFF2-40B4-BE49-F238E27FC236}">
                  <a16:creationId xmlns:a16="http://schemas.microsoft.com/office/drawing/2014/main" id="{4FCBDA59-87DA-43E3-B684-E4E14674A93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" y="2764"/>
              <a:ext cx="1" cy="933"/>
            </a:xfrm>
            <a:custGeom>
              <a:avLst/>
              <a:gdLst>
                <a:gd name="T0" fmla="*/ 0 w 1"/>
                <a:gd name="T1" fmla="*/ 0 h 2799"/>
                <a:gd name="T2" fmla="*/ 0 w 1"/>
                <a:gd name="T3" fmla="*/ 2799 h 2799"/>
                <a:gd name="T4" fmla="*/ 1 w 1"/>
                <a:gd name="T5" fmla="*/ 2799 h 27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2799">
                  <a:moveTo>
                    <a:pt x="0" y="0"/>
                  </a:moveTo>
                  <a:lnTo>
                    <a:pt x="0" y="2799"/>
                  </a:lnTo>
                  <a:lnTo>
                    <a:pt x="1" y="2799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5985" name="Freeform 33">
              <a:extLst>
                <a:ext uri="{FF2B5EF4-FFF2-40B4-BE49-F238E27FC236}">
                  <a16:creationId xmlns:a16="http://schemas.microsoft.com/office/drawing/2014/main" id="{3084CB04-EED1-4320-931B-56EEB8F4BA20}"/>
                </a:ext>
              </a:extLst>
            </p:cNvPr>
            <p:cNvSpPr>
              <a:spLocks/>
            </p:cNvSpPr>
            <p:nvPr/>
          </p:nvSpPr>
          <p:spPr bwMode="auto">
            <a:xfrm>
              <a:off x="1181" y="3409"/>
              <a:ext cx="704" cy="331"/>
            </a:xfrm>
            <a:custGeom>
              <a:avLst/>
              <a:gdLst>
                <a:gd name="T0" fmla="*/ 0 w 2114"/>
                <a:gd name="T1" fmla="*/ 995 h 995"/>
                <a:gd name="T2" fmla="*/ 2112 w 2114"/>
                <a:gd name="T3" fmla="*/ 0 h 995"/>
                <a:gd name="T4" fmla="*/ 2114 w 2114"/>
                <a:gd name="T5" fmla="*/ 0 h 9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14" h="995">
                  <a:moveTo>
                    <a:pt x="0" y="995"/>
                  </a:moveTo>
                  <a:lnTo>
                    <a:pt x="2112" y="0"/>
                  </a:lnTo>
                  <a:lnTo>
                    <a:pt x="2114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5986" name="Freeform 34">
              <a:extLst>
                <a:ext uri="{FF2B5EF4-FFF2-40B4-BE49-F238E27FC236}">
                  <a16:creationId xmlns:a16="http://schemas.microsoft.com/office/drawing/2014/main" id="{EE3E63FC-61D5-4527-BC74-B1376E4B7480}"/>
                </a:ext>
              </a:extLst>
            </p:cNvPr>
            <p:cNvSpPr>
              <a:spLocks/>
            </p:cNvSpPr>
            <p:nvPr/>
          </p:nvSpPr>
          <p:spPr bwMode="auto">
            <a:xfrm>
              <a:off x="883" y="3283"/>
              <a:ext cx="1" cy="394"/>
            </a:xfrm>
            <a:custGeom>
              <a:avLst/>
              <a:gdLst>
                <a:gd name="T0" fmla="*/ 1 w 1"/>
                <a:gd name="T1" fmla="*/ 0 h 394"/>
                <a:gd name="T2" fmla="*/ 0 w 1"/>
                <a:gd name="T3" fmla="*/ 394 h 3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394">
                  <a:moveTo>
                    <a:pt x="1" y="0"/>
                  </a:moveTo>
                  <a:lnTo>
                    <a:pt x="0" y="394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5987" name="Freeform 35">
              <a:extLst>
                <a:ext uri="{FF2B5EF4-FFF2-40B4-BE49-F238E27FC236}">
                  <a16:creationId xmlns:a16="http://schemas.microsoft.com/office/drawing/2014/main" id="{BCC3E63D-FD00-4350-970A-EC2FD68BCBE1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" y="3740"/>
              <a:ext cx="509" cy="1"/>
            </a:xfrm>
            <a:custGeom>
              <a:avLst/>
              <a:gdLst>
                <a:gd name="T0" fmla="*/ 1526 w 1526"/>
                <a:gd name="T1" fmla="*/ 0 w 1526"/>
                <a:gd name="T2" fmla="*/ 1 w 152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1526">
                  <a:moveTo>
                    <a:pt x="1526" y="0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5988" name="Freeform 36">
              <a:extLst>
                <a:ext uri="{FF2B5EF4-FFF2-40B4-BE49-F238E27FC236}">
                  <a16:creationId xmlns:a16="http://schemas.microsoft.com/office/drawing/2014/main" id="{2169F903-F6BE-465B-8AFC-67936BC7390F}"/>
                </a:ext>
              </a:extLst>
            </p:cNvPr>
            <p:cNvSpPr>
              <a:spLocks/>
            </p:cNvSpPr>
            <p:nvPr/>
          </p:nvSpPr>
          <p:spPr bwMode="auto">
            <a:xfrm>
              <a:off x="628" y="3686"/>
              <a:ext cx="44" cy="54"/>
            </a:xfrm>
            <a:custGeom>
              <a:avLst/>
              <a:gdLst>
                <a:gd name="T0" fmla="*/ 0 w 44"/>
                <a:gd name="T1" fmla="*/ 0 h 54"/>
                <a:gd name="T2" fmla="*/ 9 w 44"/>
                <a:gd name="T3" fmla="*/ 39 h 54"/>
                <a:gd name="T4" fmla="*/ 44 w 44"/>
                <a:gd name="T5" fmla="*/ 54 h 54"/>
                <a:gd name="T6" fmla="*/ 44 w 44"/>
                <a:gd name="T7" fmla="*/ 54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54">
                  <a:moveTo>
                    <a:pt x="0" y="0"/>
                  </a:moveTo>
                  <a:lnTo>
                    <a:pt x="9" y="39"/>
                  </a:lnTo>
                  <a:lnTo>
                    <a:pt x="44" y="54"/>
                  </a:lnTo>
                  <a:lnTo>
                    <a:pt x="44" y="54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5989" name="Freeform 37">
              <a:extLst>
                <a:ext uri="{FF2B5EF4-FFF2-40B4-BE49-F238E27FC236}">
                  <a16:creationId xmlns:a16="http://schemas.microsoft.com/office/drawing/2014/main" id="{680C9FE8-A274-491F-BFB4-395144A245F1}"/>
                </a:ext>
              </a:extLst>
            </p:cNvPr>
            <p:cNvSpPr>
              <a:spLocks/>
            </p:cNvSpPr>
            <p:nvPr/>
          </p:nvSpPr>
          <p:spPr bwMode="auto">
            <a:xfrm>
              <a:off x="690" y="3473"/>
              <a:ext cx="407" cy="1"/>
            </a:xfrm>
            <a:custGeom>
              <a:avLst/>
              <a:gdLst>
                <a:gd name="T0" fmla="*/ 0 w 1220"/>
                <a:gd name="T1" fmla="*/ 1219 w 1220"/>
                <a:gd name="T2" fmla="*/ 1220 w 122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1220">
                  <a:moveTo>
                    <a:pt x="0" y="0"/>
                  </a:moveTo>
                  <a:lnTo>
                    <a:pt x="1219" y="0"/>
                  </a:lnTo>
                  <a:lnTo>
                    <a:pt x="1220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5990" name="Freeform 38">
              <a:extLst>
                <a:ext uri="{FF2B5EF4-FFF2-40B4-BE49-F238E27FC236}">
                  <a16:creationId xmlns:a16="http://schemas.microsoft.com/office/drawing/2014/main" id="{232F1681-E188-4670-B59B-27F4E33DF883}"/>
                </a:ext>
              </a:extLst>
            </p:cNvPr>
            <p:cNvSpPr>
              <a:spLocks/>
            </p:cNvSpPr>
            <p:nvPr/>
          </p:nvSpPr>
          <p:spPr bwMode="auto">
            <a:xfrm>
              <a:off x="673" y="2999"/>
              <a:ext cx="424" cy="1"/>
            </a:xfrm>
            <a:custGeom>
              <a:avLst/>
              <a:gdLst>
                <a:gd name="T0" fmla="*/ 0 w 1271"/>
                <a:gd name="T1" fmla="*/ 1270 w 1271"/>
                <a:gd name="T2" fmla="*/ 1271 w 127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1271">
                  <a:moveTo>
                    <a:pt x="0" y="0"/>
                  </a:moveTo>
                  <a:lnTo>
                    <a:pt x="1270" y="0"/>
                  </a:lnTo>
                  <a:lnTo>
                    <a:pt x="1271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5991" name="Freeform 39">
              <a:extLst>
                <a:ext uri="{FF2B5EF4-FFF2-40B4-BE49-F238E27FC236}">
                  <a16:creationId xmlns:a16="http://schemas.microsoft.com/office/drawing/2014/main" id="{1E791184-3AD2-496E-BBC5-4398A5781EE7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2" y="2652"/>
              <a:ext cx="1" cy="490"/>
            </a:xfrm>
            <a:custGeom>
              <a:avLst/>
              <a:gdLst>
                <a:gd name="T0" fmla="*/ 0 w 1"/>
                <a:gd name="T1" fmla="*/ 0 h 1472"/>
                <a:gd name="T2" fmla="*/ 0 w 1"/>
                <a:gd name="T3" fmla="*/ 1472 h 1472"/>
                <a:gd name="T4" fmla="*/ 1 w 1"/>
                <a:gd name="T5" fmla="*/ 1472 h 14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1472">
                  <a:moveTo>
                    <a:pt x="0" y="0"/>
                  </a:moveTo>
                  <a:lnTo>
                    <a:pt x="0" y="1472"/>
                  </a:lnTo>
                  <a:lnTo>
                    <a:pt x="1" y="1472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5992" name="Freeform 40">
              <a:extLst>
                <a:ext uri="{FF2B5EF4-FFF2-40B4-BE49-F238E27FC236}">
                  <a16:creationId xmlns:a16="http://schemas.microsoft.com/office/drawing/2014/main" id="{220EA5E7-AB0B-42DA-A635-65782B8E8595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2" y="3245"/>
              <a:ext cx="1" cy="278"/>
            </a:xfrm>
            <a:custGeom>
              <a:avLst/>
              <a:gdLst>
                <a:gd name="T0" fmla="*/ 0 w 1"/>
                <a:gd name="T1" fmla="*/ 0 h 834"/>
                <a:gd name="T2" fmla="*/ 0 w 1"/>
                <a:gd name="T3" fmla="*/ 834 h 834"/>
                <a:gd name="T4" fmla="*/ 1 w 1"/>
                <a:gd name="T5" fmla="*/ 834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834">
                  <a:moveTo>
                    <a:pt x="0" y="0"/>
                  </a:moveTo>
                  <a:lnTo>
                    <a:pt x="0" y="834"/>
                  </a:lnTo>
                  <a:lnTo>
                    <a:pt x="1" y="834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5993" name="Freeform 41">
              <a:extLst>
                <a:ext uri="{FF2B5EF4-FFF2-40B4-BE49-F238E27FC236}">
                  <a16:creationId xmlns:a16="http://schemas.microsoft.com/office/drawing/2014/main" id="{AAB20196-14D9-480F-AF41-348AD20112A8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2" y="3184"/>
              <a:ext cx="1" cy="19"/>
            </a:xfrm>
            <a:custGeom>
              <a:avLst/>
              <a:gdLst>
                <a:gd name="T0" fmla="*/ 0 w 1"/>
                <a:gd name="T1" fmla="*/ 0 h 56"/>
                <a:gd name="T2" fmla="*/ 0 w 1"/>
                <a:gd name="T3" fmla="*/ 56 h 56"/>
                <a:gd name="T4" fmla="*/ 1 w 1"/>
                <a:gd name="T5" fmla="*/ 56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56">
                  <a:moveTo>
                    <a:pt x="0" y="0"/>
                  </a:moveTo>
                  <a:lnTo>
                    <a:pt x="0" y="56"/>
                  </a:lnTo>
                  <a:lnTo>
                    <a:pt x="1" y="56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5994" name="Freeform 42">
              <a:extLst>
                <a:ext uri="{FF2B5EF4-FFF2-40B4-BE49-F238E27FC236}">
                  <a16:creationId xmlns:a16="http://schemas.microsoft.com/office/drawing/2014/main" id="{9BED95E8-FCAB-4F11-BCD1-017C12C1186C}"/>
                </a:ext>
              </a:extLst>
            </p:cNvPr>
            <p:cNvSpPr>
              <a:spLocks/>
            </p:cNvSpPr>
            <p:nvPr/>
          </p:nvSpPr>
          <p:spPr bwMode="auto">
            <a:xfrm>
              <a:off x="2189" y="3230"/>
              <a:ext cx="44" cy="65"/>
            </a:xfrm>
            <a:custGeom>
              <a:avLst/>
              <a:gdLst>
                <a:gd name="T0" fmla="*/ 0 w 44"/>
                <a:gd name="T1" fmla="*/ 65 h 65"/>
                <a:gd name="T2" fmla="*/ 30 w 44"/>
                <a:gd name="T3" fmla="*/ 53 h 65"/>
                <a:gd name="T4" fmla="*/ 41 w 44"/>
                <a:gd name="T5" fmla="*/ 33 h 65"/>
                <a:gd name="T6" fmla="*/ 44 w 44"/>
                <a:gd name="T7" fmla="*/ 0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65">
                  <a:moveTo>
                    <a:pt x="0" y="65"/>
                  </a:moveTo>
                  <a:lnTo>
                    <a:pt x="30" y="53"/>
                  </a:lnTo>
                  <a:lnTo>
                    <a:pt x="41" y="33"/>
                  </a:lnTo>
                  <a:lnTo>
                    <a:pt x="44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5995" name="Freeform 43">
              <a:extLst>
                <a:ext uri="{FF2B5EF4-FFF2-40B4-BE49-F238E27FC236}">
                  <a16:creationId xmlns:a16="http://schemas.microsoft.com/office/drawing/2014/main" id="{C7D89F38-EB37-479B-942E-82973C1DF2A6}"/>
                </a:ext>
              </a:extLst>
            </p:cNvPr>
            <p:cNvSpPr>
              <a:spLocks/>
            </p:cNvSpPr>
            <p:nvPr/>
          </p:nvSpPr>
          <p:spPr bwMode="auto">
            <a:xfrm>
              <a:off x="2023" y="3295"/>
              <a:ext cx="167" cy="1"/>
            </a:xfrm>
            <a:custGeom>
              <a:avLst/>
              <a:gdLst>
                <a:gd name="T0" fmla="*/ 0 w 501"/>
                <a:gd name="T1" fmla="*/ 500 w 501"/>
                <a:gd name="T2" fmla="*/ 501 w 50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501">
                  <a:moveTo>
                    <a:pt x="0" y="0"/>
                  </a:moveTo>
                  <a:lnTo>
                    <a:pt x="500" y="0"/>
                  </a:lnTo>
                  <a:lnTo>
                    <a:pt x="501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5996" name="Freeform 44">
              <a:extLst>
                <a:ext uri="{FF2B5EF4-FFF2-40B4-BE49-F238E27FC236}">
                  <a16:creationId xmlns:a16="http://schemas.microsoft.com/office/drawing/2014/main" id="{992EDD45-DC4F-482E-B188-CB8B39630455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" y="2722"/>
              <a:ext cx="1060" cy="1"/>
            </a:xfrm>
            <a:custGeom>
              <a:avLst/>
              <a:gdLst>
                <a:gd name="T0" fmla="*/ 3179 w 3179"/>
                <a:gd name="T1" fmla="*/ 0 w 3179"/>
                <a:gd name="T2" fmla="*/ 1 w 3179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3179">
                  <a:moveTo>
                    <a:pt x="3179" y="0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5997" name="Freeform 45">
              <a:extLst>
                <a:ext uri="{FF2B5EF4-FFF2-40B4-BE49-F238E27FC236}">
                  <a16:creationId xmlns:a16="http://schemas.microsoft.com/office/drawing/2014/main" id="{EB38880D-336F-4BDE-AC95-F29930032941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" y="2722"/>
              <a:ext cx="42" cy="42"/>
            </a:xfrm>
            <a:custGeom>
              <a:avLst/>
              <a:gdLst>
                <a:gd name="T0" fmla="*/ 127 w 127"/>
                <a:gd name="T1" fmla="*/ 0 h 127"/>
                <a:gd name="T2" fmla="*/ 36 w 127"/>
                <a:gd name="T3" fmla="*/ 38 h 127"/>
                <a:gd name="T4" fmla="*/ 0 w 127"/>
                <a:gd name="T5" fmla="*/ 127 h 127"/>
                <a:gd name="T6" fmla="*/ 1 w 127"/>
                <a:gd name="T7" fmla="*/ 127 h 1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7" h="127">
                  <a:moveTo>
                    <a:pt x="127" y="0"/>
                  </a:moveTo>
                  <a:lnTo>
                    <a:pt x="36" y="38"/>
                  </a:lnTo>
                  <a:lnTo>
                    <a:pt x="0" y="127"/>
                  </a:lnTo>
                  <a:lnTo>
                    <a:pt x="1" y="127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5998" name="Freeform 46">
              <a:extLst>
                <a:ext uri="{FF2B5EF4-FFF2-40B4-BE49-F238E27FC236}">
                  <a16:creationId xmlns:a16="http://schemas.microsoft.com/office/drawing/2014/main" id="{17A0755A-A321-4365-92DB-2F6BE88B6033}"/>
                </a:ext>
              </a:extLst>
            </p:cNvPr>
            <p:cNvSpPr>
              <a:spLocks/>
            </p:cNvSpPr>
            <p:nvPr/>
          </p:nvSpPr>
          <p:spPr bwMode="auto">
            <a:xfrm>
              <a:off x="2023" y="2871"/>
              <a:ext cx="167" cy="1"/>
            </a:xfrm>
            <a:custGeom>
              <a:avLst/>
              <a:gdLst>
                <a:gd name="T0" fmla="*/ 0 w 501"/>
                <a:gd name="T1" fmla="*/ 500 w 501"/>
                <a:gd name="T2" fmla="*/ 501 w 50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501">
                  <a:moveTo>
                    <a:pt x="0" y="0"/>
                  </a:moveTo>
                  <a:lnTo>
                    <a:pt x="500" y="0"/>
                  </a:lnTo>
                  <a:lnTo>
                    <a:pt x="501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5999" name="Freeform 47">
              <a:extLst>
                <a:ext uri="{FF2B5EF4-FFF2-40B4-BE49-F238E27FC236}">
                  <a16:creationId xmlns:a16="http://schemas.microsoft.com/office/drawing/2014/main" id="{0E68D3C1-DA19-4C15-A34C-59DB6AFD2428}"/>
                </a:ext>
              </a:extLst>
            </p:cNvPr>
            <p:cNvSpPr>
              <a:spLocks/>
            </p:cNvSpPr>
            <p:nvPr/>
          </p:nvSpPr>
          <p:spPr bwMode="auto">
            <a:xfrm>
              <a:off x="2182" y="2867"/>
              <a:ext cx="50" cy="46"/>
            </a:xfrm>
            <a:custGeom>
              <a:avLst/>
              <a:gdLst>
                <a:gd name="T0" fmla="*/ 50 w 50"/>
                <a:gd name="T1" fmla="*/ 46 h 46"/>
                <a:gd name="T2" fmla="*/ 37 w 50"/>
                <a:gd name="T3" fmla="*/ 16 h 46"/>
                <a:gd name="T4" fmla="*/ 21 w 50"/>
                <a:gd name="T5" fmla="*/ 3 h 46"/>
                <a:gd name="T6" fmla="*/ 0 w 50"/>
                <a:gd name="T7" fmla="*/ 0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0" h="46">
                  <a:moveTo>
                    <a:pt x="50" y="46"/>
                  </a:moveTo>
                  <a:lnTo>
                    <a:pt x="37" y="16"/>
                  </a:lnTo>
                  <a:lnTo>
                    <a:pt x="21" y="3"/>
                  </a:lnTo>
                  <a:lnTo>
                    <a:pt x="0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6000" name="Oval 48">
              <a:extLst>
                <a:ext uri="{FF2B5EF4-FFF2-40B4-BE49-F238E27FC236}">
                  <a16:creationId xmlns:a16="http://schemas.microsoft.com/office/drawing/2014/main" id="{5D436923-9594-4C34-8943-A209AD5E22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5" y="2850"/>
              <a:ext cx="295" cy="292"/>
            </a:xfrm>
            <a:prstGeom prst="ellips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6001" name="Oval 49">
              <a:extLst>
                <a:ext uri="{FF2B5EF4-FFF2-40B4-BE49-F238E27FC236}">
                  <a16:creationId xmlns:a16="http://schemas.microsoft.com/office/drawing/2014/main" id="{08F65684-D85A-4A23-B7E3-F2B593267B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2" y="2913"/>
              <a:ext cx="164" cy="164"/>
            </a:xfrm>
            <a:prstGeom prst="ellips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26284" name="Group 332">
            <a:extLst>
              <a:ext uri="{FF2B5EF4-FFF2-40B4-BE49-F238E27FC236}">
                <a16:creationId xmlns:a16="http://schemas.microsoft.com/office/drawing/2014/main" id="{6805FA0A-6205-4AE3-B345-7F761FBB840C}"/>
              </a:ext>
            </a:extLst>
          </p:cNvPr>
          <p:cNvGrpSpPr>
            <a:grpSpLocks/>
          </p:cNvGrpSpPr>
          <p:nvPr/>
        </p:nvGrpSpPr>
        <p:grpSpPr bwMode="auto">
          <a:xfrm>
            <a:off x="1000125" y="2266950"/>
            <a:ext cx="4260850" cy="1982788"/>
            <a:chOff x="630" y="1428"/>
            <a:chExt cx="2684" cy="1249"/>
          </a:xfrm>
        </p:grpSpPr>
        <p:sp>
          <p:nvSpPr>
            <p:cNvPr id="126003" name="Rectangle 51">
              <a:extLst>
                <a:ext uri="{FF2B5EF4-FFF2-40B4-BE49-F238E27FC236}">
                  <a16:creationId xmlns:a16="http://schemas.microsoft.com/office/drawing/2014/main" id="{D2447677-E9F1-4F0E-A381-C31C287E63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02" y="1428"/>
              <a:ext cx="387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i="1">
                  <a:solidFill>
                    <a:schemeClr val="tx2"/>
                  </a:solidFill>
                  <a:latin typeface="宋体" panose="02010600030101010101" pitchFamily="2" charset="-122"/>
                </a:rPr>
                <a:t>A</a:t>
              </a:r>
              <a:r>
                <a:rPr lang="zh-CN" altLang="en-US">
                  <a:solidFill>
                    <a:schemeClr val="tx2"/>
                  </a:solidFill>
                  <a:latin typeface="宋体" panose="02010600030101010101" pitchFamily="2" charset="-122"/>
                </a:rPr>
                <a:t>－</a:t>
              </a:r>
              <a:r>
                <a:rPr lang="en-US" altLang="zh-CN" i="1">
                  <a:solidFill>
                    <a:schemeClr val="tx2"/>
                  </a:solidFill>
                  <a:latin typeface="宋体" panose="02010600030101010101" pitchFamily="2" charset="-122"/>
                </a:rPr>
                <a:t>A</a:t>
              </a:r>
              <a:endParaRPr lang="en-US" altLang="zh-CN">
                <a:solidFill>
                  <a:schemeClr val="tx2"/>
                </a:solidFill>
              </a:endParaRPr>
            </a:p>
          </p:txBody>
        </p:sp>
        <p:sp>
          <p:nvSpPr>
            <p:cNvPr id="126005" name="Freeform 53">
              <a:extLst>
                <a:ext uri="{FF2B5EF4-FFF2-40B4-BE49-F238E27FC236}">
                  <a16:creationId xmlns:a16="http://schemas.microsoft.com/office/drawing/2014/main" id="{199AD758-3A0F-449A-9C3F-97A7CE27DBD4}"/>
                </a:ext>
              </a:extLst>
            </p:cNvPr>
            <p:cNvSpPr>
              <a:spLocks/>
            </p:cNvSpPr>
            <p:nvPr/>
          </p:nvSpPr>
          <p:spPr bwMode="auto">
            <a:xfrm>
              <a:off x="1944" y="1762"/>
              <a:ext cx="1" cy="434"/>
            </a:xfrm>
            <a:custGeom>
              <a:avLst/>
              <a:gdLst>
                <a:gd name="T0" fmla="*/ 0 w 1"/>
                <a:gd name="T1" fmla="*/ 1303 h 1303"/>
                <a:gd name="T2" fmla="*/ 0 w 1"/>
                <a:gd name="T3" fmla="*/ 0 h 1303"/>
                <a:gd name="T4" fmla="*/ 1 w 1"/>
                <a:gd name="T5" fmla="*/ 0 h 13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1303">
                  <a:moveTo>
                    <a:pt x="0" y="1303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6006" name="Freeform 54">
              <a:extLst>
                <a:ext uri="{FF2B5EF4-FFF2-40B4-BE49-F238E27FC236}">
                  <a16:creationId xmlns:a16="http://schemas.microsoft.com/office/drawing/2014/main" id="{C0919290-C6FC-4276-B159-866F6A17ED09}"/>
                </a:ext>
              </a:extLst>
            </p:cNvPr>
            <p:cNvSpPr>
              <a:spLocks/>
            </p:cNvSpPr>
            <p:nvPr/>
          </p:nvSpPr>
          <p:spPr bwMode="auto">
            <a:xfrm>
              <a:off x="1516" y="1756"/>
              <a:ext cx="5" cy="779"/>
            </a:xfrm>
            <a:custGeom>
              <a:avLst/>
              <a:gdLst>
                <a:gd name="T0" fmla="*/ 0 w 5"/>
                <a:gd name="T1" fmla="*/ 779 h 779"/>
                <a:gd name="T2" fmla="*/ 0 w 5"/>
                <a:gd name="T3" fmla="*/ 0 h 779"/>
                <a:gd name="T4" fmla="*/ 5 w 5"/>
                <a:gd name="T5" fmla="*/ 6 h 7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" h="779">
                  <a:moveTo>
                    <a:pt x="0" y="779"/>
                  </a:moveTo>
                  <a:lnTo>
                    <a:pt x="0" y="0"/>
                  </a:lnTo>
                  <a:lnTo>
                    <a:pt x="5" y="6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6007" name="Freeform 55">
              <a:extLst>
                <a:ext uri="{FF2B5EF4-FFF2-40B4-BE49-F238E27FC236}">
                  <a16:creationId xmlns:a16="http://schemas.microsoft.com/office/drawing/2014/main" id="{CE2F557D-C4AD-4D18-82B8-66C904436811}"/>
                </a:ext>
              </a:extLst>
            </p:cNvPr>
            <p:cNvSpPr>
              <a:spLocks/>
            </p:cNvSpPr>
            <p:nvPr/>
          </p:nvSpPr>
          <p:spPr bwMode="auto">
            <a:xfrm>
              <a:off x="799" y="2388"/>
              <a:ext cx="1" cy="180"/>
            </a:xfrm>
            <a:custGeom>
              <a:avLst/>
              <a:gdLst>
                <a:gd name="T0" fmla="*/ 0 w 2"/>
                <a:gd name="T1" fmla="*/ 540 h 540"/>
                <a:gd name="T2" fmla="*/ 0 w 2"/>
                <a:gd name="T3" fmla="*/ 0 h 540"/>
                <a:gd name="T4" fmla="*/ 2 w 2"/>
                <a:gd name="T5" fmla="*/ 0 h 5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540">
                  <a:moveTo>
                    <a:pt x="0" y="540"/>
                  </a:moveTo>
                  <a:lnTo>
                    <a:pt x="0" y="0"/>
                  </a:lnTo>
                  <a:lnTo>
                    <a:pt x="2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6008" name="Freeform 56">
              <a:extLst>
                <a:ext uri="{FF2B5EF4-FFF2-40B4-BE49-F238E27FC236}">
                  <a16:creationId xmlns:a16="http://schemas.microsoft.com/office/drawing/2014/main" id="{11D029ED-1AB9-4463-9913-6ED81713C52B}"/>
                </a:ext>
              </a:extLst>
            </p:cNvPr>
            <p:cNvSpPr>
              <a:spLocks/>
            </p:cNvSpPr>
            <p:nvPr/>
          </p:nvSpPr>
          <p:spPr bwMode="auto">
            <a:xfrm>
              <a:off x="969" y="2388"/>
              <a:ext cx="1" cy="180"/>
            </a:xfrm>
            <a:custGeom>
              <a:avLst/>
              <a:gdLst>
                <a:gd name="T0" fmla="*/ 0 w 1"/>
                <a:gd name="T1" fmla="*/ 540 h 540"/>
                <a:gd name="T2" fmla="*/ 0 w 1"/>
                <a:gd name="T3" fmla="*/ 0 h 540"/>
                <a:gd name="T4" fmla="*/ 1 w 1"/>
                <a:gd name="T5" fmla="*/ 0 h 5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540">
                  <a:moveTo>
                    <a:pt x="0" y="540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6009" name="Freeform 57">
              <a:extLst>
                <a:ext uri="{FF2B5EF4-FFF2-40B4-BE49-F238E27FC236}">
                  <a16:creationId xmlns:a16="http://schemas.microsoft.com/office/drawing/2014/main" id="{89DF705D-EEC7-4C6C-858C-0F41AB373C5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5" y="2388"/>
              <a:ext cx="297" cy="1"/>
            </a:xfrm>
            <a:custGeom>
              <a:avLst/>
              <a:gdLst>
                <a:gd name="T0" fmla="*/ 0 w 891"/>
                <a:gd name="T1" fmla="*/ 890 w 891"/>
                <a:gd name="T2" fmla="*/ 891 w 89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891">
                  <a:moveTo>
                    <a:pt x="0" y="0"/>
                  </a:moveTo>
                  <a:lnTo>
                    <a:pt x="890" y="0"/>
                  </a:lnTo>
                  <a:lnTo>
                    <a:pt x="891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6010" name="Freeform 58">
              <a:extLst>
                <a:ext uri="{FF2B5EF4-FFF2-40B4-BE49-F238E27FC236}">
                  <a16:creationId xmlns:a16="http://schemas.microsoft.com/office/drawing/2014/main" id="{F0BEA64B-0FAC-4913-A7D6-42DF9B35B69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5" y="2271"/>
              <a:ext cx="1" cy="117"/>
            </a:xfrm>
            <a:custGeom>
              <a:avLst/>
              <a:gdLst>
                <a:gd name="T0" fmla="*/ 0 w 1"/>
                <a:gd name="T1" fmla="*/ 351 h 351"/>
                <a:gd name="T2" fmla="*/ 0 w 1"/>
                <a:gd name="T3" fmla="*/ 0 h 351"/>
                <a:gd name="T4" fmla="*/ 1 w 1"/>
                <a:gd name="T5" fmla="*/ 0 h 3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351">
                  <a:moveTo>
                    <a:pt x="0" y="351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6011" name="Freeform 59">
              <a:extLst>
                <a:ext uri="{FF2B5EF4-FFF2-40B4-BE49-F238E27FC236}">
                  <a16:creationId xmlns:a16="http://schemas.microsoft.com/office/drawing/2014/main" id="{28A9EC26-BA2D-4295-A716-A305D73F0A3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32" y="2271"/>
              <a:ext cx="1" cy="117"/>
            </a:xfrm>
            <a:custGeom>
              <a:avLst/>
              <a:gdLst>
                <a:gd name="T0" fmla="*/ 0 w 1"/>
                <a:gd name="T1" fmla="*/ 351 h 351"/>
                <a:gd name="T2" fmla="*/ 0 w 1"/>
                <a:gd name="T3" fmla="*/ 0 h 351"/>
                <a:gd name="T4" fmla="*/ 1 w 1"/>
                <a:gd name="T5" fmla="*/ 0 h 3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351">
                  <a:moveTo>
                    <a:pt x="0" y="351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6014" name="Freeform 62">
              <a:extLst>
                <a:ext uri="{FF2B5EF4-FFF2-40B4-BE49-F238E27FC236}">
                  <a16:creationId xmlns:a16="http://schemas.microsoft.com/office/drawing/2014/main" id="{97953E3D-39CA-4FD3-A4F8-90CD9C3144B0}"/>
                </a:ext>
              </a:extLst>
            </p:cNvPr>
            <p:cNvSpPr>
              <a:spLocks/>
            </p:cNvSpPr>
            <p:nvPr/>
          </p:nvSpPr>
          <p:spPr bwMode="auto">
            <a:xfrm>
              <a:off x="1944" y="2366"/>
              <a:ext cx="288" cy="1"/>
            </a:xfrm>
            <a:custGeom>
              <a:avLst/>
              <a:gdLst>
                <a:gd name="T0" fmla="*/ 864 w 864"/>
                <a:gd name="T1" fmla="*/ 0 w 864"/>
                <a:gd name="T2" fmla="*/ 1 w 86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864">
                  <a:moveTo>
                    <a:pt x="864" y="0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6015" name="Freeform 63">
              <a:extLst>
                <a:ext uri="{FF2B5EF4-FFF2-40B4-BE49-F238E27FC236}">
                  <a16:creationId xmlns:a16="http://schemas.microsoft.com/office/drawing/2014/main" id="{A7606027-280D-4810-B4EA-BE7A4C70D993}"/>
                </a:ext>
              </a:extLst>
            </p:cNvPr>
            <p:cNvSpPr>
              <a:spLocks/>
            </p:cNvSpPr>
            <p:nvPr/>
          </p:nvSpPr>
          <p:spPr bwMode="auto">
            <a:xfrm>
              <a:off x="1931" y="2195"/>
              <a:ext cx="301" cy="1"/>
            </a:xfrm>
            <a:custGeom>
              <a:avLst/>
              <a:gdLst>
                <a:gd name="T0" fmla="*/ 301 w 301"/>
                <a:gd name="T1" fmla="*/ 1 h 1"/>
                <a:gd name="T2" fmla="*/ 0 w 301"/>
                <a:gd name="T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01" h="1">
                  <a:moveTo>
                    <a:pt x="301" y="1"/>
                  </a:moveTo>
                  <a:lnTo>
                    <a:pt x="0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6016" name="Freeform 64">
              <a:extLst>
                <a:ext uri="{FF2B5EF4-FFF2-40B4-BE49-F238E27FC236}">
                  <a16:creationId xmlns:a16="http://schemas.microsoft.com/office/drawing/2014/main" id="{1E5F9A5F-6EC8-4621-891A-508E6FBC0402}"/>
                </a:ext>
              </a:extLst>
            </p:cNvPr>
            <p:cNvSpPr>
              <a:spLocks/>
            </p:cNvSpPr>
            <p:nvPr/>
          </p:nvSpPr>
          <p:spPr bwMode="auto">
            <a:xfrm>
              <a:off x="1926" y="2196"/>
              <a:ext cx="18" cy="170"/>
            </a:xfrm>
            <a:custGeom>
              <a:avLst/>
              <a:gdLst>
                <a:gd name="T0" fmla="*/ 54 w 55"/>
                <a:gd name="T1" fmla="*/ 0 h 509"/>
                <a:gd name="T2" fmla="*/ 0 w 55"/>
                <a:gd name="T3" fmla="*/ 255 h 509"/>
                <a:gd name="T4" fmla="*/ 54 w 55"/>
                <a:gd name="T5" fmla="*/ 509 h 509"/>
                <a:gd name="T6" fmla="*/ 55 w 55"/>
                <a:gd name="T7" fmla="*/ 509 h 5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5" h="509">
                  <a:moveTo>
                    <a:pt x="54" y="0"/>
                  </a:moveTo>
                  <a:lnTo>
                    <a:pt x="0" y="255"/>
                  </a:lnTo>
                  <a:lnTo>
                    <a:pt x="54" y="509"/>
                  </a:lnTo>
                  <a:lnTo>
                    <a:pt x="55" y="509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6017" name="Freeform 65">
              <a:extLst>
                <a:ext uri="{FF2B5EF4-FFF2-40B4-BE49-F238E27FC236}">
                  <a16:creationId xmlns:a16="http://schemas.microsoft.com/office/drawing/2014/main" id="{C966A080-AAAC-4078-BBC9-94D8A5C80EA6}"/>
                </a:ext>
              </a:extLst>
            </p:cNvPr>
            <p:cNvSpPr>
              <a:spLocks/>
            </p:cNvSpPr>
            <p:nvPr/>
          </p:nvSpPr>
          <p:spPr bwMode="auto">
            <a:xfrm>
              <a:off x="1944" y="2366"/>
              <a:ext cx="1" cy="162"/>
            </a:xfrm>
            <a:custGeom>
              <a:avLst/>
              <a:gdLst>
                <a:gd name="T0" fmla="*/ 0 w 1"/>
                <a:gd name="T1" fmla="*/ 162 h 162"/>
                <a:gd name="T2" fmla="*/ 0 w 1"/>
                <a:gd name="T3" fmla="*/ 2 h 162"/>
                <a:gd name="T4" fmla="*/ 1 w 1"/>
                <a:gd name="T5" fmla="*/ 0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162">
                  <a:moveTo>
                    <a:pt x="0" y="162"/>
                  </a:moveTo>
                  <a:lnTo>
                    <a:pt x="0" y="2"/>
                  </a:lnTo>
                  <a:lnTo>
                    <a:pt x="1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6018" name="Freeform 66">
              <a:extLst>
                <a:ext uri="{FF2B5EF4-FFF2-40B4-BE49-F238E27FC236}">
                  <a16:creationId xmlns:a16="http://schemas.microsoft.com/office/drawing/2014/main" id="{8FD02A0A-D798-4692-A8D3-C260CFD48A84}"/>
                </a:ext>
              </a:extLst>
            </p:cNvPr>
            <p:cNvSpPr>
              <a:spLocks/>
            </p:cNvSpPr>
            <p:nvPr/>
          </p:nvSpPr>
          <p:spPr bwMode="auto">
            <a:xfrm>
              <a:off x="1520" y="1762"/>
              <a:ext cx="424" cy="1"/>
            </a:xfrm>
            <a:custGeom>
              <a:avLst/>
              <a:gdLst>
                <a:gd name="T0" fmla="*/ 0 w 1273"/>
                <a:gd name="T1" fmla="*/ 1272 w 1273"/>
                <a:gd name="T2" fmla="*/ 1273 w 127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1273">
                  <a:moveTo>
                    <a:pt x="0" y="0"/>
                  </a:moveTo>
                  <a:lnTo>
                    <a:pt x="1272" y="0"/>
                  </a:lnTo>
                  <a:lnTo>
                    <a:pt x="1273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6019" name="Freeform 67">
              <a:extLst>
                <a:ext uri="{FF2B5EF4-FFF2-40B4-BE49-F238E27FC236}">
                  <a16:creationId xmlns:a16="http://schemas.microsoft.com/office/drawing/2014/main" id="{9E9BFEAA-15D6-44F0-A516-E8650F9428C3}"/>
                </a:ext>
              </a:extLst>
            </p:cNvPr>
            <p:cNvSpPr>
              <a:spLocks/>
            </p:cNvSpPr>
            <p:nvPr/>
          </p:nvSpPr>
          <p:spPr bwMode="auto">
            <a:xfrm>
              <a:off x="1477" y="1719"/>
              <a:ext cx="43" cy="43"/>
            </a:xfrm>
            <a:custGeom>
              <a:avLst/>
              <a:gdLst>
                <a:gd name="T0" fmla="*/ 0 w 128"/>
                <a:gd name="T1" fmla="*/ 0 h 128"/>
                <a:gd name="T2" fmla="*/ 127 w 128"/>
                <a:gd name="T3" fmla="*/ 128 h 128"/>
                <a:gd name="T4" fmla="*/ 128 w 128"/>
                <a:gd name="T5" fmla="*/ 128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28" h="128">
                  <a:moveTo>
                    <a:pt x="0" y="0"/>
                  </a:moveTo>
                  <a:lnTo>
                    <a:pt x="127" y="128"/>
                  </a:lnTo>
                  <a:lnTo>
                    <a:pt x="128" y="128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6020" name="Freeform 68">
              <a:extLst>
                <a:ext uri="{FF2B5EF4-FFF2-40B4-BE49-F238E27FC236}">
                  <a16:creationId xmlns:a16="http://schemas.microsoft.com/office/drawing/2014/main" id="{246A91C1-874E-4F94-9BD8-C829300839CF}"/>
                </a:ext>
              </a:extLst>
            </p:cNvPr>
            <p:cNvSpPr>
              <a:spLocks/>
            </p:cNvSpPr>
            <p:nvPr/>
          </p:nvSpPr>
          <p:spPr bwMode="auto">
            <a:xfrm>
              <a:off x="1944" y="1719"/>
              <a:ext cx="42" cy="43"/>
            </a:xfrm>
            <a:custGeom>
              <a:avLst/>
              <a:gdLst>
                <a:gd name="T0" fmla="*/ 0 w 128"/>
                <a:gd name="T1" fmla="*/ 128 h 128"/>
                <a:gd name="T2" fmla="*/ 127 w 128"/>
                <a:gd name="T3" fmla="*/ 0 h 128"/>
                <a:gd name="T4" fmla="*/ 128 w 128"/>
                <a:gd name="T5" fmla="*/ 0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28" h="128">
                  <a:moveTo>
                    <a:pt x="0" y="128"/>
                  </a:moveTo>
                  <a:lnTo>
                    <a:pt x="127" y="0"/>
                  </a:lnTo>
                  <a:lnTo>
                    <a:pt x="128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6021" name="Freeform 69">
              <a:extLst>
                <a:ext uri="{FF2B5EF4-FFF2-40B4-BE49-F238E27FC236}">
                  <a16:creationId xmlns:a16="http://schemas.microsoft.com/office/drawing/2014/main" id="{5D453A55-1F44-483C-A820-DB990FF46180}"/>
                </a:ext>
              </a:extLst>
            </p:cNvPr>
            <p:cNvSpPr>
              <a:spLocks/>
            </p:cNvSpPr>
            <p:nvPr/>
          </p:nvSpPr>
          <p:spPr bwMode="auto">
            <a:xfrm>
              <a:off x="1381" y="2386"/>
              <a:ext cx="139" cy="139"/>
            </a:xfrm>
            <a:custGeom>
              <a:avLst/>
              <a:gdLst>
                <a:gd name="T0" fmla="*/ 0 w 418"/>
                <a:gd name="T1" fmla="*/ 418 h 418"/>
                <a:gd name="T2" fmla="*/ 417 w 418"/>
                <a:gd name="T3" fmla="*/ 0 h 418"/>
                <a:gd name="T4" fmla="*/ 418 w 418"/>
                <a:gd name="T5" fmla="*/ 0 h 4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8" h="418">
                  <a:moveTo>
                    <a:pt x="0" y="418"/>
                  </a:moveTo>
                  <a:lnTo>
                    <a:pt x="417" y="0"/>
                  </a:lnTo>
                  <a:lnTo>
                    <a:pt x="418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6022" name="Freeform 70">
              <a:extLst>
                <a:ext uri="{FF2B5EF4-FFF2-40B4-BE49-F238E27FC236}">
                  <a16:creationId xmlns:a16="http://schemas.microsoft.com/office/drawing/2014/main" id="{91CF84A8-93F6-4DF3-92D7-6019B9B5220A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" y="2271"/>
              <a:ext cx="54" cy="54"/>
            </a:xfrm>
            <a:custGeom>
              <a:avLst/>
              <a:gdLst>
                <a:gd name="T0" fmla="*/ 0 w 162"/>
                <a:gd name="T1" fmla="*/ 162 h 162"/>
                <a:gd name="T2" fmla="*/ 161 w 162"/>
                <a:gd name="T3" fmla="*/ 0 h 162"/>
                <a:gd name="T4" fmla="*/ 162 w 162"/>
                <a:gd name="T5" fmla="*/ 0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62" h="162">
                  <a:moveTo>
                    <a:pt x="0" y="162"/>
                  </a:moveTo>
                  <a:lnTo>
                    <a:pt x="161" y="0"/>
                  </a:lnTo>
                  <a:lnTo>
                    <a:pt x="162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6023" name="Freeform 71">
              <a:extLst>
                <a:ext uri="{FF2B5EF4-FFF2-40B4-BE49-F238E27FC236}">
                  <a16:creationId xmlns:a16="http://schemas.microsoft.com/office/drawing/2014/main" id="{0F2EF27F-7989-4B3A-8597-C0F8DA12EA25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" y="2388"/>
              <a:ext cx="127" cy="127"/>
            </a:xfrm>
            <a:custGeom>
              <a:avLst/>
              <a:gdLst>
                <a:gd name="T0" fmla="*/ 0 w 382"/>
                <a:gd name="T1" fmla="*/ 382 h 382"/>
                <a:gd name="T2" fmla="*/ 381 w 382"/>
                <a:gd name="T3" fmla="*/ 0 h 382"/>
                <a:gd name="T4" fmla="*/ 382 w 382"/>
                <a:gd name="T5" fmla="*/ 0 h 3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82" h="382">
                  <a:moveTo>
                    <a:pt x="0" y="382"/>
                  </a:moveTo>
                  <a:lnTo>
                    <a:pt x="381" y="0"/>
                  </a:lnTo>
                  <a:lnTo>
                    <a:pt x="382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6024" name="Freeform 72">
              <a:extLst>
                <a:ext uri="{FF2B5EF4-FFF2-40B4-BE49-F238E27FC236}">
                  <a16:creationId xmlns:a16="http://schemas.microsoft.com/office/drawing/2014/main" id="{4916F638-5018-4256-A7F2-5FD10A2D74D3}"/>
                </a:ext>
              </a:extLst>
            </p:cNvPr>
            <p:cNvSpPr>
              <a:spLocks/>
            </p:cNvSpPr>
            <p:nvPr/>
          </p:nvSpPr>
          <p:spPr bwMode="auto">
            <a:xfrm>
              <a:off x="1371" y="1719"/>
              <a:ext cx="54" cy="54"/>
            </a:xfrm>
            <a:custGeom>
              <a:avLst/>
              <a:gdLst>
                <a:gd name="T0" fmla="*/ 0 w 162"/>
                <a:gd name="T1" fmla="*/ 161 h 161"/>
                <a:gd name="T2" fmla="*/ 161 w 162"/>
                <a:gd name="T3" fmla="*/ 0 h 161"/>
                <a:gd name="T4" fmla="*/ 162 w 162"/>
                <a:gd name="T5" fmla="*/ 0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62" h="161">
                  <a:moveTo>
                    <a:pt x="0" y="161"/>
                  </a:moveTo>
                  <a:lnTo>
                    <a:pt x="161" y="0"/>
                  </a:lnTo>
                  <a:lnTo>
                    <a:pt x="162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6025" name="Freeform 73">
              <a:extLst>
                <a:ext uri="{FF2B5EF4-FFF2-40B4-BE49-F238E27FC236}">
                  <a16:creationId xmlns:a16="http://schemas.microsoft.com/office/drawing/2014/main" id="{846F0EBE-C94B-49EC-8BE3-7D492F85CB5B}"/>
                </a:ext>
              </a:extLst>
            </p:cNvPr>
            <p:cNvSpPr>
              <a:spLocks/>
            </p:cNvSpPr>
            <p:nvPr/>
          </p:nvSpPr>
          <p:spPr bwMode="auto">
            <a:xfrm>
              <a:off x="767" y="2536"/>
              <a:ext cx="32" cy="32"/>
            </a:xfrm>
            <a:custGeom>
              <a:avLst/>
              <a:gdLst>
                <a:gd name="T0" fmla="*/ 0 w 97"/>
                <a:gd name="T1" fmla="*/ 96 h 96"/>
                <a:gd name="T2" fmla="*/ 95 w 97"/>
                <a:gd name="T3" fmla="*/ 0 h 96"/>
                <a:gd name="T4" fmla="*/ 97 w 97"/>
                <a:gd name="T5" fmla="*/ 0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7" h="96">
                  <a:moveTo>
                    <a:pt x="0" y="96"/>
                  </a:moveTo>
                  <a:lnTo>
                    <a:pt x="95" y="0"/>
                  </a:lnTo>
                  <a:lnTo>
                    <a:pt x="97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6026" name="Freeform 74">
              <a:extLst>
                <a:ext uri="{FF2B5EF4-FFF2-40B4-BE49-F238E27FC236}">
                  <a16:creationId xmlns:a16="http://schemas.microsoft.com/office/drawing/2014/main" id="{48AD7BCA-E276-4E4A-9C32-C4183677EF62}"/>
                </a:ext>
              </a:extLst>
            </p:cNvPr>
            <p:cNvSpPr>
              <a:spLocks/>
            </p:cNvSpPr>
            <p:nvPr/>
          </p:nvSpPr>
          <p:spPr bwMode="auto">
            <a:xfrm>
              <a:off x="1371" y="1815"/>
              <a:ext cx="149" cy="148"/>
            </a:xfrm>
            <a:custGeom>
              <a:avLst/>
              <a:gdLst>
                <a:gd name="T0" fmla="*/ 0 w 447"/>
                <a:gd name="T1" fmla="*/ 445 h 445"/>
                <a:gd name="T2" fmla="*/ 446 w 447"/>
                <a:gd name="T3" fmla="*/ 0 h 445"/>
                <a:gd name="T4" fmla="*/ 447 w 447"/>
                <a:gd name="T5" fmla="*/ 0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7" h="445">
                  <a:moveTo>
                    <a:pt x="0" y="445"/>
                  </a:moveTo>
                  <a:lnTo>
                    <a:pt x="446" y="0"/>
                  </a:lnTo>
                  <a:lnTo>
                    <a:pt x="447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6027" name="Freeform 75">
              <a:extLst>
                <a:ext uri="{FF2B5EF4-FFF2-40B4-BE49-F238E27FC236}">
                  <a16:creationId xmlns:a16="http://schemas.microsoft.com/office/drawing/2014/main" id="{6BD7947E-E515-4A4B-BBFA-E1550B08EA2E}"/>
                </a:ext>
              </a:extLst>
            </p:cNvPr>
            <p:cNvSpPr>
              <a:spLocks/>
            </p:cNvSpPr>
            <p:nvPr/>
          </p:nvSpPr>
          <p:spPr bwMode="auto">
            <a:xfrm>
              <a:off x="1032" y="2271"/>
              <a:ext cx="33" cy="32"/>
            </a:xfrm>
            <a:custGeom>
              <a:avLst/>
              <a:gdLst>
                <a:gd name="T0" fmla="*/ 0 w 98"/>
                <a:gd name="T1" fmla="*/ 96 h 96"/>
                <a:gd name="T2" fmla="*/ 96 w 98"/>
                <a:gd name="T3" fmla="*/ 0 h 96"/>
                <a:gd name="T4" fmla="*/ 98 w 98"/>
                <a:gd name="T5" fmla="*/ 0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8" h="96">
                  <a:moveTo>
                    <a:pt x="0" y="96"/>
                  </a:moveTo>
                  <a:lnTo>
                    <a:pt x="96" y="0"/>
                  </a:lnTo>
                  <a:lnTo>
                    <a:pt x="98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6028" name="Freeform 76">
              <a:extLst>
                <a:ext uri="{FF2B5EF4-FFF2-40B4-BE49-F238E27FC236}">
                  <a16:creationId xmlns:a16="http://schemas.microsoft.com/office/drawing/2014/main" id="{0E00FE25-05B5-463F-A67C-30471EC6F9A8}"/>
                </a:ext>
              </a:extLst>
            </p:cNvPr>
            <p:cNvSpPr>
              <a:spLocks/>
            </p:cNvSpPr>
            <p:nvPr/>
          </p:nvSpPr>
          <p:spPr bwMode="auto">
            <a:xfrm>
              <a:off x="969" y="2271"/>
              <a:ext cx="286" cy="286"/>
            </a:xfrm>
            <a:custGeom>
              <a:avLst/>
              <a:gdLst>
                <a:gd name="T0" fmla="*/ 0 w 858"/>
                <a:gd name="T1" fmla="*/ 858 h 858"/>
                <a:gd name="T2" fmla="*/ 857 w 858"/>
                <a:gd name="T3" fmla="*/ 0 h 858"/>
                <a:gd name="T4" fmla="*/ 858 w 858"/>
                <a:gd name="T5" fmla="*/ 0 h 8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858" h="858">
                  <a:moveTo>
                    <a:pt x="0" y="858"/>
                  </a:moveTo>
                  <a:lnTo>
                    <a:pt x="857" y="0"/>
                  </a:lnTo>
                  <a:lnTo>
                    <a:pt x="858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6029" name="Freeform 77">
              <a:extLst>
                <a:ext uri="{FF2B5EF4-FFF2-40B4-BE49-F238E27FC236}">
                  <a16:creationId xmlns:a16="http://schemas.microsoft.com/office/drawing/2014/main" id="{79865539-DDBF-425F-9481-507D76EC21D1}"/>
                </a:ext>
              </a:extLst>
            </p:cNvPr>
            <p:cNvSpPr>
              <a:spLocks/>
            </p:cNvSpPr>
            <p:nvPr/>
          </p:nvSpPr>
          <p:spPr bwMode="auto">
            <a:xfrm>
              <a:off x="1371" y="2005"/>
              <a:ext cx="149" cy="149"/>
            </a:xfrm>
            <a:custGeom>
              <a:avLst/>
              <a:gdLst>
                <a:gd name="T0" fmla="*/ 0 w 447"/>
                <a:gd name="T1" fmla="*/ 446 h 446"/>
                <a:gd name="T2" fmla="*/ 446 w 447"/>
                <a:gd name="T3" fmla="*/ 0 h 446"/>
                <a:gd name="T4" fmla="*/ 447 w 447"/>
                <a:gd name="T5" fmla="*/ 0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7" h="446">
                  <a:moveTo>
                    <a:pt x="0" y="446"/>
                  </a:moveTo>
                  <a:lnTo>
                    <a:pt x="446" y="0"/>
                  </a:lnTo>
                  <a:lnTo>
                    <a:pt x="447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6030" name="Freeform 78">
              <a:extLst>
                <a:ext uri="{FF2B5EF4-FFF2-40B4-BE49-F238E27FC236}">
                  <a16:creationId xmlns:a16="http://schemas.microsoft.com/office/drawing/2014/main" id="{3DD50A57-AB41-4EBD-AC92-42502924DFFE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8" y="2196"/>
              <a:ext cx="372" cy="372"/>
            </a:xfrm>
            <a:custGeom>
              <a:avLst/>
              <a:gdLst>
                <a:gd name="T0" fmla="*/ 0 w 1116"/>
                <a:gd name="T1" fmla="*/ 1116 h 1116"/>
                <a:gd name="T2" fmla="*/ 1115 w 1116"/>
                <a:gd name="T3" fmla="*/ 0 h 1116"/>
                <a:gd name="T4" fmla="*/ 1116 w 1116"/>
                <a:gd name="T5" fmla="*/ 0 h 1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116" h="1116">
                  <a:moveTo>
                    <a:pt x="0" y="1116"/>
                  </a:moveTo>
                  <a:lnTo>
                    <a:pt x="1115" y="0"/>
                  </a:lnTo>
                  <a:lnTo>
                    <a:pt x="1116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6031" name="Freeform 79">
              <a:extLst>
                <a:ext uri="{FF2B5EF4-FFF2-40B4-BE49-F238E27FC236}">
                  <a16:creationId xmlns:a16="http://schemas.microsoft.com/office/drawing/2014/main" id="{0901C6F4-720D-4645-87E4-B21C05C60A51}"/>
                </a:ext>
              </a:extLst>
            </p:cNvPr>
            <p:cNvSpPr>
              <a:spLocks/>
            </p:cNvSpPr>
            <p:nvPr/>
          </p:nvSpPr>
          <p:spPr bwMode="auto">
            <a:xfrm>
              <a:off x="1944" y="1813"/>
              <a:ext cx="148" cy="149"/>
            </a:xfrm>
            <a:custGeom>
              <a:avLst/>
              <a:gdLst>
                <a:gd name="T0" fmla="*/ 0 w 445"/>
                <a:gd name="T1" fmla="*/ 446 h 446"/>
                <a:gd name="T2" fmla="*/ 444 w 445"/>
                <a:gd name="T3" fmla="*/ 0 h 446"/>
                <a:gd name="T4" fmla="*/ 445 w 445"/>
                <a:gd name="T5" fmla="*/ 0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5" h="446">
                  <a:moveTo>
                    <a:pt x="0" y="446"/>
                  </a:moveTo>
                  <a:lnTo>
                    <a:pt x="444" y="0"/>
                  </a:lnTo>
                  <a:lnTo>
                    <a:pt x="445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6032" name="Freeform 80">
              <a:extLst>
                <a:ext uri="{FF2B5EF4-FFF2-40B4-BE49-F238E27FC236}">
                  <a16:creationId xmlns:a16="http://schemas.microsoft.com/office/drawing/2014/main" id="{183AA20A-A11A-4979-911C-8CEA7139B025}"/>
                </a:ext>
              </a:extLst>
            </p:cNvPr>
            <p:cNvSpPr>
              <a:spLocks/>
            </p:cNvSpPr>
            <p:nvPr/>
          </p:nvSpPr>
          <p:spPr bwMode="auto">
            <a:xfrm>
              <a:off x="1944" y="2004"/>
              <a:ext cx="148" cy="148"/>
            </a:xfrm>
            <a:custGeom>
              <a:avLst/>
              <a:gdLst>
                <a:gd name="T0" fmla="*/ 0 w 445"/>
                <a:gd name="T1" fmla="*/ 446 h 446"/>
                <a:gd name="T2" fmla="*/ 444 w 445"/>
                <a:gd name="T3" fmla="*/ 0 h 446"/>
                <a:gd name="T4" fmla="*/ 445 w 445"/>
                <a:gd name="T5" fmla="*/ 0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5" h="446">
                  <a:moveTo>
                    <a:pt x="0" y="446"/>
                  </a:moveTo>
                  <a:lnTo>
                    <a:pt x="444" y="0"/>
                  </a:lnTo>
                  <a:lnTo>
                    <a:pt x="445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6033" name="Freeform 81">
              <a:extLst>
                <a:ext uri="{FF2B5EF4-FFF2-40B4-BE49-F238E27FC236}">
                  <a16:creationId xmlns:a16="http://schemas.microsoft.com/office/drawing/2014/main" id="{22891FB4-3F66-4BDD-9799-7E5DE0916B20}"/>
                </a:ext>
              </a:extLst>
            </p:cNvPr>
            <p:cNvSpPr>
              <a:spLocks/>
            </p:cNvSpPr>
            <p:nvPr/>
          </p:nvSpPr>
          <p:spPr bwMode="auto">
            <a:xfrm>
              <a:off x="2090" y="2075"/>
              <a:ext cx="121" cy="121"/>
            </a:xfrm>
            <a:custGeom>
              <a:avLst/>
              <a:gdLst>
                <a:gd name="T0" fmla="*/ 0 w 365"/>
                <a:gd name="T1" fmla="*/ 363 h 363"/>
                <a:gd name="T2" fmla="*/ 364 w 365"/>
                <a:gd name="T3" fmla="*/ 0 h 363"/>
                <a:gd name="T4" fmla="*/ 365 w 365"/>
                <a:gd name="T5" fmla="*/ 0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65" h="363">
                  <a:moveTo>
                    <a:pt x="0" y="363"/>
                  </a:moveTo>
                  <a:lnTo>
                    <a:pt x="364" y="0"/>
                  </a:lnTo>
                  <a:lnTo>
                    <a:pt x="365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6034" name="Freeform 82">
              <a:extLst>
                <a:ext uri="{FF2B5EF4-FFF2-40B4-BE49-F238E27FC236}">
                  <a16:creationId xmlns:a16="http://schemas.microsoft.com/office/drawing/2014/main" id="{23067B51-CE80-4FF3-914B-439992DFE294}"/>
                </a:ext>
              </a:extLst>
            </p:cNvPr>
            <p:cNvSpPr>
              <a:spLocks/>
            </p:cNvSpPr>
            <p:nvPr/>
          </p:nvSpPr>
          <p:spPr bwMode="auto">
            <a:xfrm>
              <a:off x="1969" y="2366"/>
              <a:ext cx="142" cy="142"/>
            </a:xfrm>
            <a:custGeom>
              <a:avLst/>
              <a:gdLst>
                <a:gd name="T0" fmla="*/ 0 w 427"/>
                <a:gd name="T1" fmla="*/ 427 h 427"/>
                <a:gd name="T2" fmla="*/ 426 w 427"/>
                <a:gd name="T3" fmla="*/ 0 h 427"/>
                <a:gd name="T4" fmla="*/ 427 w 427"/>
                <a:gd name="T5" fmla="*/ 0 h 4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27" h="427">
                  <a:moveTo>
                    <a:pt x="0" y="427"/>
                  </a:moveTo>
                  <a:lnTo>
                    <a:pt x="426" y="0"/>
                  </a:lnTo>
                  <a:lnTo>
                    <a:pt x="427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6035" name="Freeform 83">
              <a:extLst>
                <a:ext uri="{FF2B5EF4-FFF2-40B4-BE49-F238E27FC236}">
                  <a16:creationId xmlns:a16="http://schemas.microsoft.com/office/drawing/2014/main" id="{6C68DCCD-D50A-4DF7-BC97-F64494AD5EE3}"/>
                </a:ext>
              </a:extLst>
            </p:cNvPr>
            <p:cNvSpPr>
              <a:spLocks/>
            </p:cNvSpPr>
            <p:nvPr/>
          </p:nvSpPr>
          <p:spPr bwMode="auto">
            <a:xfrm>
              <a:off x="2142" y="2436"/>
              <a:ext cx="90" cy="89"/>
            </a:xfrm>
            <a:custGeom>
              <a:avLst/>
              <a:gdLst>
                <a:gd name="T0" fmla="*/ 0 w 270"/>
                <a:gd name="T1" fmla="*/ 269 h 269"/>
                <a:gd name="T2" fmla="*/ 269 w 270"/>
                <a:gd name="T3" fmla="*/ 0 h 269"/>
                <a:gd name="T4" fmla="*/ 270 w 270"/>
                <a:gd name="T5" fmla="*/ 0 h 2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70" h="269">
                  <a:moveTo>
                    <a:pt x="0" y="269"/>
                  </a:moveTo>
                  <a:lnTo>
                    <a:pt x="269" y="0"/>
                  </a:lnTo>
                  <a:lnTo>
                    <a:pt x="270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6036" name="Freeform 84">
              <a:extLst>
                <a:ext uri="{FF2B5EF4-FFF2-40B4-BE49-F238E27FC236}">
                  <a16:creationId xmlns:a16="http://schemas.microsoft.com/office/drawing/2014/main" id="{E48B9A11-4B77-46F7-97E9-3A49D4C7E5FD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2" y="1638"/>
              <a:ext cx="1" cy="481"/>
            </a:xfrm>
            <a:custGeom>
              <a:avLst/>
              <a:gdLst>
                <a:gd name="T0" fmla="*/ 0 w 1"/>
                <a:gd name="T1" fmla="*/ 0 h 1442"/>
                <a:gd name="T2" fmla="*/ 0 w 1"/>
                <a:gd name="T3" fmla="*/ 1442 h 1442"/>
                <a:gd name="T4" fmla="*/ 1 w 1"/>
                <a:gd name="T5" fmla="*/ 1442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1442">
                  <a:moveTo>
                    <a:pt x="0" y="0"/>
                  </a:moveTo>
                  <a:lnTo>
                    <a:pt x="0" y="1442"/>
                  </a:lnTo>
                  <a:lnTo>
                    <a:pt x="1" y="1442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6037" name="Freeform 85">
              <a:extLst>
                <a:ext uri="{FF2B5EF4-FFF2-40B4-BE49-F238E27FC236}">
                  <a16:creationId xmlns:a16="http://schemas.microsoft.com/office/drawing/2014/main" id="{FC598B23-B025-432C-AED8-B0AE000AFC77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2" y="2256"/>
              <a:ext cx="1" cy="381"/>
            </a:xfrm>
            <a:custGeom>
              <a:avLst/>
              <a:gdLst>
                <a:gd name="T0" fmla="*/ 0 w 1"/>
                <a:gd name="T1" fmla="*/ 0 h 1143"/>
                <a:gd name="T2" fmla="*/ 0 w 1"/>
                <a:gd name="T3" fmla="*/ 1143 h 1143"/>
                <a:gd name="T4" fmla="*/ 1 w 1"/>
                <a:gd name="T5" fmla="*/ 1143 h 11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1143">
                  <a:moveTo>
                    <a:pt x="0" y="0"/>
                  </a:moveTo>
                  <a:lnTo>
                    <a:pt x="0" y="1143"/>
                  </a:lnTo>
                  <a:lnTo>
                    <a:pt x="1" y="1143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6038" name="Freeform 86">
              <a:extLst>
                <a:ext uri="{FF2B5EF4-FFF2-40B4-BE49-F238E27FC236}">
                  <a16:creationId xmlns:a16="http://schemas.microsoft.com/office/drawing/2014/main" id="{623460CC-7EF4-4FAF-832C-AF2ACF4AABCF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2" y="2168"/>
              <a:ext cx="1" cy="31"/>
            </a:xfrm>
            <a:custGeom>
              <a:avLst/>
              <a:gdLst>
                <a:gd name="T0" fmla="*/ 0 w 1"/>
                <a:gd name="T1" fmla="*/ 0 h 92"/>
                <a:gd name="T2" fmla="*/ 0 w 1"/>
                <a:gd name="T3" fmla="*/ 92 h 92"/>
                <a:gd name="T4" fmla="*/ 1 w 1"/>
                <a:gd name="T5" fmla="*/ 92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92">
                  <a:moveTo>
                    <a:pt x="0" y="0"/>
                  </a:moveTo>
                  <a:lnTo>
                    <a:pt x="0" y="92"/>
                  </a:lnTo>
                  <a:lnTo>
                    <a:pt x="1" y="92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6039" name="Freeform 87">
              <a:extLst>
                <a:ext uri="{FF2B5EF4-FFF2-40B4-BE49-F238E27FC236}">
                  <a16:creationId xmlns:a16="http://schemas.microsoft.com/office/drawing/2014/main" id="{4A116E79-94A3-47BA-BCE1-41C465AB50D4}"/>
                </a:ext>
              </a:extLst>
            </p:cNvPr>
            <p:cNvSpPr>
              <a:spLocks/>
            </p:cNvSpPr>
            <p:nvPr/>
          </p:nvSpPr>
          <p:spPr bwMode="auto">
            <a:xfrm>
              <a:off x="884" y="2514"/>
              <a:ext cx="1" cy="163"/>
            </a:xfrm>
            <a:custGeom>
              <a:avLst/>
              <a:gdLst>
                <a:gd name="T0" fmla="*/ 0 w 1"/>
                <a:gd name="T1" fmla="*/ 0 h 489"/>
                <a:gd name="T2" fmla="*/ 0 w 1"/>
                <a:gd name="T3" fmla="*/ 489 h 489"/>
                <a:gd name="T4" fmla="*/ 1 w 1"/>
                <a:gd name="T5" fmla="*/ 489 h 4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489">
                  <a:moveTo>
                    <a:pt x="0" y="0"/>
                  </a:moveTo>
                  <a:lnTo>
                    <a:pt x="0" y="489"/>
                  </a:lnTo>
                  <a:lnTo>
                    <a:pt x="1" y="489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6040" name="Freeform 88">
              <a:extLst>
                <a:ext uri="{FF2B5EF4-FFF2-40B4-BE49-F238E27FC236}">
                  <a16:creationId xmlns:a16="http://schemas.microsoft.com/office/drawing/2014/main" id="{3780DBDB-6214-4D24-A488-4930E30C8742}"/>
                </a:ext>
              </a:extLst>
            </p:cNvPr>
            <p:cNvSpPr>
              <a:spLocks/>
            </p:cNvSpPr>
            <p:nvPr/>
          </p:nvSpPr>
          <p:spPr bwMode="auto">
            <a:xfrm>
              <a:off x="884" y="2210"/>
              <a:ext cx="1" cy="229"/>
            </a:xfrm>
            <a:custGeom>
              <a:avLst/>
              <a:gdLst>
                <a:gd name="T0" fmla="*/ 0 w 1"/>
                <a:gd name="T1" fmla="*/ 0 h 686"/>
                <a:gd name="T2" fmla="*/ 0 w 1"/>
                <a:gd name="T3" fmla="*/ 686 h 686"/>
                <a:gd name="T4" fmla="*/ 1 w 1"/>
                <a:gd name="T5" fmla="*/ 686 h 6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686">
                  <a:moveTo>
                    <a:pt x="0" y="0"/>
                  </a:moveTo>
                  <a:lnTo>
                    <a:pt x="0" y="686"/>
                  </a:lnTo>
                  <a:lnTo>
                    <a:pt x="1" y="686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6041" name="Freeform 89">
              <a:extLst>
                <a:ext uri="{FF2B5EF4-FFF2-40B4-BE49-F238E27FC236}">
                  <a16:creationId xmlns:a16="http://schemas.microsoft.com/office/drawing/2014/main" id="{0510409F-16F4-4E36-AABF-1D45CCEEF209}"/>
                </a:ext>
              </a:extLst>
            </p:cNvPr>
            <p:cNvSpPr>
              <a:spLocks/>
            </p:cNvSpPr>
            <p:nvPr/>
          </p:nvSpPr>
          <p:spPr bwMode="auto">
            <a:xfrm>
              <a:off x="884" y="2469"/>
              <a:ext cx="1" cy="19"/>
            </a:xfrm>
            <a:custGeom>
              <a:avLst/>
              <a:gdLst>
                <a:gd name="T0" fmla="*/ 0 w 1"/>
                <a:gd name="T1" fmla="*/ 0 h 58"/>
                <a:gd name="T2" fmla="*/ 0 w 1"/>
                <a:gd name="T3" fmla="*/ 58 h 58"/>
                <a:gd name="T4" fmla="*/ 1 w 1"/>
                <a:gd name="T5" fmla="*/ 58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58">
                  <a:moveTo>
                    <a:pt x="0" y="0"/>
                  </a:moveTo>
                  <a:lnTo>
                    <a:pt x="0" y="58"/>
                  </a:lnTo>
                  <a:lnTo>
                    <a:pt x="1" y="58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6042" name="Freeform 90">
              <a:extLst>
                <a:ext uri="{FF2B5EF4-FFF2-40B4-BE49-F238E27FC236}">
                  <a16:creationId xmlns:a16="http://schemas.microsoft.com/office/drawing/2014/main" id="{CE33AE24-EE55-4A93-8458-6995CA0369FB}"/>
                </a:ext>
              </a:extLst>
            </p:cNvPr>
            <p:cNvSpPr>
              <a:spLocks/>
            </p:cNvSpPr>
            <p:nvPr/>
          </p:nvSpPr>
          <p:spPr bwMode="auto">
            <a:xfrm>
              <a:off x="1884" y="2281"/>
              <a:ext cx="145" cy="1"/>
            </a:xfrm>
            <a:custGeom>
              <a:avLst/>
              <a:gdLst>
                <a:gd name="T0" fmla="*/ 0 w 435"/>
                <a:gd name="T1" fmla="*/ 434 w 435"/>
                <a:gd name="T2" fmla="*/ 435 w 43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435">
                  <a:moveTo>
                    <a:pt x="0" y="0"/>
                  </a:moveTo>
                  <a:lnTo>
                    <a:pt x="434" y="0"/>
                  </a:lnTo>
                  <a:lnTo>
                    <a:pt x="435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6043" name="Freeform 91">
              <a:extLst>
                <a:ext uri="{FF2B5EF4-FFF2-40B4-BE49-F238E27FC236}">
                  <a16:creationId xmlns:a16="http://schemas.microsoft.com/office/drawing/2014/main" id="{C16E8068-2F1E-4772-90B1-ED27D527A774}"/>
                </a:ext>
              </a:extLst>
            </p:cNvPr>
            <p:cNvSpPr>
              <a:spLocks/>
            </p:cNvSpPr>
            <p:nvPr/>
          </p:nvSpPr>
          <p:spPr bwMode="auto">
            <a:xfrm>
              <a:off x="2070" y="2281"/>
              <a:ext cx="19" cy="1"/>
            </a:xfrm>
            <a:custGeom>
              <a:avLst/>
              <a:gdLst>
                <a:gd name="T0" fmla="*/ 0 w 59"/>
                <a:gd name="T1" fmla="*/ 58 w 59"/>
                <a:gd name="T2" fmla="*/ 59 w 59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59">
                  <a:moveTo>
                    <a:pt x="0" y="0"/>
                  </a:moveTo>
                  <a:lnTo>
                    <a:pt x="58" y="0"/>
                  </a:lnTo>
                  <a:lnTo>
                    <a:pt x="59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6044" name="Freeform 92">
              <a:extLst>
                <a:ext uri="{FF2B5EF4-FFF2-40B4-BE49-F238E27FC236}">
                  <a16:creationId xmlns:a16="http://schemas.microsoft.com/office/drawing/2014/main" id="{EBCF1806-20FD-4F54-A28E-440254BAE34B}"/>
                </a:ext>
              </a:extLst>
            </p:cNvPr>
            <p:cNvSpPr>
              <a:spLocks/>
            </p:cNvSpPr>
            <p:nvPr/>
          </p:nvSpPr>
          <p:spPr bwMode="auto">
            <a:xfrm>
              <a:off x="2115" y="2281"/>
              <a:ext cx="177" cy="1"/>
            </a:xfrm>
            <a:custGeom>
              <a:avLst/>
              <a:gdLst>
                <a:gd name="T0" fmla="*/ 0 w 531"/>
                <a:gd name="T1" fmla="*/ 530 w 531"/>
                <a:gd name="T2" fmla="*/ 531 w 53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531">
                  <a:moveTo>
                    <a:pt x="0" y="0"/>
                  </a:moveTo>
                  <a:lnTo>
                    <a:pt x="530" y="0"/>
                  </a:lnTo>
                  <a:lnTo>
                    <a:pt x="531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6045" name="Arc 93">
              <a:extLst>
                <a:ext uri="{FF2B5EF4-FFF2-40B4-BE49-F238E27FC236}">
                  <a16:creationId xmlns:a16="http://schemas.microsoft.com/office/drawing/2014/main" id="{8AFB8BFA-D789-47BD-9092-621A79E10709}"/>
                </a:ext>
              </a:extLst>
            </p:cNvPr>
            <p:cNvSpPr>
              <a:spLocks/>
            </p:cNvSpPr>
            <p:nvPr/>
          </p:nvSpPr>
          <p:spPr bwMode="auto">
            <a:xfrm>
              <a:off x="2816" y="2072"/>
              <a:ext cx="424" cy="220"/>
            </a:xfrm>
            <a:custGeom>
              <a:avLst/>
              <a:gdLst>
                <a:gd name="G0" fmla="+- 21600 0 0"/>
                <a:gd name="G1" fmla="+- 21600 0 0"/>
                <a:gd name="G2" fmla="+- 21600 0 0"/>
                <a:gd name="T0" fmla="*/ 17 w 43200"/>
                <a:gd name="T1" fmla="*/ 22446 h 22446"/>
                <a:gd name="T2" fmla="*/ 43200 w 43200"/>
                <a:gd name="T3" fmla="*/ 21600 h 22446"/>
                <a:gd name="T4" fmla="*/ 21600 w 43200"/>
                <a:gd name="T5" fmla="*/ 21600 h 2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3200" h="22446" fill="none" extrusionOk="0">
                  <a:moveTo>
                    <a:pt x="16" y="22446"/>
                  </a:moveTo>
                  <a:cubicBezTo>
                    <a:pt x="5" y="22164"/>
                    <a:pt x="0" y="21882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0"/>
                    <a:pt x="43199" y="9670"/>
                    <a:pt x="43199" y="21599"/>
                  </a:cubicBezTo>
                </a:path>
                <a:path w="43200" h="22446" stroke="0" extrusionOk="0">
                  <a:moveTo>
                    <a:pt x="16" y="22446"/>
                  </a:moveTo>
                  <a:cubicBezTo>
                    <a:pt x="5" y="22164"/>
                    <a:pt x="0" y="21882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0"/>
                    <a:pt x="43199" y="9670"/>
                    <a:pt x="43199" y="21599"/>
                  </a:cubicBezTo>
                  <a:lnTo>
                    <a:pt x="21600" y="21600"/>
                  </a:lnTo>
                  <a:close/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6046" name="Oval 94">
              <a:extLst>
                <a:ext uri="{FF2B5EF4-FFF2-40B4-BE49-F238E27FC236}">
                  <a16:creationId xmlns:a16="http://schemas.microsoft.com/office/drawing/2014/main" id="{78C3A5BC-D83C-41D4-8217-C0EAC1F864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41" y="2199"/>
              <a:ext cx="170" cy="168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6047" name="Freeform 95">
              <a:extLst>
                <a:ext uri="{FF2B5EF4-FFF2-40B4-BE49-F238E27FC236}">
                  <a16:creationId xmlns:a16="http://schemas.microsoft.com/office/drawing/2014/main" id="{867C1844-AED6-4A40-81AB-52A3BD6EA38D}"/>
                </a:ext>
              </a:extLst>
            </p:cNvPr>
            <p:cNvSpPr>
              <a:spLocks/>
            </p:cNvSpPr>
            <p:nvPr/>
          </p:nvSpPr>
          <p:spPr bwMode="auto">
            <a:xfrm>
              <a:off x="1371" y="1719"/>
              <a:ext cx="1" cy="516"/>
            </a:xfrm>
            <a:custGeom>
              <a:avLst/>
              <a:gdLst>
                <a:gd name="T0" fmla="*/ 0 w 1"/>
                <a:gd name="T1" fmla="*/ 516 h 516"/>
                <a:gd name="T2" fmla="*/ 0 w 1"/>
                <a:gd name="T3" fmla="*/ 0 h 516"/>
                <a:gd name="T4" fmla="*/ 1 w 1"/>
                <a:gd name="T5" fmla="*/ 0 h 5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516">
                  <a:moveTo>
                    <a:pt x="0" y="516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6048" name="Freeform 96">
              <a:extLst>
                <a:ext uri="{FF2B5EF4-FFF2-40B4-BE49-F238E27FC236}">
                  <a16:creationId xmlns:a16="http://schemas.microsoft.com/office/drawing/2014/main" id="{59B1DC3F-8E2F-42A6-B7C0-F886802960F4}"/>
                </a:ext>
              </a:extLst>
            </p:cNvPr>
            <p:cNvSpPr>
              <a:spLocks/>
            </p:cNvSpPr>
            <p:nvPr/>
          </p:nvSpPr>
          <p:spPr bwMode="auto">
            <a:xfrm>
              <a:off x="2091" y="1715"/>
              <a:ext cx="2" cy="320"/>
            </a:xfrm>
            <a:custGeom>
              <a:avLst/>
              <a:gdLst>
                <a:gd name="T0" fmla="*/ 0 w 2"/>
                <a:gd name="T1" fmla="*/ 320 h 320"/>
                <a:gd name="T2" fmla="*/ 0 w 2"/>
                <a:gd name="T3" fmla="*/ 0 h 320"/>
                <a:gd name="T4" fmla="*/ 2 w 2"/>
                <a:gd name="T5" fmla="*/ 0 h 3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320">
                  <a:moveTo>
                    <a:pt x="0" y="320"/>
                  </a:moveTo>
                  <a:lnTo>
                    <a:pt x="0" y="0"/>
                  </a:lnTo>
                  <a:lnTo>
                    <a:pt x="2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6049" name="Freeform 97">
              <a:extLst>
                <a:ext uri="{FF2B5EF4-FFF2-40B4-BE49-F238E27FC236}">
                  <a16:creationId xmlns:a16="http://schemas.microsoft.com/office/drawing/2014/main" id="{B48E4C86-FF99-4AA6-8D0B-C9265E70910B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3" y="2525"/>
              <a:ext cx="967" cy="1"/>
            </a:xfrm>
            <a:custGeom>
              <a:avLst/>
              <a:gdLst>
                <a:gd name="T0" fmla="*/ 0 w 2900"/>
                <a:gd name="T1" fmla="*/ 2899 w 2900"/>
                <a:gd name="T2" fmla="*/ 2900 w 290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2900">
                  <a:moveTo>
                    <a:pt x="0" y="0"/>
                  </a:moveTo>
                  <a:lnTo>
                    <a:pt x="2899" y="0"/>
                  </a:lnTo>
                  <a:lnTo>
                    <a:pt x="2900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6050" name="Freeform 98">
              <a:extLst>
                <a:ext uri="{FF2B5EF4-FFF2-40B4-BE49-F238E27FC236}">
                  <a16:creationId xmlns:a16="http://schemas.microsoft.com/office/drawing/2014/main" id="{FD91DC82-BE80-4F7F-A9B3-07B74B37AB41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" y="2313"/>
              <a:ext cx="1" cy="255"/>
            </a:xfrm>
            <a:custGeom>
              <a:avLst/>
              <a:gdLst>
                <a:gd name="T0" fmla="*/ 0 w 1"/>
                <a:gd name="T1" fmla="*/ 764 h 764"/>
                <a:gd name="T2" fmla="*/ 0 w 1"/>
                <a:gd name="T3" fmla="*/ 0 h 764"/>
                <a:gd name="T4" fmla="*/ 1 w 1"/>
                <a:gd name="T5" fmla="*/ 0 h 7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764">
                  <a:moveTo>
                    <a:pt x="0" y="764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6051" name="Freeform 99">
              <a:extLst>
                <a:ext uri="{FF2B5EF4-FFF2-40B4-BE49-F238E27FC236}">
                  <a16:creationId xmlns:a16="http://schemas.microsoft.com/office/drawing/2014/main" id="{ADACCA7F-69F6-42F5-93D3-9C173A577C35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" y="2568"/>
              <a:ext cx="551" cy="1"/>
            </a:xfrm>
            <a:custGeom>
              <a:avLst/>
              <a:gdLst>
                <a:gd name="T0" fmla="*/ 0 w 1654"/>
                <a:gd name="T1" fmla="*/ 1653 w 1654"/>
                <a:gd name="T2" fmla="*/ 1654 w 165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1654">
                  <a:moveTo>
                    <a:pt x="0" y="0"/>
                  </a:moveTo>
                  <a:lnTo>
                    <a:pt x="1653" y="0"/>
                  </a:lnTo>
                  <a:lnTo>
                    <a:pt x="1654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6052" name="Freeform 100">
              <a:extLst>
                <a:ext uri="{FF2B5EF4-FFF2-40B4-BE49-F238E27FC236}">
                  <a16:creationId xmlns:a16="http://schemas.microsoft.com/office/drawing/2014/main" id="{245B4135-406A-4BF2-8AEF-913F38F0D3F2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1" y="2525"/>
              <a:ext cx="52" cy="38"/>
            </a:xfrm>
            <a:custGeom>
              <a:avLst/>
              <a:gdLst>
                <a:gd name="T0" fmla="*/ 52 w 52"/>
                <a:gd name="T1" fmla="*/ 0 h 38"/>
                <a:gd name="T2" fmla="*/ 32 w 52"/>
                <a:gd name="T3" fmla="*/ 6 h 38"/>
                <a:gd name="T4" fmla="*/ 16 w 52"/>
                <a:gd name="T5" fmla="*/ 18 h 38"/>
                <a:gd name="T6" fmla="*/ 0 w 52"/>
                <a:gd name="T7" fmla="*/ 38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2" h="38">
                  <a:moveTo>
                    <a:pt x="52" y="0"/>
                  </a:moveTo>
                  <a:lnTo>
                    <a:pt x="32" y="6"/>
                  </a:lnTo>
                  <a:lnTo>
                    <a:pt x="16" y="18"/>
                  </a:lnTo>
                  <a:lnTo>
                    <a:pt x="0" y="38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6053" name="Freeform 101">
              <a:extLst>
                <a:ext uri="{FF2B5EF4-FFF2-40B4-BE49-F238E27FC236}">
                  <a16:creationId xmlns:a16="http://schemas.microsoft.com/office/drawing/2014/main" id="{510D6C1A-6332-4D49-B309-D2DEF4BE750F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" y="2267"/>
              <a:ext cx="667" cy="4"/>
            </a:xfrm>
            <a:custGeom>
              <a:avLst/>
              <a:gdLst>
                <a:gd name="T0" fmla="*/ 0 w 667"/>
                <a:gd name="T1" fmla="*/ 4 h 4"/>
                <a:gd name="T2" fmla="*/ 667 w 667"/>
                <a:gd name="T3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667" h="4">
                  <a:moveTo>
                    <a:pt x="0" y="4"/>
                  </a:moveTo>
                  <a:lnTo>
                    <a:pt x="667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6054" name="Freeform 102">
              <a:extLst>
                <a:ext uri="{FF2B5EF4-FFF2-40B4-BE49-F238E27FC236}">
                  <a16:creationId xmlns:a16="http://schemas.microsoft.com/office/drawing/2014/main" id="{AA6082B0-4C01-4C59-B945-34F9D4296A6E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" y="2267"/>
              <a:ext cx="45" cy="60"/>
            </a:xfrm>
            <a:custGeom>
              <a:avLst/>
              <a:gdLst>
                <a:gd name="T0" fmla="*/ 45 w 45"/>
                <a:gd name="T1" fmla="*/ 0 h 60"/>
                <a:gd name="T2" fmla="*/ 15 w 45"/>
                <a:gd name="T3" fmla="*/ 12 h 60"/>
                <a:gd name="T4" fmla="*/ 0 w 45"/>
                <a:gd name="T5" fmla="*/ 28 h 60"/>
                <a:gd name="T6" fmla="*/ 0 w 45"/>
                <a:gd name="T7" fmla="*/ 6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5" h="60">
                  <a:moveTo>
                    <a:pt x="45" y="0"/>
                  </a:moveTo>
                  <a:lnTo>
                    <a:pt x="15" y="12"/>
                  </a:lnTo>
                  <a:lnTo>
                    <a:pt x="0" y="28"/>
                  </a:lnTo>
                  <a:lnTo>
                    <a:pt x="0" y="6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6055" name="Freeform 103">
              <a:extLst>
                <a:ext uri="{FF2B5EF4-FFF2-40B4-BE49-F238E27FC236}">
                  <a16:creationId xmlns:a16="http://schemas.microsoft.com/office/drawing/2014/main" id="{D74346E5-0FD6-454F-BFBB-9B7C3388E8C5}"/>
                </a:ext>
              </a:extLst>
            </p:cNvPr>
            <p:cNvSpPr>
              <a:spLocks/>
            </p:cNvSpPr>
            <p:nvPr/>
          </p:nvSpPr>
          <p:spPr bwMode="auto">
            <a:xfrm>
              <a:off x="1329" y="2228"/>
              <a:ext cx="42" cy="43"/>
            </a:xfrm>
            <a:custGeom>
              <a:avLst/>
              <a:gdLst>
                <a:gd name="T0" fmla="*/ 0 w 128"/>
                <a:gd name="T1" fmla="*/ 127 h 127"/>
                <a:gd name="T2" fmla="*/ 91 w 128"/>
                <a:gd name="T3" fmla="*/ 89 h 127"/>
                <a:gd name="T4" fmla="*/ 127 w 128"/>
                <a:gd name="T5" fmla="*/ 0 h 127"/>
                <a:gd name="T6" fmla="*/ 128 w 128"/>
                <a:gd name="T7" fmla="*/ 0 h 1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8" h="127">
                  <a:moveTo>
                    <a:pt x="0" y="127"/>
                  </a:moveTo>
                  <a:lnTo>
                    <a:pt x="91" y="89"/>
                  </a:lnTo>
                  <a:lnTo>
                    <a:pt x="127" y="0"/>
                  </a:lnTo>
                  <a:lnTo>
                    <a:pt x="128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6056" name="Freeform 104">
              <a:extLst>
                <a:ext uri="{FF2B5EF4-FFF2-40B4-BE49-F238E27FC236}">
                  <a16:creationId xmlns:a16="http://schemas.microsoft.com/office/drawing/2014/main" id="{412A3D42-7559-46E0-8E4B-4EA2CB4D9CC8}"/>
                </a:ext>
              </a:extLst>
            </p:cNvPr>
            <p:cNvSpPr>
              <a:spLocks/>
            </p:cNvSpPr>
            <p:nvPr/>
          </p:nvSpPr>
          <p:spPr bwMode="auto">
            <a:xfrm>
              <a:off x="2189" y="2459"/>
              <a:ext cx="42" cy="66"/>
            </a:xfrm>
            <a:custGeom>
              <a:avLst/>
              <a:gdLst>
                <a:gd name="T0" fmla="*/ 0 w 42"/>
                <a:gd name="T1" fmla="*/ 66 h 66"/>
                <a:gd name="T2" fmla="*/ 30 w 42"/>
                <a:gd name="T3" fmla="*/ 53 h 66"/>
                <a:gd name="T4" fmla="*/ 38 w 42"/>
                <a:gd name="T5" fmla="*/ 28 h 66"/>
                <a:gd name="T6" fmla="*/ 42 w 42"/>
                <a:gd name="T7" fmla="*/ 0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2" h="66">
                  <a:moveTo>
                    <a:pt x="0" y="66"/>
                  </a:moveTo>
                  <a:lnTo>
                    <a:pt x="30" y="53"/>
                  </a:lnTo>
                  <a:lnTo>
                    <a:pt x="38" y="28"/>
                  </a:lnTo>
                  <a:lnTo>
                    <a:pt x="42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6057" name="Freeform 105">
              <a:extLst>
                <a:ext uri="{FF2B5EF4-FFF2-40B4-BE49-F238E27FC236}">
                  <a16:creationId xmlns:a16="http://schemas.microsoft.com/office/drawing/2014/main" id="{CA614DAF-AA2E-40C1-AFCB-C9816F44AB36}"/>
                </a:ext>
              </a:extLst>
            </p:cNvPr>
            <p:cNvSpPr>
              <a:spLocks/>
            </p:cNvSpPr>
            <p:nvPr/>
          </p:nvSpPr>
          <p:spPr bwMode="auto">
            <a:xfrm>
              <a:off x="2232" y="2112"/>
              <a:ext cx="1" cy="371"/>
            </a:xfrm>
            <a:custGeom>
              <a:avLst/>
              <a:gdLst>
                <a:gd name="T0" fmla="*/ 0 w 1"/>
                <a:gd name="T1" fmla="*/ 1114 h 1114"/>
                <a:gd name="T2" fmla="*/ 0 w 1"/>
                <a:gd name="T3" fmla="*/ 0 h 1114"/>
                <a:gd name="T4" fmla="*/ 1 w 1"/>
                <a:gd name="T5" fmla="*/ 0 h 1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1114">
                  <a:moveTo>
                    <a:pt x="0" y="1114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6058" name="Freeform 106">
              <a:extLst>
                <a:ext uri="{FF2B5EF4-FFF2-40B4-BE49-F238E27FC236}">
                  <a16:creationId xmlns:a16="http://schemas.microsoft.com/office/drawing/2014/main" id="{FB16FA4C-1A18-43DD-9196-2F8F87C4F7FC}"/>
                </a:ext>
              </a:extLst>
            </p:cNvPr>
            <p:cNvSpPr>
              <a:spLocks/>
            </p:cNvSpPr>
            <p:nvPr/>
          </p:nvSpPr>
          <p:spPr bwMode="auto">
            <a:xfrm>
              <a:off x="2092" y="2027"/>
              <a:ext cx="51" cy="44"/>
            </a:xfrm>
            <a:custGeom>
              <a:avLst/>
              <a:gdLst>
                <a:gd name="T0" fmla="*/ 0 w 51"/>
                <a:gd name="T1" fmla="*/ 0 h 44"/>
                <a:gd name="T2" fmla="*/ 12 w 51"/>
                <a:gd name="T3" fmla="*/ 30 h 44"/>
                <a:gd name="T4" fmla="*/ 27 w 51"/>
                <a:gd name="T5" fmla="*/ 36 h 44"/>
                <a:gd name="T6" fmla="*/ 51 w 51"/>
                <a:gd name="T7" fmla="*/ 44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1" h="44">
                  <a:moveTo>
                    <a:pt x="0" y="0"/>
                  </a:moveTo>
                  <a:lnTo>
                    <a:pt x="12" y="30"/>
                  </a:lnTo>
                  <a:lnTo>
                    <a:pt x="27" y="36"/>
                  </a:lnTo>
                  <a:lnTo>
                    <a:pt x="51" y="44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6059" name="Freeform 107">
              <a:extLst>
                <a:ext uri="{FF2B5EF4-FFF2-40B4-BE49-F238E27FC236}">
                  <a16:creationId xmlns:a16="http://schemas.microsoft.com/office/drawing/2014/main" id="{BE2E9660-E73E-476D-9D7A-E4C3CFA2BD50}"/>
                </a:ext>
              </a:extLst>
            </p:cNvPr>
            <p:cNvSpPr>
              <a:spLocks/>
            </p:cNvSpPr>
            <p:nvPr/>
          </p:nvSpPr>
          <p:spPr bwMode="auto">
            <a:xfrm>
              <a:off x="2189" y="2069"/>
              <a:ext cx="43" cy="43"/>
            </a:xfrm>
            <a:custGeom>
              <a:avLst/>
              <a:gdLst>
                <a:gd name="T0" fmla="*/ 127 w 127"/>
                <a:gd name="T1" fmla="*/ 127 h 127"/>
                <a:gd name="T2" fmla="*/ 89 w 127"/>
                <a:gd name="T3" fmla="*/ 36 h 127"/>
                <a:gd name="T4" fmla="*/ 0 w 127"/>
                <a:gd name="T5" fmla="*/ 0 h 127"/>
                <a:gd name="T6" fmla="*/ 1 w 127"/>
                <a:gd name="T7" fmla="*/ 0 h 1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7" h="127">
                  <a:moveTo>
                    <a:pt x="127" y="127"/>
                  </a:moveTo>
                  <a:lnTo>
                    <a:pt x="89" y="36"/>
                  </a:ln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6060" name="Freeform 108">
              <a:extLst>
                <a:ext uri="{FF2B5EF4-FFF2-40B4-BE49-F238E27FC236}">
                  <a16:creationId xmlns:a16="http://schemas.microsoft.com/office/drawing/2014/main" id="{208B432F-C82E-401B-A2A5-D1BCB9AF33DF}"/>
                </a:ext>
              </a:extLst>
            </p:cNvPr>
            <p:cNvSpPr>
              <a:spLocks/>
            </p:cNvSpPr>
            <p:nvPr/>
          </p:nvSpPr>
          <p:spPr bwMode="auto">
            <a:xfrm>
              <a:off x="2134" y="2069"/>
              <a:ext cx="65" cy="6"/>
            </a:xfrm>
            <a:custGeom>
              <a:avLst/>
              <a:gdLst>
                <a:gd name="T0" fmla="*/ 65 w 65"/>
                <a:gd name="T1" fmla="*/ 6 h 6"/>
                <a:gd name="T2" fmla="*/ 0 w 65"/>
                <a:gd name="T3" fmla="*/ 0 h 6"/>
                <a:gd name="T4" fmla="*/ 0 w 65"/>
                <a:gd name="T5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5" h="6">
                  <a:moveTo>
                    <a:pt x="65" y="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6061" name="Freeform 109">
              <a:extLst>
                <a:ext uri="{FF2B5EF4-FFF2-40B4-BE49-F238E27FC236}">
                  <a16:creationId xmlns:a16="http://schemas.microsoft.com/office/drawing/2014/main" id="{646873D7-4503-4F93-A62F-5E967F28F5B1}"/>
                </a:ext>
              </a:extLst>
            </p:cNvPr>
            <p:cNvSpPr>
              <a:spLocks/>
            </p:cNvSpPr>
            <p:nvPr/>
          </p:nvSpPr>
          <p:spPr bwMode="auto">
            <a:xfrm>
              <a:off x="3195" y="2483"/>
              <a:ext cx="43" cy="42"/>
            </a:xfrm>
            <a:custGeom>
              <a:avLst/>
              <a:gdLst>
                <a:gd name="T0" fmla="*/ 0 w 128"/>
                <a:gd name="T1" fmla="*/ 127 h 127"/>
                <a:gd name="T2" fmla="*/ 89 w 128"/>
                <a:gd name="T3" fmla="*/ 89 h 127"/>
                <a:gd name="T4" fmla="*/ 127 w 128"/>
                <a:gd name="T5" fmla="*/ 0 h 127"/>
                <a:gd name="T6" fmla="*/ 128 w 128"/>
                <a:gd name="T7" fmla="*/ 0 h 1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8" h="127">
                  <a:moveTo>
                    <a:pt x="0" y="127"/>
                  </a:moveTo>
                  <a:lnTo>
                    <a:pt x="89" y="89"/>
                  </a:lnTo>
                  <a:lnTo>
                    <a:pt x="127" y="0"/>
                  </a:lnTo>
                  <a:lnTo>
                    <a:pt x="128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6062" name="Freeform 110">
              <a:extLst>
                <a:ext uri="{FF2B5EF4-FFF2-40B4-BE49-F238E27FC236}">
                  <a16:creationId xmlns:a16="http://schemas.microsoft.com/office/drawing/2014/main" id="{720C0A15-672D-4D74-B12E-283A135CA585}"/>
                </a:ext>
              </a:extLst>
            </p:cNvPr>
            <p:cNvSpPr>
              <a:spLocks/>
            </p:cNvSpPr>
            <p:nvPr/>
          </p:nvSpPr>
          <p:spPr bwMode="auto">
            <a:xfrm>
              <a:off x="2814" y="2483"/>
              <a:ext cx="42" cy="42"/>
            </a:xfrm>
            <a:custGeom>
              <a:avLst/>
              <a:gdLst>
                <a:gd name="T0" fmla="*/ 0 w 128"/>
                <a:gd name="T1" fmla="*/ 0 h 127"/>
                <a:gd name="T2" fmla="*/ 38 w 128"/>
                <a:gd name="T3" fmla="*/ 89 h 127"/>
                <a:gd name="T4" fmla="*/ 127 w 128"/>
                <a:gd name="T5" fmla="*/ 127 h 127"/>
                <a:gd name="T6" fmla="*/ 128 w 128"/>
                <a:gd name="T7" fmla="*/ 127 h 1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8" h="127">
                  <a:moveTo>
                    <a:pt x="0" y="0"/>
                  </a:moveTo>
                  <a:lnTo>
                    <a:pt x="38" y="89"/>
                  </a:lnTo>
                  <a:lnTo>
                    <a:pt x="127" y="127"/>
                  </a:lnTo>
                  <a:lnTo>
                    <a:pt x="128" y="127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6063" name="Freeform 111">
              <a:extLst>
                <a:ext uri="{FF2B5EF4-FFF2-40B4-BE49-F238E27FC236}">
                  <a16:creationId xmlns:a16="http://schemas.microsoft.com/office/drawing/2014/main" id="{33826B5F-5524-47BF-9D94-37A42A7E9FA3}"/>
                </a:ext>
              </a:extLst>
            </p:cNvPr>
            <p:cNvSpPr>
              <a:spLocks/>
            </p:cNvSpPr>
            <p:nvPr/>
          </p:nvSpPr>
          <p:spPr bwMode="auto">
            <a:xfrm>
              <a:off x="3026" y="1993"/>
              <a:ext cx="1" cy="610"/>
            </a:xfrm>
            <a:custGeom>
              <a:avLst/>
              <a:gdLst>
                <a:gd name="T0" fmla="*/ 0 w 1"/>
                <a:gd name="T1" fmla="*/ 0 h 1828"/>
                <a:gd name="T2" fmla="*/ 0 w 1"/>
                <a:gd name="T3" fmla="*/ 1828 h 1828"/>
                <a:gd name="T4" fmla="*/ 1 w 1"/>
                <a:gd name="T5" fmla="*/ 1828 h 18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1828">
                  <a:moveTo>
                    <a:pt x="0" y="0"/>
                  </a:moveTo>
                  <a:lnTo>
                    <a:pt x="0" y="1828"/>
                  </a:lnTo>
                  <a:lnTo>
                    <a:pt x="1" y="1828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6064" name="Freeform 112">
              <a:extLst>
                <a:ext uri="{FF2B5EF4-FFF2-40B4-BE49-F238E27FC236}">
                  <a16:creationId xmlns:a16="http://schemas.microsoft.com/office/drawing/2014/main" id="{0C2B93B1-C7B3-46FC-AA8F-00772A9FA4F6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2" y="2519"/>
              <a:ext cx="343" cy="6"/>
            </a:xfrm>
            <a:custGeom>
              <a:avLst/>
              <a:gdLst>
                <a:gd name="T0" fmla="*/ 0 w 343"/>
                <a:gd name="T1" fmla="*/ 6 h 6"/>
                <a:gd name="T2" fmla="*/ 343 w 343"/>
                <a:gd name="T3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43" h="6">
                  <a:moveTo>
                    <a:pt x="0" y="6"/>
                  </a:moveTo>
                  <a:lnTo>
                    <a:pt x="343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6065" name="Freeform 113">
              <a:extLst>
                <a:ext uri="{FF2B5EF4-FFF2-40B4-BE49-F238E27FC236}">
                  <a16:creationId xmlns:a16="http://schemas.microsoft.com/office/drawing/2014/main" id="{0468F6AC-1E00-4DFA-A6F1-C0F6E9E879B8}"/>
                </a:ext>
              </a:extLst>
            </p:cNvPr>
            <p:cNvSpPr>
              <a:spLocks/>
            </p:cNvSpPr>
            <p:nvPr/>
          </p:nvSpPr>
          <p:spPr bwMode="auto">
            <a:xfrm>
              <a:off x="2738" y="2281"/>
              <a:ext cx="576" cy="1"/>
            </a:xfrm>
            <a:custGeom>
              <a:avLst/>
              <a:gdLst>
                <a:gd name="T0" fmla="*/ 0 w 1729"/>
                <a:gd name="T1" fmla="*/ 1728 w 1729"/>
                <a:gd name="T2" fmla="*/ 1729 w 1729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1729">
                  <a:moveTo>
                    <a:pt x="0" y="0"/>
                  </a:moveTo>
                  <a:lnTo>
                    <a:pt x="1728" y="0"/>
                  </a:lnTo>
                  <a:lnTo>
                    <a:pt x="1729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6066" name="Rectangle 114">
              <a:extLst>
                <a:ext uri="{FF2B5EF4-FFF2-40B4-BE49-F238E27FC236}">
                  <a16:creationId xmlns:a16="http://schemas.microsoft.com/office/drawing/2014/main" id="{BAD35E77-894D-491D-8900-F5605B00CF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32" y="2053"/>
              <a:ext cx="9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i="1">
                  <a:solidFill>
                    <a:schemeClr val="tx2"/>
                  </a:solidFill>
                  <a:latin typeface="宋体" panose="02010600030101010101" pitchFamily="2" charset="-122"/>
                </a:rPr>
                <a:t>B</a:t>
              </a:r>
              <a:endParaRPr lang="en-US" altLang="zh-CN">
                <a:solidFill>
                  <a:schemeClr val="tx2"/>
                </a:solidFill>
              </a:endParaRPr>
            </a:p>
          </p:txBody>
        </p:sp>
        <p:sp>
          <p:nvSpPr>
            <p:cNvPr id="126067" name="Rectangle 115">
              <a:extLst>
                <a:ext uri="{FF2B5EF4-FFF2-40B4-BE49-F238E27FC236}">
                  <a16:creationId xmlns:a16="http://schemas.microsoft.com/office/drawing/2014/main" id="{ABEAE3BD-D7D7-4E1F-A19C-4675157C4A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81" y="1748"/>
              <a:ext cx="9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i="1">
                  <a:solidFill>
                    <a:schemeClr val="tx2"/>
                  </a:solidFill>
                  <a:latin typeface="宋体" panose="02010600030101010101" pitchFamily="2" charset="-122"/>
                </a:rPr>
                <a:t>B</a:t>
              </a:r>
              <a:endParaRPr lang="en-US" altLang="zh-CN">
                <a:solidFill>
                  <a:schemeClr val="tx2"/>
                </a:solidFill>
              </a:endParaRPr>
            </a:p>
          </p:txBody>
        </p:sp>
        <p:sp>
          <p:nvSpPr>
            <p:cNvPr id="126068" name="Freeform 116">
              <a:extLst>
                <a:ext uri="{FF2B5EF4-FFF2-40B4-BE49-F238E27FC236}">
                  <a16:creationId xmlns:a16="http://schemas.microsoft.com/office/drawing/2014/main" id="{F463316A-870E-4D4D-A4CF-F89F362D3A4F}"/>
                </a:ext>
              </a:extLst>
            </p:cNvPr>
            <p:cNvSpPr>
              <a:spLocks/>
            </p:cNvSpPr>
            <p:nvPr/>
          </p:nvSpPr>
          <p:spPr bwMode="auto">
            <a:xfrm>
              <a:off x="2815" y="2281"/>
              <a:ext cx="4" cy="210"/>
            </a:xfrm>
            <a:custGeom>
              <a:avLst/>
              <a:gdLst>
                <a:gd name="T0" fmla="*/ 4 w 4"/>
                <a:gd name="T1" fmla="*/ 0 h 210"/>
                <a:gd name="T2" fmla="*/ 0 w 4"/>
                <a:gd name="T3" fmla="*/ 210 h 2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4" h="210">
                  <a:moveTo>
                    <a:pt x="4" y="0"/>
                  </a:moveTo>
                  <a:lnTo>
                    <a:pt x="0" y="21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6069" name="Freeform 117">
              <a:extLst>
                <a:ext uri="{FF2B5EF4-FFF2-40B4-BE49-F238E27FC236}">
                  <a16:creationId xmlns:a16="http://schemas.microsoft.com/office/drawing/2014/main" id="{A65EEEDA-A76B-4F7A-8790-9299AE76D363}"/>
                </a:ext>
              </a:extLst>
            </p:cNvPr>
            <p:cNvSpPr>
              <a:spLocks/>
            </p:cNvSpPr>
            <p:nvPr/>
          </p:nvSpPr>
          <p:spPr bwMode="auto">
            <a:xfrm>
              <a:off x="3239" y="2283"/>
              <a:ext cx="1" cy="212"/>
            </a:xfrm>
            <a:custGeom>
              <a:avLst/>
              <a:gdLst>
                <a:gd name="T0" fmla="*/ 0 w 1"/>
                <a:gd name="T1" fmla="*/ 0 h 212"/>
                <a:gd name="T2" fmla="*/ 0 w 1"/>
                <a:gd name="T3" fmla="*/ 212 h 2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212">
                  <a:moveTo>
                    <a:pt x="0" y="0"/>
                  </a:moveTo>
                  <a:lnTo>
                    <a:pt x="0" y="212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6070" name="Freeform 118">
              <a:extLst>
                <a:ext uri="{FF2B5EF4-FFF2-40B4-BE49-F238E27FC236}">
                  <a16:creationId xmlns:a16="http://schemas.microsoft.com/office/drawing/2014/main" id="{0E554DF5-28CA-41A2-8426-E0BE8C725F3F}"/>
                </a:ext>
              </a:extLst>
            </p:cNvPr>
            <p:cNvSpPr>
              <a:spLocks/>
            </p:cNvSpPr>
            <p:nvPr/>
          </p:nvSpPr>
          <p:spPr bwMode="auto">
            <a:xfrm>
              <a:off x="1367" y="1715"/>
              <a:ext cx="724" cy="4"/>
            </a:xfrm>
            <a:custGeom>
              <a:avLst/>
              <a:gdLst>
                <a:gd name="T0" fmla="*/ 0 w 724"/>
                <a:gd name="T1" fmla="*/ 4 h 4"/>
                <a:gd name="T2" fmla="*/ 724 w 724"/>
                <a:gd name="T3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24" h="4">
                  <a:moveTo>
                    <a:pt x="0" y="4"/>
                  </a:moveTo>
                  <a:lnTo>
                    <a:pt x="724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6071" name="Freeform 119">
              <a:extLst>
                <a:ext uri="{FF2B5EF4-FFF2-40B4-BE49-F238E27FC236}">
                  <a16:creationId xmlns:a16="http://schemas.microsoft.com/office/drawing/2014/main" id="{466BFBF2-3C3E-4E40-BD85-127927AB7048}"/>
                </a:ext>
              </a:extLst>
            </p:cNvPr>
            <p:cNvSpPr>
              <a:spLocks/>
            </p:cNvSpPr>
            <p:nvPr/>
          </p:nvSpPr>
          <p:spPr bwMode="auto">
            <a:xfrm>
              <a:off x="2332" y="2281"/>
              <a:ext cx="297" cy="1"/>
            </a:xfrm>
            <a:custGeom>
              <a:avLst/>
              <a:gdLst>
                <a:gd name="T0" fmla="*/ 0 w 891"/>
                <a:gd name="T1" fmla="*/ 890 w 891"/>
                <a:gd name="T2" fmla="*/ 891 w 89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891">
                  <a:moveTo>
                    <a:pt x="0" y="0"/>
                  </a:moveTo>
                  <a:lnTo>
                    <a:pt x="890" y="0"/>
                  </a:lnTo>
                  <a:lnTo>
                    <a:pt x="891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 type="triangle" w="sm" len="lg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26072" name="Text Box 120">
            <a:extLst>
              <a:ext uri="{FF2B5EF4-FFF2-40B4-BE49-F238E27FC236}">
                <a16:creationId xmlns:a16="http://schemas.microsoft.com/office/drawing/2014/main" id="{3BBB6057-7253-4308-AFD1-8C553BB462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3125" y="-69849"/>
            <a:ext cx="4084637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l" eaLnBrk="1" hangingPunct="1"/>
            <a:r>
              <a:rPr lang="en-US" altLang="zh-CN" sz="3600" dirty="0">
                <a:solidFill>
                  <a:schemeClr val="bg1"/>
                </a:solidFill>
                <a:latin typeface="宋体" panose="02010600030101010101" pitchFamily="2" charset="-122"/>
              </a:rPr>
              <a:t>☆ </a:t>
            </a:r>
            <a:r>
              <a:rPr lang="zh-CN" altLang="en-US" sz="3600" dirty="0">
                <a:solidFill>
                  <a:schemeClr val="bg1"/>
                </a:solidFill>
                <a:latin typeface="宋体" panose="02010600030101010101" pitchFamily="2" charset="-122"/>
              </a:rPr>
              <a:t>应注意的问题：</a:t>
            </a:r>
          </a:p>
        </p:txBody>
      </p:sp>
      <p:sp>
        <p:nvSpPr>
          <p:cNvPr id="126073" name="Text Box 121">
            <a:extLst>
              <a:ext uri="{FF2B5EF4-FFF2-40B4-BE49-F238E27FC236}">
                <a16:creationId xmlns:a16="http://schemas.microsoft.com/office/drawing/2014/main" id="{CAAE9E97-5A53-4A51-8496-80BD7C5276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2138" y="668338"/>
            <a:ext cx="822325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l" eaLnBrk="1" hangingPunct="1"/>
            <a:r>
              <a:rPr lang="en-US" altLang="zh-CN" sz="3200">
                <a:latin typeface="宋体" panose="02010600030101010101" pitchFamily="2" charset="-122"/>
              </a:rPr>
              <a:t>(1)</a:t>
            </a:r>
            <a:r>
              <a:rPr lang="zh-CN" altLang="en-US" sz="3200">
                <a:latin typeface="宋体" panose="02010600030101010101" pitchFamily="2" charset="-122"/>
              </a:rPr>
              <a:t>两剖切平面的转折处不应与图上的轮廓线</a:t>
            </a:r>
          </a:p>
          <a:p>
            <a:pPr algn="l" eaLnBrk="1" hangingPunct="1"/>
            <a:r>
              <a:rPr lang="zh-CN" altLang="en-US" sz="3200">
                <a:latin typeface="宋体" panose="02010600030101010101" pitchFamily="2" charset="-122"/>
              </a:rPr>
              <a:t>   重合。</a:t>
            </a:r>
          </a:p>
        </p:txBody>
      </p:sp>
      <p:grpSp>
        <p:nvGrpSpPr>
          <p:cNvPr id="126074" name="Group 122">
            <a:extLst>
              <a:ext uri="{FF2B5EF4-FFF2-40B4-BE49-F238E27FC236}">
                <a16:creationId xmlns:a16="http://schemas.microsoft.com/office/drawing/2014/main" id="{D2D5E118-EB8B-4649-A078-ADDF3D6E4CB7}"/>
              </a:ext>
            </a:extLst>
          </p:cNvPr>
          <p:cNvGrpSpPr>
            <a:grpSpLocks/>
          </p:cNvGrpSpPr>
          <p:nvPr/>
        </p:nvGrpSpPr>
        <p:grpSpPr bwMode="auto">
          <a:xfrm>
            <a:off x="2035175" y="5189538"/>
            <a:ext cx="247650" cy="628650"/>
            <a:chOff x="2032" y="3006"/>
            <a:chExt cx="156" cy="396"/>
          </a:xfrm>
        </p:grpSpPr>
        <p:sp>
          <p:nvSpPr>
            <p:cNvPr id="126075" name="Line 123">
              <a:extLst>
                <a:ext uri="{FF2B5EF4-FFF2-40B4-BE49-F238E27FC236}">
                  <a16:creationId xmlns:a16="http://schemas.microsoft.com/office/drawing/2014/main" id="{577661DB-B428-487E-9F73-BEE4F4FF922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32" y="3402"/>
              <a:ext cx="84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6076" name="Line 124">
              <a:extLst>
                <a:ext uri="{FF2B5EF4-FFF2-40B4-BE49-F238E27FC236}">
                  <a16:creationId xmlns:a16="http://schemas.microsoft.com/office/drawing/2014/main" id="{E781A5E3-E0FB-4B89-A981-D29C05B0B73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123" y="3315"/>
              <a:ext cx="0" cy="87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6077" name="Line 125">
              <a:extLst>
                <a:ext uri="{FF2B5EF4-FFF2-40B4-BE49-F238E27FC236}">
                  <a16:creationId xmlns:a16="http://schemas.microsoft.com/office/drawing/2014/main" id="{6371AC1B-FA13-412C-99D6-609C188E557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16" y="3006"/>
              <a:ext cx="72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6078" name="Line 126">
              <a:extLst>
                <a:ext uri="{FF2B5EF4-FFF2-40B4-BE49-F238E27FC236}">
                  <a16:creationId xmlns:a16="http://schemas.microsoft.com/office/drawing/2014/main" id="{83BED0CD-ED75-4B65-89D2-8A14F4D2FE4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23" y="3011"/>
              <a:ext cx="0" cy="88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26079" name="Text Box 127">
            <a:extLst>
              <a:ext uri="{FF2B5EF4-FFF2-40B4-BE49-F238E27FC236}">
                <a16:creationId xmlns:a16="http://schemas.microsoft.com/office/drawing/2014/main" id="{087105C4-AF83-4F39-9457-8AEECBBE11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7538" y="1646238"/>
            <a:ext cx="650875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 eaLnBrk="1" hangingPunct="1"/>
            <a:r>
              <a:rPr lang="en-US" altLang="zh-CN" sz="3200">
                <a:latin typeface="宋体" panose="02010600030101010101" pitchFamily="2" charset="-122"/>
              </a:rPr>
              <a:t>⑵ </a:t>
            </a:r>
            <a:r>
              <a:rPr lang="zh-CN" altLang="en-US" sz="3200">
                <a:latin typeface="宋体" panose="02010600030101010101" pitchFamily="2" charset="-122"/>
              </a:rPr>
              <a:t>在剖视图上不应在转折处画线。</a:t>
            </a:r>
          </a:p>
        </p:txBody>
      </p:sp>
      <p:grpSp>
        <p:nvGrpSpPr>
          <p:cNvPr id="126080" name="Group 128">
            <a:extLst>
              <a:ext uri="{FF2B5EF4-FFF2-40B4-BE49-F238E27FC236}">
                <a16:creationId xmlns:a16="http://schemas.microsoft.com/office/drawing/2014/main" id="{97AC41A1-FDFC-40BF-B407-2C2E436F6A80}"/>
              </a:ext>
            </a:extLst>
          </p:cNvPr>
          <p:cNvGrpSpPr>
            <a:grpSpLocks/>
          </p:cNvGrpSpPr>
          <p:nvPr/>
        </p:nvGrpSpPr>
        <p:grpSpPr bwMode="auto">
          <a:xfrm>
            <a:off x="1952625" y="3598863"/>
            <a:ext cx="0" cy="1600200"/>
            <a:chOff x="2123" y="2004"/>
            <a:chExt cx="0" cy="1008"/>
          </a:xfrm>
        </p:grpSpPr>
        <p:sp>
          <p:nvSpPr>
            <p:cNvPr id="126081" name="Line 129">
              <a:extLst>
                <a:ext uri="{FF2B5EF4-FFF2-40B4-BE49-F238E27FC236}">
                  <a16:creationId xmlns:a16="http://schemas.microsoft.com/office/drawing/2014/main" id="{A5EF4A4A-38DD-460F-8196-276BF1A038F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123" y="2256"/>
              <a:ext cx="0" cy="756"/>
            </a:xfrm>
            <a:prstGeom prst="line">
              <a:avLst/>
            </a:prstGeom>
            <a:noFill/>
            <a:ln w="9525">
              <a:solidFill>
                <a:srgbClr val="9900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6082" name="Line 130">
              <a:extLst>
                <a:ext uri="{FF2B5EF4-FFF2-40B4-BE49-F238E27FC236}">
                  <a16:creationId xmlns:a16="http://schemas.microsoft.com/office/drawing/2014/main" id="{360D3B9E-FBC7-456C-A291-EA7298E9808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123" y="2004"/>
              <a:ext cx="0" cy="259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26083" name="Text Box 131">
            <a:extLst>
              <a:ext uri="{FF2B5EF4-FFF2-40B4-BE49-F238E27FC236}">
                <a16:creationId xmlns:a16="http://schemas.microsoft.com/office/drawing/2014/main" id="{C18D51DE-A5A9-4935-A549-00D1E86B6D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03388" y="3571875"/>
            <a:ext cx="4921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lang="en-US" altLang="zh-CN">
                <a:solidFill>
                  <a:srgbClr val="FF0000"/>
                </a:solidFill>
              </a:rPr>
              <a:t>×</a:t>
            </a:r>
          </a:p>
        </p:txBody>
      </p:sp>
      <p:grpSp>
        <p:nvGrpSpPr>
          <p:cNvPr id="126277" name="Group 325">
            <a:extLst>
              <a:ext uri="{FF2B5EF4-FFF2-40B4-BE49-F238E27FC236}">
                <a16:creationId xmlns:a16="http://schemas.microsoft.com/office/drawing/2014/main" id="{5FC40C4D-2BE9-4F83-B632-D0E8359EB537}"/>
              </a:ext>
            </a:extLst>
          </p:cNvPr>
          <p:cNvGrpSpPr>
            <a:grpSpLocks/>
          </p:cNvGrpSpPr>
          <p:nvPr/>
        </p:nvGrpSpPr>
        <p:grpSpPr bwMode="auto">
          <a:xfrm>
            <a:off x="5226050" y="2438400"/>
            <a:ext cx="3613150" cy="3808413"/>
            <a:chOff x="3116" y="536"/>
            <a:chExt cx="2276" cy="2399"/>
          </a:xfrm>
        </p:grpSpPr>
        <p:pic>
          <p:nvPicPr>
            <p:cNvPr id="126278" name="Picture 326">
              <a:extLst>
                <a:ext uri="{FF2B5EF4-FFF2-40B4-BE49-F238E27FC236}">
                  <a16:creationId xmlns:a16="http://schemas.microsoft.com/office/drawing/2014/main" id="{F22D6F50-3EBF-4E25-8A78-48690D07692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clrChange>
                <a:clrFrom>
                  <a:srgbClr val="00FFFF"/>
                </a:clrFrom>
                <a:clrTo>
                  <a:srgbClr val="00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16" y="714"/>
              <a:ext cx="2276" cy="22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26279" name="Freeform 327">
              <a:extLst>
                <a:ext uri="{FF2B5EF4-FFF2-40B4-BE49-F238E27FC236}">
                  <a16:creationId xmlns:a16="http://schemas.microsoft.com/office/drawing/2014/main" id="{673DFF30-0F57-4018-9BBB-049F41908BE9}"/>
                </a:ext>
              </a:extLst>
            </p:cNvPr>
            <p:cNvSpPr>
              <a:spLocks/>
            </p:cNvSpPr>
            <p:nvPr/>
          </p:nvSpPr>
          <p:spPr bwMode="auto">
            <a:xfrm>
              <a:off x="3654" y="600"/>
              <a:ext cx="510" cy="1194"/>
            </a:xfrm>
            <a:custGeom>
              <a:avLst/>
              <a:gdLst>
                <a:gd name="T0" fmla="*/ 0 w 510"/>
                <a:gd name="T1" fmla="*/ 1050 h 1194"/>
                <a:gd name="T2" fmla="*/ 510 w 510"/>
                <a:gd name="T3" fmla="*/ 1194 h 1194"/>
                <a:gd name="T4" fmla="*/ 510 w 510"/>
                <a:gd name="T5" fmla="*/ 138 h 1194"/>
                <a:gd name="T6" fmla="*/ 0 w 510"/>
                <a:gd name="T7" fmla="*/ 0 h 1194"/>
                <a:gd name="T8" fmla="*/ 0 w 510"/>
                <a:gd name="T9" fmla="*/ 1050 h 11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0" h="1194">
                  <a:moveTo>
                    <a:pt x="0" y="1050"/>
                  </a:moveTo>
                  <a:lnTo>
                    <a:pt x="510" y="1194"/>
                  </a:lnTo>
                  <a:lnTo>
                    <a:pt x="510" y="138"/>
                  </a:lnTo>
                  <a:lnTo>
                    <a:pt x="0" y="0"/>
                  </a:lnTo>
                  <a:lnTo>
                    <a:pt x="0" y="1050"/>
                  </a:lnTo>
                  <a:close/>
                </a:path>
              </a:pathLst>
            </a:custGeom>
            <a:solidFill>
              <a:srgbClr val="FFFFCC">
                <a:alpha val="50000"/>
              </a:srgbClr>
            </a:solidFill>
            <a:ln w="9525" cap="flat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6280" name="Freeform 328">
              <a:extLst>
                <a:ext uri="{FF2B5EF4-FFF2-40B4-BE49-F238E27FC236}">
                  <a16:creationId xmlns:a16="http://schemas.microsoft.com/office/drawing/2014/main" id="{7C1BB984-7388-414D-9D3C-F983097730A0}"/>
                </a:ext>
              </a:extLst>
            </p:cNvPr>
            <p:cNvSpPr>
              <a:spLocks/>
            </p:cNvSpPr>
            <p:nvPr/>
          </p:nvSpPr>
          <p:spPr bwMode="auto">
            <a:xfrm>
              <a:off x="4332" y="546"/>
              <a:ext cx="930" cy="1290"/>
            </a:xfrm>
            <a:custGeom>
              <a:avLst/>
              <a:gdLst>
                <a:gd name="T0" fmla="*/ 0 w 930"/>
                <a:gd name="T1" fmla="*/ 1038 h 1290"/>
                <a:gd name="T2" fmla="*/ 930 w 930"/>
                <a:gd name="T3" fmla="*/ 1290 h 1290"/>
                <a:gd name="T4" fmla="*/ 930 w 930"/>
                <a:gd name="T5" fmla="*/ 246 h 1290"/>
                <a:gd name="T6" fmla="*/ 0 w 930"/>
                <a:gd name="T7" fmla="*/ 0 h 1290"/>
                <a:gd name="T8" fmla="*/ 0 w 930"/>
                <a:gd name="T9" fmla="*/ 1038 h 12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30" h="1290">
                  <a:moveTo>
                    <a:pt x="0" y="1038"/>
                  </a:moveTo>
                  <a:lnTo>
                    <a:pt x="930" y="1290"/>
                  </a:lnTo>
                  <a:lnTo>
                    <a:pt x="930" y="246"/>
                  </a:lnTo>
                  <a:lnTo>
                    <a:pt x="0" y="0"/>
                  </a:lnTo>
                  <a:lnTo>
                    <a:pt x="0" y="1038"/>
                  </a:lnTo>
                  <a:close/>
                </a:path>
              </a:pathLst>
            </a:custGeom>
            <a:solidFill>
              <a:srgbClr val="FFCCFF">
                <a:alpha val="50000"/>
              </a:srgbClr>
            </a:solidFill>
            <a:ln w="9525" cap="flat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6281" name="Freeform 329">
              <a:extLst>
                <a:ext uri="{FF2B5EF4-FFF2-40B4-BE49-F238E27FC236}">
                  <a16:creationId xmlns:a16="http://schemas.microsoft.com/office/drawing/2014/main" id="{CF6C3893-C182-41DB-800F-71EE9D88AE15}"/>
                </a:ext>
              </a:extLst>
            </p:cNvPr>
            <p:cNvSpPr>
              <a:spLocks/>
            </p:cNvSpPr>
            <p:nvPr/>
          </p:nvSpPr>
          <p:spPr bwMode="auto">
            <a:xfrm>
              <a:off x="4164" y="540"/>
              <a:ext cx="168" cy="1260"/>
            </a:xfrm>
            <a:custGeom>
              <a:avLst/>
              <a:gdLst>
                <a:gd name="T0" fmla="*/ 0 w 168"/>
                <a:gd name="T1" fmla="*/ 198 h 1260"/>
                <a:gd name="T2" fmla="*/ 0 w 168"/>
                <a:gd name="T3" fmla="*/ 1260 h 1260"/>
                <a:gd name="T4" fmla="*/ 168 w 168"/>
                <a:gd name="T5" fmla="*/ 1056 h 1260"/>
                <a:gd name="T6" fmla="*/ 168 w 168"/>
                <a:gd name="T7" fmla="*/ 0 h 1260"/>
                <a:gd name="T8" fmla="*/ 0 w 168"/>
                <a:gd name="T9" fmla="*/ 198 h 12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8" h="1260">
                  <a:moveTo>
                    <a:pt x="0" y="198"/>
                  </a:moveTo>
                  <a:lnTo>
                    <a:pt x="0" y="1260"/>
                  </a:lnTo>
                  <a:lnTo>
                    <a:pt x="168" y="1056"/>
                  </a:lnTo>
                  <a:lnTo>
                    <a:pt x="168" y="0"/>
                  </a:lnTo>
                  <a:lnTo>
                    <a:pt x="0" y="198"/>
                  </a:lnTo>
                  <a:close/>
                </a:path>
              </a:pathLst>
            </a:custGeom>
            <a:solidFill>
              <a:srgbClr val="CCFFFF">
                <a:alpha val="50000"/>
              </a:srgbClr>
            </a:solidFill>
            <a:ln w="9525" cap="flat" cmpd="sng">
              <a:solidFill>
                <a:srgbClr val="FFFFCC">
                  <a:alpha val="50000"/>
                </a:srgbClr>
              </a:solidFill>
              <a:prstDash val="solid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6282" name="Text Box 330">
              <a:extLst>
                <a:ext uri="{FF2B5EF4-FFF2-40B4-BE49-F238E27FC236}">
                  <a16:creationId xmlns:a16="http://schemas.microsoft.com/office/drawing/2014/main" id="{158A842B-3203-478D-B0CE-D56821C4494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16" y="592"/>
              <a:ext cx="29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i="1"/>
                <a:t>A</a:t>
              </a:r>
            </a:p>
          </p:txBody>
        </p:sp>
        <p:sp>
          <p:nvSpPr>
            <p:cNvPr id="126283" name="Text Box 331">
              <a:extLst>
                <a:ext uri="{FF2B5EF4-FFF2-40B4-BE49-F238E27FC236}">
                  <a16:creationId xmlns:a16="http://schemas.microsoft.com/office/drawing/2014/main" id="{36C3D0A1-637A-4B81-A95A-508F87AED11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04" y="536"/>
              <a:ext cx="29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i="1"/>
                <a:t>A</a:t>
              </a:r>
            </a:p>
          </p:txBody>
        </p:sp>
      </p:grpSp>
    </p:spTree>
  </p:cSld>
  <p:clrMapOvr>
    <a:masterClrMapping/>
  </p:clrMapOvr>
  <p:transition spd="med">
    <p:cover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1260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607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26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0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75"/>
                                        <p:tgtEl>
                                          <p:spTgt spid="1260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260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9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0" fill="hold"/>
                                        <p:tgtEl>
                                          <p:spTgt spid="1260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0" fill="hold"/>
                                        <p:tgtEl>
                                          <p:spTgt spid="1260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6073" grpId="0" autoUpdateAnimBg="0"/>
      <p:bldP spid="126079" grpId="0" build="p" autoUpdateAnimBg="0"/>
      <p:bldP spid="126083" grpId="0" autoUpdateAnimBg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Text Box 2">
            <a:extLst>
              <a:ext uri="{FF2B5EF4-FFF2-40B4-BE49-F238E27FC236}">
                <a16:creationId xmlns:a16="http://schemas.microsoft.com/office/drawing/2014/main" id="{3C333882-BEE1-41B1-90E0-FE621DB6BA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43063" y="-16668"/>
            <a:ext cx="709295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l" eaLnBrk="1" hangingPunct="1"/>
            <a:r>
              <a:rPr lang="en-US" altLang="zh-CN" sz="3200" dirty="0">
                <a:solidFill>
                  <a:schemeClr val="bg1"/>
                </a:solidFill>
                <a:latin typeface="宋体" panose="02010600030101010101" pitchFamily="2" charset="-122"/>
              </a:rPr>
              <a:t>(3) </a:t>
            </a:r>
            <a:r>
              <a:rPr lang="zh-CN" altLang="en-US" sz="3200" dirty="0">
                <a:solidFill>
                  <a:schemeClr val="bg1"/>
                </a:solidFill>
                <a:latin typeface="宋体" panose="02010600030101010101" pitchFamily="2" charset="-122"/>
              </a:rPr>
              <a:t>在剖视图内不能出现不完整要素。</a:t>
            </a:r>
          </a:p>
        </p:txBody>
      </p:sp>
      <p:grpSp>
        <p:nvGrpSpPr>
          <p:cNvPr id="127023" name="Group 47">
            <a:extLst>
              <a:ext uri="{FF2B5EF4-FFF2-40B4-BE49-F238E27FC236}">
                <a16:creationId xmlns:a16="http://schemas.microsoft.com/office/drawing/2014/main" id="{4FBCA109-268E-42B4-8377-2E7955D5359D}"/>
              </a:ext>
            </a:extLst>
          </p:cNvPr>
          <p:cNvGrpSpPr>
            <a:grpSpLocks/>
          </p:cNvGrpSpPr>
          <p:nvPr/>
        </p:nvGrpSpPr>
        <p:grpSpPr bwMode="auto">
          <a:xfrm>
            <a:off x="835025" y="644525"/>
            <a:ext cx="3278188" cy="3084513"/>
            <a:chOff x="702" y="406"/>
            <a:chExt cx="2065" cy="1943"/>
          </a:xfrm>
        </p:grpSpPr>
        <p:grpSp>
          <p:nvGrpSpPr>
            <p:cNvPr id="127024" name="Group 48">
              <a:extLst>
                <a:ext uri="{FF2B5EF4-FFF2-40B4-BE49-F238E27FC236}">
                  <a16:creationId xmlns:a16="http://schemas.microsoft.com/office/drawing/2014/main" id="{9BDB164B-89D4-4B59-8CC9-5AC4952F705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02" y="406"/>
              <a:ext cx="2065" cy="1761"/>
              <a:chOff x="599" y="918"/>
              <a:chExt cx="2065" cy="1761"/>
            </a:xfrm>
          </p:grpSpPr>
          <p:sp>
            <p:nvSpPr>
              <p:cNvPr id="127025" name="Line 49">
                <a:extLst>
                  <a:ext uri="{FF2B5EF4-FFF2-40B4-BE49-F238E27FC236}">
                    <a16:creationId xmlns:a16="http://schemas.microsoft.com/office/drawing/2014/main" id="{3CB99A77-AFCB-4B84-9D2F-2897954A178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16" y="1772"/>
                <a:ext cx="0" cy="131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7026" name="Oval 50">
                <a:extLst>
                  <a:ext uri="{FF2B5EF4-FFF2-40B4-BE49-F238E27FC236}">
                    <a16:creationId xmlns:a16="http://schemas.microsoft.com/office/drawing/2014/main" id="{A6F233D7-CD52-4269-A988-921721B8B2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4" y="1227"/>
                <a:ext cx="554" cy="549"/>
              </a:xfrm>
              <a:prstGeom prst="ellips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7027" name="Oval 51">
                <a:extLst>
                  <a:ext uri="{FF2B5EF4-FFF2-40B4-BE49-F238E27FC236}">
                    <a16:creationId xmlns:a16="http://schemas.microsoft.com/office/drawing/2014/main" id="{7705E6BA-BF6E-4119-830C-7756054A5E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92" y="1353"/>
                <a:ext cx="293" cy="298"/>
              </a:xfrm>
              <a:prstGeom prst="ellips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7028" name="Line 52">
                <a:extLst>
                  <a:ext uri="{FF2B5EF4-FFF2-40B4-BE49-F238E27FC236}">
                    <a16:creationId xmlns:a16="http://schemas.microsoft.com/office/drawing/2014/main" id="{822CCB1A-1B03-4B88-AA7C-9B5FCCD8707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38" y="2226"/>
                <a:ext cx="1206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7029" name="Rectangle 53">
                <a:extLst>
                  <a:ext uri="{FF2B5EF4-FFF2-40B4-BE49-F238E27FC236}">
                    <a16:creationId xmlns:a16="http://schemas.microsoft.com/office/drawing/2014/main" id="{4EC3FB8D-2863-44C1-9EEC-3872A883310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30" y="929"/>
                <a:ext cx="387" cy="2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 eaLnBrk="1" hangingPunct="1"/>
                <a:r>
                  <a:rPr lang="en-US" altLang="zh-CN" i="1">
                    <a:latin typeface="宋体" panose="02010600030101010101" pitchFamily="2" charset="-122"/>
                  </a:rPr>
                  <a:t>A</a:t>
                </a:r>
                <a:r>
                  <a:rPr lang="zh-CN" altLang="en-US">
                    <a:latin typeface="宋体" panose="02010600030101010101" pitchFamily="2" charset="-122"/>
                  </a:rPr>
                  <a:t>－</a:t>
                </a:r>
                <a:r>
                  <a:rPr lang="en-US" altLang="zh-CN" i="1">
                    <a:latin typeface="宋体" panose="02010600030101010101" pitchFamily="2" charset="-122"/>
                  </a:rPr>
                  <a:t>A</a:t>
                </a:r>
                <a:endParaRPr lang="en-US" altLang="zh-CN"/>
              </a:p>
            </p:txBody>
          </p:sp>
          <p:sp>
            <p:nvSpPr>
              <p:cNvPr id="127030" name="Freeform 54">
                <a:extLst>
                  <a:ext uri="{FF2B5EF4-FFF2-40B4-BE49-F238E27FC236}">
                    <a16:creationId xmlns:a16="http://schemas.microsoft.com/office/drawing/2014/main" id="{978874EB-DFF2-42DC-B120-FEBB8369112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99" y="2346"/>
                <a:ext cx="1285" cy="6"/>
              </a:xfrm>
              <a:custGeom>
                <a:avLst/>
                <a:gdLst>
                  <a:gd name="T0" fmla="*/ 0 w 1285"/>
                  <a:gd name="T1" fmla="*/ 0 h 6"/>
                  <a:gd name="T2" fmla="*/ 1285 w 1285"/>
                  <a:gd name="T3" fmla="*/ 6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285" h="6">
                    <a:moveTo>
                      <a:pt x="0" y="0"/>
                    </a:moveTo>
                    <a:lnTo>
                      <a:pt x="1285" y="6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031" name="Freeform 55">
                <a:extLst>
                  <a:ext uri="{FF2B5EF4-FFF2-40B4-BE49-F238E27FC236}">
                    <a16:creationId xmlns:a16="http://schemas.microsoft.com/office/drawing/2014/main" id="{B6508EC8-226A-4CB3-9A4C-DC9831AC6B6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6" y="1390"/>
                <a:ext cx="383" cy="856"/>
              </a:xfrm>
              <a:custGeom>
                <a:avLst/>
                <a:gdLst>
                  <a:gd name="T0" fmla="*/ 0 w 1529"/>
                  <a:gd name="T1" fmla="*/ 3422 h 3422"/>
                  <a:gd name="T2" fmla="*/ 1528 w 1529"/>
                  <a:gd name="T3" fmla="*/ 0 h 3422"/>
                  <a:gd name="T4" fmla="*/ 1529 w 1529"/>
                  <a:gd name="T5" fmla="*/ 0 h 34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529" h="3422">
                    <a:moveTo>
                      <a:pt x="0" y="3422"/>
                    </a:moveTo>
                    <a:lnTo>
                      <a:pt x="1528" y="0"/>
                    </a:lnTo>
                    <a:lnTo>
                      <a:pt x="1529" y="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032" name="Freeform 56">
                <a:extLst>
                  <a:ext uri="{FF2B5EF4-FFF2-40B4-BE49-F238E27FC236}">
                    <a16:creationId xmlns:a16="http://schemas.microsoft.com/office/drawing/2014/main" id="{18728E42-A563-470A-8F50-4007BB53BEE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3" y="2260"/>
                <a:ext cx="1" cy="86"/>
              </a:xfrm>
              <a:custGeom>
                <a:avLst/>
                <a:gdLst>
                  <a:gd name="T0" fmla="*/ 0 w 2"/>
                  <a:gd name="T1" fmla="*/ 0 h 343"/>
                  <a:gd name="T2" fmla="*/ 0 w 2"/>
                  <a:gd name="T3" fmla="*/ 343 h 343"/>
                  <a:gd name="T4" fmla="*/ 2 w 2"/>
                  <a:gd name="T5" fmla="*/ 343 h 3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343">
                    <a:moveTo>
                      <a:pt x="0" y="0"/>
                    </a:moveTo>
                    <a:lnTo>
                      <a:pt x="0" y="343"/>
                    </a:lnTo>
                    <a:lnTo>
                      <a:pt x="2" y="343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033" name="Freeform 57">
                <a:extLst>
                  <a:ext uri="{FF2B5EF4-FFF2-40B4-BE49-F238E27FC236}">
                    <a16:creationId xmlns:a16="http://schemas.microsoft.com/office/drawing/2014/main" id="{B080DD2F-66A1-4990-B0A1-DCBF3FB0BC1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3" y="2225"/>
                <a:ext cx="35" cy="35"/>
              </a:xfrm>
              <a:custGeom>
                <a:avLst/>
                <a:gdLst>
                  <a:gd name="T0" fmla="*/ 141 w 141"/>
                  <a:gd name="T1" fmla="*/ 0 h 140"/>
                  <a:gd name="T2" fmla="*/ 42 w 141"/>
                  <a:gd name="T3" fmla="*/ 41 h 140"/>
                  <a:gd name="T4" fmla="*/ 0 w 141"/>
                  <a:gd name="T5" fmla="*/ 140 h 140"/>
                  <a:gd name="T6" fmla="*/ 2 w 141"/>
                  <a:gd name="T7" fmla="*/ 140 h 1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1" h="140">
                    <a:moveTo>
                      <a:pt x="141" y="0"/>
                    </a:moveTo>
                    <a:lnTo>
                      <a:pt x="42" y="41"/>
                    </a:lnTo>
                    <a:lnTo>
                      <a:pt x="0" y="140"/>
                    </a:lnTo>
                    <a:lnTo>
                      <a:pt x="2" y="14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034" name="Freeform 58">
                <a:extLst>
                  <a:ext uri="{FF2B5EF4-FFF2-40B4-BE49-F238E27FC236}">
                    <a16:creationId xmlns:a16="http://schemas.microsoft.com/office/drawing/2014/main" id="{BE2B1B24-5FF1-4E17-A19F-94458C39CA7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32" y="2031"/>
                <a:ext cx="282" cy="25"/>
              </a:xfrm>
              <a:custGeom>
                <a:avLst/>
                <a:gdLst>
                  <a:gd name="T0" fmla="*/ 1128 w 1128"/>
                  <a:gd name="T1" fmla="*/ 40 h 101"/>
                  <a:gd name="T2" fmla="*/ 558 w 1128"/>
                  <a:gd name="T3" fmla="*/ 101 h 101"/>
                  <a:gd name="T4" fmla="*/ 0 w 1128"/>
                  <a:gd name="T5" fmla="*/ 0 h 101"/>
                  <a:gd name="T6" fmla="*/ 2 w 1128"/>
                  <a:gd name="T7" fmla="*/ 0 h 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128" h="101">
                    <a:moveTo>
                      <a:pt x="1128" y="40"/>
                    </a:moveTo>
                    <a:lnTo>
                      <a:pt x="558" y="101"/>
                    </a:lnTo>
                    <a:lnTo>
                      <a:pt x="0" y="0"/>
                    </a:lnTo>
                    <a:lnTo>
                      <a:pt x="2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035" name="Freeform 59">
                <a:extLst>
                  <a:ext uri="{FF2B5EF4-FFF2-40B4-BE49-F238E27FC236}">
                    <a16:creationId xmlns:a16="http://schemas.microsoft.com/office/drawing/2014/main" id="{0099EAFE-32F4-45F3-948D-3F81283F8F4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04" y="2300"/>
                <a:ext cx="45" cy="46"/>
              </a:xfrm>
              <a:custGeom>
                <a:avLst/>
                <a:gdLst>
                  <a:gd name="T0" fmla="*/ 180 w 180"/>
                  <a:gd name="T1" fmla="*/ 182 h 182"/>
                  <a:gd name="T2" fmla="*/ 0 w 180"/>
                  <a:gd name="T3" fmla="*/ 0 h 182"/>
                  <a:gd name="T4" fmla="*/ 1 w 180"/>
                  <a:gd name="T5" fmla="*/ 0 h 1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80" h="182">
                    <a:moveTo>
                      <a:pt x="180" y="182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036" name="Freeform 60">
                <a:extLst>
                  <a:ext uri="{FF2B5EF4-FFF2-40B4-BE49-F238E27FC236}">
                    <a16:creationId xmlns:a16="http://schemas.microsoft.com/office/drawing/2014/main" id="{48DFDEA4-90D7-4B99-9E8A-3E8B72E8329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04" y="2175"/>
                <a:ext cx="171" cy="171"/>
              </a:xfrm>
              <a:custGeom>
                <a:avLst/>
                <a:gdLst>
                  <a:gd name="T0" fmla="*/ 682 w 682"/>
                  <a:gd name="T1" fmla="*/ 683 h 683"/>
                  <a:gd name="T2" fmla="*/ 0 w 682"/>
                  <a:gd name="T3" fmla="*/ 0 h 683"/>
                  <a:gd name="T4" fmla="*/ 1 w 682"/>
                  <a:gd name="T5" fmla="*/ 0 h 6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682" h="683">
                    <a:moveTo>
                      <a:pt x="682" y="683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037" name="Freeform 61">
                <a:extLst>
                  <a:ext uri="{FF2B5EF4-FFF2-40B4-BE49-F238E27FC236}">
                    <a16:creationId xmlns:a16="http://schemas.microsoft.com/office/drawing/2014/main" id="{69FD37F6-6CAA-4618-9C99-1B92CEA9897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79" y="2225"/>
                <a:ext cx="87" cy="87"/>
              </a:xfrm>
              <a:custGeom>
                <a:avLst/>
                <a:gdLst>
                  <a:gd name="T0" fmla="*/ 347 w 347"/>
                  <a:gd name="T1" fmla="*/ 348 h 348"/>
                  <a:gd name="T2" fmla="*/ 0 w 347"/>
                  <a:gd name="T3" fmla="*/ 0 h 348"/>
                  <a:gd name="T4" fmla="*/ 1 w 347"/>
                  <a:gd name="T5" fmla="*/ 0 h 3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47" h="348">
                    <a:moveTo>
                      <a:pt x="347" y="348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038" name="Freeform 62">
                <a:extLst>
                  <a:ext uri="{FF2B5EF4-FFF2-40B4-BE49-F238E27FC236}">
                    <a16:creationId xmlns:a16="http://schemas.microsoft.com/office/drawing/2014/main" id="{E97E7DA4-63DD-4580-9DFC-30C6713D667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04" y="2050"/>
                <a:ext cx="128" cy="128"/>
              </a:xfrm>
              <a:custGeom>
                <a:avLst/>
                <a:gdLst>
                  <a:gd name="T0" fmla="*/ 510 w 510"/>
                  <a:gd name="T1" fmla="*/ 513 h 513"/>
                  <a:gd name="T2" fmla="*/ 0 w 510"/>
                  <a:gd name="T3" fmla="*/ 0 h 513"/>
                  <a:gd name="T4" fmla="*/ 1 w 510"/>
                  <a:gd name="T5" fmla="*/ 0 h 5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510" h="513">
                    <a:moveTo>
                      <a:pt x="510" y="513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039" name="Freeform 63">
                <a:extLst>
                  <a:ext uri="{FF2B5EF4-FFF2-40B4-BE49-F238E27FC236}">
                    <a16:creationId xmlns:a16="http://schemas.microsoft.com/office/drawing/2014/main" id="{A194D500-4D90-4025-9D99-AE2B69EFC74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52" y="1772"/>
                <a:ext cx="8" cy="9"/>
              </a:xfrm>
              <a:custGeom>
                <a:avLst/>
                <a:gdLst>
                  <a:gd name="T0" fmla="*/ 35 w 35"/>
                  <a:gd name="T1" fmla="*/ 33 h 33"/>
                  <a:gd name="T2" fmla="*/ 0 w 35"/>
                  <a:gd name="T3" fmla="*/ 0 h 33"/>
                  <a:gd name="T4" fmla="*/ 1 w 35"/>
                  <a:gd name="T5" fmla="*/ 0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5" h="33">
                    <a:moveTo>
                      <a:pt x="35" y="33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040" name="Freeform 64">
                <a:extLst>
                  <a:ext uri="{FF2B5EF4-FFF2-40B4-BE49-F238E27FC236}">
                    <a16:creationId xmlns:a16="http://schemas.microsoft.com/office/drawing/2014/main" id="{00630B02-52EB-49EA-A253-E057EBDD8B4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04" y="1924"/>
                <a:ext cx="128" cy="129"/>
              </a:xfrm>
              <a:custGeom>
                <a:avLst/>
                <a:gdLst>
                  <a:gd name="T0" fmla="*/ 510 w 510"/>
                  <a:gd name="T1" fmla="*/ 513 h 513"/>
                  <a:gd name="T2" fmla="*/ 0 w 510"/>
                  <a:gd name="T3" fmla="*/ 0 h 513"/>
                  <a:gd name="T4" fmla="*/ 1 w 510"/>
                  <a:gd name="T5" fmla="*/ 0 h 5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510" h="513">
                    <a:moveTo>
                      <a:pt x="510" y="513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041" name="Freeform 65">
                <a:extLst>
                  <a:ext uri="{FF2B5EF4-FFF2-40B4-BE49-F238E27FC236}">
                    <a16:creationId xmlns:a16="http://schemas.microsoft.com/office/drawing/2014/main" id="{B04281B4-304D-48AF-8DFC-43939A8C2B5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30" y="2225"/>
                <a:ext cx="120" cy="121"/>
              </a:xfrm>
              <a:custGeom>
                <a:avLst/>
                <a:gdLst>
                  <a:gd name="T0" fmla="*/ 482 w 482"/>
                  <a:gd name="T1" fmla="*/ 483 h 483"/>
                  <a:gd name="T2" fmla="*/ 0 w 482"/>
                  <a:gd name="T3" fmla="*/ 0 h 483"/>
                  <a:gd name="T4" fmla="*/ 2 w 482"/>
                  <a:gd name="T5" fmla="*/ 0 h 4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82" h="483">
                    <a:moveTo>
                      <a:pt x="482" y="483"/>
                    </a:moveTo>
                    <a:lnTo>
                      <a:pt x="0" y="0"/>
                    </a:lnTo>
                    <a:lnTo>
                      <a:pt x="2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042" name="Freeform 66">
                <a:extLst>
                  <a:ext uri="{FF2B5EF4-FFF2-40B4-BE49-F238E27FC236}">
                    <a16:creationId xmlns:a16="http://schemas.microsoft.com/office/drawing/2014/main" id="{250512B8-86C7-4F1B-B3F4-525746E7C5B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60" y="1655"/>
                <a:ext cx="272" cy="272"/>
              </a:xfrm>
              <a:custGeom>
                <a:avLst/>
                <a:gdLst>
                  <a:gd name="T0" fmla="*/ 1089 w 1089"/>
                  <a:gd name="T1" fmla="*/ 1091 h 1091"/>
                  <a:gd name="T2" fmla="*/ 0 w 1089"/>
                  <a:gd name="T3" fmla="*/ 0 h 1091"/>
                  <a:gd name="T4" fmla="*/ 1 w 1089"/>
                  <a:gd name="T5" fmla="*/ 0 h 10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089" h="1091">
                    <a:moveTo>
                      <a:pt x="1089" y="1091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043" name="Freeform 67">
                <a:extLst>
                  <a:ext uri="{FF2B5EF4-FFF2-40B4-BE49-F238E27FC236}">
                    <a16:creationId xmlns:a16="http://schemas.microsoft.com/office/drawing/2014/main" id="{489F4EB1-062C-425E-A915-99F5B45C788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85" y="1655"/>
                <a:ext cx="149" cy="149"/>
              </a:xfrm>
              <a:custGeom>
                <a:avLst/>
                <a:gdLst>
                  <a:gd name="T0" fmla="*/ 597 w 597"/>
                  <a:gd name="T1" fmla="*/ 597 h 597"/>
                  <a:gd name="T2" fmla="*/ 0 w 597"/>
                  <a:gd name="T3" fmla="*/ 0 h 597"/>
                  <a:gd name="T4" fmla="*/ 2 w 597"/>
                  <a:gd name="T5" fmla="*/ 0 h 5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597" h="597">
                    <a:moveTo>
                      <a:pt x="597" y="597"/>
                    </a:moveTo>
                    <a:lnTo>
                      <a:pt x="0" y="0"/>
                    </a:lnTo>
                    <a:lnTo>
                      <a:pt x="2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044" name="Freeform 68">
                <a:extLst>
                  <a:ext uri="{FF2B5EF4-FFF2-40B4-BE49-F238E27FC236}">
                    <a16:creationId xmlns:a16="http://schemas.microsoft.com/office/drawing/2014/main" id="{43149538-826C-4ABD-ABEF-78B05479052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10" y="1655"/>
                <a:ext cx="126" cy="126"/>
              </a:xfrm>
              <a:custGeom>
                <a:avLst/>
                <a:gdLst>
                  <a:gd name="T0" fmla="*/ 504 w 504"/>
                  <a:gd name="T1" fmla="*/ 504 h 504"/>
                  <a:gd name="T2" fmla="*/ 0 w 504"/>
                  <a:gd name="T3" fmla="*/ 0 h 504"/>
                  <a:gd name="T4" fmla="*/ 1 w 504"/>
                  <a:gd name="T5" fmla="*/ 0 h 5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504" h="504">
                    <a:moveTo>
                      <a:pt x="504" y="504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045" name="Freeform 69">
                <a:extLst>
                  <a:ext uri="{FF2B5EF4-FFF2-40B4-BE49-F238E27FC236}">
                    <a16:creationId xmlns:a16="http://schemas.microsoft.com/office/drawing/2014/main" id="{8A2B1D22-76F9-4470-AE52-C0B3119250D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35" y="1655"/>
                <a:ext cx="126" cy="126"/>
              </a:xfrm>
              <a:custGeom>
                <a:avLst/>
                <a:gdLst>
                  <a:gd name="T0" fmla="*/ 504 w 504"/>
                  <a:gd name="T1" fmla="*/ 504 h 504"/>
                  <a:gd name="T2" fmla="*/ 0 w 504"/>
                  <a:gd name="T3" fmla="*/ 0 h 504"/>
                  <a:gd name="T4" fmla="*/ 1 w 504"/>
                  <a:gd name="T5" fmla="*/ 0 h 5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504" h="504">
                    <a:moveTo>
                      <a:pt x="504" y="504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046" name="Freeform 70">
                <a:extLst>
                  <a:ext uri="{FF2B5EF4-FFF2-40B4-BE49-F238E27FC236}">
                    <a16:creationId xmlns:a16="http://schemas.microsoft.com/office/drawing/2014/main" id="{CCCB2EC5-E65C-4C93-8C59-8584123B798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52" y="1271"/>
                <a:ext cx="81" cy="81"/>
              </a:xfrm>
              <a:custGeom>
                <a:avLst/>
                <a:gdLst>
                  <a:gd name="T0" fmla="*/ 325 w 325"/>
                  <a:gd name="T1" fmla="*/ 325 h 325"/>
                  <a:gd name="T2" fmla="*/ 0 w 325"/>
                  <a:gd name="T3" fmla="*/ 0 h 325"/>
                  <a:gd name="T4" fmla="*/ 1 w 325"/>
                  <a:gd name="T5" fmla="*/ 0 h 3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25" h="325">
                    <a:moveTo>
                      <a:pt x="325" y="325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047" name="Freeform 71">
                <a:extLst>
                  <a:ext uri="{FF2B5EF4-FFF2-40B4-BE49-F238E27FC236}">
                    <a16:creationId xmlns:a16="http://schemas.microsoft.com/office/drawing/2014/main" id="{68F4853F-95B6-4931-9732-13425B2F157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60" y="1655"/>
                <a:ext cx="34" cy="33"/>
              </a:xfrm>
              <a:custGeom>
                <a:avLst/>
                <a:gdLst>
                  <a:gd name="T0" fmla="*/ 134 w 134"/>
                  <a:gd name="T1" fmla="*/ 133 h 133"/>
                  <a:gd name="T2" fmla="*/ 0 w 134"/>
                  <a:gd name="T3" fmla="*/ 0 h 133"/>
                  <a:gd name="T4" fmla="*/ 2 w 134"/>
                  <a:gd name="T5" fmla="*/ 0 h 1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34" h="133">
                    <a:moveTo>
                      <a:pt x="134" y="133"/>
                    </a:moveTo>
                    <a:lnTo>
                      <a:pt x="0" y="0"/>
                    </a:lnTo>
                    <a:lnTo>
                      <a:pt x="2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048" name="Freeform 72">
                <a:extLst>
                  <a:ext uri="{FF2B5EF4-FFF2-40B4-BE49-F238E27FC236}">
                    <a16:creationId xmlns:a16="http://schemas.microsoft.com/office/drawing/2014/main" id="{50B6F615-8EAF-4279-AD62-260720EE310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32" y="1226"/>
                <a:ext cx="126" cy="126"/>
              </a:xfrm>
              <a:custGeom>
                <a:avLst/>
                <a:gdLst>
                  <a:gd name="T0" fmla="*/ 504 w 504"/>
                  <a:gd name="T1" fmla="*/ 504 h 504"/>
                  <a:gd name="T2" fmla="*/ 0 w 504"/>
                  <a:gd name="T3" fmla="*/ 0 h 504"/>
                  <a:gd name="T4" fmla="*/ 2 w 504"/>
                  <a:gd name="T5" fmla="*/ 0 h 5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504" h="504">
                    <a:moveTo>
                      <a:pt x="504" y="504"/>
                    </a:moveTo>
                    <a:lnTo>
                      <a:pt x="0" y="0"/>
                    </a:lnTo>
                    <a:lnTo>
                      <a:pt x="2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049" name="Freeform 73">
                <a:extLst>
                  <a:ext uri="{FF2B5EF4-FFF2-40B4-BE49-F238E27FC236}">
                    <a16:creationId xmlns:a16="http://schemas.microsoft.com/office/drawing/2014/main" id="{390C1303-FE26-4F4A-8D2D-618F9A153D2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58" y="1226"/>
                <a:ext cx="125" cy="126"/>
              </a:xfrm>
              <a:custGeom>
                <a:avLst/>
                <a:gdLst>
                  <a:gd name="T0" fmla="*/ 503 w 503"/>
                  <a:gd name="T1" fmla="*/ 504 h 504"/>
                  <a:gd name="T2" fmla="*/ 0 w 503"/>
                  <a:gd name="T3" fmla="*/ 0 h 504"/>
                  <a:gd name="T4" fmla="*/ 1 w 503"/>
                  <a:gd name="T5" fmla="*/ 0 h 5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503" h="504">
                    <a:moveTo>
                      <a:pt x="503" y="504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050" name="Freeform 74">
                <a:extLst>
                  <a:ext uri="{FF2B5EF4-FFF2-40B4-BE49-F238E27FC236}">
                    <a16:creationId xmlns:a16="http://schemas.microsoft.com/office/drawing/2014/main" id="{850251D5-BEF4-4E74-985E-7FF7BE15C12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83" y="1226"/>
                <a:ext cx="126" cy="126"/>
              </a:xfrm>
              <a:custGeom>
                <a:avLst/>
                <a:gdLst>
                  <a:gd name="T0" fmla="*/ 504 w 504"/>
                  <a:gd name="T1" fmla="*/ 504 h 504"/>
                  <a:gd name="T2" fmla="*/ 0 w 504"/>
                  <a:gd name="T3" fmla="*/ 0 h 504"/>
                  <a:gd name="T4" fmla="*/ 1 w 504"/>
                  <a:gd name="T5" fmla="*/ 0 h 5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504" h="504">
                    <a:moveTo>
                      <a:pt x="504" y="504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051" name="Freeform 75">
                <a:extLst>
                  <a:ext uri="{FF2B5EF4-FFF2-40B4-BE49-F238E27FC236}">
                    <a16:creationId xmlns:a16="http://schemas.microsoft.com/office/drawing/2014/main" id="{63498A44-4A83-429B-AA4C-3C482A42A11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08" y="1226"/>
                <a:ext cx="86" cy="86"/>
              </a:xfrm>
              <a:custGeom>
                <a:avLst/>
                <a:gdLst>
                  <a:gd name="T0" fmla="*/ 343 w 343"/>
                  <a:gd name="T1" fmla="*/ 344 h 344"/>
                  <a:gd name="T2" fmla="*/ 0 w 343"/>
                  <a:gd name="T3" fmla="*/ 0 h 344"/>
                  <a:gd name="T4" fmla="*/ 2 w 343"/>
                  <a:gd name="T5" fmla="*/ 0 h 3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43" h="344">
                    <a:moveTo>
                      <a:pt x="343" y="344"/>
                    </a:moveTo>
                    <a:lnTo>
                      <a:pt x="0" y="0"/>
                    </a:lnTo>
                    <a:lnTo>
                      <a:pt x="2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052" name="Freeform 76">
                <a:extLst>
                  <a:ext uri="{FF2B5EF4-FFF2-40B4-BE49-F238E27FC236}">
                    <a16:creationId xmlns:a16="http://schemas.microsoft.com/office/drawing/2014/main" id="{1496DD37-0310-4E57-91DC-8F06AB44E1A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37" y="1503"/>
                <a:ext cx="341" cy="1"/>
              </a:xfrm>
              <a:custGeom>
                <a:avLst/>
                <a:gdLst>
                  <a:gd name="T0" fmla="*/ 0 w 1365"/>
                  <a:gd name="T1" fmla="*/ 1363 w 1365"/>
                  <a:gd name="T2" fmla="*/ 1365 w 1365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365">
                    <a:moveTo>
                      <a:pt x="0" y="0"/>
                    </a:moveTo>
                    <a:lnTo>
                      <a:pt x="1363" y="0"/>
                    </a:lnTo>
                    <a:lnTo>
                      <a:pt x="1365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053" name="Rectangle 77">
                <a:extLst>
                  <a:ext uri="{FF2B5EF4-FFF2-40B4-BE49-F238E27FC236}">
                    <a16:creationId xmlns:a16="http://schemas.microsoft.com/office/drawing/2014/main" id="{0D2456F3-8FA3-488D-8698-8CBFC1D42C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65" y="1827"/>
                <a:ext cx="98" cy="2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 eaLnBrk="1" hangingPunct="1"/>
                <a:r>
                  <a:rPr lang="en-US" altLang="zh-CN" i="1">
                    <a:latin typeface="宋体" panose="02010600030101010101" pitchFamily="2" charset="-122"/>
                  </a:rPr>
                  <a:t>A</a:t>
                </a:r>
                <a:endParaRPr lang="en-US" altLang="zh-CN"/>
              </a:p>
            </p:txBody>
          </p:sp>
          <p:sp>
            <p:nvSpPr>
              <p:cNvPr id="127054" name="Freeform 78">
                <a:extLst>
                  <a:ext uri="{FF2B5EF4-FFF2-40B4-BE49-F238E27FC236}">
                    <a16:creationId xmlns:a16="http://schemas.microsoft.com/office/drawing/2014/main" id="{DA68E32C-4271-4A9F-8AC0-454E9A03802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67" y="1781"/>
                <a:ext cx="227" cy="1"/>
              </a:xfrm>
              <a:custGeom>
                <a:avLst/>
                <a:gdLst>
                  <a:gd name="T0" fmla="*/ 0 w 909"/>
                  <a:gd name="T1" fmla="*/ 907 w 909"/>
                  <a:gd name="T2" fmla="*/ 909 w 909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909">
                    <a:moveTo>
                      <a:pt x="0" y="0"/>
                    </a:moveTo>
                    <a:lnTo>
                      <a:pt x="907" y="0"/>
                    </a:lnTo>
                    <a:lnTo>
                      <a:pt x="909" y="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055" name="Freeform 79">
                <a:extLst>
                  <a:ext uri="{FF2B5EF4-FFF2-40B4-BE49-F238E27FC236}">
                    <a16:creationId xmlns:a16="http://schemas.microsoft.com/office/drawing/2014/main" id="{47FB53CE-746A-4D0A-A612-EC50A7D15D3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52" y="1655"/>
                <a:ext cx="542" cy="1"/>
              </a:xfrm>
              <a:custGeom>
                <a:avLst/>
                <a:gdLst>
                  <a:gd name="T0" fmla="*/ 0 w 2170"/>
                  <a:gd name="T1" fmla="*/ 2168 w 2170"/>
                  <a:gd name="T2" fmla="*/ 2170 w 2170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2170">
                    <a:moveTo>
                      <a:pt x="0" y="0"/>
                    </a:moveTo>
                    <a:lnTo>
                      <a:pt x="2168" y="0"/>
                    </a:lnTo>
                    <a:lnTo>
                      <a:pt x="2170" y="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056" name="Freeform 80">
                <a:extLst>
                  <a:ext uri="{FF2B5EF4-FFF2-40B4-BE49-F238E27FC236}">
                    <a16:creationId xmlns:a16="http://schemas.microsoft.com/office/drawing/2014/main" id="{8F7524F0-6D3F-49AD-B313-A4D37C52450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52" y="1352"/>
                <a:ext cx="542" cy="1"/>
              </a:xfrm>
              <a:custGeom>
                <a:avLst/>
                <a:gdLst>
                  <a:gd name="T0" fmla="*/ 0 w 2170"/>
                  <a:gd name="T1" fmla="*/ 2168 w 2170"/>
                  <a:gd name="T2" fmla="*/ 2170 w 2170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2170">
                    <a:moveTo>
                      <a:pt x="0" y="0"/>
                    </a:moveTo>
                    <a:lnTo>
                      <a:pt x="2168" y="0"/>
                    </a:lnTo>
                    <a:lnTo>
                      <a:pt x="2170" y="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057" name="Freeform 81">
                <a:extLst>
                  <a:ext uri="{FF2B5EF4-FFF2-40B4-BE49-F238E27FC236}">
                    <a16:creationId xmlns:a16="http://schemas.microsoft.com/office/drawing/2014/main" id="{CBF304AD-F504-4AFE-8369-2A2FBE91400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46" y="2224"/>
                <a:ext cx="386" cy="1"/>
              </a:xfrm>
              <a:custGeom>
                <a:avLst/>
                <a:gdLst>
                  <a:gd name="T0" fmla="*/ 0 w 386"/>
                  <a:gd name="T1" fmla="*/ 1 h 1"/>
                  <a:gd name="T2" fmla="*/ 386 w 386"/>
                  <a:gd name="T3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386" h="1">
                    <a:moveTo>
                      <a:pt x="0" y="1"/>
                    </a:moveTo>
                    <a:lnTo>
                      <a:pt x="386" y="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058" name="Freeform 82">
                <a:extLst>
                  <a:ext uri="{FF2B5EF4-FFF2-40B4-BE49-F238E27FC236}">
                    <a16:creationId xmlns:a16="http://schemas.microsoft.com/office/drawing/2014/main" id="{91794ABF-E02D-49C9-A633-B64F6EAD323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52" y="1226"/>
                <a:ext cx="542" cy="1"/>
              </a:xfrm>
              <a:custGeom>
                <a:avLst/>
                <a:gdLst>
                  <a:gd name="T0" fmla="*/ 0 w 2170"/>
                  <a:gd name="T1" fmla="*/ 2168 w 2170"/>
                  <a:gd name="T2" fmla="*/ 2170 w 2170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2170">
                    <a:moveTo>
                      <a:pt x="0" y="0"/>
                    </a:moveTo>
                    <a:lnTo>
                      <a:pt x="2168" y="0"/>
                    </a:lnTo>
                    <a:lnTo>
                      <a:pt x="2170" y="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059" name="Freeform 83">
                <a:extLst>
                  <a:ext uri="{FF2B5EF4-FFF2-40B4-BE49-F238E27FC236}">
                    <a16:creationId xmlns:a16="http://schemas.microsoft.com/office/drawing/2014/main" id="{16F9DD15-17C5-43DD-A26E-80B8859F104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00" y="2344"/>
                <a:ext cx="564" cy="2"/>
              </a:xfrm>
              <a:custGeom>
                <a:avLst/>
                <a:gdLst>
                  <a:gd name="T0" fmla="*/ 0 w 564"/>
                  <a:gd name="T1" fmla="*/ 2 h 2"/>
                  <a:gd name="T2" fmla="*/ 564 w 564"/>
                  <a:gd name="T3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564" h="2">
                    <a:moveTo>
                      <a:pt x="0" y="2"/>
                    </a:moveTo>
                    <a:lnTo>
                      <a:pt x="564" y="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060" name="Freeform 84">
                <a:extLst>
                  <a:ext uri="{FF2B5EF4-FFF2-40B4-BE49-F238E27FC236}">
                    <a16:creationId xmlns:a16="http://schemas.microsoft.com/office/drawing/2014/main" id="{802B6B13-CDF5-4C67-82C2-BDD89579B03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41" y="1606"/>
                <a:ext cx="1" cy="504"/>
              </a:xfrm>
              <a:custGeom>
                <a:avLst/>
                <a:gdLst>
                  <a:gd name="T0" fmla="*/ 0 w 1"/>
                  <a:gd name="T1" fmla="*/ 0 h 2016"/>
                  <a:gd name="T2" fmla="*/ 0 w 1"/>
                  <a:gd name="T3" fmla="*/ 2016 h 2016"/>
                  <a:gd name="T4" fmla="*/ 1 w 1"/>
                  <a:gd name="T5" fmla="*/ 2016 h 20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016">
                    <a:moveTo>
                      <a:pt x="0" y="0"/>
                    </a:moveTo>
                    <a:lnTo>
                      <a:pt x="0" y="2016"/>
                    </a:lnTo>
                    <a:lnTo>
                      <a:pt x="1" y="2016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061" name="Rectangle 85">
                <a:extLst>
                  <a:ext uri="{FF2B5EF4-FFF2-40B4-BE49-F238E27FC236}">
                    <a16:creationId xmlns:a16="http://schemas.microsoft.com/office/drawing/2014/main" id="{064D3F28-D01A-489F-BEC5-41C21E8809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20" y="2449"/>
                <a:ext cx="98" cy="2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 eaLnBrk="1" hangingPunct="1"/>
                <a:r>
                  <a:rPr lang="en-US" altLang="zh-CN" i="1">
                    <a:latin typeface="宋体" panose="02010600030101010101" pitchFamily="2" charset="-122"/>
                  </a:rPr>
                  <a:t>A</a:t>
                </a:r>
                <a:endParaRPr lang="en-US" altLang="zh-CN"/>
              </a:p>
            </p:txBody>
          </p:sp>
          <p:sp>
            <p:nvSpPr>
              <p:cNvPr id="127062" name="Freeform 86">
                <a:extLst>
                  <a:ext uri="{FF2B5EF4-FFF2-40B4-BE49-F238E27FC236}">
                    <a16:creationId xmlns:a16="http://schemas.microsoft.com/office/drawing/2014/main" id="{00ACEA2C-AA30-41B6-9127-25E99AEE515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32" y="1815"/>
                <a:ext cx="1" cy="393"/>
              </a:xfrm>
              <a:custGeom>
                <a:avLst/>
                <a:gdLst>
                  <a:gd name="T0" fmla="*/ 0 w 1"/>
                  <a:gd name="T1" fmla="*/ 0 h 393"/>
                  <a:gd name="T2" fmla="*/ 0 w 1"/>
                  <a:gd name="T3" fmla="*/ 393 h 393"/>
                  <a:gd name="T4" fmla="*/ 1 w 1"/>
                  <a:gd name="T5" fmla="*/ 392 h 3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393">
                    <a:moveTo>
                      <a:pt x="0" y="0"/>
                    </a:moveTo>
                    <a:lnTo>
                      <a:pt x="0" y="393"/>
                    </a:lnTo>
                    <a:lnTo>
                      <a:pt x="1" y="392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063" name="Freeform 87">
                <a:extLst>
                  <a:ext uri="{FF2B5EF4-FFF2-40B4-BE49-F238E27FC236}">
                    <a16:creationId xmlns:a16="http://schemas.microsoft.com/office/drawing/2014/main" id="{9A10C1FA-078F-4810-9BA0-23D2822B1F4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04" y="1815"/>
                <a:ext cx="1" cy="531"/>
              </a:xfrm>
              <a:custGeom>
                <a:avLst/>
                <a:gdLst>
                  <a:gd name="T0" fmla="*/ 0 w 1"/>
                  <a:gd name="T1" fmla="*/ 0 h 2122"/>
                  <a:gd name="T2" fmla="*/ 0 w 1"/>
                  <a:gd name="T3" fmla="*/ 2122 h 2122"/>
                  <a:gd name="T4" fmla="*/ 1 w 1"/>
                  <a:gd name="T5" fmla="*/ 2122 h 21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122">
                    <a:moveTo>
                      <a:pt x="0" y="0"/>
                    </a:moveTo>
                    <a:lnTo>
                      <a:pt x="0" y="2122"/>
                    </a:lnTo>
                    <a:lnTo>
                      <a:pt x="1" y="2122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064" name="Freeform 88">
                <a:extLst>
                  <a:ext uri="{FF2B5EF4-FFF2-40B4-BE49-F238E27FC236}">
                    <a16:creationId xmlns:a16="http://schemas.microsoft.com/office/drawing/2014/main" id="{4BE5799B-B43F-4306-89D2-69AC312F2F1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06" y="1805"/>
                <a:ext cx="1" cy="391"/>
              </a:xfrm>
              <a:custGeom>
                <a:avLst/>
                <a:gdLst>
                  <a:gd name="T0" fmla="*/ 0 w 1"/>
                  <a:gd name="T1" fmla="*/ 0 h 1563"/>
                  <a:gd name="T2" fmla="*/ 0 w 1"/>
                  <a:gd name="T3" fmla="*/ 1563 h 1563"/>
                  <a:gd name="T4" fmla="*/ 1 w 1"/>
                  <a:gd name="T5" fmla="*/ 1563 h 15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563">
                    <a:moveTo>
                      <a:pt x="0" y="0"/>
                    </a:moveTo>
                    <a:lnTo>
                      <a:pt x="0" y="1563"/>
                    </a:lnTo>
                    <a:lnTo>
                      <a:pt x="1" y="1563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065" name="Freeform 89">
                <a:extLst>
                  <a:ext uri="{FF2B5EF4-FFF2-40B4-BE49-F238E27FC236}">
                    <a16:creationId xmlns:a16="http://schemas.microsoft.com/office/drawing/2014/main" id="{315A824A-21BD-413B-8BA7-4A7D4BD4F14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94" y="1390"/>
                <a:ext cx="382" cy="856"/>
              </a:xfrm>
              <a:custGeom>
                <a:avLst/>
                <a:gdLst>
                  <a:gd name="T0" fmla="*/ 1529 w 1529"/>
                  <a:gd name="T1" fmla="*/ 3422 h 3422"/>
                  <a:gd name="T2" fmla="*/ 0 w 1529"/>
                  <a:gd name="T3" fmla="*/ 0 h 3422"/>
                  <a:gd name="T4" fmla="*/ 2 w 1529"/>
                  <a:gd name="T5" fmla="*/ 0 h 34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529" h="3422">
                    <a:moveTo>
                      <a:pt x="1529" y="3422"/>
                    </a:moveTo>
                    <a:lnTo>
                      <a:pt x="0" y="0"/>
                    </a:lnTo>
                    <a:lnTo>
                      <a:pt x="2" y="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066" name="Freeform 90">
                <a:extLst>
                  <a:ext uri="{FF2B5EF4-FFF2-40B4-BE49-F238E27FC236}">
                    <a16:creationId xmlns:a16="http://schemas.microsoft.com/office/drawing/2014/main" id="{12CAF9B2-4F54-470D-976F-BD715E7DCD0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76" y="1793"/>
                <a:ext cx="1" cy="145"/>
              </a:xfrm>
              <a:custGeom>
                <a:avLst/>
                <a:gdLst>
                  <a:gd name="T0" fmla="*/ 0 w 1"/>
                  <a:gd name="T1" fmla="*/ 0 h 145"/>
                  <a:gd name="T2" fmla="*/ 0 w 1"/>
                  <a:gd name="T3" fmla="*/ 145 h 1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" h="145">
                    <a:moveTo>
                      <a:pt x="0" y="0"/>
                    </a:moveTo>
                    <a:lnTo>
                      <a:pt x="0" y="145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067" name="Freeform 91">
                <a:extLst>
                  <a:ext uri="{FF2B5EF4-FFF2-40B4-BE49-F238E27FC236}">
                    <a16:creationId xmlns:a16="http://schemas.microsoft.com/office/drawing/2014/main" id="{6BBF2DE7-ACE2-4FCF-908D-C0B954FAFCC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24" y="2041"/>
                <a:ext cx="119" cy="1"/>
              </a:xfrm>
              <a:custGeom>
                <a:avLst/>
                <a:gdLst>
                  <a:gd name="T0" fmla="*/ 0 w 473"/>
                  <a:gd name="T1" fmla="*/ 472 w 473"/>
                  <a:gd name="T2" fmla="*/ 473 w 473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473">
                    <a:moveTo>
                      <a:pt x="0" y="0"/>
                    </a:moveTo>
                    <a:lnTo>
                      <a:pt x="472" y="0"/>
                    </a:lnTo>
                    <a:lnTo>
                      <a:pt x="473" y="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068" name="Freeform 92">
                <a:extLst>
                  <a:ext uri="{FF2B5EF4-FFF2-40B4-BE49-F238E27FC236}">
                    <a16:creationId xmlns:a16="http://schemas.microsoft.com/office/drawing/2014/main" id="{7A9BF71A-389E-4F5F-9936-43C1F51AD76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42" y="2190"/>
                <a:ext cx="35" cy="35"/>
              </a:xfrm>
              <a:custGeom>
                <a:avLst/>
                <a:gdLst>
                  <a:gd name="T0" fmla="*/ 0 w 141"/>
                  <a:gd name="T1" fmla="*/ 140 h 140"/>
                  <a:gd name="T2" fmla="*/ 100 w 141"/>
                  <a:gd name="T3" fmla="*/ 100 h 140"/>
                  <a:gd name="T4" fmla="*/ 140 w 141"/>
                  <a:gd name="T5" fmla="*/ 0 h 140"/>
                  <a:gd name="T6" fmla="*/ 141 w 141"/>
                  <a:gd name="T7" fmla="*/ 0 h 1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1" h="140">
                    <a:moveTo>
                      <a:pt x="0" y="140"/>
                    </a:moveTo>
                    <a:lnTo>
                      <a:pt x="100" y="100"/>
                    </a:lnTo>
                    <a:lnTo>
                      <a:pt x="140" y="0"/>
                    </a:lnTo>
                    <a:lnTo>
                      <a:pt x="141" y="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069" name="Rectangle 93">
                <a:extLst>
                  <a:ext uri="{FF2B5EF4-FFF2-40B4-BE49-F238E27FC236}">
                    <a16:creationId xmlns:a16="http://schemas.microsoft.com/office/drawing/2014/main" id="{BF2D62E9-B86B-4AF2-90F6-ADFB187AFE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16" y="1902"/>
                <a:ext cx="98" cy="2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 eaLnBrk="1" hangingPunct="1"/>
                <a:r>
                  <a:rPr lang="en-US" altLang="zh-CN" i="1">
                    <a:latin typeface="宋体" panose="02010600030101010101" pitchFamily="2" charset="-122"/>
                  </a:rPr>
                  <a:t>A</a:t>
                </a:r>
                <a:endParaRPr lang="en-US" altLang="zh-CN"/>
              </a:p>
            </p:txBody>
          </p:sp>
          <p:sp>
            <p:nvSpPr>
              <p:cNvPr id="127070" name="Freeform 94">
                <a:extLst>
                  <a:ext uri="{FF2B5EF4-FFF2-40B4-BE49-F238E27FC236}">
                    <a16:creationId xmlns:a16="http://schemas.microsoft.com/office/drawing/2014/main" id="{125D1570-911D-40B6-BA6E-002E6CAB8BE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40" y="2154"/>
                <a:ext cx="1" cy="262"/>
              </a:xfrm>
              <a:custGeom>
                <a:avLst/>
                <a:gdLst>
                  <a:gd name="T0" fmla="*/ 0 w 1"/>
                  <a:gd name="T1" fmla="*/ 0 h 1047"/>
                  <a:gd name="T2" fmla="*/ 0 w 1"/>
                  <a:gd name="T3" fmla="*/ 1047 h 1047"/>
                  <a:gd name="T4" fmla="*/ 1 w 1"/>
                  <a:gd name="T5" fmla="*/ 1047 h 10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047">
                    <a:moveTo>
                      <a:pt x="0" y="0"/>
                    </a:moveTo>
                    <a:lnTo>
                      <a:pt x="0" y="1047"/>
                    </a:lnTo>
                    <a:lnTo>
                      <a:pt x="1" y="1047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071" name="Freeform 95">
                <a:extLst>
                  <a:ext uri="{FF2B5EF4-FFF2-40B4-BE49-F238E27FC236}">
                    <a16:creationId xmlns:a16="http://schemas.microsoft.com/office/drawing/2014/main" id="{05A90474-DAC9-4C65-A308-06106AB6BFB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41" y="2133"/>
                <a:ext cx="1" cy="20"/>
              </a:xfrm>
              <a:custGeom>
                <a:avLst/>
                <a:gdLst>
                  <a:gd name="T0" fmla="*/ 0 w 1"/>
                  <a:gd name="T1" fmla="*/ 0 h 81"/>
                  <a:gd name="T2" fmla="*/ 0 w 1"/>
                  <a:gd name="T3" fmla="*/ 81 h 81"/>
                  <a:gd name="T4" fmla="*/ 1 w 1"/>
                  <a:gd name="T5" fmla="*/ 81 h 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81">
                    <a:moveTo>
                      <a:pt x="0" y="0"/>
                    </a:moveTo>
                    <a:lnTo>
                      <a:pt x="0" y="81"/>
                    </a:lnTo>
                    <a:lnTo>
                      <a:pt x="1" y="81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072" name="Freeform 96">
                <a:extLst>
                  <a:ext uri="{FF2B5EF4-FFF2-40B4-BE49-F238E27FC236}">
                    <a16:creationId xmlns:a16="http://schemas.microsoft.com/office/drawing/2014/main" id="{92077CC2-5166-4826-A987-450A9167A0D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41" y="2177"/>
                <a:ext cx="1" cy="254"/>
              </a:xfrm>
              <a:custGeom>
                <a:avLst/>
                <a:gdLst>
                  <a:gd name="T0" fmla="*/ 0 w 1"/>
                  <a:gd name="T1" fmla="*/ 0 h 1020"/>
                  <a:gd name="T2" fmla="*/ 0 w 1"/>
                  <a:gd name="T3" fmla="*/ 1020 h 1020"/>
                  <a:gd name="T4" fmla="*/ 1 w 1"/>
                  <a:gd name="T5" fmla="*/ 1020 h 10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020">
                    <a:moveTo>
                      <a:pt x="0" y="0"/>
                    </a:moveTo>
                    <a:lnTo>
                      <a:pt x="0" y="1020"/>
                    </a:lnTo>
                    <a:lnTo>
                      <a:pt x="1" y="102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073" name="Freeform 97">
                <a:extLst>
                  <a:ext uri="{FF2B5EF4-FFF2-40B4-BE49-F238E27FC236}">
                    <a16:creationId xmlns:a16="http://schemas.microsoft.com/office/drawing/2014/main" id="{C0E4E8C2-E82B-4157-A789-4A61ECBCC3B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06" y="2190"/>
                <a:ext cx="35" cy="35"/>
              </a:xfrm>
              <a:custGeom>
                <a:avLst/>
                <a:gdLst>
                  <a:gd name="T0" fmla="*/ 0 w 140"/>
                  <a:gd name="T1" fmla="*/ 0 h 140"/>
                  <a:gd name="T2" fmla="*/ 41 w 140"/>
                  <a:gd name="T3" fmla="*/ 100 h 140"/>
                  <a:gd name="T4" fmla="*/ 139 w 140"/>
                  <a:gd name="T5" fmla="*/ 140 h 140"/>
                  <a:gd name="T6" fmla="*/ 140 w 140"/>
                  <a:gd name="T7" fmla="*/ 140 h 1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0" h="140">
                    <a:moveTo>
                      <a:pt x="0" y="0"/>
                    </a:moveTo>
                    <a:lnTo>
                      <a:pt x="41" y="100"/>
                    </a:lnTo>
                    <a:lnTo>
                      <a:pt x="139" y="140"/>
                    </a:lnTo>
                    <a:lnTo>
                      <a:pt x="140" y="14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074" name="Freeform 98">
                <a:extLst>
                  <a:ext uri="{FF2B5EF4-FFF2-40B4-BE49-F238E27FC236}">
                    <a16:creationId xmlns:a16="http://schemas.microsoft.com/office/drawing/2014/main" id="{DB2E1CAE-0FE9-4028-8AFB-0E50380F8A9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41" y="1942"/>
                <a:ext cx="1" cy="99"/>
              </a:xfrm>
              <a:custGeom>
                <a:avLst/>
                <a:gdLst>
                  <a:gd name="T0" fmla="*/ 0 w 1"/>
                  <a:gd name="T1" fmla="*/ 0 h 396"/>
                  <a:gd name="T2" fmla="*/ 0 w 1"/>
                  <a:gd name="T3" fmla="*/ 396 h 396"/>
                  <a:gd name="T4" fmla="*/ 1 w 1"/>
                  <a:gd name="T5" fmla="*/ 396 h 3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396">
                    <a:moveTo>
                      <a:pt x="0" y="0"/>
                    </a:moveTo>
                    <a:lnTo>
                      <a:pt x="0" y="396"/>
                    </a:lnTo>
                    <a:lnTo>
                      <a:pt x="1" y="396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075" name="Freeform 99">
                <a:extLst>
                  <a:ext uri="{FF2B5EF4-FFF2-40B4-BE49-F238E27FC236}">
                    <a16:creationId xmlns:a16="http://schemas.microsoft.com/office/drawing/2014/main" id="{E778A378-A7B1-424E-A17D-EA0D8B9FD08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41" y="2041"/>
                <a:ext cx="100" cy="1"/>
              </a:xfrm>
              <a:custGeom>
                <a:avLst/>
                <a:gdLst>
                  <a:gd name="T0" fmla="*/ 0 w 401"/>
                  <a:gd name="T1" fmla="*/ 399 w 401"/>
                  <a:gd name="T2" fmla="*/ 401 w 40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401">
                    <a:moveTo>
                      <a:pt x="0" y="0"/>
                    </a:moveTo>
                    <a:lnTo>
                      <a:pt x="399" y="0"/>
                    </a:lnTo>
                    <a:lnTo>
                      <a:pt x="401" y="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076" name="Freeform 100">
                <a:extLst>
                  <a:ext uri="{FF2B5EF4-FFF2-40B4-BE49-F238E27FC236}">
                    <a16:creationId xmlns:a16="http://schemas.microsoft.com/office/drawing/2014/main" id="{E44E2E59-3A68-4028-9D1C-D740B1C9EFB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76" y="1898"/>
                <a:ext cx="130" cy="1"/>
              </a:xfrm>
              <a:custGeom>
                <a:avLst/>
                <a:gdLst>
                  <a:gd name="T0" fmla="*/ 517 w 517"/>
                  <a:gd name="T1" fmla="*/ 0 w 517"/>
                  <a:gd name="T2" fmla="*/ 1 w 517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517">
                    <a:moveTo>
                      <a:pt x="517" y="0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077" name="Freeform 101">
                <a:extLst>
                  <a:ext uri="{FF2B5EF4-FFF2-40B4-BE49-F238E27FC236}">
                    <a16:creationId xmlns:a16="http://schemas.microsoft.com/office/drawing/2014/main" id="{855039EE-B935-4069-8904-E36E1B3042A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42" y="2419"/>
                <a:ext cx="1" cy="100"/>
              </a:xfrm>
              <a:custGeom>
                <a:avLst/>
                <a:gdLst>
                  <a:gd name="T0" fmla="*/ 0 w 1"/>
                  <a:gd name="T1" fmla="*/ 0 h 402"/>
                  <a:gd name="T2" fmla="*/ 0 w 1"/>
                  <a:gd name="T3" fmla="*/ 402 h 402"/>
                  <a:gd name="T4" fmla="*/ 1 w 1"/>
                  <a:gd name="T5" fmla="*/ 402 h 4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402">
                    <a:moveTo>
                      <a:pt x="0" y="0"/>
                    </a:moveTo>
                    <a:lnTo>
                      <a:pt x="0" y="402"/>
                    </a:lnTo>
                    <a:lnTo>
                      <a:pt x="1" y="402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078" name="Freeform 102">
                <a:extLst>
                  <a:ext uri="{FF2B5EF4-FFF2-40B4-BE49-F238E27FC236}">
                    <a16:creationId xmlns:a16="http://schemas.microsoft.com/office/drawing/2014/main" id="{2AE68EBA-CE4E-4F9F-80D4-4B949DFD011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42" y="2519"/>
                <a:ext cx="181" cy="1"/>
              </a:xfrm>
              <a:custGeom>
                <a:avLst/>
                <a:gdLst>
                  <a:gd name="T0" fmla="*/ 0 w 720"/>
                  <a:gd name="T1" fmla="*/ 719 w 720"/>
                  <a:gd name="T2" fmla="*/ 720 w 720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720">
                    <a:moveTo>
                      <a:pt x="0" y="0"/>
                    </a:moveTo>
                    <a:lnTo>
                      <a:pt x="719" y="0"/>
                    </a:lnTo>
                    <a:lnTo>
                      <a:pt x="720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079" name="Freeform 103">
                <a:extLst>
                  <a:ext uri="{FF2B5EF4-FFF2-40B4-BE49-F238E27FC236}">
                    <a16:creationId xmlns:a16="http://schemas.microsoft.com/office/drawing/2014/main" id="{E5DDF7CA-F269-4985-98BD-4FA8BADD2FD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42" y="2172"/>
                <a:ext cx="1" cy="230"/>
              </a:xfrm>
              <a:custGeom>
                <a:avLst/>
                <a:gdLst>
                  <a:gd name="T0" fmla="*/ 0 w 1"/>
                  <a:gd name="T1" fmla="*/ 0 h 918"/>
                  <a:gd name="T2" fmla="*/ 0 w 1"/>
                  <a:gd name="T3" fmla="*/ 918 h 918"/>
                  <a:gd name="T4" fmla="*/ 1 w 1"/>
                  <a:gd name="T5" fmla="*/ 918 h 9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918">
                    <a:moveTo>
                      <a:pt x="0" y="0"/>
                    </a:moveTo>
                    <a:lnTo>
                      <a:pt x="0" y="918"/>
                    </a:lnTo>
                    <a:lnTo>
                      <a:pt x="1" y="918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080" name="Freeform 104">
                <a:extLst>
                  <a:ext uri="{FF2B5EF4-FFF2-40B4-BE49-F238E27FC236}">
                    <a16:creationId xmlns:a16="http://schemas.microsoft.com/office/drawing/2014/main" id="{EAF0DE78-194C-472B-8C81-CC64877EF51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79" y="2260"/>
                <a:ext cx="1" cy="86"/>
              </a:xfrm>
              <a:custGeom>
                <a:avLst/>
                <a:gdLst>
                  <a:gd name="T0" fmla="*/ 0 w 1"/>
                  <a:gd name="T1" fmla="*/ 0 h 343"/>
                  <a:gd name="T2" fmla="*/ 0 w 1"/>
                  <a:gd name="T3" fmla="*/ 343 h 343"/>
                  <a:gd name="T4" fmla="*/ 1 w 1"/>
                  <a:gd name="T5" fmla="*/ 343 h 3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343">
                    <a:moveTo>
                      <a:pt x="0" y="0"/>
                    </a:moveTo>
                    <a:lnTo>
                      <a:pt x="0" y="343"/>
                    </a:lnTo>
                    <a:lnTo>
                      <a:pt x="1" y="343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081" name="Freeform 105">
                <a:extLst>
                  <a:ext uri="{FF2B5EF4-FFF2-40B4-BE49-F238E27FC236}">
                    <a16:creationId xmlns:a16="http://schemas.microsoft.com/office/drawing/2014/main" id="{2E9ECBF3-A57D-4127-A68C-6B5F0BBDBB3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44" y="2225"/>
                <a:ext cx="35" cy="35"/>
              </a:xfrm>
              <a:custGeom>
                <a:avLst/>
                <a:gdLst>
                  <a:gd name="T0" fmla="*/ 139 w 139"/>
                  <a:gd name="T1" fmla="*/ 140 h 140"/>
                  <a:gd name="T2" fmla="*/ 99 w 139"/>
                  <a:gd name="T3" fmla="*/ 41 h 140"/>
                  <a:gd name="T4" fmla="*/ 0 w 139"/>
                  <a:gd name="T5" fmla="*/ 0 h 140"/>
                  <a:gd name="T6" fmla="*/ 1 w 139"/>
                  <a:gd name="T7" fmla="*/ 0 h 1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39" h="140">
                    <a:moveTo>
                      <a:pt x="139" y="140"/>
                    </a:moveTo>
                    <a:lnTo>
                      <a:pt x="99" y="41"/>
                    </a:ln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082" name="Freeform 106">
                <a:extLst>
                  <a:ext uri="{FF2B5EF4-FFF2-40B4-BE49-F238E27FC236}">
                    <a16:creationId xmlns:a16="http://schemas.microsoft.com/office/drawing/2014/main" id="{A2738FF7-8F5C-4689-845F-C2F932D52F7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42" y="2041"/>
                <a:ext cx="1" cy="105"/>
              </a:xfrm>
              <a:custGeom>
                <a:avLst/>
                <a:gdLst>
                  <a:gd name="T0" fmla="*/ 0 w 1"/>
                  <a:gd name="T1" fmla="*/ 0 h 420"/>
                  <a:gd name="T2" fmla="*/ 0 w 1"/>
                  <a:gd name="T3" fmla="*/ 420 h 420"/>
                  <a:gd name="T4" fmla="*/ 1 w 1"/>
                  <a:gd name="T5" fmla="*/ 420 h 4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420">
                    <a:moveTo>
                      <a:pt x="0" y="0"/>
                    </a:moveTo>
                    <a:lnTo>
                      <a:pt x="0" y="420"/>
                    </a:lnTo>
                    <a:lnTo>
                      <a:pt x="1" y="42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083" name="Freeform 107">
                <a:extLst>
                  <a:ext uri="{FF2B5EF4-FFF2-40B4-BE49-F238E27FC236}">
                    <a16:creationId xmlns:a16="http://schemas.microsoft.com/office/drawing/2014/main" id="{DB866928-71C9-4262-A868-D373610744A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98" y="1503"/>
                <a:ext cx="391" cy="1"/>
              </a:xfrm>
              <a:custGeom>
                <a:avLst/>
                <a:gdLst>
                  <a:gd name="T0" fmla="*/ 0 w 1565"/>
                  <a:gd name="T1" fmla="*/ 1564 w 1565"/>
                  <a:gd name="T2" fmla="*/ 1565 w 1565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565">
                    <a:moveTo>
                      <a:pt x="0" y="0"/>
                    </a:moveTo>
                    <a:lnTo>
                      <a:pt x="1564" y="0"/>
                    </a:lnTo>
                    <a:lnTo>
                      <a:pt x="1565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084" name="Freeform 108">
                <a:extLst>
                  <a:ext uri="{FF2B5EF4-FFF2-40B4-BE49-F238E27FC236}">
                    <a16:creationId xmlns:a16="http://schemas.microsoft.com/office/drawing/2014/main" id="{49665176-B384-43D6-AA44-26EB9D35703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41" y="1168"/>
                <a:ext cx="1" cy="385"/>
              </a:xfrm>
              <a:custGeom>
                <a:avLst/>
                <a:gdLst>
                  <a:gd name="T0" fmla="*/ 0 w 1"/>
                  <a:gd name="T1" fmla="*/ 0 h 1542"/>
                  <a:gd name="T2" fmla="*/ 0 w 1"/>
                  <a:gd name="T3" fmla="*/ 1542 h 1542"/>
                  <a:gd name="T4" fmla="*/ 1 w 1"/>
                  <a:gd name="T5" fmla="*/ 1542 h 15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542">
                    <a:moveTo>
                      <a:pt x="0" y="0"/>
                    </a:moveTo>
                    <a:lnTo>
                      <a:pt x="0" y="1542"/>
                    </a:lnTo>
                    <a:lnTo>
                      <a:pt x="1" y="1542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085" name="Freeform 109">
                <a:extLst>
                  <a:ext uri="{FF2B5EF4-FFF2-40B4-BE49-F238E27FC236}">
                    <a16:creationId xmlns:a16="http://schemas.microsoft.com/office/drawing/2014/main" id="{CD28D5DD-967F-48EF-979E-64C67D0A153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82" y="1503"/>
                <a:ext cx="256" cy="1"/>
              </a:xfrm>
              <a:custGeom>
                <a:avLst/>
                <a:gdLst>
                  <a:gd name="T0" fmla="*/ 0 w 1023"/>
                  <a:gd name="T1" fmla="*/ 1022 w 1023"/>
                  <a:gd name="T2" fmla="*/ 1023 w 1023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023">
                    <a:moveTo>
                      <a:pt x="0" y="0"/>
                    </a:moveTo>
                    <a:lnTo>
                      <a:pt x="1022" y="0"/>
                    </a:lnTo>
                    <a:lnTo>
                      <a:pt x="1023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086" name="Freeform 110">
                <a:extLst>
                  <a:ext uri="{FF2B5EF4-FFF2-40B4-BE49-F238E27FC236}">
                    <a16:creationId xmlns:a16="http://schemas.microsoft.com/office/drawing/2014/main" id="{8DC604C3-D08A-4903-8DA7-57AB3A0038A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41" y="1570"/>
                <a:ext cx="1" cy="18"/>
              </a:xfrm>
              <a:custGeom>
                <a:avLst/>
                <a:gdLst>
                  <a:gd name="T0" fmla="*/ 0 w 1"/>
                  <a:gd name="T1" fmla="*/ 0 h 71"/>
                  <a:gd name="T2" fmla="*/ 0 w 1"/>
                  <a:gd name="T3" fmla="*/ 71 h 71"/>
                  <a:gd name="T4" fmla="*/ 1 w 1"/>
                  <a:gd name="T5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71">
                    <a:moveTo>
                      <a:pt x="0" y="0"/>
                    </a:moveTo>
                    <a:lnTo>
                      <a:pt x="0" y="71"/>
                    </a:lnTo>
                    <a:lnTo>
                      <a:pt x="1" y="71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087" name="Freeform 111">
                <a:extLst>
                  <a:ext uri="{FF2B5EF4-FFF2-40B4-BE49-F238E27FC236}">
                    <a16:creationId xmlns:a16="http://schemas.microsoft.com/office/drawing/2014/main" id="{BD6B6C8C-F607-4CD6-8914-0961323DC13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53" y="1766"/>
                <a:ext cx="23" cy="33"/>
              </a:xfrm>
              <a:custGeom>
                <a:avLst/>
                <a:gdLst>
                  <a:gd name="T0" fmla="*/ 94 w 94"/>
                  <a:gd name="T1" fmla="*/ 133 h 133"/>
                  <a:gd name="T2" fmla="*/ 68 w 94"/>
                  <a:gd name="T3" fmla="*/ 51 h 133"/>
                  <a:gd name="T4" fmla="*/ 0 w 94"/>
                  <a:gd name="T5" fmla="*/ 0 h 133"/>
                  <a:gd name="T6" fmla="*/ 1 w 94"/>
                  <a:gd name="T7" fmla="*/ 0 h 1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94" h="133">
                    <a:moveTo>
                      <a:pt x="94" y="133"/>
                    </a:moveTo>
                    <a:lnTo>
                      <a:pt x="68" y="51"/>
                    </a:ln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088" name="Freeform 112">
                <a:extLst>
                  <a:ext uri="{FF2B5EF4-FFF2-40B4-BE49-F238E27FC236}">
                    <a16:creationId xmlns:a16="http://schemas.microsoft.com/office/drawing/2014/main" id="{0BE1E616-E4D1-4A9F-BE08-7B53E795063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08" y="1762"/>
                <a:ext cx="25" cy="50"/>
              </a:xfrm>
              <a:custGeom>
                <a:avLst/>
                <a:gdLst>
                  <a:gd name="T0" fmla="*/ 25 w 25"/>
                  <a:gd name="T1" fmla="*/ 0 h 50"/>
                  <a:gd name="T2" fmla="*/ 9 w 25"/>
                  <a:gd name="T3" fmla="*/ 13 h 50"/>
                  <a:gd name="T4" fmla="*/ 0 w 25"/>
                  <a:gd name="T5" fmla="*/ 50 h 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5" h="50">
                    <a:moveTo>
                      <a:pt x="25" y="0"/>
                    </a:moveTo>
                    <a:lnTo>
                      <a:pt x="9" y="13"/>
                    </a:lnTo>
                    <a:lnTo>
                      <a:pt x="0" y="5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089" name="Rectangle 113">
                <a:extLst>
                  <a:ext uri="{FF2B5EF4-FFF2-40B4-BE49-F238E27FC236}">
                    <a16:creationId xmlns:a16="http://schemas.microsoft.com/office/drawing/2014/main" id="{071A5882-A37E-48F0-B16A-32AA8EF857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95" y="918"/>
                <a:ext cx="98" cy="2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 eaLnBrk="1" hangingPunct="1"/>
                <a:r>
                  <a:rPr lang="en-US" altLang="zh-CN" i="1">
                    <a:latin typeface="宋体" panose="02010600030101010101" pitchFamily="2" charset="-122"/>
                  </a:rPr>
                  <a:t>A</a:t>
                </a:r>
                <a:endParaRPr lang="en-US" altLang="zh-CN"/>
              </a:p>
            </p:txBody>
          </p:sp>
          <p:sp>
            <p:nvSpPr>
              <p:cNvPr id="127090" name="Freeform 114">
                <a:extLst>
                  <a:ext uri="{FF2B5EF4-FFF2-40B4-BE49-F238E27FC236}">
                    <a16:creationId xmlns:a16="http://schemas.microsoft.com/office/drawing/2014/main" id="{A92407B9-E8C6-427F-BC04-26AC2EF8DEB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62" y="1503"/>
                <a:ext cx="13" cy="1"/>
              </a:xfrm>
              <a:custGeom>
                <a:avLst/>
                <a:gdLst>
                  <a:gd name="T0" fmla="*/ 0 w 51"/>
                  <a:gd name="T1" fmla="*/ 50 w 51"/>
                  <a:gd name="T2" fmla="*/ 51 w 5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51">
                    <a:moveTo>
                      <a:pt x="0" y="0"/>
                    </a:moveTo>
                    <a:lnTo>
                      <a:pt x="50" y="0"/>
                    </a:lnTo>
                    <a:lnTo>
                      <a:pt x="51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091" name="Freeform 115">
                <a:extLst>
                  <a:ext uri="{FF2B5EF4-FFF2-40B4-BE49-F238E27FC236}">
                    <a16:creationId xmlns:a16="http://schemas.microsoft.com/office/drawing/2014/main" id="{C22AEDAB-4FDD-4B7B-BB8C-8B89D23D4E1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41" y="1046"/>
                <a:ext cx="180" cy="1"/>
              </a:xfrm>
              <a:custGeom>
                <a:avLst/>
                <a:gdLst>
                  <a:gd name="T0" fmla="*/ 0 w 719"/>
                  <a:gd name="T1" fmla="*/ 718 w 719"/>
                  <a:gd name="T2" fmla="*/ 719 w 719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719">
                    <a:moveTo>
                      <a:pt x="0" y="0"/>
                    </a:moveTo>
                    <a:lnTo>
                      <a:pt x="718" y="0"/>
                    </a:lnTo>
                    <a:lnTo>
                      <a:pt x="719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092" name="Freeform 116">
                <a:extLst>
                  <a:ext uri="{FF2B5EF4-FFF2-40B4-BE49-F238E27FC236}">
                    <a16:creationId xmlns:a16="http://schemas.microsoft.com/office/drawing/2014/main" id="{B1ECA64E-552B-4ECF-AFCE-5B69E42554A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41" y="1046"/>
                <a:ext cx="1" cy="100"/>
              </a:xfrm>
              <a:custGeom>
                <a:avLst/>
                <a:gdLst>
                  <a:gd name="T0" fmla="*/ 0 w 1"/>
                  <a:gd name="T1" fmla="*/ 401 h 401"/>
                  <a:gd name="T2" fmla="*/ 0 w 1"/>
                  <a:gd name="T3" fmla="*/ 0 h 401"/>
                  <a:gd name="T4" fmla="*/ 1 w 1"/>
                  <a:gd name="T5" fmla="*/ 0 h 4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401">
                    <a:moveTo>
                      <a:pt x="0" y="401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093" name="Freeform 117">
                <a:extLst>
                  <a:ext uri="{FF2B5EF4-FFF2-40B4-BE49-F238E27FC236}">
                    <a16:creationId xmlns:a16="http://schemas.microsoft.com/office/drawing/2014/main" id="{E01069ED-9162-4DD6-A643-BF84B143CE8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52" y="1226"/>
                <a:ext cx="1" cy="555"/>
              </a:xfrm>
              <a:custGeom>
                <a:avLst/>
                <a:gdLst>
                  <a:gd name="T0" fmla="*/ 0 w 1"/>
                  <a:gd name="T1" fmla="*/ 0 h 2218"/>
                  <a:gd name="T2" fmla="*/ 0 w 1"/>
                  <a:gd name="T3" fmla="*/ 2218 h 2218"/>
                  <a:gd name="T4" fmla="*/ 1 w 1"/>
                  <a:gd name="T5" fmla="*/ 2218 h 22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218">
                    <a:moveTo>
                      <a:pt x="0" y="0"/>
                    </a:moveTo>
                    <a:lnTo>
                      <a:pt x="0" y="2218"/>
                    </a:lnTo>
                    <a:lnTo>
                      <a:pt x="1" y="2218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094" name="Freeform 118">
                <a:extLst>
                  <a:ext uri="{FF2B5EF4-FFF2-40B4-BE49-F238E27FC236}">
                    <a16:creationId xmlns:a16="http://schemas.microsoft.com/office/drawing/2014/main" id="{594917F5-41E9-4776-AC74-2993DF5CB43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79" y="1503"/>
                <a:ext cx="249" cy="1"/>
              </a:xfrm>
              <a:custGeom>
                <a:avLst/>
                <a:gdLst>
                  <a:gd name="T0" fmla="*/ 0 w 999"/>
                  <a:gd name="T1" fmla="*/ 998 w 999"/>
                  <a:gd name="T2" fmla="*/ 999 w 999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999">
                    <a:moveTo>
                      <a:pt x="0" y="0"/>
                    </a:moveTo>
                    <a:lnTo>
                      <a:pt x="998" y="0"/>
                    </a:lnTo>
                    <a:lnTo>
                      <a:pt x="999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095" name="Freeform 119">
                <a:extLst>
                  <a:ext uri="{FF2B5EF4-FFF2-40B4-BE49-F238E27FC236}">
                    <a16:creationId xmlns:a16="http://schemas.microsoft.com/office/drawing/2014/main" id="{500F361A-3136-49CB-BED0-62FB81EB500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52" y="1781"/>
                <a:ext cx="118" cy="1"/>
              </a:xfrm>
              <a:custGeom>
                <a:avLst/>
                <a:gdLst>
                  <a:gd name="T0" fmla="*/ 0 w 472"/>
                  <a:gd name="T1" fmla="*/ 471 w 472"/>
                  <a:gd name="T2" fmla="*/ 472 w 472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472">
                    <a:moveTo>
                      <a:pt x="0" y="0"/>
                    </a:moveTo>
                    <a:lnTo>
                      <a:pt x="471" y="0"/>
                    </a:lnTo>
                    <a:lnTo>
                      <a:pt x="472" y="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096" name="Freeform 120">
                <a:extLst>
                  <a:ext uri="{FF2B5EF4-FFF2-40B4-BE49-F238E27FC236}">
                    <a16:creationId xmlns:a16="http://schemas.microsoft.com/office/drawing/2014/main" id="{E78D32A2-C100-4D2F-B90B-0DED1EAB79A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69" y="1781"/>
                <a:ext cx="35" cy="34"/>
              </a:xfrm>
              <a:custGeom>
                <a:avLst/>
                <a:gdLst>
                  <a:gd name="T0" fmla="*/ 139 w 139"/>
                  <a:gd name="T1" fmla="*/ 139 h 139"/>
                  <a:gd name="T2" fmla="*/ 98 w 139"/>
                  <a:gd name="T3" fmla="*/ 42 h 139"/>
                  <a:gd name="T4" fmla="*/ 0 w 139"/>
                  <a:gd name="T5" fmla="*/ 0 h 139"/>
                  <a:gd name="T6" fmla="*/ 1 w 139"/>
                  <a:gd name="T7" fmla="*/ 0 h 1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39" h="139">
                    <a:moveTo>
                      <a:pt x="139" y="139"/>
                    </a:moveTo>
                    <a:lnTo>
                      <a:pt x="98" y="42"/>
                    </a:ln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097" name="Freeform 121">
                <a:extLst>
                  <a:ext uri="{FF2B5EF4-FFF2-40B4-BE49-F238E27FC236}">
                    <a16:creationId xmlns:a16="http://schemas.microsoft.com/office/drawing/2014/main" id="{B8003FD7-AE81-4EA4-AC58-49CEE9EF2BD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32" y="1781"/>
                <a:ext cx="35" cy="34"/>
              </a:xfrm>
              <a:custGeom>
                <a:avLst/>
                <a:gdLst>
                  <a:gd name="T0" fmla="*/ 141 w 141"/>
                  <a:gd name="T1" fmla="*/ 0 h 139"/>
                  <a:gd name="T2" fmla="*/ 42 w 141"/>
                  <a:gd name="T3" fmla="*/ 42 h 139"/>
                  <a:gd name="T4" fmla="*/ 0 w 141"/>
                  <a:gd name="T5" fmla="*/ 139 h 139"/>
                  <a:gd name="T6" fmla="*/ 2 w 141"/>
                  <a:gd name="T7" fmla="*/ 139 h 1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1" h="139">
                    <a:moveTo>
                      <a:pt x="141" y="0"/>
                    </a:moveTo>
                    <a:lnTo>
                      <a:pt x="42" y="42"/>
                    </a:lnTo>
                    <a:lnTo>
                      <a:pt x="0" y="139"/>
                    </a:lnTo>
                    <a:lnTo>
                      <a:pt x="2" y="139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098" name="Freeform 122">
                <a:extLst>
                  <a:ext uri="{FF2B5EF4-FFF2-40B4-BE49-F238E27FC236}">
                    <a16:creationId xmlns:a16="http://schemas.microsoft.com/office/drawing/2014/main" id="{3DC710AB-302D-4813-9795-758A342AAC8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71" y="1503"/>
                <a:ext cx="25" cy="1"/>
              </a:xfrm>
              <a:custGeom>
                <a:avLst/>
                <a:gdLst>
                  <a:gd name="T0" fmla="*/ 0 w 98"/>
                  <a:gd name="T1" fmla="*/ 97 w 98"/>
                  <a:gd name="T2" fmla="*/ 98 w 98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98">
                    <a:moveTo>
                      <a:pt x="0" y="0"/>
                    </a:moveTo>
                    <a:lnTo>
                      <a:pt x="97" y="0"/>
                    </a:lnTo>
                    <a:lnTo>
                      <a:pt x="98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099" name="Freeform 123">
                <a:extLst>
                  <a:ext uri="{FF2B5EF4-FFF2-40B4-BE49-F238E27FC236}">
                    <a16:creationId xmlns:a16="http://schemas.microsoft.com/office/drawing/2014/main" id="{DC23A5B5-C0FB-4A39-824A-6C6B965EA90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12" y="2225"/>
                <a:ext cx="1" cy="121"/>
              </a:xfrm>
              <a:custGeom>
                <a:avLst/>
                <a:gdLst>
                  <a:gd name="T0" fmla="*/ 0 w 1"/>
                  <a:gd name="T1" fmla="*/ 0 h 483"/>
                  <a:gd name="T2" fmla="*/ 0 w 1"/>
                  <a:gd name="T3" fmla="*/ 483 h 483"/>
                  <a:gd name="T4" fmla="*/ 1 w 1"/>
                  <a:gd name="T5" fmla="*/ 483 h 4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483">
                    <a:moveTo>
                      <a:pt x="0" y="0"/>
                    </a:moveTo>
                    <a:lnTo>
                      <a:pt x="0" y="483"/>
                    </a:lnTo>
                    <a:lnTo>
                      <a:pt x="1" y="483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100" name="Freeform 124">
                <a:extLst>
                  <a:ext uri="{FF2B5EF4-FFF2-40B4-BE49-F238E27FC236}">
                    <a16:creationId xmlns:a16="http://schemas.microsoft.com/office/drawing/2014/main" id="{BFC50866-7A04-4D82-B0BE-3C790DBE87E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66" y="2225"/>
                <a:ext cx="1" cy="121"/>
              </a:xfrm>
              <a:custGeom>
                <a:avLst/>
                <a:gdLst>
                  <a:gd name="T0" fmla="*/ 0 w 1"/>
                  <a:gd name="T1" fmla="*/ 0 h 483"/>
                  <a:gd name="T2" fmla="*/ 0 w 1"/>
                  <a:gd name="T3" fmla="*/ 483 h 483"/>
                  <a:gd name="T4" fmla="*/ 1 w 1"/>
                  <a:gd name="T5" fmla="*/ 483 h 4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483">
                    <a:moveTo>
                      <a:pt x="0" y="0"/>
                    </a:moveTo>
                    <a:lnTo>
                      <a:pt x="0" y="483"/>
                    </a:lnTo>
                    <a:lnTo>
                      <a:pt x="1" y="483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101" name="Freeform 125">
                <a:extLst>
                  <a:ext uri="{FF2B5EF4-FFF2-40B4-BE49-F238E27FC236}">
                    <a16:creationId xmlns:a16="http://schemas.microsoft.com/office/drawing/2014/main" id="{22D1E55C-8CF6-4CE9-99F3-03E70BAF32C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39" y="2178"/>
                <a:ext cx="1" cy="232"/>
              </a:xfrm>
              <a:custGeom>
                <a:avLst/>
                <a:gdLst>
                  <a:gd name="T0" fmla="*/ 0 w 1"/>
                  <a:gd name="T1" fmla="*/ 0 h 925"/>
                  <a:gd name="T2" fmla="*/ 0 w 1"/>
                  <a:gd name="T3" fmla="*/ 925 h 925"/>
                  <a:gd name="T4" fmla="*/ 1 w 1"/>
                  <a:gd name="T5" fmla="*/ 925 h 9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925">
                    <a:moveTo>
                      <a:pt x="0" y="0"/>
                    </a:moveTo>
                    <a:lnTo>
                      <a:pt x="0" y="925"/>
                    </a:lnTo>
                    <a:lnTo>
                      <a:pt x="1" y="925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102" name="Freeform 126">
                <a:extLst>
                  <a:ext uri="{FF2B5EF4-FFF2-40B4-BE49-F238E27FC236}">
                    <a16:creationId xmlns:a16="http://schemas.microsoft.com/office/drawing/2014/main" id="{9C8240C6-5CE6-479F-8408-493C9E77A50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54" y="2260"/>
                <a:ext cx="1" cy="86"/>
              </a:xfrm>
              <a:custGeom>
                <a:avLst/>
                <a:gdLst>
                  <a:gd name="T0" fmla="*/ 0 w 1"/>
                  <a:gd name="T1" fmla="*/ 0 h 343"/>
                  <a:gd name="T2" fmla="*/ 0 w 1"/>
                  <a:gd name="T3" fmla="*/ 343 h 343"/>
                  <a:gd name="T4" fmla="*/ 1 w 1"/>
                  <a:gd name="T5" fmla="*/ 343 h 3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343">
                    <a:moveTo>
                      <a:pt x="0" y="0"/>
                    </a:moveTo>
                    <a:lnTo>
                      <a:pt x="0" y="343"/>
                    </a:lnTo>
                    <a:lnTo>
                      <a:pt x="1" y="343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103" name="Freeform 127">
                <a:extLst>
                  <a:ext uri="{FF2B5EF4-FFF2-40B4-BE49-F238E27FC236}">
                    <a16:creationId xmlns:a16="http://schemas.microsoft.com/office/drawing/2014/main" id="{C4E89A18-2169-4EA8-AA39-CC787471897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23" y="2225"/>
                <a:ext cx="35" cy="35"/>
              </a:xfrm>
              <a:custGeom>
                <a:avLst/>
                <a:gdLst>
                  <a:gd name="T0" fmla="*/ 140 w 140"/>
                  <a:gd name="T1" fmla="*/ 140 h 140"/>
                  <a:gd name="T2" fmla="*/ 98 w 140"/>
                  <a:gd name="T3" fmla="*/ 41 h 140"/>
                  <a:gd name="T4" fmla="*/ 0 w 140"/>
                  <a:gd name="T5" fmla="*/ 0 h 140"/>
                  <a:gd name="T6" fmla="*/ 2 w 140"/>
                  <a:gd name="T7" fmla="*/ 0 h 1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0" h="140">
                    <a:moveTo>
                      <a:pt x="140" y="140"/>
                    </a:moveTo>
                    <a:lnTo>
                      <a:pt x="98" y="41"/>
                    </a:lnTo>
                    <a:lnTo>
                      <a:pt x="0" y="0"/>
                    </a:lnTo>
                    <a:lnTo>
                      <a:pt x="2" y="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104" name="Freeform 128">
                <a:extLst>
                  <a:ext uri="{FF2B5EF4-FFF2-40B4-BE49-F238E27FC236}">
                    <a16:creationId xmlns:a16="http://schemas.microsoft.com/office/drawing/2014/main" id="{685C2B9F-69E6-49B4-B708-91AC7564C2B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12" y="1896"/>
                <a:ext cx="102" cy="145"/>
              </a:xfrm>
              <a:custGeom>
                <a:avLst/>
                <a:gdLst>
                  <a:gd name="T0" fmla="*/ 0 w 102"/>
                  <a:gd name="T1" fmla="*/ 0 h 145"/>
                  <a:gd name="T2" fmla="*/ 102 w 102"/>
                  <a:gd name="T3" fmla="*/ 145 h 145"/>
                  <a:gd name="T4" fmla="*/ 102 w 102"/>
                  <a:gd name="T5" fmla="*/ 145 h 1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02" h="145">
                    <a:moveTo>
                      <a:pt x="0" y="0"/>
                    </a:moveTo>
                    <a:lnTo>
                      <a:pt x="102" y="145"/>
                    </a:lnTo>
                    <a:lnTo>
                      <a:pt x="102" y="145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105" name="Freeform 129">
                <a:extLst>
                  <a:ext uri="{FF2B5EF4-FFF2-40B4-BE49-F238E27FC236}">
                    <a16:creationId xmlns:a16="http://schemas.microsoft.com/office/drawing/2014/main" id="{407527E4-2923-40D5-AF0A-BD2BF13B27D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94" y="1226"/>
                <a:ext cx="1" cy="555"/>
              </a:xfrm>
              <a:custGeom>
                <a:avLst/>
                <a:gdLst>
                  <a:gd name="T0" fmla="*/ 0 w 2"/>
                  <a:gd name="T1" fmla="*/ 0 h 2218"/>
                  <a:gd name="T2" fmla="*/ 0 w 2"/>
                  <a:gd name="T3" fmla="*/ 2218 h 2218"/>
                  <a:gd name="T4" fmla="*/ 2 w 2"/>
                  <a:gd name="T5" fmla="*/ 2218 h 22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2218">
                    <a:moveTo>
                      <a:pt x="0" y="0"/>
                    </a:moveTo>
                    <a:lnTo>
                      <a:pt x="0" y="2218"/>
                    </a:lnTo>
                    <a:lnTo>
                      <a:pt x="2" y="2218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106" name="Freeform 130">
                <a:extLst>
                  <a:ext uri="{FF2B5EF4-FFF2-40B4-BE49-F238E27FC236}">
                    <a16:creationId xmlns:a16="http://schemas.microsoft.com/office/drawing/2014/main" id="{250C6C20-0550-4569-B5D8-55493E7E7B6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32" y="2207"/>
                <a:ext cx="18" cy="18"/>
              </a:xfrm>
              <a:custGeom>
                <a:avLst/>
                <a:gdLst>
                  <a:gd name="T0" fmla="*/ 0 w 72"/>
                  <a:gd name="T1" fmla="*/ 0 h 70"/>
                  <a:gd name="T2" fmla="*/ 21 w 72"/>
                  <a:gd name="T3" fmla="*/ 49 h 70"/>
                  <a:gd name="T4" fmla="*/ 71 w 72"/>
                  <a:gd name="T5" fmla="*/ 70 h 70"/>
                  <a:gd name="T6" fmla="*/ 72 w 72"/>
                  <a:gd name="T7" fmla="*/ 7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72" h="70">
                    <a:moveTo>
                      <a:pt x="0" y="0"/>
                    </a:moveTo>
                    <a:lnTo>
                      <a:pt x="21" y="49"/>
                    </a:lnTo>
                    <a:lnTo>
                      <a:pt x="71" y="70"/>
                    </a:lnTo>
                    <a:lnTo>
                      <a:pt x="72" y="7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107" name="Line 131">
                <a:extLst>
                  <a:ext uri="{FF2B5EF4-FFF2-40B4-BE49-F238E27FC236}">
                    <a16:creationId xmlns:a16="http://schemas.microsoft.com/office/drawing/2014/main" id="{DC1BAB81-DB68-41D0-9831-63A5248EEFE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76" y="2116"/>
                <a:ext cx="0" cy="8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127108" name="Text Box 132">
              <a:extLst>
                <a:ext uri="{FF2B5EF4-FFF2-40B4-BE49-F238E27FC236}">
                  <a16:creationId xmlns:a16="http://schemas.microsoft.com/office/drawing/2014/main" id="{2EE91A0C-70F5-4E01-A2A6-69E3072ED24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82" y="2061"/>
              <a:ext cx="50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/>
              <a:r>
                <a:rPr lang="zh-CN" altLang="en-US">
                  <a:solidFill>
                    <a:srgbClr val="FF0000"/>
                  </a:solidFill>
                </a:rPr>
                <a:t>错误</a:t>
              </a:r>
            </a:p>
          </p:txBody>
        </p:sp>
      </p:grpSp>
      <p:grpSp>
        <p:nvGrpSpPr>
          <p:cNvPr id="127109" name="Group 133">
            <a:extLst>
              <a:ext uri="{FF2B5EF4-FFF2-40B4-BE49-F238E27FC236}">
                <a16:creationId xmlns:a16="http://schemas.microsoft.com/office/drawing/2014/main" id="{87A7B8CF-95B1-488A-BED9-238E9B1EAA26}"/>
              </a:ext>
            </a:extLst>
          </p:cNvPr>
          <p:cNvGrpSpPr>
            <a:grpSpLocks/>
          </p:cNvGrpSpPr>
          <p:nvPr/>
        </p:nvGrpSpPr>
        <p:grpSpPr bwMode="auto">
          <a:xfrm>
            <a:off x="5024438" y="660400"/>
            <a:ext cx="3278187" cy="3068638"/>
            <a:chOff x="3165" y="416"/>
            <a:chExt cx="2065" cy="1933"/>
          </a:xfrm>
        </p:grpSpPr>
        <p:sp>
          <p:nvSpPr>
            <p:cNvPr id="127110" name="Line 134">
              <a:extLst>
                <a:ext uri="{FF2B5EF4-FFF2-40B4-BE49-F238E27FC236}">
                  <a16:creationId xmlns:a16="http://schemas.microsoft.com/office/drawing/2014/main" id="{E979AA0B-2D6D-4B34-9315-977456C17C9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82" y="1270"/>
              <a:ext cx="0" cy="13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7111" name="Oval 135">
              <a:extLst>
                <a:ext uri="{FF2B5EF4-FFF2-40B4-BE49-F238E27FC236}">
                  <a16:creationId xmlns:a16="http://schemas.microsoft.com/office/drawing/2014/main" id="{3B513FD4-5C2C-4082-ABA8-B80B4DA28D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0" y="725"/>
              <a:ext cx="554" cy="549"/>
            </a:xfrm>
            <a:prstGeom prst="ellips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7112" name="Oval 136">
              <a:extLst>
                <a:ext uri="{FF2B5EF4-FFF2-40B4-BE49-F238E27FC236}">
                  <a16:creationId xmlns:a16="http://schemas.microsoft.com/office/drawing/2014/main" id="{16900CD0-F798-45F1-8B80-93A02446DD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58" y="851"/>
              <a:ext cx="293" cy="298"/>
            </a:xfrm>
            <a:prstGeom prst="ellips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7113" name="Line 137">
              <a:extLst>
                <a:ext uri="{FF2B5EF4-FFF2-40B4-BE49-F238E27FC236}">
                  <a16:creationId xmlns:a16="http://schemas.microsoft.com/office/drawing/2014/main" id="{00C4C2A3-6BB6-4FEB-AA20-9EF25945BB5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04" y="1724"/>
              <a:ext cx="1206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7114" name="Rectangle 138">
              <a:extLst>
                <a:ext uri="{FF2B5EF4-FFF2-40B4-BE49-F238E27FC236}">
                  <a16:creationId xmlns:a16="http://schemas.microsoft.com/office/drawing/2014/main" id="{7D7C6CBD-54A6-4E77-BBA8-09B7C498A9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98" y="427"/>
              <a:ext cx="387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i="1">
                  <a:latin typeface="宋体" panose="02010600030101010101" pitchFamily="2" charset="-122"/>
                </a:rPr>
                <a:t>A</a:t>
              </a:r>
              <a:r>
                <a:rPr lang="zh-CN" altLang="en-US">
                  <a:latin typeface="宋体" panose="02010600030101010101" pitchFamily="2" charset="-122"/>
                </a:rPr>
                <a:t>－</a:t>
              </a:r>
              <a:r>
                <a:rPr lang="en-US" altLang="zh-CN" i="1">
                  <a:latin typeface="宋体" panose="02010600030101010101" pitchFamily="2" charset="-122"/>
                </a:rPr>
                <a:t>A</a:t>
              </a:r>
              <a:endParaRPr lang="en-US" altLang="zh-CN"/>
            </a:p>
          </p:txBody>
        </p:sp>
        <p:sp>
          <p:nvSpPr>
            <p:cNvPr id="127115" name="Freeform 139">
              <a:extLst>
                <a:ext uri="{FF2B5EF4-FFF2-40B4-BE49-F238E27FC236}">
                  <a16:creationId xmlns:a16="http://schemas.microsoft.com/office/drawing/2014/main" id="{CD1EFCF5-C47B-4543-907C-44CC87B0AA88}"/>
                </a:ext>
              </a:extLst>
            </p:cNvPr>
            <p:cNvSpPr>
              <a:spLocks/>
            </p:cNvSpPr>
            <p:nvPr/>
          </p:nvSpPr>
          <p:spPr bwMode="auto">
            <a:xfrm>
              <a:off x="3165" y="1844"/>
              <a:ext cx="1285" cy="6"/>
            </a:xfrm>
            <a:custGeom>
              <a:avLst/>
              <a:gdLst>
                <a:gd name="T0" fmla="*/ 0 w 1285"/>
                <a:gd name="T1" fmla="*/ 0 h 6"/>
                <a:gd name="T2" fmla="*/ 1285 w 1285"/>
                <a:gd name="T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285" h="6">
                  <a:moveTo>
                    <a:pt x="0" y="0"/>
                  </a:moveTo>
                  <a:lnTo>
                    <a:pt x="1285" y="6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7116" name="Freeform 140">
              <a:extLst>
                <a:ext uri="{FF2B5EF4-FFF2-40B4-BE49-F238E27FC236}">
                  <a16:creationId xmlns:a16="http://schemas.microsoft.com/office/drawing/2014/main" id="{C931A858-E2C5-46B2-9BBA-7BEEABF3BF8E}"/>
                </a:ext>
              </a:extLst>
            </p:cNvPr>
            <p:cNvSpPr>
              <a:spLocks/>
            </p:cNvSpPr>
            <p:nvPr/>
          </p:nvSpPr>
          <p:spPr bwMode="auto">
            <a:xfrm>
              <a:off x="3172" y="888"/>
              <a:ext cx="383" cy="856"/>
            </a:xfrm>
            <a:custGeom>
              <a:avLst/>
              <a:gdLst>
                <a:gd name="T0" fmla="*/ 0 w 1529"/>
                <a:gd name="T1" fmla="*/ 3422 h 3422"/>
                <a:gd name="T2" fmla="*/ 1528 w 1529"/>
                <a:gd name="T3" fmla="*/ 0 h 3422"/>
                <a:gd name="T4" fmla="*/ 1529 w 1529"/>
                <a:gd name="T5" fmla="*/ 0 h 34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29" h="3422">
                  <a:moveTo>
                    <a:pt x="0" y="3422"/>
                  </a:moveTo>
                  <a:lnTo>
                    <a:pt x="1528" y="0"/>
                  </a:lnTo>
                  <a:lnTo>
                    <a:pt x="1529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7117" name="Freeform 141">
              <a:extLst>
                <a:ext uri="{FF2B5EF4-FFF2-40B4-BE49-F238E27FC236}">
                  <a16:creationId xmlns:a16="http://schemas.microsoft.com/office/drawing/2014/main" id="{885F48FF-182C-467A-A348-D2A5AB51A917}"/>
                </a:ext>
              </a:extLst>
            </p:cNvPr>
            <p:cNvSpPr>
              <a:spLocks/>
            </p:cNvSpPr>
            <p:nvPr/>
          </p:nvSpPr>
          <p:spPr bwMode="auto">
            <a:xfrm>
              <a:off x="3169" y="1758"/>
              <a:ext cx="1" cy="86"/>
            </a:xfrm>
            <a:custGeom>
              <a:avLst/>
              <a:gdLst>
                <a:gd name="T0" fmla="*/ 0 w 2"/>
                <a:gd name="T1" fmla="*/ 0 h 343"/>
                <a:gd name="T2" fmla="*/ 0 w 2"/>
                <a:gd name="T3" fmla="*/ 343 h 343"/>
                <a:gd name="T4" fmla="*/ 2 w 2"/>
                <a:gd name="T5" fmla="*/ 343 h 3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343">
                  <a:moveTo>
                    <a:pt x="0" y="0"/>
                  </a:moveTo>
                  <a:lnTo>
                    <a:pt x="0" y="343"/>
                  </a:lnTo>
                  <a:lnTo>
                    <a:pt x="2" y="343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7118" name="Freeform 142">
              <a:extLst>
                <a:ext uri="{FF2B5EF4-FFF2-40B4-BE49-F238E27FC236}">
                  <a16:creationId xmlns:a16="http://schemas.microsoft.com/office/drawing/2014/main" id="{3ABB1B6E-88FB-4AAA-AF10-E8F7F96F8E4E}"/>
                </a:ext>
              </a:extLst>
            </p:cNvPr>
            <p:cNvSpPr>
              <a:spLocks/>
            </p:cNvSpPr>
            <p:nvPr/>
          </p:nvSpPr>
          <p:spPr bwMode="auto">
            <a:xfrm>
              <a:off x="3169" y="1723"/>
              <a:ext cx="35" cy="35"/>
            </a:xfrm>
            <a:custGeom>
              <a:avLst/>
              <a:gdLst>
                <a:gd name="T0" fmla="*/ 141 w 141"/>
                <a:gd name="T1" fmla="*/ 0 h 140"/>
                <a:gd name="T2" fmla="*/ 42 w 141"/>
                <a:gd name="T3" fmla="*/ 41 h 140"/>
                <a:gd name="T4" fmla="*/ 0 w 141"/>
                <a:gd name="T5" fmla="*/ 140 h 140"/>
                <a:gd name="T6" fmla="*/ 2 w 141"/>
                <a:gd name="T7" fmla="*/ 140 h 1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1" h="140">
                  <a:moveTo>
                    <a:pt x="141" y="0"/>
                  </a:moveTo>
                  <a:lnTo>
                    <a:pt x="42" y="41"/>
                  </a:lnTo>
                  <a:lnTo>
                    <a:pt x="0" y="140"/>
                  </a:lnTo>
                  <a:lnTo>
                    <a:pt x="2" y="14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7119" name="Freeform 143">
              <a:extLst>
                <a:ext uri="{FF2B5EF4-FFF2-40B4-BE49-F238E27FC236}">
                  <a16:creationId xmlns:a16="http://schemas.microsoft.com/office/drawing/2014/main" id="{2FF27B9C-EAB3-449D-999C-A9532D292923}"/>
                </a:ext>
              </a:extLst>
            </p:cNvPr>
            <p:cNvSpPr>
              <a:spLocks/>
            </p:cNvSpPr>
            <p:nvPr/>
          </p:nvSpPr>
          <p:spPr bwMode="auto">
            <a:xfrm>
              <a:off x="4670" y="1798"/>
              <a:ext cx="45" cy="46"/>
            </a:xfrm>
            <a:custGeom>
              <a:avLst/>
              <a:gdLst>
                <a:gd name="T0" fmla="*/ 180 w 180"/>
                <a:gd name="T1" fmla="*/ 182 h 182"/>
                <a:gd name="T2" fmla="*/ 0 w 180"/>
                <a:gd name="T3" fmla="*/ 0 h 182"/>
                <a:gd name="T4" fmla="*/ 1 w 180"/>
                <a:gd name="T5" fmla="*/ 0 h 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80" h="182">
                  <a:moveTo>
                    <a:pt x="180" y="182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7120" name="Freeform 144">
              <a:extLst>
                <a:ext uri="{FF2B5EF4-FFF2-40B4-BE49-F238E27FC236}">
                  <a16:creationId xmlns:a16="http://schemas.microsoft.com/office/drawing/2014/main" id="{5ECB94CB-DE5C-49F6-BD15-268B45B3A0E2}"/>
                </a:ext>
              </a:extLst>
            </p:cNvPr>
            <p:cNvSpPr>
              <a:spLocks/>
            </p:cNvSpPr>
            <p:nvPr/>
          </p:nvSpPr>
          <p:spPr bwMode="auto">
            <a:xfrm>
              <a:off x="4670" y="1673"/>
              <a:ext cx="171" cy="171"/>
            </a:xfrm>
            <a:custGeom>
              <a:avLst/>
              <a:gdLst>
                <a:gd name="T0" fmla="*/ 682 w 682"/>
                <a:gd name="T1" fmla="*/ 683 h 683"/>
                <a:gd name="T2" fmla="*/ 0 w 682"/>
                <a:gd name="T3" fmla="*/ 0 h 683"/>
                <a:gd name="T4" fmla="*/ 1 w 682"/>
                <a:gd name="T5" fmla="*/ 0 h 6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82" h="683">
                  <a:moveTo>
                    <a:pt x="682" y="683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7121" name="Freeform 145">
              <a:extLst>
                <a:ext uri="{FF2B5EF4-FFF2-40B4-BE49-F238E27FC236}">
                  <a16:creationId xmlns:a16="http://schemas.microsoft.com/office/drawing/2014/main" id="{65B8AA01-3CFB-48E4-B274-171FB8B27720}"/>
                </a:ext>
              </a:extLst>
            </p:cNvPr>
            <p:cNvSpPr>
              <a:spLocks/>
            </p:cNvSpPr>
            <p:nvPr/>
          </p:nvSpPr>
          <p:spPr bwMode="auto">
            <a:xfrm>
              <a:off x="4845" y="1723"/>
              <a:ext cx="87" cy="87"/>
            </a:xfrm>
            <a:custGeom>
              <a:avLst/>
              <a:gdLst>
                <a:gd name="T0" fmla="*/ 347 w 347"/>
                <a:gd name="T1" fmla="*/ 348 h 348"/>
                <a:gd name="T2" fmla="*/ 0 w 347"/>
                <a:gd name="T3" fmla="*/ 0 h 348"/>
                <a:gd name="T4" fmla="*/ 1 w 347"/>
                <a:gd name="T5" fmla="*/ 0 h 3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47" h="348">
                  <a:moveTo>
                    <a:pt x="347" y="348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7122" name="Freeform 146">
              <a:extLst>
                <a:ext uri="{FF2B5EF4-FFF2-40B4-BE49-F238E27FC236}">
                  <a16:creationId xmlns:a16="http://schemas.microsoft.com/office/drawing/2014/main" id="{24E2FBDD-888B-4117-A695-B68AC599224B}"/>
                </a:ext>
              </a:extLst>
            </p:cNvPr>
            <p:cNvSpPr>
              <a:spLocks/>
            </p:cNvSpPr>
            <p:nvPr/>
          </p:nvSpPr>
          <p:spPr bwMode="auto">
            <a:xfrm>
              <a:off x="4670" y="1548"/>
              <a:ext cx="128" cy="128"/>
            </a:xfrm>
            <a:custGeom>
              <a:avLst/>
              <a:gdLst>
                <a:gd name="T0" fmla="*/ 510 w 510"/>
                <a:gd name="T1" fmla="*/ 513 h 513"/>
                <a:gd name="T2" fmla="*/ 0 w 510"/>
                <a:gd name="T3" fmla="*/ 0 h 513"/>
                <a:gd name="T4" fmla="*/ 1 w 510"/>
                <a:gd name="T5" fmla="*/ 0 h 5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10" h="513">
                  <a:moveTo>
                    <a:pt x="510" y="513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7123" name="Freeform 147">
              <a:extLst>
                <a:ext uri="{FF2B5EF4-FFF2-40B4-BE49-F238E27FC236}">
                  <a16:creationId xmlns:a16="http://schemas.microsoft.com/office/drawing/2014/main" id="{26922A01-5CFF-4915-9AD1-626BC022C54A}"/>
                </a:ext>
              </a:extLst>
            </p:cNvPr>
            <p:cNvSpPr>
              <a:spLocks/>
            </p:cNvSpPr>
            <p:nvPr/>
          </p:nvSpPr>
          <p:spPr bwMode="auto">
            <a:xfrm>
              <a:off x="4518" y="1270"/>
              <a:ext cx="8" cy="9"/>
            </a:xfrm>
            <a:custGeom>
              <a:avLst/>
              <a:gdLst>
                <a:gd name="T0" fmla="*/ 35 w 35"/>
                <a:gd name="T1" fmla="*/ 33 h 33"/>
                <a:gd name="T2" fmla="*/ 0 w 35"/>
                <a:gd name="T3" fmla="*/ 0 h 33"/>
                <a:gd name="T4" fmla="*/ 1 w 35"/>
                <a:gd name="T5" fmla="*/ 0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5" h="33">
                  <a:moveTo>
                    <a:pt x="35" y="33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7124" name="Freeform 148">
              <a:extLst>
                <a:ext uri="{FF2B5EF4-FFF2-40B4-BE49-F238E27FC236}">
                  <a16:creationId xmlns:a16="http://schemas.microsoft.com/office/drawing/2014/main" id="{FA78D420-3CC9-4AFB-99AC-BC956AA3EE25}"/>
                </a:ext>
              </a:extLst>
            </p:cNvPr>
            <p:cNvSpPr>
              <a:spLocks/>
            </p:cNvSpPr>
            <p:nvPr/>
          </p:nvSpPr>
          <p:spPr bwMode="auto">
            <a:xfrm>
              <a:off x="4670" y="1422"/>
              <a:ext cx="128" cy="129"/>
            </a:xfrm>
            <a:custGeom>
              <a:avLst/>
              <a:gdLst>
                <a:gd name="T0" fmla="*/ 510 w 510"/>
                <a:gd name="T1" fmla="*/ 513 h 513"/>
                <a:gd name="T2" fmla="*/ 0 w 510"/>
                <a:gd name="T3" fmla="*/ 0 h 513"/>
                <a:gd name="T4" fmla="*/ 1 w 510"/>
                <a:gd name="T5" fmla="*/ 0 h 5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10" h="513">
                  <a:moveTo>
                    <a:pt x="510" y="513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7125" name="Freeform 149">
              <a:extLst>
                <a:ext uri="{FF2B5EF4-FFF2-40B4-BE49-F238E27FC236}">
                  <a16:creationId xmlns:a16="http://schemas.microsoft.com/office/drawing/2014/main" id="{AD4B9BFB-9503-4583-BD77-AE8612FC2FEA}"/>
                </a:ext>
              </a:extLst>
            </p:cNvPr>
            <p:cNvSpPr>
              <a:spLocks/>
            </p:cNvSpPr>
            <p:nvPr/>
          </p:nvSpPr>
          <p:spPr bwMode="auto">
            <a:xfrm>
              <a:off x="5096" y="1723"/>
              <a:ext cx="120" cy="121"/>
            </a:xfrm>
            <a:custGeom>
              <a:avLst/>
              <a:gdLst>
                <a:gd name="T0" fmla="*/ 482 w 482"/>
                <a:gd name="T1" fmla="*/ 483 h 483"/>
                <a:gd name="T2" fmla="*/ 0 w 482"/>
                <a:gd name="T3" fmla="*/ 0 h 483"/>
                <a:gd name="T4" fmla="*/ 2 w 482"/>
                <a:gd name="T5" fmla="*/ 0 h 4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82" h="483">
                  <a:moveTo>
                    <a:pt x="482" y="483"/>
                  </a:moveTo>
                  <a:lnTo>
                    <a:pt x="0" y="0"/>
                  </a:lnTo>
                  <a:lnTo>
                    <a:pt x="2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7126" name="Freeform 150">
              <a:extLst>
                <a:ext uri="{FF2B5EF4-FFF2-40B4-BE49-F238E27FC236}">
                  <a16:creationId xmlns:a16="http://schemas.microsoft.com/office/drawing/2014/main" id="{FC84B9E2-0DAF-43F5-B5CF-0251E0CB9B50}"/>
                </a:ext>
              </a:extLst>
            </p:cNvPr>
            <p:cNvSpPr>
              <a:spLocks/>
            </p:cNvSpPr>
            <p:nvPr/>
          </p:nvSpPr>
          <p:spPr bwMode="auto">
            <a:xfrm>
              <a:off x="4526" y="1153"/>
              <a:ext cx="272" cy="272"/>
            </a:xfrm>
            <a:custGeom>
              <a:avLst/>
              <a:gdLst>
                <a:gd name="T0" fmla="*/ 1089 w 1089"/>
                <a:gd name="T1" fmla="*/ 1091 h 1091"/>
                <a:gd name="T2" fmla="*/ 0 w 1089"/>
                <a:gd name="T3" fmla="*/ 0 h 1091"/>
                <a:gd name="T4" fmla="*/ 1 w 1089"/>
                <a:gd name="T5" fmla="*/ 0 h 10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089" h="1091">
                  <a:moveTo>
                    <a:pt x="1089" y="1091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7127" name="Freeform 151">
              <a:extLst>
                <a:ext uri="{FF2B5EF4-FFF2-40B4-BE49-F238E27FC236}">
                  <a16:creationId xmlns:a16="http://schemas.microsoft.com/office/drawing/2014/main" id="{57706A85-3659-4932-B062-2ACB77D58D39}"/>
                </a:ext>
              </a:extLst>
            </p:cNvPr>
            <p:cNvSpPr>
              <a:spLocks/>
            </p:cNvSpPr>
            <p:nvPr/>
          </p:nvSpPr>
          <p:spPr bwMode="auto">
            <a:xfrm>
              <a:off x="4651" y="1153"/>
              <a:ext cx="149" cy="149"/>
            </a:xfrm>
            <a:custGeom>
              <a:avLst/>
              <a:gdLst>
                <a:gd name="T0" fmla="*/ 597 w 597"/>
                <a:gd name="T1" fmla="*/ 597 h 597"/>
                <a:gd name="T2" fmla="*/ 0 w 597"/>
                <a:gd name="T3" fmla="*/ 0 h 597"/>
                <a:gd name="T4" fmla="*/ 2 w 597"/>
                <a:gd name="T5" fmla="*/ 0 h 5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97" h="597">
                  <a:moveTo>
                    <a:pt x="597" y="597"/>
                  </a:moveTo>
                  <a:lnTo>
                    <a:pt x="0" y="0"/>
                  </a:lnTo>
                  <a:lnTo>
                    <a:pt x="2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7128" name="Freeform 152">
              <a:extLst>
                <a:ext uri="{FF2B5EF4-FFF2-40B4-BE49-F238E27FC236}">
                  <a16:creationId xmlns:a16="http://schemas.microsoft.com/office/drawing/2014/main" id="{86C7C277-F8C4-433C-A13A-9291CC59AB29}"/>
                </a:ext>
              </a:extLst>
            </p:cNvPr>
            <p:cNvSpPr>
              <a:spLocks/>
            </p:cNvSpPr>
            <p:nvPr/>
          </p:nvSpPr>
          <p:spPr bwMode="auto">
            <a:xfrm>
              <a:off x="4776" y="1153"/>
              <a:ext cx="126" cy="126"/>
            </a:xfrm>
            <a:custGeom>
              <a:avLst/>
              <a:gdLst>
                <a:gd name="T0" fmla="*/ 504 w 504"/>
                <a:gd name="T1" fmla="*/ 504 h 504"/>
                <a:gd name="T2" fmla="*/ 0 w 504"/>
                <a:gd name="T3" fmla="*/ 0 h 504"/>
                <a:gd name="T4" fmla="*/ 1 w 504"/>
                <a:gd name="T5" fmla="*/ 0 h 5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04" h="504">
                  <a:moveTo>
                    <a:pt x="504" y="504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7129" name="Freeform 153">
              <a:extLst>
                <a:ext uri="{FF2B5EF4-FFF2-40B4-BE49-F238E27FC236}">
                  <a16:creationId xmlns:a16="http://schemas.microsoft.com/office/drawing/2014/main" id="{CB1E905F-90D7-4B3F-99FB-D654584ED613}"/>
                </a:ext>
              </a:extLst>
            </p:cNvPr>
            <p:cNvSpPr>
              <a:spLocks/>
            </p:cNvSpPr>
            <p:nvPr/>
          </p:nvSpPr>
          <p:spPr bwMode="auto">
            <a:xfrm>
              <a:off x="4901" y="1153"/>
              <a:ext cx="126" cy="126"/>
            </a:xfrm>
            <a:custGeom>
              <a:avLst/>
              <a:gdLst>
                <a:gd name="T0" fmla="*/ 504 w 504"/>
                <a:gd name="T1" fmla="*/ 504 h 504"/>
                <a:gd name="T2" fmla="*/ 0 w 504"/>
                <a:gd name="T3" fmla="*/ 0 h 504"/>
                <a:gd name="T4" fmla="*/ 1 w 504"/>
                <a:gd name="T5" fmla="*/ 0 h 5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04" h="504">
                  <a:moveTo>
                    <a:pt x="504" y="504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7130" name="Freeform 154">
              <a:extLst>
                <a:ext uri="{FF2B5EF4-FFF2-40B4-BE49-F238E27FC236}">
                  <a16:creationId xmlns:a16="http://schemas.microsoft.com/office/drawing/2014/main" id="{CC258C8A-DD52-4024-81FD-D18810F6078F}"/>
                </a:ext>
              </a:extLst>
            </p:cNvPr>
            <p:cNvSpPr>
              <a:spLocks/>
            </p:cNvSpPr>
            <p:nvPr/>
          </p:nvSpPr>
          <p:spPr bwMode="auto">
            <a:xfrm>
              <a:off x="4518" y="769"/>
              <a:ext cx="81" cy="81"/>
            </a:xfrm>
            <a:custGeom>
              <a:avLst/>
              <a:gdLst>
                <a:gd name="T0" fmla="*/ 325 w 325"/>
                <a:gd name="T1" fmla="*/ 325 h 325"/>
                <a:gd name="T2" fmla="*/ 0 w 325"/>
                <a:gd name="T3" fmla="*/ 0 h 325"/>
                <a:gd name="T4" fmla="*/ 1 w 325"/>
                <a:gd name="T5" fmla="*/ 0 h 3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25" h="325">
                  <a:moveTo>
                    <a:pt x="325" y="325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7131" name="Freeform 155">
              <a:extLst>
                <a:ext uri="{FF2B5EF4-FFF2-40B4-BE49-F238E27FC236}">
                  <a16:creationId xmlns:a16="http://schemas.microsoft.com/office/drawing/2014/main" id="{6B4BCCF2-30BD-4D8D-B545-3AFD3EA96505}"/>
                </a:ext>
              </a:extLst>
            </p:cNvPr>
            <p:cNvSpPr>
              <a:spLocks/>
            </p:cNvSpPr>
            <p:nvPr/>
          </p:nvSpPr>
          <p:spPr bwMode="auto">
            <a:xfrm>
              <a:off x="5026" y="1153"/>
              <a:ext cx="34" cy="33"/>
            </a:xfrm>
            <a:custGeom>
              <a:avLst/>
              <a:gdLst>
                <a:gd name="T0" fmla="*/ 134 w 134"/>
                <a:gd name="T1" fmla="*/ 133 h 133"/>
                <a:gd name="T2" fmla="*/ 0 w 134"/>
                <a:gd name="T3" fmla="*/ 0 h 133"/>
                <a:gd name="T4" fmla="*/ 2 w 134"/>
                <a:gd name="T5" fmla="*/ 0 h 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34" h="133">
                  <a:moveTo>
                    <a:pt x="134" y="133"/>
                  </a:moveTo>
                  <a:lnTo>
                    <a:pt x="0" y="0"/>
                  </a:lnTo>
                  <a:lnTo>
                    <a:pt x="2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7132" name="Freeform 156">
              <a:extLst>
                <a:ext uri="{FF2B5EF4-FFF2-40B4-BE49-F238E27FC236}">
                  <a16:creationId xmlns:a16="http://schemas.microsoft.com/office/drawing/2014/main" id="{39813A9B-6028-4C85-BC47-96FC0CADB3F8}"/>
                </a:ext>
              </a:extLst>
            </p:cNvPr>
            <p:cNvSpPr>
              <a:spLocks/>
            </p:cNvSpPr>
            <p:nvPr/>
          </p:nvSpPr>
          <p:spPr bwMode="auto">
            <a:xfrm>
              <a:off x="4598" y="724"/>
              <a:ext cx="126" cy="126"/>
            </a:xfrm>
            <a:custGeom>
              <a:avLst/>
              <a:gdLst>
                <a:gd name="T0" fmla="*/ 504 w 504"/>
                <a:gd name="T1" fmla="*/ 504 h 504"/>
                <a:gd name="T2" fmla="*/ 0 w 504"/>
                <a:gd name="T3" fmla="*/ 0 h 504"/>
                <a:gd name="T4" fmla="*/ 2 w 504"/>
                <a:gd name="T5" fmla="*/ 0 h 5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04" h="504">
                  <a:moveTo>
                    <a:pt x="504" y="504"/>
                  </a:moveTo>
                  <a:lnTo>
                    <a:pt x="0" y="0"/>
                  </a:lnTo>
                  <a:lnTo>
                    <a:pt x="2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7133" name="Freeform 157">
              <a:extLst>
                <a:ext uri="{FF2B5EF4-FFF2-40B4-BE49-F238E27FC236}">
                  <a16:creationId xmlns:a16="http://schemas.microsoft.com/office/drawing/2014/main" id="{F484AD6F-CAF6-4F80-B679-B9FE226CE8F0}"/>
                </a:ext>
              </a:extLst>
            </p:cNvPr>
            <p:cNvSpPr>
              <a:spLocks/>
            </p:cNvSpPr>
            <p:nvPr/>
          </p:nvSpPr>
          <p:spPr bwMode="auto">
            <a:xfrm>
              <a:off x="4724" y="724"/>
              <a:ext cx="125" cy="126"/>
            </a:xfrm>
            <a:custGeom>
              <a:avLst/>
              <a:gdLst>
                <a:gd name="T0" fmla="*/ 503 w 503"/>
                <a:gd name="T1" fmla="*/ 504 h 504"/>
                <a:gd name="T2" fmla="*/ 0 w 503"/>
                <a:gd name="T3" fmla="*/ 0 h 504"/>
                <a:gd name="T4" fmla="*/ 1 w 503"/>
                <a:gd name="T5" fmla="*/ 0 h 5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03" h="504">
                  <a:moveTo>
                    <a:pt x="503" y="504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7134" name="Freeform 158">
              <a:extLst>
                <a:ext uri="{FF2B5EF4-FFF2-40B4-BE49-F238E27FC236}">
                  <a16:creationId xmlns:a16="http://schemas.microsoft.com/office/drawing/2014/main" id="{3E9C9FCA-5426-481F-8750-2D4D4A57AF62}"/>
                </a:ext>
              </a:extLst>
            </p:cNvPr>
            <p:cNvSpPr>
              <a:spLocks/>
            </p:cNvSpPr>
            <p:nvPr/>
          </p:nvSpPr>
          <p:spPr bwMode="auto">
            <a:xfrm>
              <a:off x="4849" y="724"/>
              <a:ext cx="126" cy="126"/>
            </a:xfrm>
            <a:custGeom>
              <a:avLst/>
              <a:gdLst>
                <a:gd name="T0" fmla="*/ 504 w 504"/>
                <a:gd name="T1" fmla="*/ 504 h 504"/>
                <a:gd name="T2" fmla="*/ 0 w 504"/>
                <a:gd name="T3" fmla="*/ 0 h 504"/>
                <a:gd name="T4" fmla="*/ 1 w 504"/>
                <a:gd name="T5" fmla="*/ 0 h 5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04" h="504">
                  <a:moveTo>
                    <a:pt x="504" y="504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7135" name="Freeform 159">
              <a:extLst>
                <a:ext uri="{FF2B5EF4-FFF2-40B4-BE49-F238E27FC236}">
                  <a16:creationId xmlns:a16="http://schemas.microsoft.com/office/drawing/2014/main" id="{A42EB7B2-2A00-4100-9AFB-F62CD2862791}"/>
                </a:ext>
              </a:extLst>
            </p:cNvPr>
            <p:cNvSpPr>
              <a:spLocks/>
            </p:cNvSpPr>
            <p:nvPr/>
          </p:nvSpPr>
          <p:spPr bwMode="auto">
            <a:xfrm>
              <a:off x="4974" y="724"/>
              <a:ext cx="86" cy="86"/>
            </a:xfrm>
            <a:custGeom>
              <a:avLst/>
              <a:gdLst>
                <a:gd name="T0" fmla="*/ 343 w 343"/>
                <a:gd name="T1" fmla="*/ 344 h 344"/>
                <a:gd name="T2" fmla="*/ 0 w 343"/>
                <a:gd name="T3" fmla="*/ 0 h 344"/>
                <a:gd name="T4" fmla="*/ 2 w 343"/>
                <a:gd name="T5" fmla="*/ 0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43" h="344">
                  <a:moveTo>
                    <a:pt x="343" y="344"/>
                  </a:moveTo>
                  <a:lnTo>
                    <a:pt x="0" y="0"/>
                  </a:lnTo>
                  <a:lnTo>
                    <a:pt x="2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7136" name="Freeform 160">
              <a:extLst>
                <a:ext uri="{FF2B5EF4-FFF2-40B4-BE49-F238E27FC236}">
                  <a16:creationId xmlns:a16="http://schemas.microsoft.com/office/drawing/2014/main" id="{A9DEEC79-C581-4AC4-B64D-BD489C3A6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4803" y="1001"/>
              <a:ext cx="341" cy="1"/>
            </a:xfrm>
            <a:custGeom>
              <a:avLst/>
              <a:gdLst>
                <a:gd name="T0" fmla="*/ 0 w 1365"/>
                <a:gd name="T1" fmla="*/ 1363 w 1365"/>
                <a:gd name="T2" fmla="*/ 1365 w 136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1365">
                  <a:moveTo>
                    <a:pt x="0" y="0"/>
                  </a:moveTo>
                  <a:lnTo>
                    <a:pt x="1363" y="0"/>
                  </a:lnTo>
                  <a:lnTo>
                    <a:pt x="1365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7137" name="Rectangle 161">
              <a:extLst>
                <a:ext uri="{FF2B5EF4-FFF2-40B4-BE49-F238E27FC236}">
                  <a16:creationId xmlns:a16="http://schemas.microsoft.com/office/drawing/2014/main" id="{CCF847DD-17A6-4924-9D77-492FD48547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24" y="1391"/>
              <a:ext cx="98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i="1">
                  <a:latin typeface="宋体" panose="02010600030101010101" pitchFamily="2" charset="-122"/>
                </a:rPr>
                <a:t>A</a:t>
              </a:r>
              <a:endParaRPr lang="en-US" altLang="zh-CN"/>
            </a:p>
          </p:txBody>
        </p:sp>
        <p:sp>
          <p:nvSpPr>
            <p:cNvPr id="127138" name="Freeform 162">
              <a:extLst>
                <a:ext uri="{FF2B5EF4-FFF2-40B4-BE49-F238E27FC236}">
                  <a16:creationId xmlns:a16="http://schemas.microsoft.com/office/drawing/2014/main" id="{1A690861-F0EB-4C95-A836-6E0ED79CD46A}"/>
                </a:ext>
              </a:extLst>
            </p:cNvPr>
            <p:cNvSpPr>
              <a:spLocks/>
            </p:cNvSpPr>
            <p:nvPr/>
          </p:nvSpPr>
          <p:spPr bwMode="auto">
            <a:xfrm>
              <a:off x="4833" y="1279"/>
              <a:ext cx="227" cy="1"/>
            </a:xfrm>
            <a:custGeom>
              <a:avLst/>
              <a:gdLst>
                <a:gd name="T0" fmla="*/ 0 w 909"/>
                <a:gd name="T1" fmla="*/ 907 w 909"/>
                <a:gd name="T2" fmla="*/ 909 w 909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909">
                  <a:moveTo>
                    <a:pt x="0" y="0"/>
                  </a:moveTo>
                  <a:lnTo>
                    <a:pt x="907" y="0"/>
                  </a:lnTo>
                  <a:lnTo>
                    <a:pt x="909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7139" name="Freeform 163">
              <a:extLst>
                <a:ext uri="{FF2B5EF4-FFF2-40B4-BE49-F238E27FC236}">
                  <a16:creationId xmlns:a16="http://schemas.microsoft.com/office/drawing/2014/main" id="{DF230ABA-68A4-47FA-8790-CD45FF8B60A4}"/>
                </a:ext>
              </a:extLst>
            </p:cNvPr>
            <p:cNvSpPr>
              <a:spLocks/>
            </p:cNvSpPr>
            <p:nvPr/>
          </p:nvSpPr>
          <p:spPr bwMode="auto">
            <a:xfrm>
              <a:off x="4518" y="1153"/>
              <a:ext cx="542" cy="1"/>
            </a:xfrm>
            <a:custGeom>
              <a:avLst/>
              <a:gdLst>
                <a:gd name="T0" fmla="*/ 0 w 2170"/>
                <a:gd name="T1" fmla="*/ 2168 w 2170"/>
                <a:gd name="T2" fmla="*/ 2170 w 217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2170">
                  <a:moveTo>
                    <a:pt x="0" y="0"/>
                  </a:moveTo>
                  <a:lnTo>
                    <a:pt x="2168" y="0"/>
                  </a:lnTo>
                  <a:lnTo>
                    <a:pt x="2170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7140" name="Freeform 164">
              <a:extLst>
                <a:ext uri="{FF2B5EF4-FFF2-40B4-BE49-F238E27FC236}">
                  <a16:creationId xmlns:a16="http://schemas.microsoft.com/office/drawing/2014/main" id="{A6AE8AE7-3B22-480C-8037-8E9870BA096E}"/>
                </a:ext>
              </a:extLst>
            </p:cNvPr>
            <p:cNvSpPr>
              <a:spLocks/>
            </p:cNvSpPr>
            <p:nvPr/>
          </p:nvSpPr>
          <p:spPr bwMode="auto">
            <a:xfrm>
              <a:off x="4518" y="850"/>
              <a:ext cx="542" cy="1"/>
            </a:xfrm>
            <a:custGeom>
              <a:avLst/>
              <a:gdLst>
                <a:gd name="T0" fmla="*/ 0 w 2170"/>
                <a:gd name="T1" fmla="*/ 2168 w 2170"/>
                <a:gd name="T2" fmla="*/ 2170 w 217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2170">
                  <a:moveTo>
                    <a:pt x="0" y="0"/>
                  </a:moveTo>
                  <a:lnTo>
                    <a:pt x="2168" y="0"/>
                  </a:lnTo>
                  <a:lnTo>
                    <a:pt x="2170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7141" name="Freeform 165">
              <a:extLst>
                <a:ext uri="{FF2B5EF4-FFF2-40B4-BE49-F238E27FC236}">
                  <a16:creationId xmlns:a16="http://schemas.microsoft.com/office/drawing/2014/main" id="{96B5AC81-B8F7-49F4-BA54-B4813070E517}"/>
                </a:ext>
              </a:extLst>
            </p:cNvPr>
            <p:cNvSpPr>
              <a:spLocks/>
            </p:cNvSpPr>
            <p:nvPr/>
          </p:nvSpPr>
          <p:spPr bwMode="auto">
            <a:xfrm>
              <a:off x="4812" y="1722"/>
              <a:ext cx="386" cy="1"/>
            </a:xfrm>
            <a:custGeom>
              <a:avLst/>
              <a:gdLst>
                <a:gd name="T0" fmla="*/ 0 w 386"/>
                <a:gd name="T1" fmla="*/ 1 h 1"/>
                <a:gd name="T2" fmla="*/ 386 w 386"/>
                <a:gd name="T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86" h="1">
                  <a:moveTo>
                    <a:pt x="0" y="1"/>
                  </a:moveTo>
                  <a:lnTo>
                    <a:pt x="386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7142" name="Freeform 166">
              <a:extLst>
                <a:ext uri="{FF2B5EF4-FFF2-40B4-BE49-F238E27FC236}">
                  <a16:creationId xmlns:a16="http://schemas.microsoft.com/office/drawing/2014/main" id="{F2830BD4-C587-40FE-8BCB-DBE0045D1A70}"/>
                </a:ext>
              </a:extLst>
            </p:cNvPr>
            <p:cNvSpPr>
              <a:spLocks/>
            </p:cNvSpPr>
            <p:nvPr/>
          </p:nvSpPr>
          <p:spPr bwMode="auto">
            <a:xfrm>
              <a:off x="4518" y="724"/>
              <a:ext cx="542" cy="1"/>
            </a:xfrm>
            <a:custGeom>
              <a:avLst/>
              <a:gdLst>
                <a:gd name="T0" fmla="*/ 0 w 2170"/>
                <a:gd name="T1" fmla="*/ 2168 w 2170"/>
                <a:gd name="T2" fmla="*/ 2170 w 217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2170">
                  <a:moveTo>
                    <a:pt x="0" y="0"/>
                  </a:moveTo>
                  <a:lnTo>
                    <a:pt x="2168" y="0"/>
                  </a:lnTo>
                  <a:lnTo>
                    <a:pt x="2170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7143" name="Freeform 167">
              <a:extLst>
                <a:ext uri="{FF2B5EF4-FFF2-40B4-BE49-F238E27FC236}">
                  <a16:creationId xmlns:a16="http://schemas.microsoft.com/office/drawing/2014/main" id="{7C4A2ACB-14EB-4149-BAD2-79D58CF5C782}"/>
                </a:ext>
              </a:extLst>
            </p:cNvPr>
            <p:cNvSpPr>
              <a:spLocks/>
            </p:cNvSpPr>
            <p:nvPr/>
          </p:nvSpPr>
          <p:spPr bwMode="auto">
            <a:xfrm>
              <a:off x="4666" y="1842"/>
              <a:ext cx="564" cy="2"/>
            </a:xfrm>
            <a:custGeom>
              <a:avLst/>
              <a:gdLst>
                <a:gd name="T0" fmla="*/ 0 w 564"/>
                <a:gd name="T1" fmla="*/ 2 h 2"/>
                <a:gd name="T2" fmla="*/ 564 w 564"/>
                <a:gd name="T3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564" h="2">
                  <a:moveTo>
                    <a:pt x="0" y="2"/>
                  </a:moveTo>
                  <a:lnTo>
                    <a:pt x="564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7144" name="Freeform 168">
              <a:extLst>
                <a:ext uri="{FF2B5EF4-FFF2-40B4-BE49-F238E27FC236}">
                  <a16:creationId xmlns:a16="http://schemas.microsoft.com/office/drawing/2014/main" id="{F3B9A483-347C-4052-A49D-5D6AB00195CE}"/>
                </a:ext>
              </a:extLst>
            </p:cNvPr>
            <p:cNvSpPr>
              <a:spLocks/>
            </p:cNvSpPr>
            <p:nvPr/>
          </p:nvSpPr>
          <p:spPr bwMode="auto">
            <a:xfrm>
              <a:off x="3807" y="1104"/>
              <a:ext cx="1" cy="504"/>
            </a:xfrm>
            <a:custGeom>
              <a:avLst/>
              <a:gdLst>
                <a:gd name="T0" fmla="*/ 0 w 1"/>
                <a:gd name="T1" fmla="*/ 0 h 2016"/>
                <a:gd name="T2" fmla="*/ 0 w 1"/>
                <a:gd name="T3" fmla="*/ 2016 h 2016"/>
                <a:gd name="T4" fmla="*/ 1 w 1"/>
                <a:gd name="T5" fmla="*/ 2016 h 20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2016">
                  <a:moveTo>
                    <a:pt x="0" y="0"/>
                  </a:moveTo>
                  <a:lnTo>
                    <a:pt x="0" y="2016"/>
                  </a:lnTo>
                  <a:lnTo>
                    <a:pt x="1" y="2016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7145" name="Freeform 169">
              <a:extLst>
                <a:ext uri="{FF2B5EF4-FFF2-40B4-BE49-F238E27FC236}">
                  <a16:creationId xmlns:a16="http://schemas.microsoft.com/office/drawing/2014/main" id="{8CDC5E79-8582-483B-933F-0E164DB0E410}"/>
                </a:ext>
              </a:extLst>
            </p:cNvPr>
            <p:cNvSpPr>
              <a:spLocks/>
            </p:cNvSpPr>
            <p:nvPr/>
          </p:nvSpPr>
          <p:spPr bwMode="auto">
            <a:xfrm>
              <a:off x="4798" y="1313"/>
              <a:ext cx="1" cy="406"/>
            </a:xfrm>
            <a:custGeom>
              <a:avLst/>
              <a:gdLst>
                <a:gd name="T0" fmla="*/ 0 w 1"/>
                <a:gd name="T1" fmla="*/ 0 h 406"/>
                <a:gd name="T2" fmla="*/ 1 w 1"/>
                <a:gd name="T3" fmla="*/ 406 h 4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406">
                  <a:moveTo>
                    <a:pt x="0" y="0"/>
                  </a:moveTo>
                  <a:lnTo>
                    <a:pt x="1" y="406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7146" name="Freeform 170">
              <a:extLst>
                <a:ext uri="{FF2B5EF4-FFF2-40B4-BE49-F238E27FC236}">
                  <a16:creationId xmlns:a16="http://schemas.microsoft.com/office/drawing/2014/main" id="{49AA16CD-9FB0-4EEE-B81D-F9440B4E5F46}"/>
                </a:ext>
              </a:extLst>
            </p:cNvPr>
            <p:cNvSpPr>
              <a:spLocks/>
            </p:cNvSpPr>
            <p:nvPr/>
          </p:nvSpPr>
          <p:spPr bwMode="auto">
            <a:xfrm>
              <a:off x="4670" y="1313"/>
              <a:ext cx="1" cy="531"/>
            </a:xfrm>
            <a:custGeom>
              <a:avLst/>
              <a:gdLst>
                <a:gd name="T0" fmla="*/ 0 w 1"/>
                <a:gd name="T1" fmla="*/ 0 h 2122"/>
                <a:gd name="T2" fmla="*/ 0 w 1"/>
                <a:gd name="T3" fmla="*/ 2122 h 2122"/>
                <a:gd name="T4" fmla="*/ 1 w 1"/>
                <a:gd name="T5" fmla="*/ 2122 h 2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2122">
                  <a:moveTo>
                    <a:pt x="0" y="0"/>
                  </a:moveTo>
                  <a:lnTo>
                    <a:pt x="0" y="2122"/>
                  </a:lnTo>
                  <a:lnTo>
                    <a:pt x="1" y="2122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7147" name="Freeform 171">
              <a:extLst>
                <a:ext uri="{FF2B5EF4-FFF2-40B4-BE49-F238E27FC236}">
                  <a16:creationId xmlns:a16="http://schemas.microsoft.com/office/drawing/2014/main" id="{A1B33B28-3678-4AC1-AEFB-89F59C52FEFF}"/>
                </a:ext>
              </a:extLst>
            </p:cNvPr>
            <p:cNvSpPr>
              <a:spLocks/>
            </p:cNvSpPr>
            <p:nvPr/>
          </p:nvSpPr>
          <p:spPr bwMode="auto">
            <a:xfrm>
              <a:off x="3741" y="1303"/>
              <a:ext cx="1" cy="391"/>
            </a:xfrm>
            <a:custGeom>
              <a:avLst/>
              <a:gdLst>
                <a:gd name="T0" fmla="*/ 0 w 1"/>
                <a:gd name="T1" fmla="*/ 0 h 1563"/>
                <a:gd name="T2" fmla="*/ 0 w 1"/>
                <a:gd name="T3" fmla="*/ 1563 h 1563"/>
                <a:gd name="T4" fmla="*/ 1 w 1"/>
                <a:gd name="T5" fmla="*/ 1563 h 15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1563">
                  <a:moveTo>
                    <a:pt x="0" y="0"/>
                  </a:moveTo>
                  <a:lnTo>
                    <a:pt x="0" y="1563"/>
                  </a:lnTo>
                  <a:lnTo>
                    <a:pt x="1" y="1563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7148" name="Freeform 172">
              <a:extLst>
                <a:ext uri="{FF2B5EF4-FFF2-40B4-BE49-F238E27FC236}">
                  <a16:creationId xmlns:a16="http://schemas.microsoft.com/office/drawing/2014/main" id="{5F92236F-D341-410B-B2E9-50704394889D}"/>
                </a:ext>
              </a:extLst>
            </p:cNvPr>
            <p:cNvSpPr>
              <a:spLocks/>
            </p:cNvSpPr>
            <p:nvPr/>
          </p:nvSpPr>
          <p:spPr bwMode="auto">
            <a:xfrm>
              <a:off x="4060" y="888"/>
              <a:ext cx="382" cy="856"/>
            </a:xfrm>
            <a:custGeom>
              <a:avLst/>
              <a:gdLst>
                <a:gd name="T0" fmla="*/ 1529 w 1529"/>
                <a:gd name="T1" fmla="*/ 3422 h 3422"/>
                <a:gd name="T2" fmla="*/ 0 w 1529"/>
                <a:gd name="T3" fmla="*/ 0 h 3422"/>
                <a:gd name="T4" fmla="*/ 2 w 1529"/>
                <a:gd name="T5" fmla="*/ 0 h 34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29" h="3422">
                  <a:moveTo>
                    <a:pt x="1529" y="3422"/>
                  </a:moveTo>
                  <a:lnTo>
                    <a:pt x="0" y="0"/>
                  </a:lnTo>
                  <a:lnTo>
                    <a:pt x="2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7149" name="Freeform 173">
              <a:extLst>
                <a:ext uri="{FF2B5EF4-FFF2-40B4-BE49-F238E27FC236}">
                  <a16:creationId xmlns:a16="http://schemas.microsoft.com/office/drawing/2014/main" id="{2FEF16A8-9136-4032-96CF-90D4D31434E8}"/>
                </a:ext>
              </a:extLst>
            </p:cNvPr>
            <p:cNvSpPr>
              <a:spLocks/>
            </p:cNvSpPr>
            <p:nvPr/>
          </p:nvSpPr>
          <p:spPr bwMode="auto">
            <a:xfrm>
              <a:off x="3874" y="1291"/>
              <a:ext cx="1" cy="145"/>
            </a:xfrm>
            <a:custGeom>
              <a:avLst/>
              <a:gdLst>
                <a:gd name="T0" fmla="*/ 0 w 1"/>
                <a:gd name="T1" fmla="*/ 0 h 145"/>
                <a:gd name="T2" fmla="*/ 0 w 1"/>
                <a:gd name="T3" fmla="*/ 145 h 1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145">
                  <a:moveTo>
                    <a:pt x="0" y="0"/>
                  </a:moveTo>
                  <a:lnTo>
                    <a:pt x="0" y="145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7150" name="Freeform 174">
              <a:extLst>
                <a:ext uri="{FF2B5EF4-FFF2-40B4-BE49-F238E27FC236}">
                  <a16:creationId xmlns:a16="http://schemas.microsoft.com/office/drawing/2014/main" id="{DA7B4E7F-4EE1-46CB-9BAB-8B357904AF94}"/>
                </a:ext>
              </a:extLst>
            </p:cNvPr>
            <p:cNvSpPr>
              <a:spLocks/>
            </p:cNvSpPr>
            <p:nvPr/>
          </p:nvSpPr>
          <p:spPr bwMode="auto">
            <a:xfrm>
              <a:off x="3400" y="1539"/>
              <a:ext cx="119" cy="1"/>
            </a:xfrm>
            <a:custGeom>
              <a:avLst/>
              <a:gdLst>
                <a:gd name="T0" fmla="*/ 0 w 473"/>
                <a:gd name="T1" fmla="*/ 472 w 473"/>
                <a:gd name="T2" fmla="*/ 473 w 47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473">
                  <a:moveTo>
                    <a:pt x="0" y="0"/>
                  </a:moveTo>
                  <a:lnTo>
                    <a:pt x="472" y="0"/>
                  </a:lnTo>
                  <a:lnTo>
                    <a:pt x="473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7151" name="Freeform 175">
              <a:extLst>
                <a:ext uri="{FF2B5EF4-FFF2-40B4-BE49-F238E27FC236}">
                  <a16:creationId xmlns:a16="http://schemas.microsoft.com/office/drawing/2014/main" id="{07970358-6D6B-4E9E-B822-E46900AFC862}"/>
                </a:ext>
              </a:extLst>
            </p:cNvPr>
            <p:cNvSpPr>
              <a:spLocks/>
            </p:cNvSpPr>
            <p:nvPr/>
          </p:nvSpPr>
          <p:spPr bwMode="auto">
            <a:xfrm>
              <a:off x="3708" y="1688"/>
              <a:ext cx="35" cy="35"/>
            </a:xfrm>
            <a:custGeom>
              <a:avLst/>
              <a:gdLst>
                <a:gd name="T0" fmla="*/ 0 w 141"/>
                <a:gd name="T1" fmla="*/ 140 h 140"/>
                <a:gd name="T2" fmla="*/ 100 w 141"/>
                <a:gd name="T3" fmla="*/ 100 h 140"/>
                <a:gd name="T4" fmla="*/ 140 w 141"/>
                <a:gd name="T5" fmla="*/ 0 h 140"/>
                <a:gd name="T6" fmla="*/ 141 w 141"/>
                <a:gd name="T7" fmla="*/ 0 h 1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1" h="140">
                  <a:moveTo>
                    <a:pt x="0" y="140"/>
                  </a:moveTo>
                  <a:lnTo>
                    <a:pt x="100" y="100"/>
                  </a:lnTo>
                  <a:lnTo>
                    <a:pt x="140" y="0"/>
                  </a:lnTo>
                  <a:lnTo>
                    <a:pt x="141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7152" name="Freeform 176">
              <a:extLst>
                <a:ext uri="{FF2B5EF4-FFF2-40B4-BE49-F238E27FC236}">
                  <a16:creationId xmlns:a16="http://schemas.microsoft.com/office/drawing/2014/main" id="{13E8B5C7-BB55-47B5-951D-B49B39E65350}"/>
                </a:ext>
              </a:extLst>
            </p:cNvPr>
            <p:cNvSpPr>
              <a:spLocks/>
            </p:cNvSpPr>
            <p:nvPr/>
          </p:nvSpPr>
          <p:spPr bwMode="auto">
            <a:xfrm>
              <a:off x="3406" y="1652"/>
              <a:ext cx="1" cy="262"/>
            </a:xfrm>
            <a:custGeom>
              <a:avLst/>
              <a:gdLst>
                <a:gd name="T0" fmla="*/ 0 w 1"/>
                <a:gd name="T1" fmla="*/ 0 h 1047"/>
                <a:gd name="T2" fmla="*/ 0 w 1"/>
                <a:gd name="T3" fmla="*/ 1047 h 1047"/>
                <a:gd name="T4" fmla="*/ 1 w 1"/>
                <a:gd name="T5" fmla="*/ 1047 h 10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1047">
                  <a:moveTo>
                    <a:pt x="0" y="0"/>
                  </a:moveTo>
                  <a:lnTo>
                    <a:pt x="0" y="1047"/>
                  </a:lnTo>
                  <a:lnTo>
                    <a:pt x="1" y="1047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7153" name="Freeform 177">
              <a:extLst>
                <a:ext uri="{FF2B5EF4-FFF2-40B4-BE49-F238E27FC236}">
                  <a16:creationId xmlns:a16="http://schemas.microsoft.com/office/drawing/2014/main" id="{3B723865-E290-4660-BB7E-24C421B9467D}"/>
                </a:ext>
              </a:extLst>
            </p:cNvPr>
            <p:cNvSpPr>
              <a:spLocks/>
            </p:cNvSpPr>
            <p:nvPr/>
          </p:nvSpPr>
          <p:spPr bwMode="auto">
            <a:xfrm>
              <a:off x="3807" y="1631"/>
              <a:ext cx="1" cy="20"/>
            </a:xfrm>
            <a:custGeom>
              <a:avLst/>
              <a:gdLst>
                <a:gd name="T0" fmla="*/ 0 w 1"/>
                <a:gd name="T1" fmla="*/ 0 h 81"/>
                <a:gd name="T2" fmla="*/ 0 w 1"/>
                <a:gd name="T3" fmla="*/ 81 h 81"/>
                <a:gd name="T4" fmla="*/ 1 w 1"/>
                <a:gd name="T5" fmla="*/ 81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81">
                  <a:moveTo>
                    <a:pt x="0" y="0"/>
                  </a:moveTo>
                  <a:lnTo>
                    <a:pt x="0" y="81"/>
                  </a:lnTo>
                  <a:lnTo>
                    <a:pt x="1" y="81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7154" name="Freeform 178">
              <a:extLst>
                <a:ext uri="{FF2B5EF4-FFF2-40B4-BE49-F238E27FC236}">
                  <a16:creationId xmlns:a16="http://schemas.microsoft.com/office/drawing/2014/main" id="{D5FB8ADD-820F-4073-9043-78A69D1017EA}"/>
                </a:ext>
              </a:extLst>
            </p:cNvPr>
            <p:cNvSpPr>
              <a:spLocks/>
            </p:cNvSpPr>
            <p:nvPr/>
          </p:nvSpPr>
          <p:spPr bwMode="auto">
            <a:xfrm>
              <a:off x="3807" y="1675"/>
              <a:ext cx="1" cy="254"/>
            </a:xfrm>
            <a:custGeom>
              <a:avLst/>
              <a:gdLst>
                <a:gd name="T0" fmla="*/ 0 w 1"/>
                <a:gd name="T1" fmla="*/ 0 h 1020"/>
                <a:gd name="T2" fmla="*/ 0 w 1"/>
                <a:gd name="T3" fmla="*/ 1020 h 1020"/>
                <a:gd name="T4" fmla="*/ 1 w 1"/>
                <a:gd name="T5" fmla="*/ 1020 h 10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1020">
                  <a:moveTo>
                    <a:pt x="0" y="0"/>
                  </a:moveTo>
                  <a:lnTo>
                    <a:pt x="0" y="1020"/>
                  </a:lnTo>
                  <a:lnTo>
                    <a:pt x="1" y="102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7155" name="Freeform 179">
              <a:extLst>
                <a:ext uri="{FF2B5EF4-FFF2-40B4-BE49-F238E27FC236}">
                  <a16:creationId xmlns:a16="http://schemas.microsoft.com/office/drawing/2014/main" id="{A2CB70B3-8034-41E2-A099-5E48AE182A76}"/>
                </a:ext>
              </a:extLst>
            </p:cNvPr>
            <p:cNvSpPr>
              <a:spLocks/>
            </p:cNvSpPr>
            <p:nvPr/>
          </p:nvSpPr>
          <p:spPr bwMode="auto">
            <a:xfrm>
              <a:off x="3872" y="1688"/>
              <a:ext cx="35" cy="35"/>
            </a:xfrm>
            <a:custGeom>
              <a:avLst/>
              <a:gdLst>
                <a:gd name="T0" fmla="*/ 0 w 140"/>
                <a:gd name="T1" fmla="*/ 0 h 140"/>
                <a:gd name="T2" fmla="*/ 41 w 140"/>
                <a:gd name="T3" fmla="*/ 100 h 140"/>
                <a:gd name="T4" fmla="*/ 139 w 140"/>
                <a:gd name="T5" fmla="*/ 140 h 140"/>
                <a:gd name="T6" fmla="*/ 140 w 140"/>
                <a:gd name="T7" fmla="*/ 140 h 1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0" h="140">
                  <a:moveTo>
                    <a:pt x="0" y="0"/>
                  </a:moveTo>
                  <a:lnTo>
                    <a:pt x="41" y="100"/>
                  </a:lnTo>
                  <a:lnTo>
                    <a:pt x="139" y="140"/>
                  </a:lnTo>
                  <a:lnTo>
                    <a:pt x="140" y="14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7156" name="Freeform 180">
              <a:extLst>
                <a:ext uri="{FF2B5EF4-FFF2-40B4-BE49-F238E27FC236}">
                  <a16:creationId xmlns:a16="http://schemas.microsoft.com/office/drawing/2014/main" id="{940E1199-6308-4AB7-AE91-884765616C35}"/>
                </a:ext>
              </a:extLst>
            </p:cNvPr>
            <p:cNvSpPr>
              <a:spLocks/>
            </p:cNvSpPr>
            <p:nvPr/>
          </p:nvSpPr>
          <p:spPr bwMode="auto">
            <a:xfrm>
              <a:off x="3807" y="1440"/>
              <a:ext cx="1" cy="99"/>
            </a:xfrm>
            <a:custGeom>
              <a:avLst/>
              <a:gdLst>
                <a:gd name="T0" fmla="*/ 0 w 1"/>
                <a:gd name="T1" fmla="*/ 0 h 396"/>
                <a:gd name="T2" fmla="*/ 0 w 1"/>
                <a:gd name="T3" fmla="*/ 396 h 396"/>
                <a:gd name="T4" fmla="*/ 1 w 1"/>
                <a:gd name="T5" fmla="*/ 396 h 3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396">
                  <a:moveTo>
                    <a:pt x="0" y="0"/>
                  </a:moveTo>
                  <a:lnTo>
                    <a:pt x="0" y="396"/>
                  </a:lnTo>
                  <a:lnTo>
                    <a:pt x="1" y="396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7157" name="Freeform 181">
              <a:extLst>
                <a:ext uri="{FF2B5EF4-FFF2-40B4-BE49-F238E27FC236}">
                  <a16:creationId xmlns:a16="http://schemas.microsoft.com/office/drawing/2014/main" id="{2D286503-2F22-4612-958E-89416623AEF6}"/>
                </a:ext>
              </a:extLst>
            </p:cNvPr>
            <p:cNvSpPr>
              <a:spLocks/>
            </p:cNvSpPr>
            <p:nvPr/>
          </p:nvSpPr>
          <p:spPr bwMode="auto">
            <a:xfrm>
              <a:off x="3713" y="1545"/>
              <a:ext cx="100" cy="1"/>
            </a:xfrm>
            <a:custGeom>
              <a:avLst/>
              <a:gdLst>
                <a:gd name="T0" fmla="*/ 0 w 401"/>
                <a:gd name="T1" fmla="*/ 399 w 401"/>
                <a:gd name="T2" fmla="*/ 401 w 40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401">
                  <a:moveTo>
                    <a:pt x="0" y="0"/>
                  </a:moveTo>
                  <a:lnTo>
                    <a:pt x="399" y="0"/>
                  </a:lnTo>
                  <a:lnTo>
                    <a:pt x="401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7158" name="Freeform 182">
              <a:extLst>
                <a:ext uri="{FF2B5EF4-FFF2-40B4-BE49-F238E27FC236}">
                  <a16:creationId xmlns:a16="http://schemas.microsoft.com/office/drawing/2014/main" id="{B286AD1F-4CAA-4E1E-8D13-8831A56DC7C6}"/>
                </a:ext>
              </a:extLst>
            </p:cNvPr>
            <p:cNvSpPr>
              <a:spLocks/>
            </p:cNvSpPr>
            <p:nvPr/>
          </p:nvSpPr>
          <p:spPr bwMode="auto">
            <a:xfrm>
              <a:off x="3742" y="1396"/>
              <a:ext cx="130" cy="1"/>
            </a:xfrm>
            <a:custGeom>
              <a:avLst/>
              <a:gdLst>
                <a:gd name="T0" fmla="*/ 517 w 517"/>
                <a:gd name="T1" fmla="*/ 0 w 517"/>
                <a:gd name="T2" fmla="*/ 1 w 517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517">
                  <a:moveTo>
                    <a:pt x="517" y="0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7159" name="Freeform 183">
              <a:extLst>
                <a:ext uri="{FF2B5EF4-FFF2-40B4-BE49-F238E27FC236}">
                  <a16:creationId xmlns:a16="http://schemas.microsoft.com/office/drawing/2014/main" id="{FC8C5E6A-BE72-487B-925F-6393D7BBD683}"/>
                </a:ext>
              </a:extLst>
            </p:cNvPr>
            <p:cNvSpPr>
              <a:spLocks/>
            </p:cNvSpPr>
            <p:nvPr/>
          </p:nvSpPr>
          <p:spPr bwMode="auto">
            <a:xfrm>
              <a:off x="3405" y="1924"/>
              <a:ext cx="1" cy="100"/>
            </a:xfrm>
            <a:custGeom>
              <a:avLst/>
              <a:gdLst>
                <a:gd name="T0" fmla="*/ 0 w 1"/>
                <a:gd name="T1" fmla="*/ 0 h 402"/>
                <a:gd name="T2" fmla="*/ 0 w 1"/>
                <a:gd name="T3" fmla="*/ 402 h 402"/>
                <a:gd name="T4" fmla="*/ 1 w 1"/>
                <a:gd name="T5" fmla="*/ 402 h 4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402">
                  <a:moveTo>
                    <a:pt x="0" y="0"/>
                  </a:moveTo>
                  <a:lnTo>
                    <a:pt x="0" y="402"/>
                  </a:lnTo>
                  <a:lnTo>
                    <a:pt x="1" y="402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7160" name="Freeform 184">
              <a:extLst>
                <a:ext uri="{FF2B5EF4-FFF2-40B4-BE49-F238E27FC236}">
                  <a16:creationId xmlns:a16="http://schemas.microsoft.com/office/drawing/2014/main" id="{D2D6BFBE-54EF-49E1-ADBD-9E21606FB653}"/>
                </a:ext>
              </a:extLst>
            </p:cNvPr>
            <p:cNvSpPr>
              <a:spLocks/>
            </p:cNvSpPr>
            <p:nvPr/>
          </p:nvSpPr>
          <p:spPr bwMode="auto">
            <a:xfrm>
              <a:off x="3399" y="2024"/>
              <a:ext cx="181" cy="1"/>
            </a:xfrm>
            <a:custGeom>
              <a:avLst/>
              <a:gdLst>
                <a:gd name="T0" fmla="*/ 0 w 720"/>
                <a:gd name="T1" fmla="*/ 719 w 720"/>
                <a:gd name="T2" fmla="*/ 720 w 72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720">
                  <a:moveTo>
                    <a:pt x="0" y="0"/>
                  </a:moveTo>
                  <a:lnTo>
                    <a:pt x="719" y="0"/>
                  </a:lnTo>
                  <a:lnTo>
                    <a:pt x="720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7161" name="Freeform 185">
              <a:extLst>
                <a:ext uri="{FF2B5EF4-FFF2-40B4-BE49-F238E27FC236}">
                  <a16:creationId xmlns:a16="http://schemas.microsoft.com/office/drawing/2014/main" id="{ED7FB7AE-4365-4C3D-AFF3-CDEDD07056C3}"/>
                </a:ext>
              </a:extLst>
            </p:cNvPr>
            <p:cNvSpPr>
              <a:spLocks/>
            </p:cNvSpPr>
            <p:nvPr/>
          </p:nvSpPr>
          <p:spPr bwMode="auto">
            <a:xfrm>
              <a:off x="4208" y="1670"/>
              <a:ext cx="1" cy="230"/>
            </a:xfrm>
            <a:custGeom>
              <a:avLst/>
              <a:gdLst>
                <a:gd name="T0" fmla="*/ 0 w 1"/>
                <a:gd name="T1" fmla="*/ 0 h 918"/>
                <a:gd name="T2" fmla="*/ 0 w 1"/>
                <a:gd name="T3" fmla="*/ 918 h 918"/>
                <a:gd name="T4" fmla="*/ 1 w 1"/>
                <a:gd name="T5" fmla="*/ 918 h 9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918">
                  <a:moveTo>
                    <a:pt x="0" y="0"/>
                  </a:moveTo>
                  <a:lnTo>
                    <a:pt x="0" y="918"/>
                  </a:lnTo>
                  <a:lnTo>
                    <a:pt x="1" y="918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7162" name="Freeform 186">
              <a:extLst>
                <a:ext uri="{FF2B5EF4-FFF2-40B4-BE49-F238E27FC236}">
                  <a16:creationId xmlns:a16="http://schemas.microsoft.com/office/drawing/2014/main" id="{6E243491-6A8A-43C2-8DA0-EBECCF09AD83}"/>
                </a:ext>
              </a:extLst>
            </p:cNvPr>
            <p:cNvSpPr>
              <a:spLocks/>
            </p:cNvSpPr>
            <p:nvPr/>
          </p:nvSpPr>
          <p:spPr bwMode="auto">
            <a:xfrm>
              <a:off x="4445" y="1758"/>
              <a:ext cx="1" cy="86"/>
            </a:xfrm>
            <a:custGeom>
              <a:avLst/>
              <a:gdLst>
                <a:gd name="T0" fmla="*/ 0 w 1"/>
                <a:gd name="T1" fmla="*/ 0 h 343"/>
                <a:gd name="T2" fmla="*/ 0 w 1"/>
                <a:gd name="T3" fmla="*/ 343 h 343"/>
                <a:gd name="T4" fmla="*/ 1 w 1"/>
                <a:gd name="T5" fmla="*/ 343 h 3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343">
                  <a:moveTo>
                    <a:pt x="0" y="0"/>
                  </a:moveTo>
                  <a:lnTo>
                    <a:pt x="0" y="343"/>
                  </a:lnTo>
                  <a:lnTo>
                    <a:pt x="1" y="343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7163" name="Freeform 187">
              <a:extLst>
                <a:ext uri="{FF2B5EF4-FFF2-40B4-BE49-F238E27FC236}">
                  <a16:creationId xmlns:a16="http://schemas.microsoft.com/office/drawing/2014/main" id="{456FEB5C-C0B1-405F-BF32-0230FD690585}"/>
                </a:ext>
              </a:extLst>
            </p:cNvPr>
            <p:cNvSpPr>
              <a:spLocks/>
            </p:cNvSpPr>
            <p:nvPr/>
          </p:nvSpPr>
          <p:spPr bwMode="auto">
            <a:xfrm>
              <a:off x="4410" y="1723"/>
              <a:ext cx="35" cy="35"/>
            </a:xfrm>
            <a:custGeom>
              <a:avLst/>
              <a:gdLst>
                <a:gd name="T0" fmla="*/ 139 w 139"/>
                <a:gd name="T1" fmla="*/ 140 h 140"/>
                <a:gd name="T2" fmla="*/ 99 w 139"/>
                <a:gd name="T3" fmla="*/ 41 h 140"/>
                <a:gd name="T4" fmla="*/ 0 w 139"/>
                <a:gd name="T5" fmla="*/ 0 h 140"/>
                <a:gd name="T6" fmla="*/ 1 w 139"/>
                <a:gd name="T7" fmla="*/ 0 h 1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9" h="140">
                  <a:moveTo>
                    <a:pt x="139" y="140"/>
                  </a:moveTo>
                  <a:lnTo>
                    <a:pt x="99" y="41"/>
                  </a:ln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7164" name="Freeform 188">
              <a:extLst>
                <a:ext uri="{FF2B5EF4-FFF2-40B4-BE49-F238E27FC236}">
                  <a16:creationId xmlns:a16="http://schemas.microsoft.com/office/drawing/2014/main" id="{49B8C2B7-EA16-49C5-9622-5DDE6E30AB4B}"/>
                </a:ext>
              </a:extLst>
            </p:cNvPr>
            <p:cNvSpPr>
              <a:spLocks/>
            </p:cNvSpPr>
            <p:nvPr/>
          </p:nvSpPr>
          <p:spPr bwMode="auto">
            <a:xfrm>
              <a:off x="3399" y="1544"/>
              <a:ext cx="1" cy="105"/>
            </a:xfrm>
            <a:custGeom>
              <a:avLst/>
              <a:gdLst>
                <a:gd name="T0" fmla="*/ 0 w 1"/>
                <a:gd name="T1" fmla="*/ 0 h 420"/>
                <a:gd name="T2" fmla="*/ 0 w 1"/>
                <a:gd name="T3" fmla="*/ 420 h 420"/>
                <a:gd name="T4" fmla="*/ 1 w 1"/>
                <a:gd name="T5" fmla="*/ 420 h 4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420">
                  <a:moveTo>
                    <a:pt x="0" y="0"/>
                  </a:moveTo>
                  <a:lnTo>
                    <a:pt x="0" y="420"/>
                  </a:lnTo>
                  <a:lnTo>
                    <a:pt x="1" y="42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7165" name="Freeform 189">
              <a:extLst>
                <a:ext uri="{FF2B5EF4-FFF2-40B4-BE49-F238E27FC236}">
                  <a16:creationId xmlns:a16="http://schemas.microsoft.com/office/drawing/2014/main" id="{2872ED91-40C3-44B8-B0AC-A33142E598F1}"/>
                </a:ext>
              </a:extLst>
            </p:cNvPr>
            <p:cNvSpPr>
              <a:spLocks/>
            </p:cNvSpPr>
            <p:nvPr/>
          </p:nvSpPr>
          <p:spPr bwMode="auto">
            <a:xfrm>
              <a:off x="3764" y="1001"/>
              <a:ext cx="391" cy="1"/>
            </a:xfrm>
            <a:custGeom>
              <a:avLst/>
              <a:gdLst>
                <a:gd name="T0" fmla="*/ 0 w 1565"/>
                <a:gd name="T1" fmla="*/ 1564 w 1565"/>
                <a:gd name="T2" fmla="*/ 1565 w 156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1565">
                  <a:moveTo>
                    <a:pt x="0" y="0"/>
                  </a:moveTo>
                  <a:lnTo>
                    <a:pt x="1564" y="0"/>
                  </a:lnTo>
                  <a:lnTo>
                    <a:pt x="1565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7166" name="Freeform 190">
              <a:extLst>
                <a:ext uri="{FF2B5EF4-FFF2-40B4-BE49-F238E27FC236}">
                  <a16:creationId xmlns:a16="http://schemas.microsoft.com/office/drawing/2014/main" id="{0EC545CE-D938-4733-BD3E-BFD431A5984F}"/>
                </a:ext>
              </a:extLst>
            </p:cNvPr>
            <p:cNvSpPr>
              <a:spLocks/>
            </p:cNvSpPr>
            <p:nvPr/>
          </p:nvSpPr>
          <p:spPr bwMode="auto">
            <a:xfrm>
              <a:off x="3807" y="666"/>
              <a:ext cx="1" cy="385"/>
            </a:xfrm>
            <a:custGeom>
              <a:avLst/>
              <a:gdLst>
                <a:gd name="T0" fmla="*/ 0 w 1"/>
                <a:gd name="T1" fmla="*/ 0 h 1542"/>
                <a:gd name="T2" fmla="*/ 0 w 1"/>
                <a:gd name="T3" fmla="*/ 1542 h 1542"/>
                <a:gd name="T4" fmla="*/ 1 w 1"/>
                <a:gd name="T5" fmla="*/ 1542 h 15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1542">
                  <a:moveTo>
                    <a:pt x="0" y="0"/>
                  </a:moveTo>
                  <a:lnTo>
                    <a:pt x="0" y="1542"/>
                  </a:lnTo>
                  <a:lnTo>
                    <a:pt x="1" y="1542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7167" name="Freeform 191">
              <a:extLst>
                <a:ext uri="{FF2B5EF4-FFF2-40B4-BE49-F238E27FC236}">
                  <a16:creationId xmlns:a16="http://schemas.microsoft.com/office/drawing/2014/main" id="{8925D09A-61E3-49CA-9C59-2E10F3254525}"/>
                </a:ext>
              </a:extLst>
            </p:cNvPr>
            <p:cNvSpPr>
              <a:spLocks/>
            </p:cNvSpPr>
            <p:nvPr/>
          </p:nvSpPr>
          <p:spPr bwMode="auto">
            <a:xfrm>
              <a:off x="3448" y="1001"/>
              <a:ext cx="256" cy="1"/>
            </a:xfrm>
            <a:custGeom>
              <a:avLst/>
              <a:gdLst>
                <a:gd name="T0" fmla="*/ 0 w 1023"/>
                <a:gd name="T1" fmla="*/ 1022 w 1023"/>
                <a:gd name="T2" fmla="*/ 1023 w 102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1023">
                  <a:moveTo>
                    <a:pt x="0" y="0"/>
                  </a:moveTo>
                  <a:lnTo>
                    <a:pt x="1022" y="0"/>
                  </a:lnTo>
                  <a:lnTo>
                    <a:pt x="1023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7168" name="Freeform 192">
              <a:extLst>
                <a:ext uri="{FF2B5EF4-FFF2-40B4-BE49-F238E27FC236}">
                  <a16:creationId xmlns:a16="http://schemas.microsoft.com/office/drawing/2014/main" id="{6EF07A7B-1BA7-477A-B609-3D1B17B81092}"/>
                </a:ext>
              </a:extLst>
            </p:cNvPr>
            <p:cNvSpPr>
              <a:spLocks/>
            </p:cNvSpPr>
            <p:nvPr/>
          </p:nvSpPr>
          <p:spPr bwMode="auto">
            <a:xfrm>
              <a:off x="3807" y="1068"/>
              <a:ext cx="1" cy="18"/>
            </a:xfrm>
            <a:custGeom>
              <a:avLst/>
              <a:gdLst>
                <a:gd name="T0" fmla="*/ 0 w 1"/>
                <a:gd name="T1" fmla="*/ 0 h 71"/>
                <a:gd name="T2" fmla="*/ 0 w 1"/>
                <a:gd name="T3" fmla="*/ 71 h 71"/>
                <a:gd name="T4" fmla="*/ 1 w 1"/>
                <a:gd name="T5" fmla="*/ 71 h 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71">
                  <a:moveTo>
                    <a:pt x="0" y="0"/>
                  </a:moveTo>
                  <a:lnTo>
                    <a:pt x="0" y="71"/>
                  </a:lnTo>
                  <a:lnTo>
                    <a:pt x="1" y="71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7169" name="Freeform 193">
              <a:extLst>
                <a:ext uri="{FF2B5EF4-FFF2-40B4-BE49-F238E27FC236}">
                  <a16:creationId xmlns:a16="http://schemas.microsoft.com/office/drawing/2014/main" id="{05805BB0-E079-4F42-9B43-03B894AF70BC}"/>
                </a:ext>
              </a:extLst>
            </p:cNvPr>
            <p:cNvSpPr>
              <a:spLocks/>
            </p:cNvSpPr>
            <p:nvPr/>
          </p:nvSpPr>
          <p:spPr bwMode="auto">
            <a:xfrm>
              <a:off x="3719" y="1264"/>
              <a:ext cx="23" cy="33"/>
            </a:xfrm>
            <a:custGeom>
              <a:avLst/>
              <a:gdLst>
                <a:gd name="T0" fmla="*/ 94 w 94"/>
                <a:gd name="T1" fmla="*/ 133 h 133"/>
                <a:gd name="T2" fmla="*/ 68 w 94"/>
                <a:gd name="T3" fmla="*/ 51 h 133"/>
                <a:gd name="T4" fmla="*/ 0 w 94"/>
                <a:gd name="T5" fmla="*/ 0 h 133"/>
                <a:gd name="T6" fmla="*/ 1 w 94"/>
                <a:gd name="T7" fmla="*/ 0 h 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4" h="133">
                  <a:moveTo>
                    <a:pt x="94" y="133"/>
                  </a:moveTo>
                  <a:lnTo>
                    <a:pt x="68" y="51"/>
                  </a:ln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7170" name="Freeform 194">
              <a:extLst>
                <a:ext uri="{FF2B5EF4-FFF2-40B4-BE49-F238E27FC236}">
                  <a16:creationId xmlns:a16="http://schemas.microsoft.com/office/drawing/2014/main" id="{BFF663A4-5471-4985-A17A-3177167D7DE4}"/>
                </a:ext>
              </a:extLst>
            </p:cNvPr>
            <p:cNvSpPr>
              <a:spLocks/>
            </p:cNvSpPr>
            <p:nvPr/>
          </p:nvSpPr>
          <p:spPr bwMode="auto">
            <a:xfrm>
              <a:off x="3874" y="1260"/>
              <a:ext cx="25" cy="50"/>
            </a:xfrm>
            <a:custGeom>
              <a:avLst/>
              <a:gdLst>
                <a:gd name="T0" fmla="*/ 25 w 25"/>
                <a:gd name="T1" fmla="*/ 0 h 50"/>
                <a:gd name="T2" fmla="*/ 9 w 25"/>
                <a:gd name="T3" fmla="*/ 13 h 50"/>
                <a:gd name="T4" fmla="*/ 0 w 25"/>
                <a:gd name="T5" fmla="*/ 50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5" h="50">
                  <a:moveTo>
                    <a:pt x="25" y="0"/>
                  </a:moveTo>
                  <a:lnTo>
                    <a:pt x="9" y="13"/>
                  </a:lnTo>
                  <a:lnTo>
                    <a:pt x="0" y="5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7171" name="Rectangle 195">
              <a:extLst>
                <a:ext uri="{FF2B5EF4-FFF2-40B4-BE49-F238E27FC236}">
                  <a16:creationId xmlns:a16="http://schemas.microsoft.com/office/drawing/2014/main" id="{428AEFB0-DFD7-4FF3-844A-C2DA11434D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61" y="416"/>
              <a:ext cx="98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i="1">
                  <a:latin typeface="宋体" panose="02010600030101010101" pitchFamily="2" charset="-122"/>
                </a:rPr>
                <a:t>A</a:t>
              </a:r>
              <a:endParaRPr lang="en-US" altLang="zh-CN"/>
            </a:p>
          </p:txBody>
        </p:sp>
        <p:sp>
          <p:nvSpPr>
            <p:cNvPr id="127172" name="Freeform 196">
              <a:extLst>
                <a:ext uri="{FF2B5EF4-FFF2-40B4-BE49-F238E27FC236}">
                  <a16:creationId xmlns:a16="http://schemas.microsoft.com/office/drawing/2014/main" id="{D02BE669-9445-456E-8657-FACCB7CB7B26}"/>
                </a:ext>
              </a:extLst>
            </p:cNvPr>
            <p:cNvSpPr>
              <a:spLocks/>
            </p:cNvSpPr>
            <p:nvPr/>
          </p:nvSpPr>
          <p:spPr bwMode="auto">
            <a:xfrm>
              <a:off x="3728" y="1001"/>
              <a:ext cx="13" cy="1"/>
            </a:xfrm>
            <a:custGeom>
              <a:avLst/>
              <a:gdLst>
                <a:gd name="T0" fmla="*/ 0 w 51"/>
                <a:gd name="T1" fmla="*/ 50 w 51"/>
                <a:gd name="T2" fmla="*/ 51 w 5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51">
                  <a:moveTo>
                    <a:pt x="0" y="0"/>
                  </a:moveTo>
                  <a:lnTo>
                    <a:pt x="50" y="0"/>
                  </a:lnTo>
                  <a:lnTo>
                    <a:pt x="51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7173" name="Freeform 197">
              <a:extLst>
                <a:ext uri="{FF2B5EF4-FFF2-40B4-BE49-F238E27FC236}">
                  <a16:creationId xmlns:a16="http://schemas.microsoft.com/office/drawing/2014/main" id="{A7E6E1D3-50ED-44FA-94A8-F0854AD486BC}"/>
                </a:ext>
              </a:extLst>
            </p:cNvPr>
            <p:cNvSpPr>
              <a:spLocks/>
            </p:cNvSpPr>
            <p:nvPr/>
          </p:nvSpPr>
          <p:spPr bwMode="auto">
            <a:xfrm>
              <a:off x="3807" y="544"/>
              <a:ext cx="180" cy="1"/>
            </a:xfrm>
            <a:custGeom>
              <a:avLst/>
              <a:gdLst>
                <a:gd name="T0" fmla="*/ 0 w 719"/>
                <a:gd name="T1" fmla="*/ 718 w 719"/>
                <a:gd name="T2" fmla="*/ 719 w 719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719">
                  <a:moveTo>
                    <a:pt x="0" y="0"/>
                  </a:moveTo>
                  <a:lnTo>
                    <a:pt x="718" y="0"/>
                  </a:lnTo>
                  <a:lnTo>
                    <a:pt x="719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7174" name="Freeform 198">
              <a:extLst>
                <a:ext uri="{FF2B5EF4-FFF2-40B4-BE49-F238E27FC236}">
                  <a16:creationId xmlns:a16="http://schemas.microsoft.com/office/drawing/2014/main" id="{F683BC62-8577-4077-94D1-B482AD81A5E9}"/>
                </a:ext>
              </a:extLst>
            </p:cNvPr>
            <p:cNvSpPr>
              <a:spLocks/>
            </p:cNvSpPr>
            <p:nvPr/>
          </p:nvSpPr>
          <p:spPr bwMode="auto">
            <a:xfrm>
              <a:off x="3807" y="544"/>
              <a:ext cx="1" cy="100"/>
            </a:xfrm>
            <a:custGeom>
              <a:avLst/>
              <a:gdLst>
                <a:gd name="T0" fmla="*/ 0 w 1"/>
                <a:gd name="T1" fmla="*/ 401 h 401"/>
                <a:gd name="T2" fmla="*/ 0 w 1"/>
                <a:gd name="T3" fmla="*/ 0 h 401"/>
                <a:gd name="T4" fmla="*/ 1 w 1"/>
                <a:gd name="T5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401">
                  <a:moveTo>
                    <a:pt x="0" y="401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7175" name="Freeform 199">
              <a:extLst>
                <a:ext uri="{FF2B5EF4-FFF2-40B4-BE49-F238E27FC236}">
                  <a16:creationId xmlns:a16="http://schemas.microsoft.com/office/drawing/2014/main" id="{943C860D-E0C8-42FE-9599-828189C808FE}"/>
                </a:ext>
              </a:extLst>
            </p:cNvPr>
            <p:cNvSpPr>
              <a:spLocks/>
            </p:cNvSpPr>
            <p:nvPr/>
          </p:nvSpPr>
          <p:spPr bwMode="auto">
            <a:xfrm>
              <a:off x="4518" y="724"/>
              <a:ext cx="1" cy="555"/>
            </a:xfrm>
            <a:custGeom>
              <a:avLst/>
              <a:gdLst>
                <a:gd name="T0" fmla="*/ 0 w 1"/>
                <a:gd name="T1" fmla="*/ 0 h 2218"/>
                <a:gd name="T2" fmla="*/ 0 w 1"/>
                <a:gd name="T3" fmla="*/ 2218 h 2218"/>
                <a:gd name="T4" fmla="*/ 1 w 1"/>
                <a:gd name="T5" fmla="*/ 2218 h 2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2218">
                  <a:moveTo>
                    <a:pt x="0" y="0"/>
                  </a:moveTo>
                  <a:lnTo>
                    <a:pt x="0" y="2218"/>
                  </a:lnTo>
                  <a:lnTo>
                    <a:pt x="1" y="2218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7176" name="Freeform 200">
              <a:extLst>
                <a:ext uri="{FF2B5EF4-FFF2-40B4-BE49-F238E27FC236}">
                  <a16:creationId xmlns:a16="http://schemas.microsoft.com/office/drawing/2014/main" id="{ACE240EA-85FD-4565-AB39-2638EF6C4757}"/>
                </a:ext>
              </a:extLst>
            </p:cNvPr>
            <p:cNvSpPr>
              <a:spLocks/>
            </p:cNvSpPr>
            <p:nvPr/>
          </p:nvSpPr>
          <p:spPr bwMode="auto">
            <a:xfrm>
              <a:off x="4445" y="1001"/>
              <a:ext cx="249" cy="1"/>
            </a:xfrm>
            <a:custGeom>
              <a:avLst/>
              <a:gdLst>
                <a:gd name="T0" fmla="*/ 0 w 999"/>
                <a:gd name="T1" fmla="*/ 998 w 999"/>
                <a:gd name="T2" fmla="*/ 999 w 999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999">
                  <a:moveTo>
                    <a:pt x="0" y="0"/>
                  </a:moveTo>
                  <a:lnTo>
                    <a:pt x="998" y="0"/>
                  </a:lnTo>
                  <a:lnTo>
                    <a:pt x="999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7177" name="Freeform 201">
              <a:extLst>
                <a:ext uri="{FF2B5EF4-FFF2-40B4-BE49-F238E27FC236}">
                  <a16:creationId xmlns:a16="http://schemas.microsoft.com/office/drawing/2014/main" id="{C1EEB979-20F9-48B4-9AA9-77B5D5573B40}"/>
                </a:ext>
              </a:extLst>
            </p:cNvPr>
            <p:cNvSpPr>
              <a:spLocks/>
            </p:cNvSpPr>
            <p:nvPr/>
          </p:nvSpPr>
          <p:spPr bwMode="auto">
            <a:xfrm>
              <a:off x="4518" y="1279"/>
              <a:ext cx="118" cy="1"/>
            </a:xfrm>
            <a:custGeom>
              <a:avLst/>
              <a:gdLst>
                <a:gd name="T0" fmla="*/ 0 w 472"/>
                <a:gd name="T1" fmla="*/ 471 w 472"/>
                <a:gd name="T2" fmla="*/ 472 w 47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472">
                  <a:moveTo>
                    <a:pt x="0" y="0"/>
                  </a:moveTo>
                  <a:lnTo>
                    <a:pt x="471" y="0"/>
                  </a:lnTo>
                  <a:lnTo>
                    <a:pt x="472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7178" name="Freeform 202">
              <a:extLst>
                <a:ext uri="{FF2B5EF4-FFF2-40B4-BE49-F238E27FC236}">
                  <a16:creationId xmlns:a16="http://schemas.microsoft.com/office/drawing/2014/main" id="{04F10A38-E944-44D2-A460-CE040F18FCF0}"/>
                </a:ext>
              </a:extLst>
            </p:cNvPr>
            <p:cNvSpPr>
              <a:spLocks/>
            </p:cNvSpPr>
            <p:nvPr/>
          </p:nvSpPr>
          <p:spPr bwMode="auto">
            <a:xfrm>
              <a:off x="4635" y="1279"/>
              <a:ext cx="35" cy="34"/>
            </a:xfrm>
            <a:custGeom>
              <a:avLst/>
              <a:gdLst>
                <a:gd name="T0" fmla="*/ 139 w 139"/>
                <a:gd name="T1" fmla="*/ 139 h 139"/>
                <a:gd name="T2" fmla="*/ 98 w 139"/>
                <a:gd name="T3" fmla="*/ 42 h 139"/>
                <a:gd name="T4" fmla="*/ 0 w 139"/>
                <a:gd name="T5" fmla="*/ 0 h 139"/>
                <a:gd name="T6" fmla="*/ 1 w 139"/>
                <a:gd name="T7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9" h="139">
                  <a:moveTo>
                    <a:pt x="139" y="139"/>
                  </a:moveTo>
                  <a:lnTo>
                    <a:pt x="98" y="42"/>
                  </a:ln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7179" name="Freeform 203">
              <a:extLst>
                <a:ext uri="{FF2B5EF4-FFF2-40B4-BE49-F238E27FC236}">
                  <a16:creationId xmlns:a16="http://schemas.microsoft.com/office/drawing/2014/main" id="{3BE8AA92-7DCC-49A3-8B42-1A76BD804BDC}"/>
                </a:ext>
              </a:extLst>
            </p:cNvPr>
            <p:cNvSpPr>
              <a:spLocks/>
            </p:cNvSpPr>
            <p:nvPr/>
          </p:nvSpPr>
          <p:spPr bwMode="auto">
            <a:xfrm>
              <a:off x="4798" y="1279"/>
              <a:ext cx="35" cy="34"/>
            </a:xfrm>
            <a:custGeom>
              <a:avLst/>
              <a:gdLst>
                <a:gd name="T0" fmla="*/ 141 w 141"/>
                <a:gd name="T1" fmla="*/ 0 h 139"/>
                <a:gd name="T2" fmla="*/ 42 w 141"/>
                <a:gd name="T3" fmla="*/ 42 h 139"/>
                <a:gd name="T4" fmla="*/ 0 w 141"/>
                <a:gd name="T5" fmla="*/ 139 h 139"/>
                <a:gd name="T6" fmla="*/ 2 w 141"/>
                <a:gd name="T7" fmla="*/ 139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1" h="139">
                  <a:moveTo>
                    <a:pt x="141" y="0"/>
                  </a:moveTo>
                  <a:lnTo>
                    <a:pt x="42" y="42"/>
                  </a:lnTo>
                  <a:lnTo>
                    <a:pt x="0" y="139"/>
                  </a:lnTo>
                  <a:lnTo>
                    <a:pt x="2" y="139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7180" name="Freeform 204">
              <a:extLst>
                <a:ext uri="{FF2B5EF4-FFF2-40B4-BE49-F238E27FC236}">
                  <a16:creationId xmlns:a16="http://schemas.microsoft.com/office/drawing/2014/main" id="{ECEE6504-0CDC-4C1E-B14D-4825344F246D}"/>
                </a:ext>
              </a:extLst>
            </p:cNvPr>
            <p:cNvSpPr>
              <a:spLocks/>
            </p:cNvSpPr>
            <p:nvPr/>
          </p:nvSpPr>
          <p:spPr bwMode="auto">
            <a:xfrm>
              <a:off x="4737" y="1001"/>
              <a:ext cx="25" cy="1"/>
            </a:xfrm>
            <a:custGeom>
              <a:avLst/>
              <a:gdLst>
                <a:gd name="T0" fmla="*/ 0 w 98"/>
                <a:gd name="T1" fmla="*/ 97 w 98"/>
                <a:gd name="T2" fmla="*/ 98 w 98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98">
                  <a:moveTo>
                    <a:pt x="0" y="0"/>
                  </a:moveTo>
                  <a:lnTo>
                    <a:pt x="97" y="0"/>
                  </a:lnTo>
                  <a:lnTo>
                    <a:pt x="98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7181" name="Freeform 205">
              <a:extLst>
                <a:ext uri="{FF2B5EF4-FFF2-40B4-BE49-F238E27FC236}">
                  <a16:creationId xmlns:a16="http://schemas.microsoft.com/office/drawing/2014/main" id="{D203996F-CF42-4904-801B-53082C547CBE}"/>
                </a:ext>
              </a:extLst>
            </p:cNvPr>
            <p:cNvSpPr>
              <a:spLocks/>
            </p:cNvSpPr>
            <p:nvPr/>
          </p:nvSpPr>
          <p:spPr bwMode="auto">
            <a:xfrm>
              <a:off x="5078" y="1723"/>
              <a:ext cx="1" cy="121"/>
            </a:xfrm>
            <a:custGeom>
              <a:avLst/>
              <a:gdLst>
                <a:gd name="T0" fmla="*/ 0 w 1"/>
                <a:gd name="T1" fmla="*/ 0 h 483"/>
                <a:gd name="T2" fmla="*/ 0 w 1"/>
                <a:gd name="T3" fmla="*/ 483 h 483"/>
                <a:gd name="T4" fmla="*/ 1 w 1"/>
                <a:gd name="T5" fmla="*/ 483 h 4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483">
                  <a:moveTo>
                    <a:pt x="0" y="0"/>
                  </a:moveTo>
                  <a:lnTo>
                    <a:pt x="0" y="483"/>
                  </a:lnTo>
                  <a:lnTo>
                    <a:pt x="1" y="483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7182" name="Freeform 206">
              <a:extLst>
                <a:ext uri="{FF2B5EF4-FFF2-40B4-BE49-F238E27FC236}">
                  <a16:creationId xmlns:a16="http://schemas.microsoft.com/office/drawing/2014/main" id="{473635B1-0DB8-408F-8535-DD0B77F616E8}"/>
                </a:ext>
              </a:extLst>
            </p:cNvPr>
            <p:cNvSpPr>
              <a:spLocks/>
            </p:cNvSpPr>
            <p:nvPr/>
          </p:nvSpPr>
          <p:spPr bwMode="auto">
            <a:xfrm>
              <a:off x="4932" y="1723"/>
              <a:ext cx="1" cy="121"/>
            </a:xfrm>
            <a:custGeom>
              <a:avLst/>
              <a:gdLst>
                <a:gd name="T0" fmla="*/ 0 w 1"/>
                <a:gd name="T1" fmla="*/ 0 h 483"/>
                <a:gd name="T2" fmla="*/ 0 w 1"/>
                <a:gd name="T3" fmla="*/ 483 h 483"/>
                <a:gd name="T4" fmla="*/ 1 w 1"/>
                <a:gd name="T5" fmla="*/ 483 h 4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483">
                  <a:moveTo>
                    <a:pt x="0" y="0"/>
                  </a:moveTo>
                  <a:lnTo>
                    <a:pt x="0" y="483"/>
                  </a:lnTo>
                  <a:lnTo>
                    <a:pt x="1" y="483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7183" name="Freeform 207">
              <a:extLst>
                <a:ext uri="{FF2B5EF4-FFF2-40B4-BE49-F238E27FC236}">
                  <a16:creationId xmlns:a16="http://schemas.microsoft.com/office/drawing/2014/main" id="{8B0B2799-819A-4C69-9332-430E040D1546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5" y="1676"/>
              <a:ext cx="1" cy="232"/>
            </a:xfrm>
            <a:custGeom>
              <a:avLst/>
              <a:gdLst>
                <a:gd name="T0" fmla="*/ 0 w 1"/>
                <a:gd name="T1" fmla="*/ 0 h 925"/>
                <a:gd name="T2" fmla="*/ 0 w 1"/>
                <a:gd name="T3" fmla="*/ 925 h 925"/>
                <a:gd name="T4" fmla="*/ 1 w 1"/>
                <a:gd name="T5" fmla="*/ 925 h 9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925">
                  <a:moveTo>
                    <a:pt x="0" y="0"/>
                  </a:moveTo>
                  <a:lnTo>
                    <a:pt x="0" y="925"/>
                  </a:lnTo>
                  <a:lnTo>
                    <a:pt x="1" y="925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7184" name="Freeform 208">
              <a:extLst>
                <a:ext uri="{FF2B5EF4-FFF2-40B4-BE49-F238E27FC236}">
                  <a16:creationId xmlns:a16="http://schemas.microsoft.com/office/drawing/2014/main" id="{F169B83C-8B20-46D2-8014-5331DE9271EE}"/>
                </a:ext>
              </a:extLst>
            </p:cNvPr>
            <p:cNvSpPr>
              <a:spLocks/>
            </p:cNvSpPr>
            <p:nvPr/>
          </p:nvSpPr>
          <p:spPr bwMode="auto">
            <a:xfrm>
              <a:off x="5220" y="1758"/>
              <a:ext cx="1" cy="86"/>
            </a:xfrm>
            <a:custGeom>
              <a:avLst/>
              <a:gdLst>
                <a:gd name="T0" fmla="*/ 0 w 1"/>
                <a:gd name="T1" fmla="*/ 0 h 343"/>
                <a:gd name="T2" fmla="*/ 0 w 1"/>
                <a:gd name="T3" fmla="*/ 343 h 343"/>
                <a:gd name="T4" fmla="*/ 1 w 1"/>
                <a:gd name="T5" fmla="*/ 343 h 3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343">
                  <a:moveTo>
                    <a:pt x="0" y="0"/>
                  </a:moveTo>
                  <a:lnTo>
                    <a:pt x="0" y="343"/>
                  </a:lnTo>
                  <a:lnTo>
                    <a:pt x="1" y="343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7185" name="Freeform 209">
              <a:extLst>
                <a:ext uri="{FF2B5EF4-FFF2-40B4-BE49-F238E27FC236}">
                  <a16:creationId xmlns:a16="http://schemas.microsoft.com/office/drawing/2014/main" id="{57F1A25E-B520-43BB-9739-650C34A4A30C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9" y="1723"/>
              <a:ext cx="35" cy="35"/>
            </a:xfrm>
            <a:custGeom>
              <a:avLst/>
              <a:gdLst>
                <a:gd name="T0" fmla="*/ 140 w 140"/>
                <a:gd name="T1" fmla="*/ 140 h 140"/>
                <a:gd name="T2" fmla="*/ 98 w 140"/>
                <a:gd name="T3" fmla="*/ 41 h 140"/>
                <a:gd name="T4" fmla="*/ 0 w 140"/>
                <a:gd name="T5" fmla="*/ 0 h 140"/>
                <a:gd name="T6" fmla="*/ 2 w 140"/>
                <a:gd name="T7" fmla="*/ 0 h 1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0" h="140">
                  <a:moveTo>
                    <a:pt x="140" y="140"/>
                  </a:moveTo>
                  <a:lnTo>
                    <a:pt x="98" y="41"/>
                  </a:lnTo>
                  <a:lnTo>
                    <a:pt x="0" y="0"/>
                  </a:lnTo>
                  <a:lnTo>
                    <a:pt x="2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7186" name="Freeform 210">
              <a:extLst>
                <a:ext uri="{FF2B5EF4-FFF2-40B4-BE49-F238E27FC236}">
                  <a16:creationId xmlns:a16="http://schemas.microsoft.com/office/drawing/2014/main" id="{CE517449-62C2-4B93-9B43-87793D87586C}"/>
                </a:ext>
              </a:extLst>
            </p:cNvPr>
            <p:cNvSpPr>
              <a:spLocks/>
            </p:cNvSpPr>
            <p:nvPr/>
          </p:nvSpPr>
          <p:spPr bwMode="auto">
            <a:xfrm>
              <a:off x="5060" y="724"/>
              <a:ext cx="1" cy="555"/>
            </a:xfrm>
            <a:custGeom>
              <a:avLst/>
              <a:gdLst>
                <a:gd name="T0" fmla="*/ 0 w 2"/>
                <a:gd name="T1" fmla="*/ 0 h 2218"/>
                <a:gd name="T2" fmla="*/ 0 w 2"/>
                <a:gd name="T3" fmla="*/ 2218 h 2218"/>
                <a:gd name="T4" fmla="*/ 2 w 2"/>
                <a:gd name="T5" fmla="*/ 2218 h 2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2218">
                  <a:moveTo>
                    <a:pt x="0" y="0"/>
                  </a:moveTo>
                  <a:lnTo>
                    <a:pt x="0" y="2218"/>
                  </a:lnTo>
                  <a:lnTo>
                    <a:pt x="2" y="2218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7187" name="Freeform 211">
              <a:extLst>
                <a:ext uri="{FF2B5EF4-FFF2-40B4-BE49-F238E27FC236}">
                  <a16:creationId xmlns:a16="http://schemas.microsoft.com/office/drawing/2014/main" id="{1E8D79F8-E6A0-417A-AEBF-B8B549D8B2CA}"/>
                </a:ext>
              </a:extLst>
            </p:cNvPr>
            <p:cNvSpPr>
              <a:spLocks/>
            </p:cNvSpPr>
            <p:nvPr/>
          </p:nvSpPr>
          <p:spPr bwMode="auto">
            <a:xfrm>
              <a:off x="4798" y="1705"/>
              <a:ext cx="18" cy="18"/>
            </a:xfrm>
            <a:custGeom>
              <a:avLst/>
              <a:gdLst>
                <a:gd name="T0" fmla="*/ 0 w 72"/>
                <a:gd name="T1" fmla="*/ 0 h 70"/>
                <a:gd name="T2" fmla="*/ 21 w 72"/>
                <a:gd name="T3" fmla="*/ 49 h 70"/>
                <a:gd name="T4" fmla="*/ 71 w 72"/>
                <a:gd name="T5" fmla="*/ 70 h 70"/>
                <a:gd name="T6" fmla="*/ 72 w 72"/>
                <a:gd name="T7" fmla="*/ 7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2" h="70">
                  <a:moveTo>
                    <a:pt x="0" y="0"/>
                  </a:moveTo>
                  <a:lnTo>
                    <a:pt x="21" y="49"/>
                  </a:lnTo>
                  <a:lnTo>
                    <a:pt x="71" y="70"/>
                  </a:lnTo>
                  <a:lnTo>
                    <a:pt x="72" y="7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7188" name="Line 212">
              <a:extLst>
                <a:ext uri="{FF2B5EF4-FFF2-40B4-BE49-F238E27FC236}">
                  <a16:creationId xmlns:a16="http://schemas.microsoft.com/office/drawing/2014/main" id="{E7BA079E-0A94-4BE8-A821-F5EA59095E6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76" y="1607"/>
              <a:ext cx="0" cy="8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7189" name="Line 213">
              <a:extLst>
                <a:ext uri="{FF2B5EF4-FFF2-40B4-BE49-F238E27FC236}">
                  <a16:creationId xmlns:a16="http://schemas.microsoft.com/office/drawing/2014/main" id="{DE35408D-604A-4D3E-ABD8-116FF13DB86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85" y="1392"/>
              <a:ext cx="231" cy="333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7190" name="Rectangle 214">
              <a:extLst>
                <a:ext uri="{FF2B5EF4-FFF2-40B4-BE49-F238E27FC236}">
                  <a16:creationId xmlns:a16="http://schemas.microsoft.com/office/drawing/2014/main" id="{B433988E-FED6-4C37-8C69-9363CE05B9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80" y="1419"/>
              <a:ext cx="98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i="1">
                  <a:latin typeface="宋体" panose="02010600030101010101" pitchFamily="2" charset="-122"/>
                </a:rPr>
                <a:t>A</a:t>
              </a:r>
              <a:endParaRPr lang="en-US" altLang="zh-CN"/>
            </a:p>
          </p:txBody>
        </p:sp>
        <p:sp>
          <p:nvSpPr>
            <p:cNvPr id="127191" name="Text Box 215">
              <a:extLst>
                <a:ext uri="{FF2B5EF4-FFF2-40B4-BE49-F238E27FC236}">
                  <a16:creationId xmlns:a16="http://schemas.microsoft.com/office/drawing/2014/main" id="{24055907-0908-4F61-A581-57136CF760A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90" y="2061"/>
              <a:ext cx="50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/>
              <a:r>
                <a:rPr lang="zh-CN" altLang="en-US">
                  <a:solidFill>
                    <a:srgbClr val="FF0000"/>
                  </a:solidFill>
                </a:rPr>
                <a:t>正确</a:t>
              </a:r>
            </a:p>
          </p:txBody>
        </p:sp>
        <p:sp>
          <p:nvSpPr>
            <p:cNvPr id="127192" name="Rectangle 216">
              <a:extLst>
                <a:ext uri="{FF2B5EF4-FFF2-40B4-BE49-F238E27FC236}">
                  <a16:creationId xmlns:a16="http://schemas.microsoft.com/office/drawing/2014/main" id="{9F1804DA-CB7E-4283-BF03-ADA4ACFA4F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69" y="1937"/>
              <a:ext cx="98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i="1">
                  <a:latin typeface="宋体" panose="02010600030101010101" pitchFamily="2" charset="-122"/>
                </a:rPr>
                <a:t>A</a:t>
              </a:r>
              <a:endParaRPr lang="en-US" altLang="zh-CN"/>
            </a:p>
          </p:txBody>
        </p:sp>
      </p:grpSp>
      <p:pic>
        <p:nvPicPr>
          <p:cNvPr id="127237" name="Picture 261">
            <a:extLst>
              <a:ext uri="{FF2B5EF4-FFF2-40B4-BE49-F238E27FC236}">
                <a16:creationId xmlns:a16="http://schemas.microsoft.com/office/drawing/2014/main" id="{1942CAEF-B195-41D5-8202-1886589D29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00FFFF"/>
              </a:clrFrom>
              <a:clrTo>
                <a:srgbClr val="00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3175" y="3748088"/>
            <a:ext cx="2787650" cy="2616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27238" name="AutoShape 262">
            <a:extLst>
              <a:ext uri="{FF2B5EF4-FFF2-40B4-BE49-F238E27FC236}">
                <a16:creationId xmlns:a16="http://schemas.microsoft.com/office/drawing/2014/main" id="{1D782177-4831-4FCA-8F9D-0A8E0B5D9D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22600" y="5727700"/>
            <a:ext cx="1587500" cy="596900"/>
          </a:xfrm>
          <a:prstGeom prst="wedgeEllipseCallout">
            <a:avLst>
              <a:gd name="adj1" fmla="val -33301"/>
              <a:gd name="adj2" fmla="val -125796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zh-CN" altLang="en-US"/>
              <a:t>不完整</a:t>
            </a:r>
          </a:p>
        </p:txBody>
      </p:sp>
      <p:pic>
        <p:nvPicPr>
          <p:cNvPr id="127239" name="Picture 263">
            <a:extLst>
              <a:ext uri="{FF2B5EF4-FFF2-40B4-BE49-F238E27FC236}">
                <a16:creationId xmlns:a16="http://schemas.microsoft.com/office/drawing/2014/main" id="{1A46B3AD-E748-40FC-AE94-6B29F9D6B7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00FFFF"/>
              </a:clrFrom>
              <a:clrTo>
                <a:srgbClr val="00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5250" y="3860800"/>
            <a:ext cx="2928938" cy="2400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27240" name="AutoShape 264">
            <a:extLst>
              <a:ext uri="{FF2B5EF4-FFF2-40B4-BE49-F238E27FC236}">
                <a16:creationId xmlns:a16="http://schemas.microsoft.com/office/drawing/2014/main" id="{F344D965-D08A-422B-9020-4A88B4BF56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62788" y="6038850"/>
            <a:ext cx="1587500" cy="596900"/>
          </a:xfrm>
          <a:prstGeom prst="wedgeEllipseCallout">
            <a:avLst>
              <a:gd name="adj1" fmla="val -39398"/>
              <a:gd name="adj2" fmla="val -162764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zh-CN" altLang="en-US"/>
              <a:t>完整</a:t>
            </a:r>
          </a:p>
        </p:txBody>
      </p:sp>
    </p:spTree>
  </p:cSld>
  <p:clrMapOvr>
    <a:masterClrMapping/>
  </p:clrMapOvr>
  <p:transition spd="med">
    <p:cover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270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270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3" dur="500"/>
                                        <p:tgtEl>
                                          <p:spTgt spid="127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127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3" dur="500"/>
                                        <p:tgtEl>
                                          <p:spTgt spid="127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8" dur="500"/>
                                        <p:tgtEl>
                                          <p:spTgt spid="127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127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7238" grpId="0" animBg="1" autoUpdateAnimBg="0"/>
      <p:bldP spid="127240" grpId="0" animBg="1" autoUpdateAnimBg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70" name="Text Box 2">
            <a:extLst>
              <a:ext uri="{FF2B5EF4-FFF2-40B4-BE49-F238E27FC236}">
                <a16:creationId xmlns:a16="http://schemas.microsoft.com/office/drawing/2014/main" id="{E793ED4D-717A-44B4-AC2C-1B7696DEF4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2250" y="590550"/>
            <a:ext cx="8591550" cy="1554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 eaLnBrk="1" hangingPunct="1"/>
            <a:r>
              <a:rPr lang="en-US" altLang="zh-CN" sz="3200">
                <a:latin typeface="宋体" panose="02010600030101010101" pitchFamily="2" charset="-122"/>
              </a:rPr>
              <a:t>(4) </a:t>
            </a:r>
            <a:r>
              <a:rPr lang="zh-CN" altLang="en-US" sz="3200">
                <a:latin typeface="宋体" panose="02010600030101010101" pitchFamily="2" charset="-122"/>
              </a:rPr>
              <a:t>当两个要素在图形上有公共对称中心线或</a:t>
            </a:r>
          </a:p>
          <a:p>
            <a:pPr algn="l" eaLnBrk="1" hangingPunct="1"/>
            <a:r>
              <a:rPr lang="zh-CN" altLang="en-US" sz="3200">
                <a:latin typeface="宋体" panose="02010600030101010101" pitchFamily="2" charset="-122"/>
              </a:rPr>
              <a:t>   轴线时，可以对称中心线或轴线为界各画</a:t>
            </a:r>
          </a:p>
          <a:p>
            <a:pPr algn="l" eaLnBrk="1" hangingPunct="1"/>
            <a:r>
              <a:rPr lang="zh-CN" altLang="en-US" sz="3200">
                <a:latin typeface="宋体" panose="02010600030101010101" pitchFamily="2" charset="-122"/>
              </a:rPr>
              <a:t>   一半。</a:t>
            </a:r>
          </a:p>
        </p:txBody>
      </p:sp>
      <p:grpSp>
        <p:nvGrpSpPr>
          <p:cNvPr id="160771" name="Group 3">
            <a:extLst>
              <a:ext uri="{FF2B5EF4-FFF2-40B4-BE49-F238E27FC236}">
                <a16:creationId xmlns:a16="http://schemas.microsoft.com/office/drawing/2014/main" id="{58886961-650C-4D5A-949C-AF409E7C833C}"/>
              </a:ext>
            </a:extLst>
          </p:cNvPr>
          <p:cNvGrpSpPr>
            <a:grpSpLocks/>
          </p:cNvGrpSpPr>
          <p:nvPr/>
        </p:nvGrpSpPr>
        <p:grpSpPr bwMode="auto">
          <a:xfrm>
            <a:off x="919163" y="2274888"/>
            <a:ext cx="2478087" cy="2767012"/>
            <a:chOff x="3595" y="2409"/>
            <a:chExt cx="1561" cy="1743"/>
          </a:xfrm>
        </p:grpSpPr>
        <p:sp>
          <p:nvSpPr>
            <p:cNvPr id="160772" name="Text Box 4">
              <a:extLst>
                <a:ext uri="{FF2B5EF4-FFF2-40B4-BE49-F238E27FC236}">
                  <a16:creationId xmlns:a16="http://schemas.microsoft.com/office/drawing/2014/main" id="{20A07A2A-01D9-4BD6-B6CE-D0C7BCC0A85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09" y="3417"/>
              <a:ext cx="197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sz="2000" i="1">
                  <a:latin typeface="宋体" panose="02010600030101010101" pitchFamily="2" charset="-122"/>
                </a:rPr>
                <a:t>A</a:t>
              </a:r>
              <a:endParaRPr lang="en-US" altLang="zh-CN" sz="1600" b="0"/>
            </a:p>
          </p:txBody>
        </p:sp>
        <p:sp>
          <p:nvSpPr>
            <p:cNvPr id="160773" name="Line 5">
              <a:extLst>
                <a:ext uri="{FF2B5EF4-FFF2-40B4-BE49-F238E27FC236}">
                  <a16:creationId xmlns:a16="http://schemas.microsoft.com/office/drawing/2014/main" id="{E844DA5F-694C-46AA-839A-2C2DD7FBFAD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23" y="3560"/>
              <a:ext cx="31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lgDash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0774" name="Text Box 6">
              <a:extLst>
                <a:ext uri="{FF2B5EF4-FFF2-40B4-BE49-F238E27FC236}">
                  <a16:creationId xmlns:a16="http://schemas.microsoft.com/office/drawing/2014/main" id="{9EB2E9BB-E7FA-4453-BFFD-A1243E8357D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95" y="3751"/>
              <a:ext cx="197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sz="2000" i="1">
                  <a:latin typeface="宋体" panose="02010600030101010101" pitchFamily="2" charset="-122"/>
                </a:rPr>
                <a:t>A</a:t>
              </a:r>
              <a:endParaRPr lang="en-US" altLang="zh-CN" sz="1600" b="0"/>
            </a:p>
          </p:txBody>
        </p:sp>
        <p:sp>
          <p:nvSpPr>
            <p:cNvPr id="160775" name="Text Box 7">
              <a:extLst>
                <a:ext uri="{FF2B5EF4-FFF2-40B4-BE49-F238E27FC236}">
                  <a16:creationId xmlns:a16="http://schemas.microsoft.com/office/drawing/2014/main" id="{5DECA16C-065E-454C-A93C-EA405AD3351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59" y="3400"/>
              <a:ext cx="197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sz="2000" i="1">
                  <a:latin typeface="宋体" panose="02010600030101010101" pitchFamily="2" charset="-122"/>
                </a:rPr>
                <a:t>A</a:t>
              </a:r>
              <a:endParaRPr lang="en-US" altLang="zh-CN" sz="1600" b="0"/>
            </a:p>
          </p:txBody>
        </p:sp>
        <p:sp>
          <p:nvSpPr>
            <p:cNvPr id="160776" name="Text Box 8">
              <a:extLst>
                <a:ext uri="{FF2B5EF4-FFF2-40B4-BE49-F238E27FC236}">
                  <a16:creationId xmlns:a16="http://schemas.microsoft.com/office/drawing/2014/main" id="{224C6AB6-91C0-4CDA-B2E2-B28600AF4E4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05" y="3767"/>
              <a:ext cx="21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eaLnBrk="1" hangingPunct="1"/>
              <a:r>
                <a:rPr lang="en-US" altLang="zh-CN" sz="2000" i="1">
                  <a:latin typeface="宋体" panose="02010600030101010101" pitchFamily="2" charset="-122"/>
                </a:rPr>
                <a:t>A</a:t>
              </a:r>
              <a:endParaRPr lang="en-US" altLang="zh-CN" sz="1600" b="0"/>
            </a:p>
          </p:txBody>
        </p:sp>
        <p:sp>
          <p:nvSpPr>
            <p:cNvPr id="160777" name="Text Box 9">
              <a:extLst>
                <a:ext uri="{FF2B5EF4-FFF2-40B4-BE49-F238E27FC236}">
                  <a16:creationId xmlns:a16="http://schemas.microsoft.com/office/drawing/2014/main" id="{D559C89E-6B9E-4762-B478-13E84D09060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59" y="2409"/>
              <a:ext cx="439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sz="2000" i="1">
                  <a:latin typeface="宋体" panose="02010600030101010101" pitchFamily="2" charset="-122"/>
                </a:rPr>
                <a:t>A</a:t>
              </a:r>
              <a:r>
                <a:rPr lang="zh-CN" altLang="en-US" sz="2000"/>
                <a:t>－</a:t>
              </a:r>
              <a:r>
                <a:rPr lang="en-US" altLang="zh-CN" sz="2000" i="1">
                  <a:latin typeface="宋体" panose="02010600030101010101" pitchFamily="2" charset="-122"/>
                </a:rPr>
                <a:t>A</a:t>
              </a:r>
              <a:endParaRPr lang="en-US" altLang="zh-CN" sz="2000"/>
            </a:p>
          </p:txBody>
        </p:sp>
        <p:sp>
          <p:nvSpPr>
            <p:cNvPr id="160778" name="Line 10">
              <a:extLst>
                <a:ext uri="{FF2B5EF4-FFF2-40B4-BE49-F238E27FC236}">
                  <a16:creationId xmlns:a16="http://schemas.microsoft.com/office/drawing/2014/main" id="{628775B6-034B-4F3D-90E7-E0980C0EDB0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72" y="2630"/>
              <a:ext cx="0" cy="70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lgDash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0779" name="Line 11">
              <a:extLst>
                <a:ext uri="{FF2B5EF4-FFF2-40B4-BE49-F238E27FC236}">
                  <a16:creationId xmlns:a16="http://schemas.microsoft.com/office/drawing/2014/main" id="{CF3396BA-172A-4CE2-AA58-AA74FC48F33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72" y="3409"/>
              <a:ext cx="0" cy="74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lgDash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0780" name="Line 12">
              <a:extLst>
                <a:ext uri="{FF2B5EF4-FFF2-40B4-BE49-F238E27FC236}">
                  <a16:creationId xmlns:a16="http://schemas.microsoft.com/office/drawing/2014/main" id="{4867351C-571B-4713-964D-E6CCB1E7B2B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69" y="3885"/>
              <a:ext cx="625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lgDash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0781" name="Line 13">
              <a:extLst>
                <a:ext uri="{FF2B5EF4-FFF2-40B4-BE49-F238E27FC236}">
                  <a16:creationId xmlns:a16="http://schemas.microsoft.com/office/drawing/2014/main" id="{F8DE8DBB-C918-4668-8FDC-398EF01EB35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15" y="3753"/>
              <a:ext cx="0" cy="28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lgDash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0782" name="Line 14">
              <a:extLst>
                <a:ext uri="{FF2B5EF4-FFF2-40B4-BE49-F238E27FC236}">
                  <a16:creationId xmlns:a16="http://schemas.microsoft.com/office/drawing/2014/main" id="{2BBD0138-ABC7-4D60-9AE7-D06CADBCABF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27" y="3753"/>
              <a:ext cx="0" cy="28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lgDash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0783" name="Oval 15">
              <a:extLst>
                <a:ext uri="{FF2B5EF4-FFF2-40B4-BE49-F238E27FC236}">
                  <a16:creationId xmlns:a16="http://schemas.microsoft.com/office/drawing/2014/main" id="{1B910410-68BD-46A2-9343-45621D3A23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58" y="3457"/>
              <a:ext cx="226" cy="202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0784" name="Arc 16">
              <a:extLst>
                <a:ext uri="{FF2B5EF4-FFF2-40B4-BE49-F238E27FC236}">
                  <a16:creationId xmlns:a16="http://schemas.microsoft.com/office/drawing/2014/main" id="{80A72072-0B5D-4F50-AA13-94FECA8CEDAE}"/>
                </a:ext>
              </a:extLst>
            </p:cNvPr>
            <p:cNvSpPr>
              <a:spLocks/>
            </p:cNvSpPr>
            <p:nvPr/>
          </p:nvSpPr>
          <p:spPr bwMode="auto">
            <a:xfrm>
              <a:off x="4526" y="3790"/>
              <a:ext cx="99" cy="189"/>
            </a:xfrm>
            <a:custGeom>
              <a:avLst/>
              <a:gdLst>
                <a:gd name="G0" fmla="+- 4038 0 0"/>
                <a:gd name="G1" fmla="+- 21600 0 0"/>
                <a:gd name="G2" fmla="+- 21600 0 0"/>
                <a:gd name="T0" fmla="*/ 4038 w 25638"/>
                <a:gd name="T1" fmla="*/ 0 h 43200"/>
                <a:gd name="T2" fmla="*/ 0 w 25638"/>
                <a:gd name="T3" fmla="*/ 42819 h 43200"/>
                <a:gd name="T4" fmla="*/ 4038 w 25638"/>
                <a:gd name="T5" fmla="*/ 21600 h 43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5638" h="43200" fill="none" extrusionOk="0">
                  <a:moveTo>
                    <a:pt x="4038" y="0"/>
                  </a:moveTo>
                  <a:cubicBezTo>
                    <a:pt x="15967" y="0"/>
                    <a:pt x="25638" y="9670"/>
                    <a:pt x="25638" y="21600"/>
                  </a:cubicBezTo>
                  <a:cubicBezTo>
                    <a:pt x="25638" y="33529"/>
                    <a:pt x="15967" y="43200"/>
                    <a:pt x="4038" y="43200"/>
                  </a:cubicBezTo>
                  <a:cubicBezTo>
                    <a:pt x="2683" y="43199"/>
                    <a:pt x="1331" y="43072"/>
                    <a:pt x="-1" y="42819"/>
                  </a:cubicBezTo>
                </a:path>
                <a:path w="25638" h="43200" stroke="0" extrusionOk="0">
                  <a:moveTo>
                    <a:pt x="4038" y="0"/>
                  </a:moveTo>
                  <a:cubicBezTo>
                    <a:pt x="15967" y="0"/>
                    <a:pt x="25638" y="9670"/>
                    <a:pt x="25638" y="21600"/>
                  </a:cubicBezTo>
                  <a:cubicBezTo>
                    <a:pt x="25638" y="33529"/>
                    <a:pt x="15967" y="43200"/>
                    <a:pt x="4038" y="43200"/>
                  </a:cubicBezTo>
                  <a:cubicBezTo>
                    <a:pt x="2683" y="43199"/>
                    <a:pt x="1331" y="43072"/>
                    <a:pt x="-1" y="42819"/>
                  </a:cubicBezTo>
                  <a:lnTo>
                    <a:pt x="4038" y="21600"/>
                  </a:lnTo>
                  <a:close/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0785" name="Freeform 17">
              <a:extLst>
                <a:ext uri="{FF2B5EF4-FFF2-40B4-BE49-F238E27FC236}">
                  <a16:creationId xmlns:a16="http://schemas.microsoft.com/office/drawing/2014/main" id="{68F67E02-9ACA-4917-A992-25D144B9C20A}"/>
                </a:ext>
              </a:extLst>
            </p:cNvPr>
            <p:cNvSpPr>
              <a:spLocks/>
            </p:cNvSpPr>
            <p:nvPr/>
          </p:nvSpPr>
          <p:spPr bwMode="auto">
            <a:xfrm>
              <a:off x="4207" y="3796"/>
              <a:ext cx="333" cy="1"/>
            </a:xfrm>
            <a:custGeom>
              <a:avLst/>
              <a:gdLst>
                <a:gd name="T0" fmla="*/ 318 w 318"/>
                <a:gd name="T1" fmla="*/ 0 h 1"/>
                <a:gd name="T2" fmla="*/ 0 w 318"/>
                <a:gd name="T3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18" h="1">
                  <a:moveTo>
                    <a:pt x="318" y="0"/>
                  </a:moveTo>
                  <a:lnTo>
                    <a:pt x="0" y="1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0786" name="Line 18">
              <a:extLst>
                <a:ext uri="{FF2B5EF4-FFF2-40B4-BE49-F238E27FC236}">
                  <a16:creationId xmlns:a16="http://schemas.microsoft.com/office/drawing/2014/main" id="{1879C79C-F7C1-465A-AF39-B1AC0FBAA5A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205" y="3979"/>
              <a:ext cx="32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0787" name="Arc 19">
              <a:extLst>
                <a:ext uri="{FF2B5EF4-FFF2-40B4-BE49-F238E27FC236}">
                  <a16:creationId xmlns:a16="http://schemas.microsoft.com/office/drawing/2014/main" id="{FAE6F107-5466-41EF-B564-7013B29BE91D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4119" y="3791"/>
              <a:ext cx="92" cy="189"/>
            </a:xfrm>
            <a:custGeom>
              <a:avLst/>
              <a:gdLst>
                <a:gd name="G0" fmla="+- 700 0 0"/>
                <a:gd name="G1" fmla="+- 21600 0 0"/>
                <a:gd name="G2" fmla="+- 21600 0 0"/>
                <a:gd name="T0" fmla="*/ 700 w 22300"/>
                <a:gd name="T1" fmla="*/ 0 h 43200"/>
                <a:gd name="T2" fmla="*/ 0 w 22300"/>
                <a:gd name="T3" fmla="*/ 43189 h 43200"/>
                <a:gd name="T4" fmla="*/ 700 w 22300"/>
                <a:gd name="T5" fmla="*/ 21600 h 43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2300" h="43200" fill="none" extrusionOk="0">
                  <a:moveTo>
                    <a:pt x="700" y="0"/>
                  </a:moveTo>
                  <a:cubicBezTo>
                    <a:pt x="12629" y="0"/>
                    <a:pt x="22300" y="9670"/>
                    <a:pt x="22300" y="21600"/>
                  </a:cubicBezTo>
                  <a:cubicBezTo>
                    <a:pt x="22300" y="33529"/>
                    <a:pt x="12629" y="43200"/>
                    <a:pt x="700" y="43200"/>
                  </a:cubicBezTo>
                  <a:cubicBezTo>
                    <a:pt x="466" y="43199"/>
                    <a:pt x="233" y="43196"/>
                    <a:pt x="0" y="43188"/>
                  </a:cubicBezTo>
                </a:path>
                <a:path w="22300" h="43200" stroke="0" extrusionOk="0">
                  <a:moveTo>
                    <a:pt x="700" y="0"/>
                  </a:moveTo>
                  <a:cubicBezTo>
                    <a:pt x="12629" y="0"/>
                    <a:pt x="22300" y="9670"/>
                    <a:pt x="22300" y="21600"/>
                  </a:cubicBezTo>
                  <a:cubicBezTo>
                    <a:pt x="22300" y="33529"/>
                    <a:pt x="12629" y="43200"/>
                    <a:pt x="700" y="43200"/>
                  </a:cubicBezTo>
                  <a:cubicBezTo>
                    <a:pt x="466" y="43199"/>
                    <a:pt x="233" y="43196"/>
                    <a:pt x="0" y="43188"/>
                  </a:cubicBezTo>
                  <a:lnTo>
                    <a:pt x="700" y="21600"/>
                  </a:lnTo>
                  <a:close/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0788" name="Line 20">
              <a:extLst>
                <a:ext uri="{FF2B5EF4-FFF2-40B4-BE49-F238E27FC236}">
                  <a16:creationId xmlns:a16="http://schemas.microsoft.com/office/drawing/2014/main" id="{ED3DE6D3-D1E4-49D9-B98C-621169ECF81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23" y="3440"/>
              <a:ext cx="0" cy="66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0789" name="Line 21">
              <a:extLst>
                <a:ext uri="{FF2B5EF4-FFF2-40B4-BE49-F238E27FC236}">
                  <a16:creationId xmlns:a16="http://schemas.microsoft.com/office/drawing/2014/main" id="{F9B3B8B4-8BAF-4DA6-85BD-E483B28F947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23" y="3440"/>
              <a:ext cx="0" cy="65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0790" name="Freeform 22">
              <a:extLst>
                <a:ext uri="{FF2B5EF4-FFF2-40B4-BE49-F238E27FC236}">
                  <a16:creationId xmlns:a16="http://schemas.microsoft.com/office/drawing/2014/main" id="{F22E1D70-E421-4193-A467-02C3CE7371D5}"/>
                </a:ext>
              </a:extLst>
            </p:cNvPr>
            <p:cNvSpPr>
              <a:spLocks/>
            </p:cNvSpPr>
            <p:nvPr/>
          </p:nvSpPr>
          <p:spPr bwMode="auto">
            <a:xfrm>
              <a:off x="3916" y="4093"/>
              <a:ext cx="914" cy="1"/>
            </a:xfrm>
            <a:custGeom>
              <a:avLst/>
              <a:gdLst>
                <a:gd name="T0" fmla="*/ 0 w 873"/>
                <a:gd name="T1" fmla="*/ 0 h 1"/>
                <a:gd name="T2" fmla="*/ 873 w 873"/>
                <a:gd name="T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873" h="1">
                  <a:moveTo>
                    <a:pt x="0" y="0"/>
                  </a:moveTo>
                  <a:lnTo>
                    <a:pt x="873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0791" name="Freeform 23">
              <a:extLst>
                <a:ext uri="{FF2B5EF4-FFF2-40B4-BE49-F238E27FC236}">
                  <a16:creationId xmlns:a16="http://schemas.microsoft.com/office/drawing/2014/main" id="{3CD23118-DA63-40D5-94D3-35B03102C132}"/>
                </a:ext>
              </a:extLst>
            </p:cNvPr>
            <p:cNvSpPr>
              <a:spLocks/>
            </p:cNvSpPr>
            <p:nvPr/>
          </p:nvSpPr>
          <p:spPr bwMode="auto">
            <a:xfrm>
              <a:off x="3923" y="3384"/>
              <a:ext cx="898" cy="62"/>
            </a:xfrm>
            <a:custGeom>
              <a:avLst/>
              <a:gdLst>
                <a:gd name="T0" fmla="*/ 0 w 858"/>
                <a:gd name="T1" fmla="*/ 59 h 59"/>
                <a:gd name="T2" fmla="*/ 109 w 858"/>
                <a:gd name="T3" fmla="*/ 29 h 59"/>
                <a:gd name="T4" fmla="*/ 218 w 858"/>
                <a:gd name="T5" fmla="*/ 44 h 59"/>
                <a:gd name="T6" fmla="*/ 327 w 858"/>
                <a:gd name="T7" fmla="*/ 15 h 59"/>
                <a:gd name="T8" fmla="*/ 437 w 858"/>
                <a:gd name="T9" fmla="*/ 0 h 59"/>
                <a:gd name="T10" fmla="*/ 553 w 858"/>
                <a:gd name="T11" fmla="*/ 15 h 59"/>
                <a:gd name="T12" fmla="*/ 655 w 858"/>
                <a:gd name="T13" fmla="*/ 37 h 59"/>
                <a:gd name="T14" fmla="*/ 764 w 858"/>
                <a:gd name="T15" fmla="*/ 22 h 59"/>
                <a:gd name="T16" fmla="*/ 858 w 858"/>
                <a:gd name="T17" fmla="*/ 51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58" h="59">
                  <a:moveTo>
                    <a:pt x="0" y="59"/>
                  </a:moveTo>
                  <a:cubicBezTo>
                    <a:pt x="18" y="54"/>
                    <a:pt x="73" y="31"/>
                    <a:pt x="109" y="29"/>
                  </a:cubicBezTo>
                  <a:cubicBezTo>
                    <a:pt x="145" y="27"/>
                    <a:pt x="182" y="46"/>
                    <a:pt x="218" y="44"/>
                  </a:cubicBezTo>
                  <a:cubicBezTo>
                    <a:pt x="254" y="42"/>
                    <a:pt x="291" y="22"/>
                    <a:pt x="327" y="15"/>
                  </a:cubicBezTo>
                  <a:cubicBezTo>
                    <a:pt x="363" y="8"/>
                    <a:pt x="399" y="0"/>
                    <a:pt x="437" y="0"/>
                  </a:cubicBezTo>
                  <a:cubicBezTo>
                    <a:pt x="475" y="0"/>
                    <a:pt x="517" y="9"/>
                    <a:pt x="553" y="15"/>
                  </a:cubicBezTo>
                  <a:cubicBezTo>
                    <a:pt x="589" y="21"/>
                    <a:pt x="620" y="36"/>
                    <a:pt x="655" y="37"/>
                  </a:cubicBezTo>
                  <a:cubicBezTo>
                    <a:pt x="690" y="38"/>
                    <a:pt x="730" y="20"/>
                    <a:pt x="764" y="22"/>
                  </a:cubicBezTo>
                  <a:cubicBezTo>
                    <a:pt x="798" y="24"/>
                    <a:pt x="839" y="45"/>
                    <a:pt x="858" y="51"/>
                  </a:cubicBez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0792" name="Rectangle 24">
              <a:extLst>
                <a:ext uri="{FF2B5EF4-FFF2-40B4-BE49-F238E27FC236}">
                  <a16:creationId xmlns:a16="http://schemas.microsoft.com/office/drawing/2014/main" id="{B118E722-86E9-41FA-855B-72F4555CAA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23" y="2687"/>
              <a:ext cx="898" cy="601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0793" name="Line 25">
              <a:extLst>
                <a:ext uri="{FF2B5EF4-FFF2-40B4-BE49-F238E27FC236}">
                  <a16:creationId xmlns:a16="http://schemas.microsoft.com/office/drawing/2014/main" id="{1E841AA1-3D3B-46FA-8ACE-7A12C070ADE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14" y="2683"/>
              <a:ext cx="0" cy="34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0794" name="Line 26">
              <a:extLst>
                <a:ext uri="{FF2B5EF4-FFF2-40B4-BE49-F238E27FC236}">
                  <a16:creationId xmlns:a16="http://schemas.microsoft.com/office/drawing/2014/main" id="{31E0891C-6FB1-45A4-A2BD-3BF5C438698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14" y="3014"/>
              <a:ext cx="25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0795" name="Line 27">
              <a:extLst>
                <a:ext uri="{FF2B5EF4-FFF2-40B4-BE49-F238E27FC236}">
                  <a16:creationId xmlns:a16="http://schemas.microsoft.com/office/drawing/2014/main" id="{10485A11-EAC1-455D-A1E6-D69844F45A2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13" y="2630"/>
              <a:ext cx="0" cy="44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lgDash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0796" name="Line 28">
              <a:extLst>
                <a:ext uri="{FF2B5EF4-FFF2-40B4-BE49-F238E27FC236}">
                  <a16:creationId xmlns:a16="http://schemas.microsoft.com/office/drawing/2014/main" id="{127C9684-C8BE-4130-B94C-A69A86859B6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495" y="2693"/>
              <a:ext cx="0" cy="16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0797" name="Line 29">
              <a:extLst>
                <a:ext uri="{FF2B5EF4-FFF2-40B4-BE49-F238E27FC236}">
                  <a16:creationId xmlns:a16="http://schemas.microsoft.com/office/drawing/2014/main" id="{69A56CBE-F89C-40CA-B0DB-6CBC1949C10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372" y="2854"/>
              <a:ext cx="13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0798" name="Line 30">
              <a:extLst>
                <a:ext uri="{FF2B5EF4-FFF2-40B4-BE49-F238E27FC236}">
                  <a16:creationId xmlns:a16="http://schemas.microsoft.com/office/drawing/2014/main" id="{0C6A3730-258C-498C-A751-6EA765B569D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374" y="2854"/>
              <a:ext cx="121" cy="69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0799" name="Line 31">
              <a:extLst>
                <a:ext uri="{FF2B5EF4-FFF2-40B4-BE49-F238E27FC236}">
                  <a16:creationId xmlns:a16="http://schemas.microsoft.com/office/drawing/2014/main" id="{0C76DB02-4670-4CA2-BF3E-32D2FB3E43A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72" y="3560"/>
              <a:ext cx="61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0800" name="Line 32">
              <a:extLst>
                <a:ext uri="{FF2B5EF4-FFF2-40B4-BE49-F238E27FC236}">
                  <a16:creationId xmlns:a16="http://schemas.microsoft.com/office/drawing/2014/main" id="{E896560C-31DF-471C-8602-1FE8DAC462A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772" y="3887"/>
              <a:ext cx="115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0801" name="Line 33">
              <a:extLst>
                <a:ext uri="{FF2B5EF4-FFF2-40B4-BE49-F238E27FC236}">
                  <a16:creationId xmlns:a16="http://schemas.microsoft.com/office/drawing/2014/main" id="{47F072B1-27D6-4B2C-99CC-F5DFD5CAE20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61" y="3560"/>
              <a:ext cx="99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0802" name="Line 34">
              <a:extLst>
                <a:ext uri="{FF2B5EF4-FFF2-40B4-BE49-F238E27FC236}">
                  <a16:creationId xmlns:a16="http://schemas.microsoft.com/office/drawing/2014/main" id="{91DC3F50-AE4B-4A6F-AD15-06F977C6078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72" y="3560"/>
              <a:ext cx="0" cy="6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0803" name="Line 35">
              <a:extLst>
                <a:ext uri="{FF2B5EF4-FFF2-40B4-BE49-F238E27FC236}">
                  <a16:creationId xmlns:a16="http://schemas.microsoft.com/office/drawing/2014/main" id="{8ED41E5B-F075-442B-9D85-AF89B9430F9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312" y="3887"/>
              <a:ext cx="6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0804" name="Line 36">
              <a:extLst>
                <a:ext uri="{FF2B5EF4-FFF2-40B4-BE49-F238E27FC236}">
                  <a16:creationId xmlns:a16="http://schemas.microsoft.com/office/drawing/2014/main" id="{7D7322EB-CB6F-4C39-A3CA-2EE1100C685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372" y="3826"/>
              <a:ext cx="0" cy="69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0805" name="Line 37">
              <a:extLst>
                <a:ext uri="{FF2B5EF4-FFF2-40B4-BE49-F238E27FC236}">
                  <a16:creationId xmlns:a16="http://schemas.microsoft.com/office/drawing/2014/main" id="{4CD4FD1C-B4A7-4422-A390-C14C476681F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320" y="2786"/>
              <a:ext cx="493" cy="49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0806" name="Line 38">
              <a:extLst>
                <a:ext uri="{FF2B5EF4-FFF2-40B4-BE49-F238E27FC236}">
                  <a16:creationId xmlns:a16="http://schemas.microsoft.com/office/drawing/2014/main" id="{85595C16-7361-4DCF-A206-9692467F7E4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521" y="2983"/>
              <a:ext cx="302" cy="30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0807" name="Line 39">
              <a:extLst>
                <a:ext uri="{FF2B5EF4-FFF2-40B4-BE49-F238E27FC236}">
                  <a16:creationId xmlns:a16="http://schemas.microsoft.com/office/drawing/2014/main" id="{5044F91A-4E93-4356-83DB-1490A2CC369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732" y="3194"/>
              <a:ext cx="81" cy="8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0808" name="Line 40">
              <a:extLst>
                <a:ext uri="{FF2B5EF4-FFF2-40B4-BE49-F238E27FC236}">
                  <a16:creationId xmlns:a16="http://schemas.microsoft.com/office/drawing/2014/main" id="{97543CF1-B11F-4A18-BF95-66FEF5EEDA1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18" y="2691"/>
              <a:ext cx="583" cy="58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0809" name="Line 41">
              <a:extLst>
                <a:ext uri="{FF2B5EF4-FFF2-40B4-BE49-F238E27FC236}">
                  <a16:creationId xmlns:a16="http://schemas.microsoft.com/office/drawing/2014/main" id="{242AD3F6-C448-46DF-ACE7-9D2D4E434E4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923" y="3010"/>
              <a:ext cx="260" cy="25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0810" name="Line 42">
              <a:extLst>
                <a:ext uri="{FF2B5EF4-FFF2-40B4-BE49-F238E27FC236}">
                  <a16:creationId xmlns:a16="http://schemas.microsoft.com/office/drawing/2014/main" id="{77204FDE-48BF-4114-920E-9A9A50A88B8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918" y="2881"/>
              <a:ext cx="192" cy="19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0811" name="Line 43">
              <a:extLst>
                <a:ext uri="{FF2B5EF4-FFF2-40B4-BE49-F238E27FC236}">
                  <a16:creationId xmlns:a16="http://schemas.microsoft.com/office/drawing/2014/main" id="{8D5C89FF-E384-469A-95AB-A46274D7C29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918" y="2682"/>
              <a:ext cx="180" cy="18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0812" name="Line 44">
              <a:extLst>
                <a:ext uri="{FF2B5EF4-FFF2-40B4-BE49-F238E27FC236}">
                  <a16:creationId xmlns:a16="http://schemas.microsoft.com/office/drawing/2014/main" id="{00016908-6F56-4EC7-ADBE-4067B394257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771" y="3725"/>
              <a:ext cx="0" cy="16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0813" name="Line 45">
              <a:extLst>
                <a:ext uri="{FF2B5EF4-FFF2-40B4-BE49-F238E27FC236}">
                  <a16:creationId xmlns:a16="http://schemas.microsoft.com/office/drawing/2014/main" id="{59381592-2917-4A74-B26F-B94A816B3F5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959" y="3405"/>
              <a:ext cx="0" cy="15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pic>
        <p:nvPicPr>
          <p:cNvPr id="160815" name="Picture 47">
            <a:extLst>
              <a:ext uri="{FF2B5EF4-FFF2-40B4-BE49-F238E27FC236}">
                <a16:creationId xmlns:a16="http://schemas.microsoft.com/office/drawing/2014/main" id="{D8D0C01F-52CB-4DE6-AC7F-5B49667F50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00FFFF"/>
              </a:clrFrom>
              <a:clrTo>
                <a:srgbClr val="00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2988" y="1900238"/>
            <a:ext cx="4810125" cy="3228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1607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608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214" name="Picture 214">
            <a:extLst>
              <a:ext uri="{FF2B5EF4-FFF2-40B4-BE49-F238E27FC236}">
                <a16:creationId xmlns:a16="http://schemas.microsoft.com/office/drawing/2014/main" id="{8EFDEB43-B281-47DA-A5BC-90720D5824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00FFFF"/>
              </a:clrFrom>
              <a:clrTo>
                <a:srgbClr val="00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16575" y="1504950"/>
            <a:ext cx="2076450" cy="2462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28002" name="Text Box 2">
            <a:extLst>
              <a:ext uri="{FF2B5EF4-FFF2-40B4-BE49-F238E27FC236}">
                <a16:creationId xmlns:a16="http://schemas.microsoft.com/office/drawing/2014/main" id="{A19D4332-2A6C-48B4-88C6-1F8AF89145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12951" y="-45243"/>
            <a:ext cx="520382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l" eaLnBrk="1" hangingPunct="1"/>
            <a:r>
              <a:rPr lang="en-US" altLang="zh-CN" sz="3600" dirty="0">
                <a:solidFill>
                  <a:schemeClr val="bg1"/>
                </a:solidFill>
                <a:latin typeface="宋体" panose="02010600030101010101" pitchFamily="2" charset="-122"/>
              </a:rPr>
              <a:t>3) </a:t>
            </a:r>
            <a:r>
              <a:rPr lang="zh-CN" altLang="en-US" sz="3600" dirty="0">
                <a:solidFill>
                  <a:schemeClr val="bg1"/>
                </a:solidFill>
                <a:latin typeface="宋体" panose="02010600030101010101" pitchFamily="2" charset="-122"/>
              </a:rPr>
              <a:t>两相交的剖切平面</a:t>
            </a:r>
          </a:p>
        </p:txBody>
      </p:sp>
      <p:sp>
        <p:nvSpPr>
          <p:cNvPr id="128003" name="Text Box 3">
            <a:extLst>
              <a:ext uri="{FF2B5EF4-FFF2-40B4-BE49-F238E27FC236}">
                <a16:creationId xmlns:a16="http://schemas.microsoft.com/office/drawing/2014/main" id="{A90816F2-F923-4F75-8A73-24D1693D84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81450" y="1001713"/>
            <a:ext cx="4794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l" eaLnBrk="1" hangingPunct="1"/>
            <a:r>
              <a:rPr lang="en-US" altLang="zh-CN" i="1">
                <a:latin typeface="宋体" panose="02010600030101010101" pitchFamily="2" charset="-122"/>
              </a:rPr>
              <a:t>A</a:t>
            </a:r>
            <a:endParaRPr lang="en-US" altLang="zh-CN"/>
          </a:p>
        </p:txBody>
      </p:sp>
      <p:sp>
        <p:nvSpPr>
          <p:cNvPr id="128004" name="Text Box 4">
            <a:extLst>
              <a:ext uri="{FF2B5EF4-FFF2-40B4-BE49-F238E27FC236}">
                <a16:creationId xmlns:a16="http://schemas.microsoft.com/office/drawing/2014/main" id="{2F8F31EB-7988-4434-8440-AB506F38ED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30775" y="3624263"/>
            <a:ext cx="3397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l" eaLnBrk="1" hangingPunct="1"/>
            <a:r>
              <a:rPr lang="en-US" altLang="zh-CN" i="1">
                <a:latin typeface="宋体" panose="02010600030101010101" pitchFamily="2" charset="-122"/>
              </a:rPr>
              <a:t>A</a:t>
            </a:r>
            <a:endParaRPr lang="en-US" altLang="zh-CN"/>
          </a:p>
        </p:txBody>
      </p:sp>
      <p:sp>
        <p:nvSpPr>
          <p:cNvPr id="128005" name="Text Box 5">
            <a:extLst>
              <a:ext uri="{FF2B5EF4-FFF2-40B4-BE49-F238E27FC236}">
                <a16:creationId xmlns:a16="http://schemas.microsoft.com/office/drawing/2014/main" id="{0299FC10-5787-48A7-94CA-E656941EB9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75063" y="2322513"/>
            <a:ext cx="3397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l" eaLnBrk="1" hangingPunct="1"/>
            <a:r>
              <a:rPr lang="en-US" altLang="zh-CN" i="1">
                <a:latin typeface="宋体" panose="02010600030101010101" pitchFamily="2" charset="-122"/>
              </a:rPr>
              <a:t>A</a:t>
            </a:r>
            <a:endParaRPr lang="en-US" altLang="zh-CN"/>
          </a:p>
        </p:txBody>
      </p:sp>
      <p:sp>
        <p:nvSpPr>
          <p:cNvPr id="128006" name="Text Box 6">
            <a:extLst>
              <a:ext uri="{FF2B5EF4-FFF2-40B4-BE49-F238E27FC236}">
                <a16:creationId xmlns:a16="http://schemas.microsoft.com/office/drawing/2014/main" id="{3571E8B5-310C-43EB-A89F-13526B1ED9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73163" y="1017588"/>
            <a:ext cx="12350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l" eaLnBrk="1" hangingPunct="1"/>
            <a:r>
              <a:rPr lang="en-US" altLang="zh-CN" i="1">
                <a:latin typeface="宋体" panose="02010600030101010101" pitchFamily="2" charset="-122"/>
              </a:rPr>
              <a:t>A</a:t>
            </a:r>
            <a:r>
              <a:rPr lang="zh-CN" altLang="en-US"/>
              <a:t>－</a:t>
            </a:r>
            <a:r>
              <a:rPr lang="en-US" altLang="zh-CN" i="1">
                <a:latin typeface="宋体" panose="02010600030101010101" pitchFamily="2" charset="-122"/>
              </a:rPr>
              <a:t>A</a:t>
            </a:r>
            <a:endParaRPr lang="en-US" altLang="zh-CN"/>
          </a:p>
        </p:txBody>
      </p:sp>
      <p:grpSp>
        <p:nvGrpSpPr>
          <p:cNvPr id="128010" name="Group 10">
            <a:extLst>
              <a:ext uri="{FF2B5EF4-FFF2-40B4-BE49-F238E27FC236}">
                <a16:creationId xmlns:a16="http://schemas.microsoft.com/office/drawing/2014/main" id="{64DA7293-8283-46A4-9B88-582FE8065FF7}"/>
              </a:ext>
            </a:extLst>
          </p:cNvPr>
          <p:cNvGrpSpPr>
            <a:grpSpLocks/>
          </p:cNvGrpSpPr>
          <p:nvPr/>
        </p:nvGrpSpPr>
        <p:grpSpPr bwMode="auto">
          <a:xfrm>
            <a:off x="1003300" y="1681163"/>
            <a:ext cx="1190625" cy="2174875"/>
            <a:chOff x="522" y="811"/>
            <a:chExt cx="750" cy="1370"/>
          </a:xfrm>
        </p:grpSpPr>
        <p:sp>
          <p:nvSpPr>
            <p:cNvPr id="128011" name="Line 11">
              <a:extLst>
                <a:ext uri="{FF2B5EF4-FFF2-40B4-BE49-F238E27FC236}">
                  <a16:creationId xmlns:a16="http://schemas.microsoft.com/office/drawing/2014/main" id="{319B787F-0562-4E43-B8D4-5755526A642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61" y="811"/>
              <a:ext cx="273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8012" name="Line 12">
              <a:extLst>
                <a:ext uri="{FF2B5EF4-FFF2-40B4-BE49-F238E27FC236}">
                  <a16:creationId xmlns:a16="http://schemas.microsoft.com/office/drawing/2014/main" id="{321E1313-D78B-427C-B38F-37CF3C0B71E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61" y="915"/>
              <a:ext cx="273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8013" name="Line 13">
              <a:extLst>
                <a:ext uri="{FF2B5EF4-FFF2-40B4-BE49-F238E27FC236}">
                  <a16:creationId xmlns:a16="http://schemas.microsoft.com/office/drawing/2014/main" id="{5D478FB6-7B8C-4339-81F2-790C52D1FE1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60" y="1992"/>
              <a:ext cx="105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8014" name="Line 14">
              <a:extLst>
                <a:ext uri="{FF2B5EF4-FFF2-40B4-BE49-F238E27FC236}">
                  <a16:creationId xmlns:a16="http://schemas.microsoft.com/office/drawing/2014/main" id="{CCDA0F10-B769-46E6-9970-0215F5EFD7B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60" y="2169"/>
              <a:ext cx="105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8015" name="Freeform 15">
              <a:extLst>
                <a:ext uri="{FF2B5EF4-FFF2-40B4-BE49-F238E27FC236}">
                  <a16:creationId xmlns:a16="http://schemas.microsoft.com/office/drawing/2014/main" id="{0AAE2195-776A-433D-B63C-CBC51DCE3453}"/>
                </a:ext>
              </a:extLst>
            </p:cNvPr>
            <p:cNvSpPr>
              <a:spLocks/>
            </p:cNvSpPr>
            <p:nvPr/>
          </p:nvSpPr>
          <p:spPr bwMode="auto">
            <a:xfrm>
              <a:off x="865" y="1988"/>
              <a:ext cx="0" cy="193"/>
            </a:xfrm>
            <a:custGeom>
              <a:avLst/>
              <a:gdLst>
                <a:gd name="T0" fmla="*/ 0 w 1"/>
                <a:gd name="T1" fmla="*/ 0 h 245"/>
                <a:gd name="T2" fmla="*/ 0 w 1"/>
                <a:gd name="T3" fmla="*/ 245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245">
                  <a:moveTo>
                    <a:pt x="0" y="0"/>
                  </a:moveTo>
                  <a:lnTo>
                    <a:pt x="0" y="245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8016" name="Line 16">
              <a:extLst>
                <a:ext uri="{FF2B5EF4-FFF2-40B4-BE49-F238E27FC236}">
                  <a16:creationId xmlns:a16="http://schemas.microsoft.com/office/drawing/2014/main" id="{27F6A427-F1DD-47D9-B002-49C55DBDA15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65" y="2027"/>
              <a:ext cx="169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8017" name="Line 17">
              <a:extLst>
                <a:ext uri="{FF2B5EF4-FFF2-40B4-BE49-F238E27FC236}">
                  <a16:creationId xmlns:a16="http://schemas.microsoft.com/office/drawing/2014/main" id="{7866D9C5-A9FC-4000-8202-DBEF14B02A2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65" y="2141"/>
              <a:ext cx="169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8018" name="Line 18">
              <a:extLst>
                <a:ext uri="{FF2B5EF4-FFF2-40B4-BE49-F238E27FC236}">
                  <a16:creationId xmlns:a16="http://schemas.microsoft.com/office/drawing/2014/main" id="{B83888BF-5FCC-4720-A302-0545DA994B7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2" y="1726"/>
              <a:ext cx="75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8019" name="Line 19">
              <a:extLst>
                <a:ext uri="{FF2B5EF4-FFF2-40B4-BE49-F238E27FC236}">
                  <a16:creationId xmlns:a16="http://schemas.microsoft.com/office/drawing/2014/main" id="{308B361A-8AE5-4EEF-A282-D432172C54F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2" y="1163"/>
              <a:ext cx="75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8020" name="Line 20">
              <a:extLst>
                <a:ext uri="{FF2B5EF4-FFF2-40B4-BE49-F238E27FC236}">
                  <a16:creationId xmlns:a16="http://schemas.microsoft.com/office/drawing/2014/main" id="{1A7459BF-A7B0-4F93-B643-245BC5254F0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2" y="1239"/>
              <a:ext cx="75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28021" name="Group 21">
            <a:extLst>
              <a:ext uri="{FF2B5EF4-FFF2-40B4-BE49-F238E27FC236}">
                <a16:creationId xmlns:a16="http://schemas.microsoft.com/office/drawing/2014/main" id="{E50402DA-BE45-4563-A926-C0E5995B0BCE}"/>
              </a:ext>
            </a:extLst>
          </p:cNvPr>
          <p:cNvGrpSpPr>
            <a:grpSpLocks/>
          </p:cNvGrpSpPr>
          <p:nvPr/>
        </p:nvGrpSpPr>
        <p:grpSpPr bwMode="auto">
          <a:xfrm>
            <a:off x="992188" y="1522413"/>
            <a:ext cx="1200150" cy="2428875"/>
            <a:chOff x="515" y="711"/>
            <a:chExt cx="756" cy="1530"/>
          </a:xfrm>
        </p:grpSpPr>
        <p:sp>
          <p:nvSpPr>
            <p:cNvPr id="128022" name="Freeform 22">
              <a:extLst>
                <a:ext uri="{FF2B5EF4-FFF2-40B4-BE49-F238E27FC236}">
                  <a16:creationId xmlns:a16="http://schemas.microsoft.com/office/drawing/2014/main" id="{1C0BE509-C1E5-4F9F-A9CB-BF137A5EAE8B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9" y="1841"/>
              <a:ext cx="42" cy="47"/>
            </a:xfrm>
            <a:custGeom>
              <a:avLst/>
              <a:gdLst>
                <a:gd name="T0" fmla="*/ 0 w 38"/>
                <a:gd name="T1" fmla="*/ 42 h 42"/>
                <a:gd name="T2" fmla="*/ 38 w 38"/>
                <a:gd name="T3" fmla="*/ 0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8" h="42">
                  <a:moveTo>
                    <a:pt x="0" y="42"/>
                  </a:moveTo>
                  <a:lnTo>
                    <a:pt x="38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8023" name="Freeform 23">
              <a:extLst>
                <a:ext uri="{FF2B5EF4-FFF2-40B4-BE49-F238E27FC236}">
                  <a16:creationId xmlns:a16="http://schemas.microsoft.com/office/drawing/2014/main" id="{4B284FF8-663B-43E4-850C-C9408DFB323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2" y="718"/>
              <a:ext cx="99" cy="94"/>
            </a:xfrm>
            <a:custGeom>
              <a:avLst/>
              <a:gdLst>
                <a:gd name="T0" fmla="*/ 0 w 88"/>
                <a:gd name="T1" fmla="*/ 84 h 84"/>
                <a:gd name="T2" fmla="*/ 88 w 88"/>
                <a:gd name="T3" fmla="*/ 0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88" h="84">
                  <a:moveTo>
                    <a:pt x="0" y="84"/>
                  </a:moveTo>
                  <a:lnTo>
                    <a:pt x="88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8024" name="Freeform 24">
              <a:extLst>
                <a:ext uri="{FF2B5EF4-FFF2-40B4-BE49-F238E27FC236}">
                  <a16:creationId xmlns:a16="http://schemas.microsoft.com/office/drawing/2014/main" id="{188FD269-155A-4CC9-BAFF-DD272B1A0F0C}"/>
                </a:ext>
              </a:extLst>
            </p:cNvPr>
            <p:cNvSpPr>
              <a:spLocks/>
            </p:cNvSpPr>
            <p:nvPr/>
          </p:nvSpPr>
          <p:spPr bwMode="auto">
            <a:xfrm>
              <a:off x="905" y="711"/>
              <a:ext cx="103" cy="102"/>
            </a:xfrm>
            <a:custGeom>
              <a:avLst/>
              <a:gdLst>
                <a:gd name="T0" fmla="*/ 0 w 92"/>
                <a:gd name="T1" fmla="*/ 91 h 91"/>
                <a:gd name="T2" fmla="*/ 92 w 92"/>
                <a:gd name="T3" fmla="*/ 0 h 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92" h="91">
                  <a:moveTo>
                    <a:pt x="0" y="91"/>
                  </a:moveTo>
                  <a:lnTo>
                    <a:pt x="92" y="0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8025" name="Freeform 25">
              <a:extLst>
                <a:ext uri="{FF2B5EF4-FFF2-40B4-BE49-F238E27FC236}">
                  <a16:creationId xmlns:a16="http://schemas.microsoft.com/office/drawing/2014/main" id="{868ACAB7-5BEB-45D1-903A-0441327E83A3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" y="1067"/>
              <a:ext cx="57" cy="63"/>
            </a:xfrm>
            <a:custGeom>
              <a:avLst/>
              <a:gdLst>
                <a:gd name="T0" fmla="*/ 0 w 65"/>
                <a:gd name="T1" fmla="*/ 72 h 72"/>
                <a:gd name="T2" fmla="*/ 65 w 65"/>
                <a:gd name="T3" fmla="*/ 0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65" h="72">
                  <a:moveTo>
                    <a:pt x="0" y="72"/>
                  </a:moveTo>
                  <a:lnTo>
                    <a:pt x="65" y="0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8026" name="Freeform 26">
              <a:extLst>
                <a:ext uri="{FF2B5EF4-FFF2-40B4-BE49-F238E27FC236}">
                  <a16:creationId xmlns:a16="http://schemas.microsoft.com/office/drawing/2014/main" id="{7B06BA64-7229-470C-AAF0-016D2EFB6B40}"/>
                </a:ext>
              </a:extLst>
            </p:cNvPr>
            <p:cNvSpPr>
              <a:spLocks/>
            </p:cNvSpPr>
            <p:nvPr/>
          </p:nvSpPr>
          <p:spPr bwMode="auto">
            <a:xfrm>
              <a:off x="764" y="921"/>
              <a:ext cx="75" cy="74"/>
            </a:xfrm>
            <a:custGeom>
              <a:avLst/>
              <a:gdLst>
                <a:gd name="T0" fmla="*/ 0 w 67"/>
                <a:gd name="T1" fmla="*/ 66 h 66"/>
                <a:gd name="T2" fmla="*/ 67 w 67"/>
                <a:gd name="T3" fmla="*/ 0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67" h="66">
                  <a:moveTo>
                    <a:pt x="0" y="66"/>
                  </a:moveTo>
                  <a:lnTo>
                    <a:pt x="67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8027" name="Line 27">
              <a:extLst>
                <a:ext uri="{FF2B5EF4-FFF2-40B4-BE49-F238E27FC236}">
                  <a16:creationId xmlns:a16="http://schemas.microsoft.com/office/drawing/2014/main" id="{54DB32A8-736D-4BC9-BD74-FDBBE20965A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04" y="1067"/>
              <a:ext cx="96" cy="9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8028" name="Freeform 28">
              <a:extLst>
                <a:ext uri="{FF2B5EF4-FFF2-40B4-BE49-F238E27FC236}">
                  <a16:creationId xmlns:a16="http://schemas.microsoft.com/office/drawing/2014/main" id="{98FCC9C0-2AF2-448A-88E3-78C0EC907E33}"/>
                </a:ext>
              </a:extLst>
            </p:cNvPr>
            <p:cNvSpPr>
              <a:spLocks/>
            </p:cNvSpPr>
            <p:nvPr/>
          </p:nvSpPr>
          <p:spPr bwMode="auto">
            <a:xfrm>
              <a:off x="738" y="904"/>
              <a:ext cx="257" cy="258"/>
            </a:xfrm>
            <a:custGeom>
              <a:avLst/>
              <a:gdLst>
                <a:gd name="T0" fmla="*/ 0 w 230"/>
                <a:gd name="T1" fmla="*/ 230 h 230"/>
                <a:gd name="T2" fmla="*/ 230 w 230"/>
                <a:gd name="T3" fmla="*/ 0 h 2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30" h="230">
                  <a:moveTo>
                    <a:pt x="0" y="230"/>
                  </a:moveTo>
                  <a:lnTo>
                    <a:pt x="230" y="0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8029" name="Freeform 29">
              <a:extLst>
                <a:ext uri="{FF2B5EF4-FFF2-40B4-BE49-F238E27FC236}">
                  <a16:creationId xmlns:a16="http://schemas.microsoft.com/office/drawing/2014/main" id="{A5BDBA15-BAF1-457A-984C-95A4D9925BB5}"/>
                </a:ext>
              </a:extLst>
            </p:cNvPr>
            <p:cNvSpPr>
              <a:spLocks/>
            </p:cNvSpPr>
            <p:nvPr/>
          </p:nvSpPr>
          <p:spPr bwMode="auto">
            <a:xfrm>
              <a:off x="881" y="1011"/>
              <a:ext cx="154" cy="162"/>
            </a:xfrm>
            <a:custGeom>
              <a:avLst/>
              <a:gdLst>
                <a:gd name="T0" fmla="*/ 0 w 138"/>
                <a:gd name="T1" fmla="*/ 145 h 145"/>
                <a:gd name="T2" fmla="*/ 138 w 138"/>
                <a:gd name="T3" fmla="*/ 0 h 1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38" h="145">
                  <a:moveTo>
                    <a:pt x="0" y="145"/>
                  </a:moveTo>
                  <a:lnTo>
                    <a:pt x="138" y="0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8030" name="Line 30">
              <a:extLst>
                <a:ext uri="{FF2B5EF4-FFF2-40B4-BE49-F238E27FC236}">
                  <a16:creationId xmlns:a16="http://schemas.microsoft.com/office/drawing/2014/main" id="{0ACDB1B4-043C-47E6-BC91-300C864D33B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20" y="1072"/>
              <a:ext cx="90" cy="9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8031" name="Freeform 31">
              <a:extLst>
                <a:ext uri="{FF2B5EF4-FFF2-40B4-BE49-F238E27FC236}">
                  <a16:creationId xmlns:a16="http://schemas.microsoft.com/office/drawing/2014/main" id="{197606FB-A594-47BC-BADD-55D36F01C1F8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8" y="1068"/>
              <a:ext cx="96" cy="99"/>
            </a:xfrm>
            <a:custGeom>
              <a:avLst/>
              <a:gdLst>
                <a:gd name="T0" fmla="*/ 0 w 86"/>
                <a:gd name="T1" fmla="*/ 89 h 89"/>
                <a:gd name="T2" fmla="*/ 86 w 86"/>
                <a:gd name="T3" fmla="*/ 0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86" h="89">
                  <a:moveTo>
                    <a:pt x="0" y="89"/>
                  </a:moveTo>
                  <a:lnTo>
                    <a:pt x="86" y="0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8032" name="Line 32">
              <a:extLst>
                <a:ext uri="{FF2B5EF4-FFF2-40B4-BE49-F238E27FC236}">
                  <a16:creationId xmlns:a16="http://schemas.microsoft.com/office/drawing/2014/main" id="{DD703CA4-60AE-4288-9C70-7FF075818C6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46" y="1728"/>
              <a:ext cx="154" cy="15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8033" name="Line 33">
              <a:extLst>
                <a:ext uri="{FF2B5EF4-FFF2-40B4-BE49-F238E27FC236}">
                  <a16:creationId xmlns:a16="http://schemas.microsoft.com/office/drawing/2014/main" id="{D29E52F7-552C-4EC1-9959-3F156F40D8C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22" y="1728"/>
              <a:ext cx="44" cy="4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8034" name="Freeform 34">
              <a:extLst>
                <a:ext uri="{FF2B5EF4-FFF2-40B4-BE49-F238E27FC236}">
                  <a16:creationId xmlns:a16="http://schemas.microsoft.com/office/drawing/2014/main" id="{F1CB66E0-B53B-4E3B-BFBF-7FC30BB30105}"/>
                </a:ext>
              </a:extLst>
            </p:cNvPr>
            <p:cNvSpPr>
              <a:spLocks/>
            </p:cNvSpPr>
            <p:nvPr/>
          </p:nvSpPr>
          <p:spPr bwMode="auto">
            <a:xfrm>
              <a:off x="677" y="1728"/>
              <a:ext cx="158" cy="153"/>
            </a:xfrm>
            <a:custGeom>
              <a:avLst/>
              <a:gdLst>
                <a:gd name="T0" fmla="*/ 0 w 141"/>
                <a:gd name="T1" fmla="*/ 137 h 137"/>
                <a:gd name="T2" fmla="*/ 141 w 141"/>
                <a:gd name="T3" fmla="*/ 0 h 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41" h="137">
                  <a:moveTo>
                    <a:pt x="0" y="137"/>
                  </a:moveTo>
                  <a:lnTo>
                    <a:pt x="141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8035" name="Freeform 35">
              <a:extLst>
                <a:ext uri="{FF2B5EF4-FFF2-40B4-BE49-F238E27FC236}">
                  <a16:creationId xmlns:a16="http://schemas.microsoft.com/office/drawing/2014/main" id="{105855C0-E120-4C61-AA99-75F2E0202712}"/>
                </a:ext>
              </a:extLst>
            </p:cNvPr>
            <p:cNvSpPr>
              <a:spLocks/>
            </p:cNvSpPr>
            <p:nvPr/>
          </p:nvSpPr>
          <p:spPr bwMode="auto">
            <a:xfrm>
              <a:off x="754" y="1721"/>
              <a:ext cx="222" cy="219"/>
            </a:xfrm>
            <a:custGeom>
              <a:avLst/>
              <a:gdLst>
                <a:gd name="T0" fmla="*/ 0 w 251"/>
                <a:gd name="T1" fmla="*/ 246 h 246"/>
                <a:gd name="T2" fmla="*/ 251 w 251"/>
                <a:gd name="T3" fmla="*/ 0 h 2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51" h="246">
                  <a:moveTo>
                    <a:pt x="0" y="246"/>
                  </a:moveTo>
                  <a:lnTo>
                    <a:pt x="251" y="0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8036" name="Freeform 36">
              <a:extLst>
                <a:ext uri="{FF2B5EF4-FFF2-40B4-BE49-F238E27FC236}">
                  <a16:creationId xmlns:a16="http://schemas.microsoft.com/office/drawing/2014/main" id="{5A24A798-BAC6-4A5F-B2CA-5C33DE988D15}"/>
                </a:ext>
              </a:extLst>
            </p:cNvPr>
            <p:cNvSpPr>
              <a:spLocks/>
            </p:cNvSpPr>
            <p:nvPr/>
          </p:nvSpPr>
          <p:spPr bwMode="auto">
            <a:xfrm>
              <a:off x="842" y="1731"/>
              <a:ext cx="262" cy="263"/>
            </a:xfrm>
            <a:custGeom>
              <a:avLst/>
              <a:gdLst>
                <a:gd name="T0" fmla="*/ 0 w 235"/>
                <a:gd name="T1" fmla="*/ 235 h 235"/>
                <a:gd name="T2" fmla="*/ 235 w 235"/>
                <a:gd name="T3" fmla="*/ 0 h 2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35" h="235">
                  <a:moveTo>
                    <a:pt x="0" y="235"/>
                  </a:moveTo>
                  <a:lnTo>
                    <a:pt x="235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8037" name="Freeform 37">
              <a:extLst>
                <a:ext uri="{FF2B5EF4-FFF2-40B4-BE49-F238E27FC236}">
                  <a16:creationId xmlns:a16="http://schemas.microsoft.com/office/drawing/2014/main" id="{09F430D7-A237-4B2D-A715-A0F2D99DE25F}"/>
                </a:ext>
              </a:extLst>
            </p:cNvPr>
            <p:cNvSpPr>
              <a:spLocks/>
            </p:cNvSpPr>
            <p:nvPr/>
          </p:nvSpPr>
          <p:spPr bwMode="auto">
            <a:xfrm>
              <a:off x="929" y="1936"/>
              <a:ext cx="106" cy="107"/>
            </a:xfrm>
            <a:custGeom>
              <a:avLst/>
              <a:gdLst>
                <a:gd name="T0" fmla="*/ 0 w 95"/>
                <a:gd name="T1" fmla="*/ 96 h 96"/>
                <a:gd name="T2" fmla="*/ 95 w 95"/>
                <a:gd name="T3" fmla="*/ 0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95" h="96">
                  <a:moveTo>
                    <a:pt x="0" y="96"/>
                  </a:moveTo>
                  <a:lnTo>
                    <a:pt x="95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8038" name="Freeform 38">
              <a:extLst>
                <a:ext uri="{FF2B5EF4-FFF2-40B4-BE49-F238E27FC236}">
                  <a16:creationId xmlns:a16="http://schemas.microsoft.com/office/drawing/2014/main" id="{FDC9BBC2-7CEC-4038-98FE-1E67AEFCAF03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5" y="1727"/>
              <a:ext cx="171" cy="170"/>
            </a:xfrm>
            <a:custGeom>
              <a:avLst/>
              <a:gdLst>
                <a:gd name="T0" fmla="*/ 0 w 153"/>
                <a:gd name="T1" fmla="*/ 152 h 152"/>
                <a:gd name="T2" fmla="*/ 153 w 153"/>
                <a:gd name="T3" fmla="*/ 0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53" h="152">
                  <a:moveTo>
                    <a:pt x="0" y="152"/>
                  </a:moveTo>
                  <a:lnTo>
                    <a:pt x="153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8039" name="Freeform 39">
              <a:extLst>
                <a:ext uri="{FF2B5EF4-FFF2-40B4-BE49-F238E27FC236}">
                  <a16:creationId xmlns:a16="http://schemas.microsoft.com/office/drawing/2014/main" id="{5D13AA7A-3860-42E1-8736-C19C2C8D90EB}"/>
                </a:ext>
              </a:extLst>
            </p:cNvPr>
            <p:cNvSpPr>
              <a:spLocks/>
            </p:cNvSpPr>
            <p:nvPr/>
          </p:nvSpPr>
          <p:spPr bwMode="auto">
            <a:xfrm>
              <a:off x="761" y="2177"/>
              <a:ext cx="70" cy="64"/>
            </a:xfrm>
            <a:custGeom>
              <a:avLst/>
              <a:gdLst>
                <a:gd name="T0" fmla="*/ 63 w 63"/>
                <a:gd name="T1" fmla="*/ 0 h 57"/>
                <a:gd name="T2" fmla="*/ 0 w 63"/>
                <a:gd name="T3" fmla="*/ 57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63" h="57">
                  <a:moveTo>
                    <a:pt x="63" y="0"/>
                  </a:moveTo>
                  <a:lnTo>
                    <a:pt x="0" y="57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8040" name="Line 40">
              <a:extLst>
                <a:ext uri="{FF2B5EF4-FFF2-40B4-BE49-F238E27FC236}">
                  <a16:creationId xmlns:a16="http://schemas.microsoft.com/office/drawing/2014/main" id="{7499F1EE-C3FC-491B-8877-09D757CFA18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85" y="2143"/>
              <a:ext cx="97" cy="9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28259" name="Group 259">
            <a:extLst>
              <a:ext uri="{FF2B5EF4-FFF2-40B4-BE49-F238E27FC236}">
                <a16:creationId xmlns:a16="http://schemas.microsoft.com/office/drawing/2014/main" id="{A367D743-5C1F-46BC-BB71-E8193443A925}"/>
              </a:ext>
            </a:extLst>
          </p:cNvPr>
          <p:cNvGrpSpPr>
            <a:grpSpLocks/>
          </p:cNvGrpSpPr>
          <p:nvPr/>
        </p:nvGrpSpPr>
        <p:grpSpPr bwMode="auto">
          <a:xfrm>
            <a:off x="4010025" y="1214438"/>
            <a:ext cx="1041400" cy="2570162"/>
            <a:chOff x="2526" y="517"/>
            <a:chExt cx="656" cy="1619"/>
          </a:xfrm>
        </p:grpSpPr>
        <p:sp>
          <p:nvSpPr>
            <p:cNvPr id="128042" name="Line 42">
              <a:extLst>
                <a:ext uri="{FF2B5EF4-FFF2-40B4-BE49-F238E27FC236}">
                  <a16:creationId xmlns:a16="http://schemas.microsoft.com/office/drawing/2014/main" id="{81A24224-0BFC-47BF-A7EE-3EF89C9D56B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26" y="517"/>
              <a:ext cx="0" cy="8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8043" name="Freeform 43">
              <a:extLst>
                <a:ext uri="{FF2B5EF4-FFF2-40B4-BE49-F238E27FC236}">
                  <a16:creationId xmlns:a16="http://schemas.microsoft.com/office/drawing/2014/main" id="{C1E4DC54-607B-40AB-B615-9666ED67830E}"/>
                </a:ext>
              </a:extLst>
            </p:cNvPr>
            <p:cNvSpPr>
              <a:spLocks/>
            </p:cNvSpPr>
            <p:nvPr/>
          </p:nvSpPr>
          <p:spPr bwMode="auto">
            <a:xfrm>
              <a:off x="2526" y="1396"/>
              <a:ext cx="1" cy="80"/>
            </a:xfrm>
            <a:custGeom>
              <a:avLst/>
              <a:gdLst>
                <a:gd name="T0" fmla="*/ 0 w 1"/>
                <a:gd name="T1" fmla="*/ 0 h 90"/>
                <a:gd name="T2" fmla="*/ 0 w 1"/>
                <a:gd name="T3" fmla="*/ 90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90">
                  <a:moveTo>
                    <a:pt x="0" y="0"/>
                  </a:moveTo>
                  <a:lnTo>
                    <a:pt x="0" y="9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8044" name="Line 44">
              <a:extLst>
                <a:ext uri="{FF2B5EF4-FFF2-40B4-BE49-F238E27FC236}">
                  <a16:creationId xmlns:a16="http://schemas.microsoft.com/office/drawing/2014/main" id="{EF4A3A26-463C-4BD0-885C-1A0ED1D4B6F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67" y="1524"/>
              <a:ext cx="571" cy="56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lgDash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8045" name="Freeform 45">
              <a:extLst>
                <a:ext uri="{FF2B5EF4-FFF2-40B4-BE49-F238E27FC236}">
                  <a16:creationId xmlns:a16="http://schemas.microsoft.com/office/drawing/2014/main" id="{11C09485-7749-428C-B5A8-A4C0A25F2998}"/>
                </a:ext>
              </a:extLst>
            </p:cNvPr>
            <p:cNvSpPr>
              <a:spLocks/>
            </p:cNvSpPr>
            <p:nvPr/>
          </p:nvSpPr>
          <p:spPr bwMode="auto">
            <a:xfrm>
              <a:off x="3135" y="2091"/>
              <a:ext cx="47" cy="45"/>
            </a:xfrm>
            <a:custGeom>
              <a:avLst/>
              <a:gdLst>
                <a:gd name="T0" fmla="*/ 0 w 53"/>
                <a:gd name="T1" fmla="*/ 0 h 51"/>
                <a:gd name="T2" fmla="*/ 53 w 53"/>
                <a:gd name="T3" fmla="*/ 51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53" h="51">
                  <a:moveTo>
                    <a:pt x="0" y="0"/>
                  </a:moveTo>
                  <a:lnTo>
                    <a:pt x="53" y="51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8046" name="Freeform 46">
              <a:extLst>
                <a:ext uri="{FF2B5EF4-FFF2-40B4-BE49-F238E27FC236}">
                  <a16:creationId xmlns:a16="http://schemas.microsoft.com/office/drawing/2014/main" id="{BB69BE93-AF97-4100-869C-5B1DE9E5FC2C}"/>
                </a:ext>
              </a:extLst>
            </p:cNvPr>
            <p:cNvSpPr>
              <a:spLocks/>
            </p:cNvSpPr>
            <p:nvPr/>
          </p:nvSpPr>
          <p:spPr bwMode="auto">
            <a:xfrm>
              <a:off x="2526" y="1476"/>
              <a:ext cx="51" cy="55"/>
            </a:xfrm>
            <a:custGeom>
              <a:avLst/>
              <a:gdLst>
                <a:gd name="T0" fmla="*/ 0 w 58"/>
                <a:gd name="T1" fmla="*/ 0 h 61"/>
                <a:gd name="T2" fmla="*/ 58 w 58"/>
                <a:gd name="T3" fmla="*/ 61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58" h="61">
                  <a:moveTo>
                    <a:pt x="0" y="0"/>
                  </a:moveTo>
                  <a:lnTo>
                    <a:pt x="58" y="61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28047" name="Text Box 47">
            <a:extLst>
              <a:ext uri="{FF2B5EF4-FFF2-40B4-BE49-F238E27FC236}">
                <a16:creationId xmlns:a16="http://schemas.microsoft.com/office/drawing/2014/main" id="{B6A13B1A-539E-4367-B029-E3D8D5E7D1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500" y="4135438"/>
            <a:ext cx="2836863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l" eaLnBrk="1" hangingPunct="1"/>
            <a:r>
              <a:rPr lang="en-US" altLang="zh-CN" sz="3200">
                <a:solidFill>
                  <a:srgbClr val="0000CC"/>
                </a:solidFill>
                <a:latin typeface="宋体" panose="02010600030101010101" pitchFamily="2" charset="-122"/>
              </a:rPr>
              <a:t>☆ </a:t>
            </a:r>
            <a:r>
              <a:rPr lang="zh-CN" altLang="en-US" sz="3200">
                <a:solidFill>
                  <a:srgbClr val="0000CC"/>
                </a:solidFill>
                <a:latin typeface="宋体" panose="02010600030101010101" pitchFamily="2" charset="-122"/>
              </a:rPr>
              <a:t>标注方法：</a:t>
            </a:r>
          </a:p>
        </p:txBody>
      </p:sp>
      <p:sp>
        <p:nvSpPr>
          <p:cNvPr id="128048" name="Text Box 48">
            <a:extLst>
              <a:ext uri="{FF2B5EF4-FFF2-40B4-BE49-F238E27FC236}">
                <a16:creationId xmlns:a16="http://schemas.microsoft.com/office/drawing/2014/main" id="{86704EC8-D5AB-4843-A589-89E3C3FE8F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500" y="4714875"/>
            <a:ext cx="2836863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l" eaLnBrk="1" hangingPunct="1"/>
            <a:r>
              <a:rPr lang="en-US" altLang="zh-CN" sz="3200">
                <a:solidFill>
                  <a:srgbClr val="0000CC"/>
                </a:solidFill>
                <a:latin typeface="宋体" panose="02010600030101010101" pitchFamily="2" charset="-122"/>
              </a:rPr>
              <a:t>☆ </a:t>
            </a:r>
            <a:r>
              <a:rPr lang="zh-CN" altLang="en-US" sz="3200">
                <a:solidFill>
                  <a:srgbClr val="0000CC"/>
                </a:solidFill>
                <a:latin typeface="宋体" panose="02010600030101010101" pitchFamily="2" charset="-122"/>
              </a:rPr>
              <a:t>适用范围：</a:t>
            </a:r>
          </a:p>
        </p:txBody>
      </p:sp>
      <p:sp>
        <p:nvSpPr>
          <p:cNvPr id="128049" name="Text Box 49">
            <a:extLst>
              <a:ext uri="{FF2B5EF4-FFF2-40B4-BE49-F238E27FC236}">
                <a16:creationId xmlns:a16="http://schemas.microsoft.com/office/drawing/2014/main" id="{A453F0B7-0D52-4C93-AFBE-B2851CDCB9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2350" y="5257800"/>
            <a:ext cx="7446963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l" eaLnBrk="1" hangingPunct="1"/>
            <a:r>
              <a:rPr lang="en-US" altLang="zh-CN" sz="2800">
                <a:solidFill>
                  <a:srgbClr val="FF0000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800">
                <a:solidFill>
                  <a:srgbClr val="FF0000"/>
                </a:solidFill>
                <a:latin typeface="宋体" panose="02010600030101010101" pitchFamily="2" charset="-122"/>
              </a:rPr>
              <a:t>当机件的内部结构形状用一个剖切平面剖切不能表达完全，且机件又具有回转轴时。</a:t>
            </a:r>
          </a:p>
        </p:txBody>
      </p:sp>
      <p:grpSp>
        <p:nvGrpSpPr>
          <p:cNvPr id="128263" name="Group 263">
            <a:extLst>
              <a:ext uri="{FF2B5EF4-FFF2-40B4-BE49-F238E27FC236}">
                <a16:creationId xmlns:a16="http://schemas.microsoft.com/office/drawing/2014/main" id="{3526D7CE-090E-4698-B12F-46CD312DEEC2}"/>
              </a:ext>
            </a:extLst>
          </p:cNvPr>
          <p:cNvGrpSpPr>
            <a:grpSpLocks/>
          </p:cNvGrpSpPr>
          <p:nvPr/>
        </p:nvGrpSpPr>
        <p:grpSpPr bwMode="auto">
          <a:xfrm>
            <a:off x="5630863" y="1101725"/>
            <a:ext cx="3317875" cy="3246438"/>
            <a:chOff x="4467" y="1054"/>
            <a:chExt cx="2090" cy="2045"/>
          </a:xfrm>
        </p:grpSpPr>
        <p:pic>
          <p:nvPicPr>
            <p:cNvPr id="128207" name="Picture 207">
              <a:extLst>
                <a:ext uri="{FF2B5EF4-FFF2-40B4-BE49-F238E27FC236}">
                  <a16:creationId xmlns:a16="http://schemas.microsoft.com/office/drawing/2014/main" id="{FD6151A7-8A57-48C4-8ED9-65D4CE58FD1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clrChange>
                <a:clrFrom>
                  <a:srgbClr val="00FFFF"/>
                </a:clrFrom>
                <a:clrTo>
                  <a:srgbClr val="00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67" y="1198"/>
              <a:ext cx="2090" cy="1681"/>
            </a:xfrm>
            <a:prstGeom prst="rect">
              <a:avLst/>
            </a:prstGeom>
            <a:solidFill>
              <a:srgbClr val="00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grpSp>
          <p:nvGrpSpPr>
            <p:cNvPr id="128209" name="Group 209">
              <a:extLst>
                <a:ext uri="{FF2B5EF4-FFF2-40B4-BE49-F238E27FC236}">
                  <a16:creationId xmlns:a16="http://schemas.microsoft.com/office/drawing/2014/main" id="{B432441A-F19B-4E8B-B598-18C809C5528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77" y="2278"/>
              <a:ext cx="1" cy="821"/>
              <a:chOff x="3868" y="1678"/>
              <a:chExt cx="1" cy="821"/>
            </a:xfrm>
          </p:grpSpPr>
          <p:sp>
            <p:nvSpPr>
              <p:cNvPr id="128174" name="Freeform 174">
                <a:extLst>
                  <a:ext uri="{FF2B5EF4-FFF2-40B4-BE49-F238E27FC236}">
                    <a16:creationId xmlns:a16="http://schemas.microsoft.com/office/drawing/2014/main" id="{C527718D-8F7A-4502-928F-932125EB8FA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68" y="1678"/>
                <a:ext cx="1" cy="488"/>
              </a:xfrm>
              <a:custGeom>
                <a:avLst/>
                <a:gdLst>
                  <a:gd name="T0" fmla="*/ 0 w 2"/>
                  <a:gd name="T1" fmla="*/ 0 h 2599"/>
                  <a:gd name="T2" fmla="*/ 0 w 2"/>
                  <a:gd name="T3" fmla="*/ 2599 h 2599"/>
                  <a:gd name="T4" fmla="*/ 2 w 2"/>
                  <a:gd name="T5" fmla="*/ 2599 h 25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2599">
                    <a:moveTo>
                      <a:pt x="0" y="0"/>
                    </a:moveTo>
                    <a:lnTo>
                      <a:pt x="0" y="2599"/>
                    </a:lnTo>
                    <a:lnTo>
                      <a:pt x="2" y="2599"/>
                    </a:lnTo>
                  </a:path>
                </a:pathLst>
              </a:custGeom>
              <a:noFill/>
              <a:ln w="127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8175" name="Freeform 175">
                <a:extLst>
                  <a:ext uri="{FF2B5EF4-FFF2-40B4-BE49-F238E27FC236}">
                    <a16:creationId xmlns:a16="http://schemas.microsoft.com/office/drawing/2014/main" id="{F1908A37-04D1-4FA6-BD18-27DDB7678A7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68" y="2292"/>
                <a:ext cx="1" cy="207"/>
              </a:xfrm>
              <a:custGeom>
                <a:avLst/>
                <a:gdLst>
                  <a:gd name="T0" fmla="*/ 0 w 2"/>
                  <a:gd name="T1" fmla="*/ 0 h 1101"/>
                  <a:gd name="T2" fmla="*/ 0 w 2"/>
                  <a:gd name="T3" fmla="*/ 1101 h 1101"/>
                  <a:gd name="T4" fmla="*/ 2 w 2"/>
                  <a:gd name="T5" fmla="*/ 1101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1101">
                    <a:moveTo>
                      <a:pt x="0" y="0"/>
                    </a:moveTo>
                    <a:lnTo>
                      <a:pt x="0" y="1101"/>
                    </a:lnTo>
                    <a:lnTo>
                      <a:pt x="2" y="1101"/>
                    </a:lnTo>
                  </a:path>
                </a:pathLst>
              </a:custGeom>
              <a:noFill/>
              <a:ln w="127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8186" name="Freeform 186">
                <a:extLst>
                  <a:ext uri="{FF2B5EF4-FFF2-40B4-BE49-F238E27FC236}">
                    <a16:creationId xmlns:a16="http://schemas.microsoft.com/office/drawing/2014/main" id="{8601669D-7DA2-4E4D-ABE6-CDBD962DB02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68" y="2241"/>
                <a:ext cx="1" cy="24"/>
              </a:xfrm>
              <a:custGeom>
                <a:avLst/>
                <a:gdLst>
                  <a:gd name="T0" fmla="*/ 0 w 2"/>
                  <a:gd name="T1" fmla="*/ 0 h 127"/>
                  <a:gd name="T2" fmla="*/ 0 w 2"/>
                  <a:gd name="T3" fmla="*/ 127 h 127"/>
                  <a:gd name="T4" fmla="*/ 2 w 2"/>
                  <a:gd name="T5" fmla="*/ 127 h 1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127">
                    <a:moveTo>
                      <a:pt x="0" y="0"/>
                    </a:moveTo>
                    <a:lnTo>
                      <a:pt x="0" y="127"/>
                    </a:lnTo>
                    <a:lnTo>
                      <a:pt x="2" y="127"/>
                    </a:lnTo>
                  </a:path>
                </a:pathLst>
              </a:custGeom>
              <a:noFill/>
              <a:ln w="127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8187" name="Freeform 187">
                <a:extLst>
                  <a:ext uri="{FF2B5EF4-FFF2-40B4-BE49-F238E27FC236}">
                    <a16:creationId xmlns:a16="http://schemas.microsoft.com/office/drawing/2014/main" id="{DA25E9CD-9793-42F8-8CC6-D9C90143190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68" y="2190"/>
                <a:ext cx="1" cy="24"/>
              </a:xfrm>
              <a:custGeom>
                <a:avLst/>
                <a:gdLst>
                  <a:gd name="T0" fmla="*/ 0 w 2"/>
                  <a:gd name="T1" fmla="*/ 0 h 127"/>
                  <a:gd name="T2" fmla="*/ 0 w 2"/>
                  <a:gd name="T3" fmla="*/ 127 h 127"/>
                  <a:gd name="T4" fmla="*/ 2 w 2"/>
                  <a:gd name="T5" fmla="*/ 127 h 1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127">
                    <a:moveTo>
                      <a:pt x="0" y="0"/>
                    </a:moveTo>
                    <a:lnTo>
                      <a:pt x="0" y="127"/>
                    </a:lnTo>
                    <a:lnTo>
                      <a:pt x="2" y="127"/>
                    </a:lnTo>
                  </a:path>
                </a:pathLst>
              </a:custGeom>
              <a:noFill/>
              <a:ln w="127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28208" name="Freeform 208">
              <a:extLst>
                <a:ext uri="{FF2B5EF4-FFF2-40B4-BE49-F238E27FC236}">
                  <a16:creationId xmlns:a16="http://schemas.microsoft.com/office/drawing/2014/main" id="{3ACF6136-DF8D-4873-BDFE-45D8322A9F44}"/>
                </a:ext>
              </a:extLst>
            </p:cNvPr>
            <p:cNvSpPr>
              <a:spLocks/>
            </p:cNvSpPr>
            <p:nvPr/>
          </p:nvSpPr>
          <p:spPr bwMode="auto">
            <a:xfrm>
              <a:off x="4773" y="2968"/>
              <a:ext cx="400" cy="128"/>
            </a:xfrm>
            <a:custGeom>
              <a:avLst/>
              <a:gdLst>
                <a:gd name="T0" fmla="*/ 400 w 400"/>
                <a:gd name="T1" fmla="*/ 0 h 128"/>
                <a:gd name="T2" fmla="*/ 296 w 400"/>
                <a:gd name="T3" fmla="*/ 48 h 128"/>
                <a:gd name="T4" fmla="*/ 184 w 400"/>
                <a:gd name="T5" fmla="*/ 88 h 128"/>
                <a:gd name="T6" fmla="*/ 0 w 400"/>
                <a:gd name="T7" fmla="*/ 128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0" h="128">
                  <a:moveTo>
                    <a:pt x="400" y="0"/>
                  </a:moveTo>
                  <a:lnTo>
                    <a:pt x="296" y="48"/>
                  </a:lnTo>
                  <a:lnTo>
                    <a:pt x="184" y="88"/>
                  </a:lnTo>
                  <a:lnTo>
                    <a:pt x="0" y="128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8210" name="Freeform 210">
              <a:extLst>
                <a:ext uri="{FF2B5EF4-FFF2-40B4-BE49-F238E27FC236}">
                  <a16:creationId xmlns:a16="http://schemas.microsoft.com/office/drawing/2014/main" id="{F4092FA3-E81C-49E9-827F-69B39EDDF753}"/>
                </a:ext>
              </a:extLst>
            </p:cNvPr>
            <p:cNvSpPr>
              <a:spLocks/>
            </p:cNvSpPr>
            <p:nvPr/>
          </p:nvSpPr>
          <p:spPr bwMode="auto">
            <a:xfrm>
              <a:off x="4773" y="1952"/>
              <a:ext cx="984" cy="1016"/>
            </a:xfrm>
            <a:custGeom>
              <a:avLst/>
              <a:gdLst>
                <a:gd name="T0" fmla="*/ 0 w 984"/>
                <a:gd name="T1" fmla="*/ 320 h 1016"/>
                <a:gd name="T2" fmla="*/ 400 w 984"/>
                <a:gd name="T3" fmla="*/ 1016 h 1016"/>
                <a:gd name="T4" fmla="*/ 984 w 984"/>
                <a:gd name="T5" fmla="*/ 672 h 1016"/>
                <a:gd name="T6" fmla="*/ 584 w 984"/>
                <a:gd name="T7" fmla="*/ 0 h 1016"/>
                <a:gd name="T8" fmla="*/ 0 w 984"/>
                <a:gd name="T9" fmla="*/ 320 h 10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4" h="1016">
                  <a:moveTo>
                    <a:pt x="0" y="320"/>
                  </a:moveTo>
                  <a:lnTo>
                    <a:pt x="400" y="1016"/>
                  </a:lnTo>
                  <a:lnTo>
                    <a:pt x="984" y="672"/>
                  </a:lnTo>
                  <a:lnTo>
                    <a:pt x="584" y="0"/>
                  </a:lnTo>
                  <a:lnTo>
                    <a:pt x="0" y="320"/>
                  </a:lnTo>
                  <a:close/>
                </a:path>
              </a:pathLst>
            </a:custGeom>
            <a:solidFill>
              <a:srgbClr val="FFCCFF">
                <a:alpha val="50000"/>
              </a:srgbClr>
            </a:solidFill>
            <a:ln w="12700" cap="flat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8212" name="Freeform 212">
              <a:extLst>
                <a:ext uri="{FF2B5EF4-FFF2-40B4-BE49-F238E27FC236}">
                  <a16:creationId xmlns:a16="http://schemas.microsoft.com/office/drawing/2014/main" id="{E27B8F3C-7F11-434B-A17E-689D0C8B50D1}"/>
                </a:ext>
              </a:extLst>
            </p:cNvPr>
            <p:cNvSpPr>
              <a:spLocks/>
            </p:cNvSpPr>
            <p:nvPr/>
          </p:nvSpPr>
          <p:spPr bwMode="auto">
            <a:xfrm>
              <a:off x="4781" y="1056"/>
              <a:ext cx="584" cy="1216"/>
            </a:xfrm>
            <a:custGeom>
              <a:avLst/>
              <a:gdLst>
                <a:gd name="T0" fmla="*/ 0 w 584"/>
                <a:gd name="T1" fmla="*/ 288 h 1216"/>
                <a:gd name="T2" fmla="*/ 0 w 584"/>
                <a:gd name="T3" fmla="*/ 1216 h 1216"/>
                <a:gd name="T4" fmla="*/ 584 w 584"/>
                <a:gd name="T5" fmla="*/ 896 h 1216"/>
                <a:gd name="T6" fmla="*/ 584 w 584"/>
                <a:gd name="T7" fmla="*/ 0 h 1216"/>
                <a:gd name="T8" fmla="*/ 0 w 584"/>
                <a:gd name="T9" fmla="*/ 288 h 1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4" h="1216">
                  <a:moveTo>
                    <a:pt x="0" y="288"/>
                  </a:moveTo>
                  <a:lnTo>
                    <a:pt x="0" y="1216"/>
                  </a:lnTo>
                  <a:lnTo>
                    <a:pt x="584" y="896"/>
                  </a:lnTo>
                  <a:lnTo>
                    <a:pt x="584" y="0"/>
                  </a:lnTo>
                  <a:lnTo>
                    <a:pt x="0" y="288"/>
                  </a:lnTo>
                  <a:close/>
                </a:path>
              </a:pathLst>
            </a:custGeom>
            <a:solidFill>
              <a:srgbClr val="CCFFCC">
                <a:alpha val="50000"/>
              </a:srgbClr>
            </a:solidFill>
            <a:ln w="12700" cap="flat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8197" name="Rectangle 197">
              <a:extLst>
                <a:ext uri="{FF2B5EF4-FFF2-40B4-BE49-F238E27FC236}">
                  <a16:creationId xmlns:a16="http://schemas.microsoft.com/office/drawing/2014/main" id="{39D2A38F-2E48-4205-8D99-71B24F91F3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93" y="1054"/>
              <a:ext cx="16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r>
                <a:rPr lang="en-US" altLang="zh-CN" i="1">
                  <a:latin typeface="宋体" panose="02010600030101010101" pitchFamily="2" charset="-122"/>
                </a:rPr>
                <a:t>A</a:t>
              </a:r>
              <a:endParaRPr lang="en-US" altLang="zh-CN" b="0"/>
            </a:p>
          </p:txBody>
        </p:sp>
        <p:sp>
          <p:nvSpPr>
            <p:cNvPr id="128196" name="Rectangle 196">
              <a:extLst>
                <a:ext uri="{FF2B5EF4-FFF2-40B4-BE49-F238E27FC236}">
                  <a16:creationId xmlns:a16="http://schemas.microsoft.com/office/drawing/2014/main" id="{576C3E95-A425-4D52-A742-2995A048998E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9800000">
              <a:off x="5534" y="2449"/>
              <a:ext cx="19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r>
                <a:rPr lang="en-US" altLang="zh-CN" i="1">
                  <a:latin typeface="宋体" panose="02010600030101010101" pitchFamily="2" charset="-122"/>
                </a:rPr>
                <a:t>A</a:t>
              </a:r>
              <a:endParaRPr lang="en-US" altLang="zh-CN" b="0"/>
            </a:p>
          </p:txBody>
        </p:sp>
      </p:grpSp>
      <p:grpSp>
        <p:nvGrpSpPr>
          <p:cNvPr id="128217" name="Group 217">
            <a:extLst>
              <a:ext uri="{FF2B5EF4-FFF2-40B4-BE49-F238E27FC236}">
                <a16:creationId xmlns:a16="http://schemas.microsoft.com/office/drawing/2014/main" id="{F09FA7C2-8BC7-4B85-9A99-CD1308A784DD}"/>
              </a:ext>
            </a:extLst>
          </p:cNvPr>
          <p:cNvGrpSpPr>
            <a:grpSpLocks/>
          </p:cNvGrpSpPr>
          <p:nvPr/>
        </p:nvGrpSpPr>
        <p:grpSpPr bwMode="auto">
          <a:xfrm>
            <a:off x="915988" y="1379538"/>
            <a:ext cx="4495800" cy="2697162"/>
            <a:chOff x="577" y="621"/>
            <a:chExt cx="2832" cy="1699"/>
          </a:xfrm>
        </p:grpSpPr>
        <p:grpSp>
          <p:nvGrpSpPr>
            <p:cNvPr id="128218" name="Group 218">
              <a:extLst>
                <a:ext uri="{FF2B5EF4-FFF2-40B4-BE49-F238E27FC236}">
                  <a16:creationId xmlns:a16="http://schemas.microsoft.com/office/drawing/2014/main" id="{8C6FE265-F9D9-4D90-8577-B3866D2BA44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77" y="707"/>
              <a:ext cx="867" cy="1557"/>
              <a:chOff x="467" y="707"/>
              <a:chExt cx="867" cy="1557"/>
            </a:xfrm>
          </p:grpSpPr>
          <p:sp>
            <p:nvSpPr>
              <p:cNvPr id="128219" name="Line 219">
                <a:extLst>
                  <a:ext uri="{FF2B5EF4-FFF2-40B4-BE49-F238E27FC236}">
                    <a16:creationId xmlns:a16="http://schemas.microsoft.com/office/drawing/2014/main" id="{3FC9643A-5049-4264-AAED-34671C3FD32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710" y="864"/>
                <a:ext cx="369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prstDash val="lgDash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8220" name="Line 220">
                <a:extLst>
                  <a:ext uri="{FF2B5EF4-FFF2-40B4-BE49-F238E27FC236}">
                    <a16:creationId xmlns:a16="http://schemas.microsoft.com/office/drawing/2014/main" id="{F54CAA55-47FE-42AC-8C74-69941CE6C88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710" y="2083"/>
                <a:ext cx="369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prstDash val="lgDash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8221" name="Line 221">
                <a:extLst>
                  <a:ext uri="{FF2B5EF4-FFF2-40B4-BE49-F238E27FC236}">
                    <a16:creationId xmlns:a16="http://schemas.microsoft.com/office/drawing/2014/main" id="{BD1029ED-DF78-4127-9054-764E1DF995A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7" y="1477"/>
                <a:ext cx="867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prstDash val="lgDash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8222" name="Line 222">
                <a:extLst>
                  <a:ext uri="{FF2B5EF4-FFF2-40B4-BE49-F238E27FC236}">
                    <a16:creationId xmlns:a16="http://schemas.microsoft.com/office/drawing/2014/main" id="{682C3B60-7B42-480A-B9ED-872A6EA64BE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761" y="715"/>
                <a:ext cx="272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8223" name="Line 223">
                <a:extLst>
                  <a:ext uri="{FF2B5EF4-FFF2-40B4-BE49-F238E27FC236}">
                    <a16:creationId xmlns:a16="http://schemas.microsoft.com/office/drawing/2014/main" id="{FC0AA8A1-C27A-4397-95C5-2E629B6E442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761" y="2248"/>
                <a:ext cx="272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8224" name="Freeform 224">
                <a:extLst>
                  <a:ext uri="{FF2B5EF4-FFF2-40B4-BE49-F238E27FC236}">
                    <a16:creationId xmlns:a16="http://schemas.microsoft.com/office/drawing/2014/main" id="{FD4D82A8-9D7D-4B03-8416-122FDE064F3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36" y="707"/>
                <a:ext cx="2" cy="369"/>
              </a:xfrm>
              <a:custGeom>
                <a:avLst/>
                <a:gdLst>
                  <a:gd name="T0" fmla="*/ 0 w 1"/>
                  <a:gd name="T1" fmla="*/ 0 h 466"/>
                  <a:gd name="T2" fmla="*/ 0 w 1"/>
                  <a:gd name="T3" fmla="*/ 466 h 4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" h="466">
                    <a:moveTo>
                      <a:pt x="0" y="0"/>
                    </a:moveTo>
                    <a:lnTo>
                      <a:pt x="0" y="466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8225" name="Freeform 225">
                <a:extLst>
                  <a:ext uri="{FF2B5EF4-FFF2-40B4-BE49-F238E27FC236}">
                    <a16:creationId xmlns:a16="http://schemas.microsoft.com/office/drawing/2014/main" id="{BF0FC2B5-5F90-49EE-883A-626EB00CE3A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1" y="709"/>
                <a:ext cx="1" cy="368"/>
              </a:xfrm>
              <a:custGeom>
                <a:avLst/>
                <a:gdLst>
                  <a:gd name="T0" fmla="*/ 0 w 1"/>
                  <a:gd name="T1" fmla="*/ 0 h 329"/>
                  <a:gd name="T2" fmla="*/ 0 w 1"/>
                  <a:gd name="T3" fmla="*/ 329 h 3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" h="329">
                    <a:moveTo>
                      <a:pt x="0" y="0"/>
                    </a:moveTo>
                    <a:lnTo>
                      <a:pt x="0" y="329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8226" name="Freeform 226">
                <a:extLst>
                  <a:ext uri="{FF2B5EF4-FFF2-40B4-BE49-F238E27FC236}">
                    <a16:creationId xmlns:a16="http://schemas.microsoft.com/office/drawing/2014/main" id="{FDD226F5-A3E4-46AE-A68E-26C300EA907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30" y="1877"/>
                <a:ext cx="1" cy="380"/>
              </a:xfrm>
              <a:custGeom>
                <a:avLst/>
                <a:gdLst>
                  <a:gd name="T0" fmla="*/ 0 w 1"/>
                  <a:gd name="T1" fmla="*/ 480 h 480"/>
                  <a:gd name="T2" fmla="*/ 0 w 1"/>
                  <a:gd name="T3" fmla="*/ 0 h 4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" h="480">
                    <a:moveTo>
                      <a:pt x="0" y="480"/>
                    </a:moveTo>
                    <a:lnTo>
                      <a:pt x="0" y="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8227" name="Freeform 227">
                <a:extLst>
                  <a:ext uri="{FF2B5EF4-FFF2-40B4-BE49-F238E27FC236}">
                    <a16:creationId xmlns:a16="http://schemas.microsoft.com/office/drawing/2014/main" id="{88DA06C1-228C-40F5-A089-8A073D4BE5D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2" y="1876"/>
                <a:ext cx="1" cy="388"/>
              </a:xfrm>
              <a:custGeom>
                <a:avLst/>
                <a:gdLst>
                  <a:gd name="T0" fmla="*/ 2 w 2"/>
                  <a:gd name="T1" fmla="*/ 435 h 435"/>
                  <a:gd name="T2" fmla="*/ 0 w 2"/>
                  <a:gd name="T3" fmla="*/ 0 h 4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2" h="435">
                    <a:moveTo>
                      <a:pt x="2" y="435"/>
                    </a:moveTo>
                    <a:lnTo>
                      <a:pt x="0" y="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8228" name="Freeform 228">
                <a:extLst>
                  <a:ext uri="{FF2B5EF4-FFF2-40B4-BE49-F238E27FC236}">
                    <a16:creationId xmlns:a16="http://schemas.microsoft.com/office/drawing/2014/main" id="{F6B101A2-C478-41BA-A5A0-2E8E0D1B91C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29" y="1881"/>
                <a:ext cx="249" cy="2"/>
              </a:xfrm>
              <a:custGeom>
                <a:avLst/>
                <a:gdLst>
                  <a:gd name="T0" fmla="*/ 0 w 316"/>
                  <a:gd name="T1" fmla="*/ 0 h 2"/>
                  <a:gd name="T2" fmla="*/ 316 w 316"/>
                  <a:gd name="T3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316" h="2">
                    <a:moveTo>
                      <a:pt x="0" y="0"/>
                    </a:moveTo>
                    <a:lnTo>
                      <a:pt x="316" y="2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8229" name="Line 229">
                <a:extLst>
                  <a:ext uri="{FF2B5EF4-FFF2-40B4-BE49-F238E27FC236}">
                    <a16:creationId xmlns:a16="http://schemas.microsoft.com/office/drawing/2014/main" id="{7783E115-20C1-4FDE-B82F-685C00304A4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33" y="1071"/>
                <a:ext cx="239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8230" name="Freeform 230">
                <a:extLst>
                  <a:ext uri="{FF2B5EF4-FFF2-40B4-BE49-F238E27FC236}">
                    <a16:creationId xmlns:a16="http://schemas.microsoft.com/office/drawing/2014/main" id="{392A45C5-DB6F-448C-9F44-D358DE7B4E9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68" y="1065"/>
                <a:ext cx="2" cy="830"/>
              </a:xfrm>
              <a:custGeom>
                <a:avLst/>
                <a:gdLst>
                  <a:gd name="T0" fmla="*/ 0 w 2"/>
                  <a:gd name="T1" fmla="*/ 0 h 743"/>
                  <a:gd name="T2" fmla="*/ 2 w 2"/>
                  <a:gd name="T3" fmla="*/ 743 h 7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2" h="743">
                    <a:moveTo>
                      <a:pt x="0" y="0"/>
                    </a:moveTo>
                    <a:lnTo>
                      <a:pt x="2" y="743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8231" name="Line 231">
                <a:extLst>
                  <a:ext uri="{FF2B5EF4-FFF2-40B4-BE49-F238E27FC236}">
                    <a16:creationId xmlns:a16="http://schemas.microsoft.com/office/drawing/2014/main" id="{31A80F71-A3FD-4A09-86B2-7B547CFA8D2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21" y="1881"/>
                <a:ext cx="238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8232" name="Line 232">
                <a:extLst>
                  <a:ext uri="{FF2B5EF4-FFF2-40B4-BE49-F238E27FC236}">
                    <a16:creationId xmlns:a16="http://schemas.microsoft.com/office/drawing/2014/main" id="{2949024A-A477-4A87-849B-DBA347D1F2A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21" y="1067"/>
                <a:ext cx="238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8233" name="Freeform 233">
                <a:extLst>
                  <a:ext uri="{FF2B5EF4-FFF2-40B4-BE49-F238E27FC236}">
                    <a16:creationId xmlns:a16="http://schemas.microsoft.com/office/drawing/2014/main" id="{751FBFF6-53F8-4900-9443-86E4358A029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8" y="1061"/>
                <a:ext cx="3" cy="832"/>
              </a:xfrm>
              <a:custGeom>
                <a:avLst/>
                <a:gdLst>
                  <a:gd name="T0" fmla="*/ 2 w 2"/>
                  <a:gd name="T1" fmla="*/ 0 h 1051"/>
                  <a:gd name="T2" fmla="*/ 0 w 2"/>
                  <a:gd name="T3" fmla="*/ 1051 h 10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2" h="1051">
                    <a:moveTo>
                      <a:pt x="2" y="0"/>
                    </a:moveTo>
                    <a:lnTo>
                      <a:pt x="0" y="1051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28234" name="Group 234">
              <a:extLst>
                <a:ext uri="{FF2B5EF4-FFF2-40B4-BE49-F238E27FC236}">
                  <a16:creationId xmlns:a16="http://schemas.microsoft.com/office/drawing/2014/main" id="{6C4C4B02-01F6-4874-8B6E-B5DD8F9976D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18" y="621"/>
              <a:ext cx="1791" cy="1699"/>
              <a:chOff x="1618" y="621"/>
              <a:chExt cx="1791" cy="1699"/>
            </a:xfrm>
          </p:grpSpPr>
          <p:sp>
            <p:nvSpPr>
              <p:cNvPr id="128235" name="Line 235">
                <a:extLst>
                  <a:ext uri="{FF2B5EF4-FFF2-40B4-BE49-F238E27FC236}">
                    <a16:creationId xmlns:a16="http://schemas.microsoft.com/office/drawing/2014/main" id="{D9F033F2-AD96-4C27-9B70-D62BF2D067D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26" y="621"/>
                <a:ext cx="0" cy="1699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prstDash val="lgDash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8236" name="Oval 236">
                <a:extLst>
                  <a:ext uri="{FF2B5EF4-FFF2-40B4-BE49-F238E27FC236}">
                    <a16:creationId xmlns:a16="http://schemas.microsoft.com/office/drawing/2014/main" id="{8DC4A114-94A7-46D2-8B0F-D9C2F0F224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00" y="956"/>
                <a:ext cx="139" cy="133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8237" name="Arc 237">
                <a:extLst>
                  <a:ext uri="{FF2B5EF4-FFF2-40B4-BE49-F238E27FC236}">
                    <a16:creationId xmlns:a16="http://schemas.microsoft.com/office/drawing/2014/main" id="{1EDBE9B1-55C9-4E18-B62D-427922906A55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2255" y="1218"/>
                <a:ext cx="534" cy="516"/>
              </a:xfrm>
              <a:custGeom>
                <a:avLst/>
                <a:gdLst>
                  <a:gd name="G0" fmla="+- 21600 0 0"/>
                  <a:gd name="G1" fmla="+- 21600 0 0"/>
                  <a:gd name="G2" fmla="+- 21600 0 0"/>
                  <a:gd name="T0" fmla="*/ 16544 w 43200"/>
                  <a:gd name="T1" fmla="*/ 42600 h 42600"/>
                  <a:gd name="T2" fmla="*/ 27755 w 43200"/>
                  <a:gd name="T3" fmla="*/ 42304 h 42600"/>
                  <a:gd name="T4" fmla="*/ 21600 w 43200"/>
                  <a:gd name="T5" fmla="*/ 21600 h 42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200" h="42600" fill="none" extrusionOk="0">
                    <a:moveTo>
                      <a:pt x="16544" y="42599"/>
                    </a:moveTo>
                    <a:cubicBezTo>
                      <a:pt x="6839" y="40263"/>
                      <a:pt x="0" y="31581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3529" y="0"/>
                      <a:pt x="43200" y="9670"/>
                      <a:pt x="43200" y="21600"/>
                    </a:cubicBezTo>
                    <a:cubicBezTo>
                      <a:pt x="43199" y="31158"/>
                      <a:pt x="36917" y="39580"/>
                      <a:pt x="27755" y="42304"/>
                    </a:cubicBezTo>
                  </a:path>
                  <a:path w="43200" h="42600" stroke="0" extrusionOk="0">
                    <a:moveTo>
                      <a:pt x="16544" y="42599"/>
                    </a:moveTo>
                    <a:cubicBezTo>
                      <a:pt x="6839" y="40263"/>
                      <a:pt x="0" y="31581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3529" y="0"/>
                      <a:pt x="43200" y="9670"/>
                      <a:pt x="43200" y="21600"/>
                    </a:cubicBezTo>
                    <a:cubicBezTo>
                      <a:pt x="43199" y="31158"/>
                      <a:pt x="36917" y="39580"/>
                      <a:pt x="27755" y="42304"/>
                    </a:cubicBezTo>
                    <a:lnTo>
                      <a:pt x="21600" y="21600"/>
                    </a:lnTo>
                    <a:close/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8238" name="Oval 238">
                <a:extLst>
                  <a:ext uri="{FF2B5EF4-FFF2-40B4-BE49-F238E27FC236}">
                    <a16:creationId xmlns:a16="http://schemas.microsoft.com/office/drawing/2014/main" id="{34B9764F-E39C-4E8F-8AB3-095682AC59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87" y="1062"/>
                <a:ext cx="877" cy="830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8239" name="Line 239">
                <a:extLst>
                  <a:ext uri="{FF2B5EF4-FFF2-40B4-BE49-F238E27FC236}">
                    <a16:creationId xmlns:a16="http://schemas.microsoft.com/office/drawing/2014/main" id="{B5DDC007-A20E-4F6A-B543-E76AD95487B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18" y="1477"/>
                <a:ext cx="1791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prstDash val="lgDash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8240" name="Oval 240">
                <a:extLst>
                  <a:ext uri="{FF2B5EF4-FFF2-40B4-BE49-F238E27FC236}">
                    <a16:creationId xmlns:a16="http://schemas.microsoft.com/office/drawing/2014/main" id="{22AF8CD2-992B-4BE8-9601-85D18B746D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06" y="716"/>
                <a:ext cx="1634" cy="1532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8241" name="Oval 241">
                <a:extLst>
                  <a:ext uri="{FF2B5EF4-FFF2-40B4-BE49-F238E27FC236}">
                    <a16:creationId xmlns:a16="http://schemas.microsoft.com/office/drawing/2014/main" id="{C7912D24-D0CC-40F4-BDA1-59810AFA27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86" y="864"/>
                <a:ext cx="1285" cy="1219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lgDash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8242" name="Line 242">
                <a:extLst>
                  <a:ext uri="{FF2B5EF4-FFF2-40B4-BE49-F238E27FC236}">
                    <a16:creationId xmlns:a16="http://schemas.microsoft.com/office/drawing/2014/main" id="{D37245FC-44EB-4563-8B65-173368E5046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79" y="1832"/>
                <a:ext cx="177" cy="177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prstDash val="lgDash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8243" name="Line 243">
                <a:extLst>
                  <a:ext uri="{FF2B5EF4-FFF2-40B4-BE49-F238E27FC236}">
                    <a16:creationId xmlns:a16="http://schemas.microsoft.com/office/drawing/2014/main" id="{760DB8E3-181B-4BEE-8942-260D00D4381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884" y="929"/>
                <a:ext cx="177" cy="17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8244" name="Line 244">
                <a:extLst>
                  <a:ext uri="{FF2B5EF4-FFF2-40B4-BE49-F238E27FC236}">
                    <a16:creationId xmlns:a16="http://schemas.microsoft.com/office/drawing/2014/main" id="{74794D99-BED7-4E92-B665-7F157C1F8A1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982" y="932"/>
                <a:ext cx="204" cy="209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8245" name="Line 245">
                <a:extLst>
                  <a:ext uri="{FF2B5EF4-FFF2-40B4-BE49-F238E27FC236}">
                    <a16:creationId xmlns:a16="http://schemas.microsoft.com/office/drawing/2014/main" id="{A4DD5C57-5FB5-47D5-A8A8-7967F418130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977" y="1805"/>
                <a:ext cx="222" cy="22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8246" name="Oval 246">
                <a:extLst>
                  <a:ext uri="{FF2B5EF4-FFF2-40B4-BE49-F238E27FC236}">
                    <a16:creationId xmlns:a16="http://schemas.microsoft.com/office/drawing/2014/main" id="{5BAD38F9-5AD8-49E1-A152-1AE451A1C3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72" y="938"/>
                <a:ext cx="216" cy="194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8247" name="Oval 247">
                <a:extLst>
                  <a:ext uri="{FF2B5EF4-FFF2-40B4-BE49-F238E27FC236}">
                    <a16:creationId xmlns:a16="http://schemas.microsoft.com/office/drawing/2014/main" id="{DB70B5F4-EA31-4C31-8A1E-D08E8E1859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11" y="966"/>
                <a:ext cx="139" cy="132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8248" name="Oval 248">
                <a:extLst>
                  <a:ext uri="{FF2B5EF4-FFF2-40B4-BE49-F238E27FC236}">
                    <a16:creationId xmlns:a16="http://schemas.microsoft.com/office/drawing/2014/main" id="{561BDEC3-701B-4D59-9BFA-FBD6F12E39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62" y="1821"/>
                <a:ext cx="207" cy="195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8249" name="Oval 249">
                <a:extLst>
                  <a:ext uri="{FF2B5EF4-FFF2-40B4-BE49-F238E27FC236}">
                    <a16:creationId xmlns:a16="http://schemas.microsoft.com/office/drawing/2014/main" id="{A0702CB3-0D58-4F2A-B0A4-0E267EC2561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94" y="1856"/>
                <a:ext cx="138" cy="124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8250" name="Oval 250">
                <a:extLst>
                  <a:ext uri="{FF2B5EF4-FFF2-40B4-BE49-F238E27FC236}">
                    <a16:creationId xmlns:a16="http://schemas.microsoft.com/office/drawing/2014/main" id="{C3853882-7D07-4227-9518-5FE4FBA0DF4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81" y="1821"/>
                <a:ext cx="207" cy="195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8251" name="Oval 251">
                <a:extLst>
                  <a:ext uri="{FF2B5EF4-FFF2-40B4-BE49-F238E27FC236}">
                    <a16:creationId xmlns:a16="http://schemas.microsoft.com/office/drawing/2014/main" id="{01232E0A-8424-48A9-B295-6DE4E60384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14" y="1851"/>
                <a:ext cx="137" cy="133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8252" name="Oval 252">
                <a:extLst>
                  <a:ext uri="{FF2B5EF4-FFF2-40B4-BE49-F238E27FC236}">
                    <a16:creationId xmlns:a16="http://schemas.microsoft.com/office/drawing/2014/main" id="{6F8DD6EC-E285-464D-A8B4-712750326A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60" y="921"/>
                <a:ext cx="214" cy="204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8253" name="Oval 253">
                <a:extLst>
                  <a:ext uri="{FF2B5EF4-FFF2-40B4-BE49-F238E27FC236}">
                    <a16:creationId xmlns:a16="http://schemas.microsoft.com/office/drawing/2014/main" id="{8A7CDCCD-3705-474C-B943-06B1FEE537E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71" y="817"/>
                <a:ext cx="103" cy="98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8254" name="Oval 254">
                <a:extLst>
                  <a:ext uri="{FF2B5EF4-FFF2-40B4-BE49-F238E27FC236}">
                    <a16:creationId xmlns:a16="http://schemas.microsoft.com/office/drawing/2014/main" id="{899E8EE2-3FD7-4851-B383-A390287BC3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72" y="2027"/>
                <a:ext cx="103" cy="99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8255" name="Line 255">
                <a:extLst>
                  <a:ext uri="{FF2B5EF4-FFF2-40B4-BE49-F238E27FC236}">
                    <a16:creationId xmlns:a16="http://schemas.microsoft.com/office/drawing/2014/main" id="{977EE42D-FDBA-4274-85CE-FF733E93114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454" y="1155"/>
                <a:ext cx="0" cy="84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8256" name="Freeform 256">
                <a:extLst>
                  <a:ext uri="{FF2B5EF4-FFF2-40B4-BE49-F238E27FC236}">
                    <a16:creationId xmlns:a16="http://schemas.microsoft.com/office/drawing/2014/main" id="{85C371DD-56DF-4504-8F1E-0109E69B012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96" y="1163"/>
                <a:ext cx="1" cy="76"/>
              </a:xfrm>
              <a:custGeom>
                <a:avLst/>
                <a:gdLst>
                  <a:gd name="T0" fmla="*/ 0 w 1"/>
                  <a:gd name="T1" fmla="*/ 97 h 97"/>
                  <a:gd name="T2" fmla="*/ 1 w 1"/>
                  <a:gd name="T3" fmla="*/ 0 h 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" h="97">
                    <a:moveTo>
                      <a:pt x="0" y="97"/>
                    </a:moveTo>
                    <a:lnTo>
                      <a:pt x="1" y="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8257" name="Freeform 257">
                <a:extLst>
                  <a:ext uri="{FF2B5EF4-FFF2-40B4-BE49-F238E27FC236}">
                    <a16:creationId xmlns:a16="http://schemas.microsoft.com/office/drawing/2014/main" id="{18220083-997B-407C-8957-7E57EB8DCE1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54" y="1161"/>
                <a:ext cx="148" cy="2"/>
              </a:xfrm>
              <a:custGeom>
                <a:avLst/>
                <a:gdLst>
                  <a:gd name="T0" fmla="*/ 0 w 188"/>
                  <a:gd name="T1" fmla="*/ 0 h 2"/>
                  <a:gd name="T2" fmla="*/ 188 w 188"/>
                  <a:gd name="T3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88" h="2">
                    <a:moveTo>
                      <a:pt x="0" y="0"/>
                    </a:moveTo>
                    <a:lnTo>
                      <a:pt x="188" y="2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grpSp>
        <p:nvGrpSpPr>
          <p:cNvPr id="128260" name="Group 260">
            <a:extLst>
              <a:ext uri="{FF2B5EF4-FFF2-40B4-BE49-F238E27FC236}">
                <a16:creationId xmlns:a16="http://schemas.microsoft.com/office/drawing/2014/main" id="{2BC34CBB-58D5-4B28-9988-B558E893A860}"/>
              </a:ext>
            </a:extLst>
          </p:cNvPr>
          <p:cNvGrpSpPr>
            <a:grpSpLocks/>
          </p:cNvGrpSpPr>
          <p:nvPr/>
        </p:nvGrpSpPr>
        <p:grpSpPr bwMode="auto">
          <a:xfrm>
            <a:off x="3779838" y="1214438"/>
            <a:ext cx="1276350" cy="2735262"/>
            <a:chOff x="2381" y="517"/>
            <a:chExt cx="804" cy="1723"/>
          </a:xfrm>
        </p:grpSpPr>
        <p:sp>
          <p:nvSpPr>
            <p:cNvPr id="128261" name="Line 261">
              <a:extLst>
                <a:ext uri="{FF2B5EF4-FFF2-40B4-BE49-F238E27FC236}">
                  <a16:creationId xmlns:a16="http://schemas.microsoft.com/office/drawing/2014/main" id="{B90CD16B-9AD8-4611-8F75-FD34828CA36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381" y="517"/>
              <a:ext cx="14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8262" name="Line 262">
              <a:extLst>
                <a:ext uri="{FF2B5EF4-FFF2-40B4-BE49-F238E27FC236}">
                  <a16:creationId xmlns:a16="http://schemas.microsoft.com/office/drawing/2014/main" id="{0B2FF0EF-04D7-4243-B34D-EF9376936C1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083" y="2137"/>
              <a:ext cx="102" cy="10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 spd="med">
    <p:cover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8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12821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28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128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28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128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" dur="500"/>
                                        <p:tgtEl>
                                          <p:spTgt spid="1280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280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75"/>
                                        <p:tgtEl>
                                          <p:spTgt spid="1280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8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8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8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280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1280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63" dur="500"/>
                                        <p:tgtEl>
                                          <p:spTgt spid="1280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68" dur="500"/>
                                        <p:tgtEl>
                                          <p:spTgt spid="1280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8003" grpId="0" autoUpdateAnimBg="0"/>
      <p:bldP spid="128004" grpId="0" autoUpdateAnimBg="0"/>
      <p:bldP spid="128005" grpId="0" autoUpdateAnimBg="0"/>
      <p:bldP spid="128006" grpId="0" autoUpdateAnimBg="0"/>
      <p:bldP spid="128047" grpId="0" build="p" autoUpdateAnimBg="0"/>
      <p:bldP spid="128048" grpId="0" autoUpdateAnimBg="0"/>
      <p:bldP spid="128049" grpId="0" autoUpdateAnimBg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Text Box 2">
            <a:extLst>
              <a:ext uri="{FF2B5EF4-FFF2-40B4-BE49-F238E27FC236}">
                <a16:creationId xmlns:a16="http://schemas.microsoft.com/office/drawing/2014/main" id="{D749B73F-C5E6-4425-964A-63C0113A2C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0238" y="-56356"/>
            <a:ext cx="3652838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l" eaLnBrk="1" hangingPunct="1"/>
            <a:r>
              <a:rPr lang="en-US" altLang="zh-CN" sz="3200" dirty="0">
                <a:solidFill>
                  <a:schemeClr val="bg1"/>
                </a:solidFill>
                <a:latin typeface="宋体" panose="02010600030101010101" pitchFamily="2" charset="-122"/>
              </a:rPr>
              <a:t>☆ </a:t>
            </a:r>
            <a:r>
              <a:rPr lang="zh-CN" altLang="en-US" sz="3200" dirty="0">
                <a:solidFill>
                  <a:schemeClr val="bg1"/>
                </a:solidFill>
                <a:latin typeface="宋体" panose="02010600030101010101" pitchFamily="2" charset="-122"/>
              </a:rPr>
              <a:t>应注意的问题：</a:t>
            </a:r>
          </a:p>
        </p:txBody>
      </p:sp>
      <p:sp>
        <p:nvSpPr>
          <p:cNvPr id="129027" name="Text Box 3">
            <a:extLst>
              <a:ext uri="{FF2B5EF4-FFF2-40B4-BE49-F238E27FC236}">
                <a16:creationId xmlns:a16="http://schemas.microsoft.com/office/drawing/2014/main" id="{4C602D9B-1C76-48F5-A527-894879706D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0400" y="393700"/>
            <a:ext cx="778668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l" eaLnBrk="1" hangingPunct="1"/>
            <a:r>
              <a:rPr lang="en-US" altLang="zh-CN" sz="2800">
                <a:latin typeface="宋体" panose="02010600030101010101" pitchFamily="2" charset="-122"/>
              </a:rPr>
              <a:t>⑴ </a:t>
            </a:r>
            <a:r>
              <a:rPr lang="zh-CN" altLang="en-US" sz="2800">
                <a:latin typeface="宋体" panose="02010600030101010101" pitchFamily="2" charset="-122"/>
              </a:rPr>
              <a:t>两剖切面的交线一般应与机件的轴线重合。</a:t>
            </a:r>
          </a:p>
        </p:txBody>
      </p:sp>
      <p:sp>
        <p:nvSpPr>
          <p:cNvPr id="129028" name="Text Box 4">
            <a:extLst>
              <a:ext uri="{FF2B5EF4-FFF2-40B4-BE49-F238E27FC236}">
                <a16:creationId xmlns:a16="http://schemas.microsoft.com/office/drawing/2014/main" id="{7457047E-3DB6-4E37-BB3E-538D20E35C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0400" y="3762375"/>
            <a:ext cx="790098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l" eaLnBrk="1" hangingPunct="1"/>
            <a:r>
              <a:rPr lang="en-US" altLang="zh-CN" sz="2800">
                <a:latin typeface="宋体" panose="02010600030101010101" pitchFamily="2" charset="-122"/>
              </a:rPr>
              <a:t>⑵ </a:t>
            </a:r>
            <a:r>
              <a:rPr lang="zh-CN" altLang="en-US" sz="2800">
                <a:latin typeface="宋体" panose="02010600030101010101" pitchFamily="2" charset="-122"/>
              </a:rPr>
              <a:t>应按“先剖切后旋转”的方法绘制剖视图。</a:t>
            </a:r>
          </a:p>
        </p:txBody>
      </p:sp>
      <p:sp>
        <p:nvSpPr>
          <p:cNvPr id="129108" name="Rectangle 84">
            <a:extLst>
              <a:ext uri="{FF2B5EF4-FFF2-40B4-BE49-F238E27FC236}">
                <a16:creationId xmlns:a16="http://schemas.microsoft.com/office/drawing/2014/main" id="{3D4D5F21-B8BE-412F-8596-764A2BFF5B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70363" y="6186488"/>
            <a:ext cx="9144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r>
              <a:rPr lang="en-US" altLang="zh-CN">
                <a:solidFill>
                  <a:srgbClr val="FF0000"/>
                </a:solidFill>
                <a:latin typeface="宋体" panose="02010600030101010101" pitchFamily="2" charset="-122"/>
              </a:rPr>
              <a:t> 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</a:rPr>
              <a:t>错误</a:t>
            </a:r>
            <a:endParaRPr lang="zh-CN" altLang="en-US">
              <a:solidFill>
                <a:srgbClr val="FF0000"/>
              </a:solidFill>
            </a:endParaRPr>
          </a:p>
        </p:txBody>
      </p:sp>
      <p:grpSp>
        <p:nvGrpSpPr>
          <p:cNvPr id="129400" name="Group 376">
            <a:extLst>
              <a:ext uri="{FF2B5EF4-FFF2-40B4-BE49-F238E27FC236}">
                <a16:creationId xmlns:a16="http://schemas.microsoft.com/office/drawing/2014/main" id="{0DF1BEE4-A048-47C6-90AD-39A541F33E48}"/>
              </a:ext>
            </a:extLst>
          </p:cNvPr>
          <p:cNvGrpSpPr>
            <a:grpSpLocks/>
          </p:cNvGrpSpPr>
          <p:nvPr/>
        </p:nvGrpSpPr>
        <p:grpSpPr bwMode="auto">
          <a:xfrm>
            <a:off x="5786438" y="4289425"/>
            <a:ext cx="1771650" cy="2262188"/>
            <a:chOff x="3645" y="2702"/>
            <a:chExt cx="1116" cy="1425"/>
          </a:xfrm>
        </p:grpSpPr>
        <p:sp>
          <p:nvSpPr>
            <p:cNvPr id="129110" name="Rectangle 86">
              <a:extLst>
                <a:ext uri="{FF2B5EF4-FFF2-40B4-BE49-F238E27FC236}">
                  <a16:creationId xmlns:a16="http://schemas.microsoft.com/office/drawing/2014/main" id="{6206BAEF-D566-452C-AC1D-0F40F775AF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74" y="3897"/>
              <a:ext cx="483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r>
                <a:rPr lang="en-US" altLang="zh-CN">
                  <a:solidFill>
                    <a:srgbClr val="FF0000"/>
                  </a:solidFill>
                  <a:latin typeface="宋体" panose="02010600030101010101" pitchFamily="2" charset="-122"/>
                </a:rPr>
                <a:t> </a:t>
              </a:r>
              <a:r>
                <a:rPr lang="zh-CN" altLang="en-US">
                  <a:solidFill>
                    <a:srgbClr val="FF0000"/>
                  </a:solidFill>
                  <a:latin typeface="宋体" panose="02010600030101010101" pitchFamily="2" charset="-122"/>
                </a:rPr>
                <a:t>正确</a:t>
              </a:r>
              <a:endParaRPr lang="zh-CN" altLang="en-US">
                <a:solidFill>
                  <a:srgbClr val="FF0000"/>
                </a:solidFill>
              </a:endParaRPr>
            </a:p>
          </p:txBody>
        </p:sp>
        <p:sp>
          <p:nvSpPr>
            <p:cNvPr id="129111" name="Freeform 87">
              <a:extLst>
                <a:ext uri="{FF2B5EF4-FFF2-40B4-BE49-F238E27FC236}">
                  <a16:creationId xmlns:a16="http://schemas.microsoft.com/office/drawing/2014/main" id="{07AE2B21-E059-42CA-B240-486080915B75}"/>
                </a:ext>
              </a:extLst>
            </p:cNvPr>
            <p:cNvSpPr>
              <a:spLocks/>
            </p:cNvSpPr>
            <p:nvPr/>
          </p:nvSpPr>
          <p:spPr bwMode="auto">
            <a:xfrm>
              <a:off x="3747" y="2904"/>
              <a:ext cx="1" cy="1005"/>
            </a:xfrm>
            <a:custGeom>
              <a:avLst/>
              <a:gdLst>
                <a:gd name="T0" fmla="*/ 0 w 1"/>
                <a:gd name="T1" fmla="*/ 0 h 3016"/>
                <a:gd name="T2" fmla="*/ 0 w 1"/>
                <a:gd name="T3" fmla="*/ 3016 h 3016"/>
                <a:gd name="T4" fmla="*/ 1 w 1"/>
                <a:gd name="T5" fmla="*/ 3016 h 30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3016">
                  <a:moveTo>
                    <a:pt x="0" y="0"/>
                  </a:moveTo>
                  <a:lnTo>
                    <a:pt x="0" y="3016"/>
                  </a:lnTo>
                  <a:lnTo>
                    <a:pt x="1" y="3016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9112" name="Freeform 88">
              <a:extLst>
                <a:ext uri="{FF2B5EF4-FFF2-40B4-BE49-F238E27FC236}">
                  <a16:creationId xmlns:a16="http://schemas.microsoft.com/office/drawing/2014/main" id="{A4D42BD1-459E-4C63-B734-BF407B31585D}"/>
                </a:ext>
              </a:extLst>
            </p:cNvPr>
            <p:cNvSpPr>
              <a:spLocks/>
            </p:cNvSpPr>
            <p:nvPr/>
          </p:nvSpPr>
          <p:spPr bwMode="auto">
            <a:xfrm>
              <a:off x="3741" y="2898"/>
              <a:ext cx="141" cy="6"/>
            </a:xfrm>
            <a:custGeom>
              <a:avLst/>
              <a:gdLst>
                <a:gd name="T0" fmla="*/ 0 w 141"/>
                <a:gd name="T1" fmla="*/ 6 h 6"/>
                <a:gd name="T2" fmla="*/ 141 w 141"/>
                <a:gd name="T3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41" h="6">
                  <a:moveTo>
                    <a:pt x="0" y="6"/>
                  </a:moveTo>
                  <a:lnTo>
                    <a:pt x="141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9113" name="Freeform 89">
              <a:extLst>
                <a:ext uri="{FF2B5EF4-FFF2-40B4-BE49-F238E27FC236}">
                  <a16:creationId xmlns:a16="http://schemas.microsoft.com/office/drawing/2014/main" id="{3BBE1A6F-D011-455A-9687-E6363F8D719D}"/>
                </a:ext>
              </a:extLst>
            </p:cNvPr>
            <p:cNvSpPr>
              <a:spLocks/>
            </p:cNvSpPr>
            <p:nvPr/>
          </p:nvSpPr>
          <p:spPr bwMode="auto">
            <a:xfrm>
              <a:off x="3873" y="2898"/>
              <a:ext cx="2" cy="136"/>
            </a:xfrm>
            <a:custGeom>
              <a:avLst/>
              <a:gdLst>
                <a:gd name="T0" fmla="*/ 0 w 2"/>
                <a:gd name="T1" fmla="*/ 0 h 136"/>
                <a:gd name="T2" fmla="*/ 2 w 2"/>
                <a:gd name="T3" fmla="*/ 136 h 136"/>
                <a:gd name="T4" fmla="*/ 1 w 2"/>
                <a:gd name="T5" fmla="*/ 107 h 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136">
                  <a:moveTo>
                    <a:pt x="0" y="0"/>
                  </a:moveTo>
                  <a:lnTo>
                    <a:pt x="2" y="136"/>
                  </a:lnTo>
                  <a:lnTo>
                    <a:pt x="1" y="107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9114" name="Freeform 90">
              <a:extLst>
                <a:ext uri="{FF2B5EF4-FFF2-40B4-BE49-F238E27FC236}">
                  <a16:creationId xmlns:a16="http://schemas.microsoft.com/office/drawing/2014/main" id="{B515B225-5A59-408F-B2E6-F3AB2299E888}"/>
                </a:ext>
              </a:extLst>
            </p:cNvPr>
            <p:cNvSpPr>
              <a:spLocks/>
            </p:cNvSpPr>
            <p:nvPr/>
          </p:nvSpPr>
          <p:spPr bwMode="auto">
            <a:xfrm>
              <a:off x="3869" y="3033"/>
              <a:ext cx="790" cy="1"/>
            </a:xfrm>
            <a:custGeom>
              <a:avLst/>
              <a:gdLst>
                <a:gd name="T0" fmla="*/ 0 w 790"/>
                <a:gd name="T1" fmla="*/ 1 h 1"/>
                <a:gd name="T2" fmla="*/ 790 w 790"/>
                <a:gd name="T3" fmla="*/ 0 h 1"/>
                <a:gd name="T4" fmla="*/ 790 w 790"/>
                <a:gd name="T5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790" h="1">
                  <a:moveTo>
                    <a:pt x="0" y="1"/>
                  </a:moveTo>
                  <a:lnTo>
                    <a:pt x="790" y="0"/>
                  </a:lnTo>
                  <a:lnTo>
                    <a:pt x="790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9115" name="Freeform 91">
              <a:extLst>
                <a:ext uri="{FF2B5EF4-FFF2-40B4-BE49-F238E27FC236}">
                  <a16:creationId xmlns:a16="http://schemas.microsoft.com/office/drawing/2014/main" id="{4154C924-2A9F-44D0-A914-B687D34F6879}"/>
                </a:ext>
              </a:extLst>
            </p:cNvPr>
            <p:cNvSpPr>
              <a:spLocks/>
            </p:cNvSpPr>
            <p:nvPr/>
          </p:nvSpPr>
          <p:spPr bwMode="auto">
            <a:xfrm>
              <a:off x="3875" y="3640"/>
              <a:ext cx="276" cy="6"/>
            </a:xfrm>
            <a:custGeom>
              <a:avLst/>
              <a:gdLst>
                <a:gd name="T0" fmla="*/ 0 w 276"/>
                <a:gd name="T1" fmla="*/ 0 h 6"/>
                <a:gd name="T2" fmla="*/ 276 w 276"/>
                <a:gd name="T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76" h="6">
                  <a:moveTo>
                    <a:pt x="0" y="0"/>
                  </a:moveTo>
                  <a:lnTo>
                    <a:pt x="276" y="6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9116" name="Freeform 92">
              <a:extLst>
                <a:ext uri="{FF2B5EF4-FFF2-40B4-BE49-F238E27FC236}">
                  <a16:creationId xmlns:a16="http://schemas.microsoft.com/office/drawing/2014/main" id="{851668FE-8D44-4413-A900-06F0566FC0A0}"/>
                </a:ext>
              </a:extLst>
            </p:cNvPr>
            <p:cNvSpPr>
              <a:spLocks/>
            </p:cNvSpPr>
            <p:nvPr/>
          </p:nvSpPr>
          <p:spPr bwMode="auto">
            <a:xfrm>
              <a:off x="4299" y="3448"/>
              <a:ext cx="1" cy="194"/>
            </a:xfrm>
            <a:custGeom>
              <a:avLst/>
              <a:gdLst>
                <a:gd name="T0" fmla="*/ 0 w 1"/>
                <a:gd name="T1" fmla="*/ 0 h 582"/>
                <a:gd name="T2" fmla="*/ 0 w 1"/>
                <a:gd name="T3" fmla="*/ 582 h 582"/>
                <a:gd name="T4" fmla="*/ 1 w 1"/>
                <a:gd name="T5" fmla="*/ 582 h 5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582">
                  <a:moveTo>
                    <a:pt x="0" y="0"/>
                  </a:moveTo>
                  <a:lnTo>
                    <a:pt x="0" y="582"/>
                  </a:lnTo>
                  <a:lnTo>
                    <a:pt x="1" y="582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9117" name="Freeform 93">
              <a:extLst>
                <a:ext uri="{FF2B5EF4-FFF2-40B4-BE49-F238E27FC236}">
                  <a16:creationId xmlns:a16="http://schemas.microsoft.com/office/drawing/2014/main" id="{BD843612-8AE4-4C54-AF4E-E12E7757675C}"/>
                </a:ext>
              </a:extLst>
            </p:cNvPr>
            <p:cNvSpPr>
              <a:spLocks/>
            </p:cNvSpPr>
            <p:nvPr/>
          </p:nvSpPr>
          <p:spPr bwMode="auto">
            <a:xfrm>
              <a:off x="4234" y="3507"/>
              <a:ext cx="1" cy="307"/>
            </a:xfrm>
            <a:custGeom>
              <a:avLst/>
              <a:gdLst>
                <a:gd name="T0" fmla="*/ 0 w 1"/>
                <a:gd name="T1" fmla="*/ 0 h 919"/>
                <a:gd name="T2" fmla="*/ 0 w 1"/>
                <a:gd name="T3" fmla="*/ 919 h 919"/>
                <a:gd name="T4" fmla="*/ 1 w 1"/>
                <a:gd name="T5" fmla="*/ 919 h 9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919">
                  <a:moveTo>
                    <a:pt x="0" y="0"/>
                  </a:moveTo>
                  <a:lnTo>
                    <a:pt x="0" y="919"/>
                  </a:lnTo>
                  <a:lnTo>
                    <a:pt x="1" y="919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9118" name="Freeform 94">
              <a:extLst>
                <a:ext uri="{FF2B5EF4-FFF2-40B4-BE49-F238E27FC236}">
                  <a16:creationId xmlns:a16="http://schemas.microsoft.com/office/drawing/2014/main" id="{8AF3A5E5-83F7-4BBA-95C0-38E644A39173}"/>
                </a:ext>
              </a:extLst>
            </p:cNvPr>
            <p:cNvSpPr>
              <a:spLocks/>
            </p:cNvSpPr>
            <p:nvPr/>
          </p:nvSpPr>
          <p:spPr bwMode="auto">
            <a:xfrm>
              <a:off x="4363" y="3507"/>
              <a:ext cx="1" cy="307"/>
            </a:xfrm>
            <a:custGeom>
              <a:avLst/>
              <a:gdLst>
                <a:gd name="T0" fmla="*/ 0 w 1"/>
                <a:gd name="T1" fmla="*/ 0 h 919"/>
                <a:gd name="T2" fmla="*/ 0 w 1"/>
                <a:gd name="T3" fmla="*/ 919 h 919"/>
                <a:gd name="T4" fmla="*/ 1 w 1"/>
                <a:gd name="T5" fmla="*/ 919 h 9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919">
                  <a:moveTo>
                    <a:pt x="0" y="0"/>
                  </a:moveTo>
                  <a:lnTo>
                    <a:pt x="0" y="919"/>
                  </a:lnTo>
                  <a:lnTo>
                    <a:pt x="1" y="919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9119" name="Freeform 95">
              <a:extLst>
                <a:ext uri="{FF2B5EF4-FFF2-40B4-BE49-F238E27FC236}">
                  <a16:creationId xmlns:a16="http://schemas.microsoft.com/office/drawing/2014/main" id="{37AB57FA-EE7B-4B8C-8813-E711E52AE912}"/>
                </a:ext>
              </a:extLst>
            </p:cNvPr>
            <p:cNvSpPr>
              <a:spLocks/>
            </p:cNvSpPr>
            <p:nvPr/>
          </p:nvSpPr>
          <p:spPr bwMode="auto">
            <a:xfrm>
              <a:off x="4451" y="3640"/>
              <a:ext cx="1" cy="98"/>
            </a:xfrm>
            <a:custGeom>
              <a:avLst/>
              <a:gdLst>
                <a:gd name="T0" fmla="*/ 0 w 1"/>
                <a:gd name="T1" fmla="*/ 0 h 98"/>
                <a:gd name="T2" fmla="*/ 1 w 1"/>
                <a:gd name="T3" fmla="*/ 9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98">
                  <a:moveTo>
                    <a:pt x="0" y="0"/>
                  </a:moveTo>
                  <a:lnTo>
                    <a:pt x="1" y="98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9120" name="Freeform 96">
              <a:extLst>
                <a:ext uri="{FF2B5EF4-FFF2-40B4-BE49-F238E27FC236}">
                  <a16:creationId xmlns:a16="http://schemas.microsoft.com/office/drawing/2014/main" id="{65C41BBD-E3C6-406D-BD3B-2D5C952EF094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6" y="3726"/>
              <a:ext cx="131" cy="2"/>
            </a:xfrm>
            <a:custGeom>
              <a:avLst/>
              <a:gdLst>
                <a:gd name="T0" fmla="*/ 0 w 131"/>
                <a:gd name="T1" fmla="*/ 0 h 2"/>
                <a:gd name="T2" fmla="*/ 131 w 131"/>
                <a:gd name="T3" fmla="*/ 2 h 2"/>
                <a:gd name="T4" fmla="*/ 131 w 131"/>
                <a:gd name="T5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31" h="2">
                  <a:moveTo>
                    <a:pt x="0" y="0"/>
                  </a:moveTo>
                  <a:lnTo>
                    <a:pt x="131" y="2"/>
                  </a:lnTo>
                  <a:lnTo>
                    <a:pt x="131" y="2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9121" name="Freeform 97">
              <a:extLst>
                <a:ext uri="{FF2B5EF4-FFF2-40B4-BE49-F238E27FC236}">
                  <a16:creationId xmlns:a16="http://schemas.microsoft.com/office/drawing/2014/main" id="{655EF068-A340-41D8-86DD-1A56309F6656}"/>
                </a:ext>
              </a:extLst>
            </p:cNvPr>
            <p:cNvSpPr>
              <a:spLocks/>
            </p:cNvSpPr>
            <p:nvPr/>
          </p:nvSpPr>
          <p:spPr bwMode="auto">
            <a:xfrm>
              <a:off x="4030" y="3814"/>
              <a:ext cx="538" cy="1"/>
            </a:xfrm>
            <a:custGeom>
              <a:avLst/>
              <a:gdLst>
                <a:gd name="T0" fmla="*/ 0 w 1612"/>
                <a:gd name="T1" fmla="*/ 1611 w 1612"/>
                <a:gd name="T2" fmla="*/ 1612 w 161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1612">
                  <a:moveTo>
                    <a:pt x="0" y="0"/>
                  </a:moveTo>
                  <a:lnTo>
                    <a:pt x="1611" y="0"/>
                  </a:lnTo>
                  <a:lnTo>
                    <a:pt x="1612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9122" name="Freeform 98">
              <a:extLst>
                <a:ext uri="{FF2B5EF4-FFF2-40B4-BE49-F238E27FC236}">
                  <a16:creationId xmlns:a16="http://schemas.microsoft.com/office/drawing/2014/main" id="{47CDBFA6-ACB2-481A-BD3A-F43952D04027}"/>
                </a:ext>
              </a:extLst>
            </p:cNvPr>
            <p:cNvSpPr>
              <a:spLocks/>
            </p:cNvSpPr>
            <p:nvPr/>
          </p:nvSpPr>
          <p:spPr bwMode="auto">
            <a:xfrm>
              <a:off x="4566" y="3722"/>
              <a:ext cx="1" cy="94"/>
            </a:xfrm>
            <a:custGeom>
              <a:avLst/>
              <a:gdLst>
                <a:gd name="T0" fmla="*/ 1 w 1"/>
                <a:gd name="T1" fmla="*/ 0 h 94"/>
                <a:gd name="T2" fmla="*/ 0 w 1"/>
                <a:gd name="T3" fmla="*/ 94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94">
                  <a:moveTo>
                    <a:pt x="1" y="0"/>
                  </a:moveTo>
                  <a:lnTo>
                    <a:pt x="0" y="94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9123" name="Freeform 99">
              <a:extLst>
                <a:ext uri="{FF2B5EF4-FFF2-40B4-BE49-F238E27FC236}">
                  <a16:creationId xmlns:a16="http://schemas.microsoft.com/office/drawing/2014/main" id="{9643B9D9-6237-4340-8686-7D04F4AFFE8E}"/>
                </a:ext>
              </a:extLst>
            </p:cNvPr>
            <p:cNvSpPr>
              <a:spLocks/>
            </p:cNvSpPr>
            <p:nvPr/>
          </p:nvSpPr>
          <p:spPr bwMode="auto">
            <a:xfrm>
              <a:off x="4030" y="3722"/>
              <a:ext cx="2" cy="94"/>
            </a:xfrm>
            <a:custGeom>
              <a:avLst/>
              <a:gdLst>
                <a:gd name="T0" fmla="*/ 0 w 2"/>
                <a:gd name="T1" fmla="*/ 0 h 94"/>
                <a:gd name="T2" fmla="*/ 2 w 2"/>
                <a:gd name="T3" fmla="*/ 94 h 94"/>
                <a:gd name="T4" fmla="*/ 1 w 2"/>
                <a:gd name="T5" fmla="*/ 86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94">
                  <a:moveTo>
                    <a:pt x="0" y="0"/>
                  </a:moveTo>
                  <a:lnTo>
                    <a:pt x="2" y="94"/>
                  </a:lnTo>
                  <a:lnTo>
                    <a:pt x="1" y="86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9124" name="Freeform 100">
              <a:extLst>
                <a:ext uri="{FF2B5EF4-FFF2-40B4-BE49-F238E27FC236}">
                  <a16:creationId xmlns:a16="http://schemas.microsoft.com/office/drawing/2014/main" id="{19CD9583-26E9-485E-97E0-FF42E81D707A}"/>
                </a:ext>
              </a:extLst>
            </p:cNvPr>
            <p:cNvSpPr>
              <a:spLocks/>
            </p:cNvSpPr>
            <p:nvPr/>
          </p:nvSpPr>
          <p:spPr bwMode="auto">
            <a:xfrm>
              <a:off x="4151" y="3640"/>
              <a:ext cx="1" cy="86"/>
            </a:xfrm>
            <a:custGeom>
              <a:avLst/>
              <a:gdLst>
                <a:gd name="T0" fmla="*/ 0 w 1"/>
                <a:gd name="T1" fmla="*/ 0 h 86"/>
                <a:gd name="T2" fmla="*/ 1 w 1"/>
                <a:gd name="T3" fmla="*/ 86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86">
                  <a:moveTo>
                    <a:pt x="0" y="0"/>
                  </a:moveTo>
                  <a:lnTo>
                    <a:pt x="1" y="86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9125" name="Freeform 101">
              <a:extLst>
                <a:ext uri="{FF2B5EF4-FFF2-40B4-BE49-F238E27FC236}">
                  <a16:creationId xmlns:a16="http://schemas.microsoft.com/office/drawing/2014/main" id="{C1192F07-12A7-4860-BDA9-F8E7026220F9}"/>
                </a:ext>
              </a:extLst>
            </p:cNvPr>
            <p:cNvSpPr>
              <a:spLocks/>
            </p:cNvSpPr>
            <p:nvPr/>
          </p:nvSpPr>
          <p:spPr bwMode="auto">
            <a:xfrm>
              <a:off x="3738" y="3906"/>
              <a:ext cx="144" cy="1"/>
            </a:xfrm>
            <a:custGeom>
              <a:avLst/>
              <a:gdLst>
                <a:gd name="T0" fmla="*/ 144 w 144"/>
                <a:gd name="T1" fmla="*/ 0 h 1"/>
                <a:gd name="T2" fmla="*/ 0 w 144"/>
                <a:gd name="T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44" h="1">
                  <a:moveTo>
                    <a:pt x="144" y="0"/>
                  </a:moveTo>
                  <a:lnTo>
                    <a:pt x="0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9126" name="Freeform 102">
              <a:extLst>
                <a:ext uri="{FF2B5EF4-FFF2-40B4-BE49-F238E27FC236}">
                  <a16:creationId xmlns:a16="http://schemas.microsoft.com/office/drawing/2014/main" id="{0C9ECFBE-FF94-437C-9EE0-437A1007148F}"/>
                </a:ext>
              </a:extLst>
            </p:cNvPr>
            <p:cNvSpPr>
              <a:spLocks/>
            </p:cNvSpPr>
            <p:nvPr/>
          </p:nvSpPr>
          <p:spPr bwMode="auto">
            <a:xfrm>
              <a:off x="4659" y="3033"/>
              <a:ext cx="1" cy="604"/>
            </a:xfrm>
            <a:custGeom>
              <a:avLst/>
              <a:gdLst>
                <a:gd name="T0" fmla="*/ 0 w 1"/>
                <a:gd name="T1" fmla="*/ 0 h 1811"/>
                <a:gd name="T2" fmla="*/ 0 w 1"/>
                <a:gd name="T3" fmla="*/ 1811 h 1811"/>
                <a:gd name="T4" fmla="*/ 1 w 1"/>
                <a:gd name="T5" fmla="*/ 1811 h 18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1811">
                  <a:moveTo>
                    <a:pt x="0" y="0"/>
                  </a:moveTo>
                  <a:lnTo>
                    <a:pt x="0" y="1811"/>
                  </a:lnTo>
                  <a:lnTo>
                    <a:pt x="1" y="1811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9127" name="Freeform 103">
              <a:extLst>
                <a:ext uri="{FF2B5EF4-FFF2-40B4-BE49-F238E27FC236}">
                  <a16:creationId xmlns:a16="http://schemas.microsoft.com/office/drawing/2014/main" id="{52F03B7A-F3D8-473C-8323-2AB13760E325}"/>
                </a:ext>
              </a:extLst>
            </p:cNvPr>
            <p:cNvSpPr>
              <a:spLocks/>
            </p:cNvSpPr>
            <p:nvPr/>
          </p:nvSpPr>
          <p:spPr bwMode="auto">
            <a:xfrm>
              <a:off x="3747" y="3162"/>
              <a:ext cx="912" cy="1"/>
            </a:xfrm>
            <a:custGeom>
              <a:avLst/>
              <a:gdLst>
                <a:gd name="T0" fmla="*/ 0 w 2737"/>
                <a:gd name="T1" fmla="*/ 2736 w 2737"/>
                <a:gd name="T2" fmla="*/ 2737 w 2737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2737">
                  <a:moveTo>
                    <a:pt x="0" y="0"/>
                  </a:moveTo>
                  <a:lnTo>
                    <a:pt x="2736" y="0"/>
                  </a:lnTo>
                  <a:lnTo>
                    <a:pt x="2737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9128" name="Freeform 104">
              <a:extLst>
                <a:ext uri="{FF2B5EF4-FFF2-40B4-BE49-F238E27FC236}">
                  <a16:creationId xmlns:a16="http://schemas.microsoft.com/office/drawing/2014/main" id="{B1C9D2C9-8EE0-4D44-851D-61C10A05770C}"/>
                </a:ext>
              </a:extLst>
            </p:cNvPr>
            <p:cNvSpPr>
              <a:spLocks/>
            </p:cNvSpPr>
            <p:nvPr/>
          </p:nvSpPr>
          <p:spPr bwMode="auto">
            <a:xfrm>
              <a:off x="3747" y="3507"/>
              <a:ext cx="488" cy="1"/>
            </a:xfrm>
            <a:custGeom>
              <a:avLst/>
              <a:gdLst>
                <a:gd name="T0" fmla="*/ 0 w 1463"/>
                <a:gd name="T1" fmla="*/ 1462 w 1463"/>
                <a:gd name="T2" fmla="*/ 1463 w 146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1463">
                  <a:moveTo>
                    <a:pt x="0" y="0"/>
                  </a:moveTo>
                  <a:lnTo>
                    <a:pt x="1462" y="0"/>
                  </a:lnTo>
                  <a:lnTo>
                    <a:pt x="1463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9129" name="Freeform 105">
              <a:extLst>
                <a:ext uri="{FF2B5EF4-FFF2-40B4-BE49-F238E27FC236}">
                  <a16:creationId xmlns:a16="http://schemas.microsoft.com/office/drawing/2014/main" id="{550A54DC-CAC1-4757-8AE6-9499BBA93131}"/>
                </a:ext>
              </a:extLst>
            </p:cNvPr>
            <p:cNvSpPr>
              <a:spLocks/>
            </p:cNvSpPr>
            <p:nvPr/>
          </p:nvSpPr>
          <p:spPr bwMode="auto">
            <a:xfrm>
              <a:off x="3875" y="3640"/>
              <a:ext cx="1" cy="266"/>
            </a:xfrm>
            <a:custGeom>
              <a:avLst/>
              <a:gdLst>
                <a:gd name="T0" fmla="*/ 0 w 1"/>
                <a:gd name="T1" fmla="*/ 0 h 266"/>
                <a:gd name="T2" fmla="*/ 1 w 1"/>
                <a:gd name="T3" fmla="*/ 266 h 2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266">
                  <a:moveTo>
                    <a:pt x="0" y="0"/>
                  </a:moveTo>
                  <a:lnTo>
                    <a:pt x="1" y="266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9130" name="Freeform 106">
              <a:extLst>
                <a:ext uri="{FF2B5EF4-FFF2-40B4-BE49-F238E27FC236}">
                  <a16:creationId xmlns:a16="http://schemas.microsoft.com/office/drawing/2014/main" id="{5D3ACD65-13B1-4893-BA40-E1FF4ABA8EF7}"/>
                </a:ext>
              </a:extLst>
            </p:cNvPr>
            <p:cNvSpPr>
              <a:spLocks/>
            </p:cNvSpPr>
            <p:nvPr/>
          </p:nvSpPr>
          <p:spPr bwMode="auto">
            <a:xfrm>
              <a:off x="4445" y="3637"/>
              <a:ext cx="220" cy="3"/>
            </a:xfrm>
            <a:custGeom>
              <a:avLst/>
              <a:gdLst>
                <a:gd name="T0" fmla="*/ 0 w 220"/>
                <a:gd name="T1" fmla="*/ 3 h 3"/>
                <a:gd name="T2" fmla="*/ 220 w 220"/>
                <a:gd name="T3" fmla="*/ 0 h 3"/>
                <a:gd name="T4" fmla="*/ 220 w 220"/>
                <a:gd name="T5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20" h="3">
                  <a:moveTo>
                    <a:pt x="0" y="3"/>
                  </a:moveTo>
                  <a:lnTo>
                    <a:pt x="220" y="0"/>
                  </a:lnTo>
                  <a:lnTo>
                    <a:pt x="220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9131" name="Freeform 107">
              <a:extLst>
                <a:ext uri="{FF2B5EF4-FFF2-40B4-BE49-F238E27FC236}">
                  <a16:creationId xmlns:a16="http://schemas.microsoft.com/office/drawing/2014/main" id="{26D22047-9727-4AC7-AC89-AACC2C8BB40B}"/>
                </a:ext>
              </a:extLst>
            </p:cNvPr>
            <p:cNvSpPr>
              <a:spLocks/>
            </p:cNvSpPr>
            <p:nvPr/>
          </p:nvSpPr>
          <p:spPr bwMode="auto">
            <a:xfrm>
              <a:off x="4459" y="3726"/>
              <a:ext cx="107" cy="2"/>
            </a:xfrm>
            <a:custGeom>
              <a:avLst/>
              <a:gdLst>
                <a:gd name="T0" fmla="*/ 0 w 107"/>
                <a:gd name="T1" fmla="*/ 2 h 2"/>
                <a:gd name="T2" fmla="*/ 107 w 107"/>
                <a:gd name="T3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07" h="2">
                  <a:moveTo>
                    <a:pt x="0" y="2"/>
                  </a:moveTo>
                  <a:lnTo>
                    <a:pt x="107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9132" name="Freeform 108">
              <a:extLst>
                <a:ext uri="{FF2B5EF4-FFF2-40B4-BE49-F238E27FC236}">
                  <a16:creationId xmlns:a16="http://schemas.microsoft.com/office/drawing/2014/main" id="{C64B02DD-D4D1-4645-B16B-6C08B257D59D}"/>
                </a:ext>
              </a:extLst>
            </p:cNvPr>
            <p:cNvSpPr>
              <a:spLocks/>
            </p:cNvSpPr>
            <p:nvPr/>
          </p:nvSpPr>
          <p:spPr bwMode="auto">
            <a:xfrm>
              <a:off x="4363" y="3507"/>
              <a:ext cx="296" cy="1"/>
            </a:xfrm>
            <a:custGeom>
              <a:avLst/>
              <a:gdLst>
                <a:gd name="T0" fmla="*/ 0 w 888"/>
                <a:gd name="T1" fmla="*/ 887 w 888"/>
                <a:gd name="T2" fmla="*/ 888 w 888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888">
                  <a:moveTo>
                    <a:pt x="0" y="0"/>
                  </a:moveTo>
                  <a:lnTo>
                    <a:pt x="887" y="0"/>
                  </a:lnTo>
                  <a:lnTo>
                    <a:pt x="888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9133" name="Freeform 109">
              <a:extLst>
                <a:ext uri="{FF2B5EF4-FFF2-40B4-BE49-F238E27FC236}">
                  <a16:creationId xmlns:a16="http://schemas.microsoft.com/office/drawing/2014/main" id="{29B58B2F-1C64-45CC-B74B-107259932C0F}"/>
                </a:ext>
              </a:extLst>
            </p:cNvPr>
            <p:cNvSpPr>
              <a:spLocks/>
            </p:cNvSpPr>
            <p:nvPr/>
          </p:nvSpPr>
          <p:spPr bwMode="auto">
            <a:xfrm>
              <a:off x="4234" y="3490"/>
              <a:ext cx="129" cy="17"/>
            </a:xfrm>
            <a:custGeom>
              <a:avLst/>
              <a:gdLst>
                <a:gd name="T0" fmla="*/ 129 w 129"/>
                <a:gd name="T1" fmla="*/ 17 h 17"/>
                <a:gd name="T2" fmla="*/ 67 w 129"/>
                <a:gd name="T3" fmla="*/ 0 h 17"/>
                <a:gd name="T4" fmla="*/ 0 w 129"/>
                <a:gd name="T5" fmla="*/ 17 h 17"/>
                <a:gd name="T6" fmla="*/ 0 w 129"/>
                <a:gd name="T7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9" h="17">
                  <a:moveTo>
                    <a:pt x="129" y="17"/>
                  </a:moveTo>
                  <a:lnTo>
                    <a:pt x="67" y="0"/>
                  </a:lnTo>
                  <a:lnTo>
                    <a:pt x="0" y="17"/>
                  </a:lnTo>
                  <a:lnTo>
                    <a:pt x="0" y="17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9134" name="Freeform 110">
              <a:extLst>
                <a:ext uri="{FF2B5EF4-FFF2-40B4-BE49-F238E27FC236}">
                  <a16:creationId xmlns:a16="http://schemas.microsoft.com/office/drawing/2014/main" id="{08F85AC9-FC40-48DA-A9D9-F789DA41ED25}"/>
                </a:ext>
              </a:extLst>
            </p:cNvPr>
            <p:cNvSpPr>
              <a:spLocks/>
            </p:cNvSpPr>
            <p:nvPr/>
          </p:nvSpPr>
          <p:spPr bwMode="auto">
            <a:xfrm>
              <a:off x="3645" y="3335"/>
              <a:ext cx="230" cy="1"/>
            </a:xfrm>
            <a:custGeom>
              <a:avLst/>
              <a:gdLst>
                <a:gd name="T0" fmla="*/ 0 w 688"/>
                <a:gd name="T1" fmla="*/ 687 w 688"/>
                <a:gd name="T2" fmla="*/ 688 w 688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688">
                  <a:moveTo>
                    <a:pt x="0" y="0"/>
                  </a:moveTo>
                  <a:lnTo>
                    <a:pt x="687" y="0"/>
                  </a:lnTo>
                  <a:lnTo>
                    <a:pt x="688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9135" name="Freeform 111">
              <a:extLst>
                <a:ext uri="{FF2B5EF4-FFF2-40B4-BE49-F238E27FC236}">
                  <a16:creationId xmlns:a16="http://schemas.microsoft.com/office/drawing/2014/main" id="{561F62A9-AD69-44CF-8BFF-BDB8359EA9EB}"/>
                </a:ext>
              </a:extLst>
            </p:cNvPr>
            <p:cNvSpPr>
              <a:spLocks/>
            </p:cNvSpPr>
            <p:nvPr/>
          </p:nvSpPr>
          <p:spPr bwMode="auto">
            <a:xfrm>
              <a:off x="3747" y="2907"/>
              <a:ext cx="126" cy="126"/>
            </a:xfrm>
            <a:custGeom>
              <a:avLst/>
              <a:gdLst>
                <a:gd name="T0" fmla="*/ 0 w 379"/>
                <a:gd name="T1" fmla="*/ 377 h 377"/>
                <a:gd name="T2" fmla="*/ 377 w 379"/>
                <a:gd name="T3" fmla="*/ 0 h 377"/>
                <a:gd name="T4" fmla="*/ 379 w 379"/>
                <a:gd name="T5" fmla="*/ 0 h 3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79" h="377">
                  <a:moveTo>
                    <a:pt x="0" y="377"/>
                  </a:moveTo>
                  <a:lnTo>
                    <a:pt x="377" y="0"/>
                  </a:lnTo>
                  <a:lnTo>
                    <a:pt x="379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9136" name="Freeform 112">
              <a:extLst>
                <a:ext uri="{FF2B5EF4-FFF2-40B4-BE49-F238E27FC236}">
                  <a16:creationId xmlns:a16="http://schemas.microsoft.com/office/drawing/2014/main" id="{B3F4AB77-C15D-4423-8447-1C289362FA23}"/>
                </a:ext>
              </a:extLst>
            </p:cNvPr>
            <p:cNvSpPr>
              <a:spLocks/>
            </p:cNvSpPr>
            <p:nvPr/>
          </p:nvSpPr>
          <p:spPr bwMode="auto">
            <a:xfrm>
              <a:off x="3747" y="3023"/>
              <a:ext cx="126" cy="126"/>
            </a:xfrm>
            <a:custGeom>
              <a:avLst/>
              <a:gdLst>
                <a:gd name="T0" fmla="*/ 0 w 379"/>
                <a:gd name="T1" fmla="*/ 378 h 378"/>
                <a:gd name="T2" fmla="*/ 377 w 379"/>
                <a:gd name="T3" fmla="*/ 0 h 378"/>
                <a:gd name="T4" fmla="*/ 379 w 379"/>
                <a:gd name="T5" fmla="*/ 0 h 3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79" h="378">
                  <a:moveTo>
                    <a:pt x="0" y="378"/>
                  </a:moveTo>
                  <a:lnTo>
                    <a:pt x="377" y="0"/>
                  </a:lnTo>
                  <a:lnTo>
                    <a:pt x="379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9137" name="Freeform 113">
              <a:extLst>
                <a:ext uri="{FF2B5EF4-FFF2-40B4-BE49-F238E27FC236}">
                  <a16:creationId xmlns:a16="http://schemas.microsoft.com/office/drawing/2014/main" id="{C1C22435-9C9A-4045-B288-2735C5EBF160}"/>
                </a:ext>
              </a:extLst>
            </p:cNvPr>
            <p:cNvSpPr>
              <a:spLocks/>
            </p:cNvSpPr>
            <p:nvPr/>
          </p:nvSpPr>
          <p:spPr bwMode="auto">
            <a:xfrm>
              <a:off x="3850" y="3033"/>
              <a:ext cx="129" cy="129"/>
            </a:xfrm>
            <a:custGeom>
              <a:avLst/>
              <a:gdLst>
                <a:gd name="T0" fmla="*/ 0 w 388"/>
                <a:gd name="T1" fmla="*/ 388 h 388"/>
                <a:gd name="T2" fmla="*/ 387 w 388"/>
                <a:gd name="T3" fmla="*/ 0 h 388"/>
                <a:gd name="T4" fmla="*/ 388 w 388"/>
                <a:gd name="T5" fmla="*/ 0 h 3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88" h="388">
                  <a:moveTo>
                    <a:pt x="0" y="388"/>
                  </a:moveTo>
                  <a:lnTo>
                    <a:pt x="387" y="0"/>
                  </a:lnTo>
                  <a:lnTo>
                    <a:pt x="388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9138" name="Freeform 114">
              <a:extLst>
                <a:ext uri="{FF2B5EF4-FFF2-40B4-BE49-F238E27FC236}">
                  <a16:creationId xmlns:a16="http://schemas.microsoft.com/office/drawing/2014/main" id="{B6E11E34-AE70-4A8A-8EBC-0D096F74C011}"/>
                </a:ext>
              </a:extLst>
            </p:cNvPr>
            <p:cNvSpPr>
              <a:spLocks/>
            </p:cNvSpPr>
            <p:nvPr/>
          </p:nvSpPr>
          <p:spPr bwMode="auto">
            <a:xfrm>
              <a:off x="3966" y="3033"/>
              <a:ext cx="129" cy="129"/>
            </a:xfrm>
            <a:custGeom>
              <a:avLst/>
              <a:gdLst>
                <a:gd name="T0" fmla="*/ 0 w 388"/>
                <a:gd name="T1" fmla="*/ 388 h 388"/>
                <a:gd name="T2" fmla="*/ 387 w 388"/>
                <a:gd name="T3" fmla="*/ 0 h 388"/>
                <a:gd name="T4" fmla="*/ 388 w 388"/>
                <a:gd name="T5" fmla="*/ 0 h 3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88" h="388">
                  <a:moveTo>
                    <a:pt x="0" y="388"/>
                  </a:moveTo>
                  <a:lnTo>
                    <a:pt x="387" y="0"/>
                  </a:lnTo>
                  <a:lnTo>
                    <a:pt x="388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9139" name="Freeform 115">
              <a:extLst>
                <a:ext uri="{FF2B5EF4-FFF2-40B4-BE49-F238E27FC236}">
                  <a16:creationId xmlns:a16="http://schemas.microsoft.com/office/drawing/2014/main" id="{AABADB5E-565A-4B9B-A14F-64D6B3F81A1B}"/>
                </a:ext>
              </a:extLst>
            </p:cNvPr>
            <p:cNvSpPr>
              <a:spLocks/>
            </p:cNvSpPr>
            <p:nvPr/>
          </p:nvSpPr>
          <p:spPr bwMode="auto">
            <a:xfrm>
              <a:off x="4082" y="3033"/>
              <a:ext cx="130" cy="129"/>
            </a:xfrm>
            <a:custGeom>
              <a:avLst/>
              <a:gdLst>
                <a:gd name="T0" fmla="*/ 0 w 390"/>
                <a:gd name="T1" fmla="*/ 388 h 388"/>
                <a:gd name="T2" fmla="*/ 388 w 390"/>
                <a:gd name="T3" fmla="*/ 0 h 388"/>
                <a:gd name="T4" fmla="*/ 390 w 390"/>
                <a:gd name="T5" fmla="*/ 0 h 3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0" h="388">
                  <a:moveTo>
                    <a:pt x="0" y="388"/>
                  </a:moveTo>
                  <a:lnTo>
                    <a:pt x="388" y="0"/>
                  </a:lnTo>
                  <a:lnTo>
                    <a:pt x="390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9140" name="Freeform 116">
              <a:extLst>
                <a:ext uri="{FF2B5EF4-FFF2-40B4-BE49-F238E27FC236}">
                  <a16:creationId xmlns:a16="http://schemas.microsoft.com/office/drawing/2014/main" id="{4F2755DA-20D1-4564-8E87-FDF9A5154F82}"/>
                </a:ext>
              </a:extLst>
            </p:cNvPr>
            <p:cNvSpPr>
              <a:spLocks/>
            </p:cNvSpPr>
            <p:nvPr/>
          </p:nvSpPr>
          <p:spPr bwMode="auto">
            <a:xfrm>
              <a:off x="3747" y="3507"/>
              <a:ext cx="107" cy="107"/>
            </a:xfrm>
            <a:custGeom>
              <a:avLst/>
              <a:gdLst>
                <a:gd name="T0" fmla="*/ 0 w 321"/>
                <a:gd name="T1" fmla="*/ 319 h 319"/>
                <a:gd name="T2" fmla="*/ 319 w 321"/>
                <a:gd name="T3" fmla="*/ 0 h 319"/>
                <a:gd name="T4" fmla="*/ 321 w 321"/>
                <a:gd name="T5" fmla="*/ 0 h 3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21" h="319">
                  <a:moveTo>
                    <a:pt x="0" y="319"/>
                  </a:moveTo>
                  <a:lnTo>
                    <a:pt x="319" y="0"/>
                  </a:lnTo>
                  <a:lnTo>
                    <a:pt x="321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9141" name="Freeform 117">
              <a:extLst>
                <a:ext uri="{FF2B5EF4-FFF2-40B4-BE49-F238E27FC236}">
                  <a16:creationId xmlns:a16="http://schemas.microsoft.com/office/drawing/2014/main" id="{3469B770-3FEF-4605-856C-43BF2E317CA9}"/>
                </a:ext>
              </a:extLst>
            </p:cNvPr>
            <p:cNvSpPr>
              <a:spLocks/>
            </p:cNvSpPr>
            <p:nvPr/>
          </p:nvSpPr>
          <p:spPr bwMode="auto">
            <a:xfrm>
              <a:off x="4198" y="3033"/>
              <a:ext cx="130" cy="129"/>
            </a:xfrm>
            <a:custGeom>
              <a:avLst/>
              <a:gdLst>
                <a:gd name="T0" fmla="*/ 0 w 389"/>
                <a:gd name="T1" fmla="*/ 388 h 388"/>
                <a:gd name="T2" fmla="*/ 388 w 389"/>
                <a:gd name="T3" fmla="*/ 0 h 388"/>
                <a:gd name="T4" fmla="*/ 389 w 389"/>
                <a:gd name="T5" fmla="*/ 0 h 3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89" h="388">
                  <a:moveTo>
                    <a:pt x="0" y="388"/>
                  </a:moveTo>
                  <a:lnTo>
                    <a:pt x="388" y="0"/>
                  </a:lnTo>
                  <a:lnTo>
                    <a:pt x="389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9142" name="Freeform 118">
              <a:extLst>
                <a:ext uri="{FF2B5EF4-FFF2-40B4-BE49-F238E27FC236}">
                  <a16:creationId xmlns:a16="http://schemas.microsoft.com/office/drawing/2014/main" id="{2CB67E73-0E17-45C9-B0AB-320BCE88B167}"/>
                </a:ext>
              </a:extLst>
            </p:cNvPr>
            <p:cNvSpPr>
              <a:spLocks/>
            </p:cNvSpPr>
            <p:nvPr/>
          </p:nvSpPr>
          <p:spPr bwMode="auto">
            <a:xfrm>
              <a:off x="3747" y="3507"/>
              <a:ext cx="223" cy="223"/>
            </a:xfrm>
            <a:custGeom>
              <a:avLst/>
              <a:gdLst>
                <a:gd name="T0" fmla="*/ 0 w 669"/>
                <a:gd name="T1" fmla="*/ 669 h 669"/>
                <a:gd name="T2" fmla="*/ 668 w 669"/>
                <a:gd name="T3" fmla="*/ 0 h 669"/>
                <a:gd name="T4" fmla="*/ 669 w 669"/>
                <a:gd name="T5" fmla="*/ 0 h 6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69" h="669">
                  <a:moveTo>
                    <a:pt x="0" y="669"/>
                  </a:moveTo>
                  <a:lnTo>
                    <a:pt x="668" y="0"/>
                  </a:lnTo>
                  <a:lnTo>
                    <a:pt x="669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9143" name="Freeform 119">
              <a:extLst>
                <a:ext uri="{FF2B5EF4-FFF2-40B4-BE49-F238E27FC236}">
                  <a16:creationId xmlns:a16="http://schemas.microsoft.com/office/drawing/2014/main" id="{8B43C1C9-2371-4F99-B578-76537ECB5062}"/>
                </a:ext>
              </a:extLst>
            </p:cNvPr>
            <p:cNvSpPr>
              <a:spLocks/>
            </p:cNvSpPr>
            <p:nvPr/>
          </p:nvSpPr>
          <p:spPr bwMode="auto">
            <a:xfrm>
              <a:off x="4314" y="3033"/>
              <a:ext cx="130" cy="129"/>
            </a:xfrm>
            <a:custGeom>
              <a:avLst/>
              <a:gdLst>
                <a:gd name="T0" fmla="*/ 0 w 389"/>
                <a:gd name="T1" fmla="*/ 388 h 388"/>
                <a:gd name="T2" fmla="*/ 388 w 389"/>
                <a:gd name="T3" fmla="*/ 0 h 388"/>
                <a:gd name="T4" fmla="*/ 389 w 389"/>
                <a:gd name="T5" fmla="*/ 0 h 3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89" h="388">
                  <a:moveTo>
                    <a:pt x="0" y="388"/>
                  </a:moveTo>
                  <a:lnTo>
                    <a:pt x="388" y="0"/>
                  </a:lnTo>
                  <a:lnTo>
                    <a:pt x="389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9144" name="Freeform 120">
              <a:extLst>
                <a:ext uri="{FF2B5EF4-FFF2-40B4-BE49-F238E27FC236}">
                  <a16:creationId xmlns:a16="http://schemas.microsoft.com/office/drawing/2014/main" id="{1548A9EF-E238-472F-8A67-46D11694707F}"/>
                </a:ext>
              </a:extLst>
            </p:cNvPr>
            <p:cNvSpPr>
              <a:spLocks/>
            </p:cNvSpPr>
            <p:nvPr/>
          </p:nvSpPr>
          <p:spPr bwMode="auto">
            <a:xfrm>
              <a:off x="3747" y="3720"/>
              <a:ext cx="126" cy="126"/>
            </a:xfrm>
            <a:custGeom>
              <a:avLst/>
              <a:gdLst>
                <a:gd name="T0" fmla="*/ 0 w 379"/>
                <a:gd name="T1" fmla="*/ 378 h 378"/>
                <a:gd name="T2" fmla="*/ 377 w 379"/>
                <a:gd name="T3" fmla="*/ 0 h 378"/>
                <a:gd name="T4" fmla="*/ 379 w 379"/>
                <a:gd name="T5" fmla="*/ 0 h 3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79" h="378">
                  <a:moveTo>
                    <a:pt x="0" y="378"/>
                  </a:moveTo>
                  <a:lnTo>
                    <a:pt x="377" y="0"/>
                  </a:lnTo>
                  <a:lnTo>
                    <a:pt x="379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9145" name="Freeform 121">
              <a:extLst>
                <a:ext uri="{FF2B5EF4-FFF2-40B4-BE49-F238E27FC236}">
                  <a16:creationId xmlns:a16="http://schemas.microsoft.com/office/drawing/2014/main" id="{9B9AD97D-72D1-49EE-9435-F371061DE03E}"/>
                </a:ext>
              </a:extLst>
            </p:cNvPr>
            <p:cNvSpPr>
              <a:spLocks/>
            </p:cNvSpPr>
            <p:nvPr/>
          </p:nvSpPr>
          <p:spPr bwMode="auto">
            <a:xfrm>
              <a:off x="4430" y="3033"/>
              <a:ext cx="130" cy="129"/>
            </a:xfrm>
            <a:custGeom>
              <a:avLst/>
              <a:gdLst>
                <a:gd name="T0" fmla="*/ 0 w 389"/>
                <a:gd name="T1" fmla="*/ 388 h 388"/>
                <a:gd name="T2" fmla="*/ 388 w 389"/>
                <a:gd name="T3" fmla="*/ 0 h 388"/>
                <a:gd name="T4" fmla="*/ 389 w 389"/>
                <a:gd name="T5" fmla="*/ 0 h 3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89" h="388">
                  <a:moveTo>
                    <a:pt x="0" y="388"/>
                  </a:moveTo>
                  <a:lnTo>
                    <a:pt x="388" y="0"/>
                  </a:lnTo>
                  <a:lnTo>
                    <a:pt x="389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9146" name="Freeform 122">
              <a:extLst>
                <a:ext uri="{FF2B5EF4-FFF2-40B4-BE49-F238E27FC236}">
                  <a16:creationId xmlns:a16="http://schemas.microsoft.com/office/drawing/2014/main" id="{4989248D-9E34-4C02-8863-F85804358380}"/>
                </a:ext>
              </a:extLst>
            </p:cNvPr>
            <p:cNvSpPr>
              <a:spLocks/>
            </p:cNvSpPr>
            <p:nvPr/>
          </p:nvSpPr>
          <p:spPr bwMode="auto">
            <a:xfrm>
              <a:off x="3956" y="3507"/>
              <a:ext cx="130" cy="130"/>
            </a:xfrm>
            <a:custGeom>
              <a:avLst/>
              <a:gdLst>
                <a:gd name="T0" fmla="*/ 0 w 389"/>
                <a:gd name="T1" fmla="*/ 388 h 388"/>
                <a:gd name="T2" fmla="*/ 388 w 389"/>
                <a:gd name="T3" fmla="*/ 0 h 388"/>
                <a:gd name="T4" fmla="*/ 389 w 389"/>
                <a:gd name="T5" fmla="*/ 0 h 3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89" h="388">
                  <a:moveTo>
                    <a:pt x="0" y="388"/>
                  </a:moveTo>
                  <a:lnTo>
                    <a:pt x="388" y="0"/>
                  </a:lnTo>
                  <a:lnTo>
                    <a:pt x="389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9147" name="Freeform 123">
              <a:extLst>
                <a:ext uri="{FF2B5EF4-FFF2-40B4-BE49-F238E27FC236}">
                  <a16:creationId xmlns:a16="http://schemas.microsoft.com/office/drawing/2014/main" id="{B699CCCF-56AA-4F5B-A45A-74BF02D3CE18}"/>
                </a:ext>
              </a:extLst>
            </p:cNvPr>
            <p:cNvSpPr>
              <a:spLocks/>
            </p:cNvSpPr>
            <p:nvPr/>
          </p:nvSpPr>
          <p:spPr bwMode="auto">
            <a:xfrm>
              <a:off x="3800" y="3836"/>
              <a:ext cx="73" cy="73"/>
            </a:xfrm>
            <a:custGeom>
              <a:avLst/>
              <a:gdLst>
                <a:gd name="T0" fmla="*/ 0 w 219"/>
                <a:gd name="T1" fmla="*/ 218 h 218"/>
                <a:gd name="T2" fmla="*/ 217 w 219"/>
                <a:gd name="T3" fmla="*/ 0 h 218"/>
                <a:gd name="T4" fmla="*/ 219 w 219"/>
                <a:gd name="T5" fmla="*/ 0 h 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9" h="218">
                  <a:moveTo>
                    <a:pt x="0" y="218"/>
                  </a:moveTo>
                  <a:lnTo>
                    <a:pt x="217" y="0"/>
                  </a:lnTo>
                  <a:lnTo>
                    <a:pt x="219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9148" name="Freeform 124">
              <a:extLst>
                <a:ext uri="{FF2B5EF4-FFF2-40B4-BE49-F238E27FC236}">
                  <a16:creationId xmlns:a16="http://schemas.microsoft.com/office/drawing/2014/main" id="{B05BEFDA-0D71-4340-8088-B182684A812E}"/>
                </a:ext>
              </a:extLst>
            </p:cNvPr>
            <p:cNvSpPr>
              <a:spLocks/>
            </p:cNvSpPr>
            <p:nvPr/>
          </p:nvSpPr>
          <p:spPr bwMode="auto">
            <a:xfrm>
              <a:off x="4546" y="3049"/>
              <a:ext cx="113" cy="113"/>
            </a:xfrm>
            <a:custGeom>
              <a:avLst/>
              <a:gdLst>
                <a:gd name="T0" fmla="*/ 0 w 340"/>
                <a:gd name="T1" fmla="*/ 339 h 339"/>
                <a:gd name="T2" fmla="*/ 339 w 340"/>
                <a:gd name="T3" fmla="*/ 0 h 339"/>
                <a:gd name="T4" fmla="*/ 340 w 340"/>
                <a:gd name="T5" fmla="*/ 0 h 3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40" h="339">
                  <a:moveTo>
                    <a:pt x="0" y="339"/>
                  </a:moveTo>
                  <a:lnTo>
                    <a:pt x="339" y="0"/>
                  </a:lnTo>
                  <a:lnTo>
                    <a:pt x="340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9149" name="Freeform 125">
              <a:extLst>
                <a:ext uri="{FF2B5EF4-FFF2-40B4-BE49-F238E27FC236}">
                  <a16:creationId xmlns:a16="http://schemas.microsoft.com/office/drawing/2014/main" id="{E8F9007F-343B-4C66-A99A-89681FB81AAF}"/>
                </a:ext>
              </a:extLst>
            </p:cNvPr>
            <p:cNvSpPr>
              <a:spLocks/>
            </p:cNvSpPr>
            <p:nvPr/>
          </p:nvSpPr>
          <p:spPr bwMode="auto">
            <a:xfrm>
              <a:off x="4072" y="3507"/>
              <a:ext cx="130" cy="130"/>
            </a:xfrm>
            <a:custGeom>
              <a:avLst/>
              <a:gdLst>
                <a:gd name="T0" fmla="*/ 0 w 389"/>
                <a:gd name="T1" fmla="*/ 388 h 388"/>
                <a:gd name="T2" fmla="*/ 388 w 389"/>
                <a:gd name="T3" fmla="*/ 0 h 388"/>
                <a:gd name="T4" fmla="*/ 389 w 389"/>
                <a:gd name="T5" fmla="*/ 0 h 3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89" h="388">
                  <a:moveTo>
                    <a:pt x="0" y="388"/>
                  </a:moveTo>
                  <a:lnTo>
                    <a:pt x="388" y="0"/>
                  </a:lnTo>
                  <a:lnTo>
                    <a:pt x="389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9150" name="Freeform 126">
              <a:extLst>
                <a:ext uri="{FF2B5EF4-FFF2-40B4-BE49-F238E27FC236}">
                  <a16:creationId xmlns:a16="http://schemas.microsoft.com/office/drawing/2014/main" id="{A14CAA16-EE67-430A-B6B4-433A42E22603}"/>
                </a:ext>
              </a:extLst>
            </p:cNvPr>
            <p:cNvSpPr>
              <a:spLocks/>
            </p:cNvSpPr>
            <p:nvPr/>
          </p:nvSpPr>
          <p:spPr bwMode="auto">
            <a:xfrm>
              <a:off x="4030" y="3728"/>
              <a:ext cx="68" cy="67"/>
            </a:xfrm>
            <a:custGeom>
              <a:avLst/>
              <a:gdLst>
                <a:gd name="T0" fmla="*/ 0 w 202"/>
                <a:gd name="T1" fmla="*/ 201 h 201"/>
                <a:gd name="T2" fmla="*/ 201 w 202"/>
                <a:gd name="T3" fmla="*/ 0 h 201"/>
                <a:gd name="T4" fmla="*/ 202 w 202"/>
                <a:gd name="T5" fmla="*/ 0 h 2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2" h="201">
                  <a:moveTo>
                    <a:pt x="0" y="201"/>
                  </a:moveTo>
                  <a:lnTo>
                    <a:pt x="201" y="0"/>
                  </a:lnTo>
                  <a:lnTo>
                    <a:pt x="202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9151" name="Freeform 127">
              <a:extLst>
                <a:ext uri="{FF2B5EF4-FFF2-40B4-BE49-F238E27FC236}">
                  <a16:creationId xmlns:a16="http://schemas.microsoft.com/office/drawing/2014/main" id="{530BED2D-9D80-48CF-B0DD-E4164A643421}"/>
                </a:ext>
              </a:extLst>
            </p:cNvPr>
            <p:cNvSpPr>
              <a:spLocks/>
            </p:cNvSpPr>
            <p:nvPr/>
          </p:nvSpPr>
          <p:spPr bwMode="auto">
            <a:xfrm>
              <a:off x="4148" y="3591"/>
              <a:ext cx="87" cy="86"/>
            </a:xfrm>
            <a:custGeom>
              <a:avLst/>
              <a:gdLst>
                <a:gd name="T0" fmla="*/ 0 w 259"/>
                <a:gd name="T1" fmla="*/ 258 h 258"/>
                <a:gd name="T2" fmla="*/ 258 w 259"/>
                <a:gd name="T3" fmla="*/ 0 h 258"/>
                <a:gd name="T4" fmla="*/ 259 w 259"/>
                <a:gd name="T5" fmla="*/ 0 h 2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59" h="258">
                  <a:moveTo>
                    <a:pt x="0" y="258"/>
                  </a:moveTo>
                  <a:lnTo>
                    <a:pt x="258" y="0"/>
                  </a:lnTo>
                  <a:lnTo>
                    <a:pt x="259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9152" name="Freeform 128">
              <a:extLst>
                <a:ext uri="{FF2B5EF4-FFF2-40B4-BE49-F238E27FC236}">
                  <a16:creationId xmlns:a16="http://schemas.microsoft.com/office/drawing/2014/main" id="{F8B4F011-3A0A-4120-B785-41C1D3775274}"/>
                </a:ext>
              </a:extLst>
            </p:cNvPr>
            <p:cNvSpPr>
              <a:spLocks/>
            </p:cNvSpPr>
            <p:nvPr/>
          </p:nvSpPr>
          <p:spPr bwMode="auto">
            <a:xfrm>
              <a:off x="4127" y="3707"/>
              <a:ext cx="108" cy="107"/>
            </a:xfrm>
            <a:custGeom>
              <a:avLst/>
              <a:gdLst>
                <a:gd name="T0" fmla="*/ 0 w 322"/>
                <a:gd name="T1" fmla="*/ 320 h 320"/>
                <a:gd name="T2" fmla="*/ 321 w 322"/>
                <a:gd name="T3" fmla="*/ 0 h 320"/>
                <a:gd name="T4" fmla="*/ 322 w 322"/>
                <a:gd name="T5" fmla="*/ 0 h 3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22" h="320">
                  <a:moveTo>
                    <a:pt x="0" y="320"/>
                  </a:moveTo>
                  <a:lnTo>
                    <a:pt x="321" y="0"/>
                  </a:lnTo>
                  <a:lnTo>
                    <a:pt x="322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9153" name="Freeform 129">
              <a:extLst>
                <a:ext uri="{FF2B5EF4-FFF2-40B4-BE49-F238E27FC236}">
                  <a16:creationId xmlns:a16="http://schemas.microsoft.com/office/drawing/2014/main" id="{8DDFAC88-B1B9-41A1-BA1D-9AE67E48529F}"/>
                </a:ext>
              </a:extLst>
            </p:cNvPr>
            <p:cNvSpPr>
              <a:spLocks/>
            </p:cNvSpPr>
            <p:nvPr/>
          </p:nvSpPr>
          <p:spPr bwMode="auto">
            <a:xfrm>
              <a:off x="4363" y="3507"/>
              <a:ext cx="71" cy="71"/>
            </a:xfrm>
            <a:custGeom>
              <a:avLst/>
              <a:gdLst>
                <a:gd name="T0" fmla="*/ 0 w 213"/>
                <a:gd name="T1" fmla="*/ 211 h 211"/>
                <a:gd name="T2" fmla="*/ 211 w 213"/>
                <a:gd name="T3" fmla="*/ 0 h 211"/>
                <a:gd name="T4" fmla="*/ 213 w 213"/>
                <a:gd name="T5" fmla="*/ 0 h 2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3" h="211">
                  <a:moveTo>
                    <a:pt x="0" y="211"/>
                  </a:moveTo>
                  <a:lnTo>
                    <a:pt x="211" y="0"/>
                  </a:lnTo>
                  <a:lnTo>
                    <a:pt x="213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9154" name="Freeform 130">
              <a:extLst>
                <a:ext uri="{FF2B5EF4-FFF2-40B4-BE49-F238E27FC236}">
                  <a16:creationId xmlns:a16="http://schemas.microsoft.com/office/drawing/2014/main" id="{9D9C919D-BA2A-4A34-A6F7-7C878CCBF81C}"/>
                </a:ext>
              </a:extLst>
            </p:cNvPr>
            <p:cNvSpPr>
              <a:spLocks/>
            </p:cNvSpPr>
            <p:nvPr/>
          </p:nvSpPr>
          <p:spPr bwMode="auto">
            <a:xfrm>
              <a:off x="4363" y="3507"/>
              <a:ext cx="187" cy="187"/>
            </a:xfrm>
            <a:custGeom>
              <a:avLst/>
              <a:gdLst>
                <a:gd name="T0" fmla="*/ 0 w 561"/>
                <a:gd name="T1" fmla="*/ 560 h 560"/>
                <a:gd name="T2" fmla="*/ 560 w 561"/>
                <a:gd name="T3" fmla="*/ 0 h 560"/>
                <a:gd name="T4" fmla="*/ 561 w 561"/>
                <a:gd name="T5" fmla="*/ 0 h 5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61" h="560">
                  <a:moveTo>
                    <a:pt x="0" y="560"/>
                  </a:moveTo>
                  <a:lnTo>
                    <a:pt x="560" y="0"/>
                  </a:lnTo>
                  <a:lnTo>
                    <a:pt x="561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9155" name="Freeform 131">
              <a:extLst>
                <a:ext uri="{FF2B5EF4-FFF2-40B4-BE49-F238E27FC236}">
                  <a16:creationId xmlns:a16="http://schemas.microsoft.com/office/drawing/2014/main" id="{BD6515FF-70E9-4961-849A-8A75A7CCE3EE}"/>
                </a:ext>
              </a:extLst>
            </p:cNvPr>
            <p:cNvSpPr>
              <a:spLocks/>
            </p:cNvSpPr>
            <p:nvPr/>
          </p:nvSpPr>
          <p:spPr bwMode="auto">
            <a:xfrm>
              <a:off x="4363" y="3724"/>
              <a:ext cx="87" cy="86"/>
            </a:xfrm>
            <a:custGeom>
              <a:avLst/>
              <a:gdLst>
                <a:gd name="T0" fmla="*/ 0 w 259"/>
                <a:gd name="T1" fmla="*/ 259 h 259"/>
                <a:gd name="T2" fmla="*/ 258 w 259"/>
                <a:gd name="T3" fmla="*/ 0 h 259"/>
                <a:gd name="T4" fmla="*/ 259 w 259"/>
                <a:gd name="T5" fmla="*/ 0 h 2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59" h="259">
                  <a:moveTo>
                    <a:pt x="0" y="259"/>
                  </a:moveTo>
                  <a:lnTo>
                    <a:pt x="258" y="0"/>
                  </a:lnTo>
                  <a:lnTo>
                    <a:pt x="259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9156" name="Freeform 132">
              <a:extLst>
                <a:ext uri="{FF2B5EF4-FFF2-40B4-BE49-F238E27FC236}">
                  <a16:creationId xmlns:a16="http://schemas.microsoft.com/office/drawing/2014/main" id="{C4DCA7EF-D3F5-4A75-81A0-E10DA3AEB93F}"/>
                </a:ext>
              </a:extLst>
            </p:cNvPr>
            <p:cNvSpPr>
              <a:spLocks/>
            </p:cNvSpPr>
            <p:nvPr/>
          </p:nvSpPr>
          <p:spPr bwMode="auto">
            <a:xfrm>
              <a:off x="4537" y="3514"/>
              <a:ext cx="122" cy="123"/>
            </a:xfrm>
            <a:custGeom>
              <a:avLst/>
              <a:gdLst>
                <a:gd name="T0" fmla="*/ 0 w 368"/>
                <a:gd name="T1" fmla="*/ 368 h 368"/>
                <a:gd name="T2" fmla="*/ 367 w 368"/>
                <a:gd name="T3" fmla="*/ 0 h 368"/>
                <a:gd name="T4" fmla="*/ 368 w 368"/>
                <a:gd name="T5" fmla="*/ 0 h 3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68" h="368">
                  <a:moveTo>
                    <a:pt x="0" y="368"/>
                  </a:moveTo>
                  <a:lnTo>
                    <a:pt x="367" y="0"/>
                  </a:lnTo>
                  <a:lnTo>
                    <a:pt x="368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9157" name="Freeform 133">
              <a:extLst>
                <a:ext uri="{FF2B5EF4-FFF2-40B4-BE49-F238E27FC236}">
                  <a16:creationId xmlns:a16="http://schemas.microsoft.com/office/drawing/2014/main" id="{FD49787B-A894-4AAD-AF3E-25F8634DA0F5}"/>
                </a:ext>
              </a:extLst>
            </p:cNvPr>
            <p:cNvSpPr>
              <a:spLocks/>
            </p:cNvSpPr>
            <p:nvPr/>
          </p:nvSpPr>
          <p:spPr bwMode="auto">
            <a:xfrm>
              <a:off x="4476" y="3728"/>
              <a:ext cx="86" cy="86"/>
            </a:xfrm>
            <a:custGeom>
              <a:avLst/>
              <a:gdLst>
                <a:gd name="T0" fmla="*/ 0 w 259"/>
                <a:gd name="T1" fmla="*/ 257 h 257"/>
                <a:gd name="T2" fmla="*/ 258 w 259"/>
                <a:gd name="T3" fmla="*/ 0 h 257"/>
                <a:gd name="T4" fmla="*/ 259 w 259"/>
                <a:gd name="T5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59" h="257">
                  <a:moveTo>
                    <a:pt x="0" y="257"/>
                  </a:moveTo>
                  <a:lnTo>
                    <a:pt x="258" y="0"/>
                  </a:lnTo>
                  <a:lnTo>
                    <a:pt x="259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9158" name="Freeform 134">
              <a:extLst>
                <a:ext uri="{FF2B5EF4-FFF2-40B4-BE49-F238E27FC236}">
                  <a16:creationId xmlns:a16="http://schemas.microsoft.com/office/drawing/2014/main" id="{297C93E8-B615-419B-B2A4-A604B22D549F}"/>
                </a:ext>
              </a:extLst>
            </p:cNvPr>
            <p:cNvSpPr>
              <a:spLocks/>
            </p:cNvSpPr>
            <p:nvPr/>
          </p:nvSpPr>
          <p:spPr bwMode="auto">
            <a:xfrm>
              <a:off x="4653" y="3630"/>
              <a:ext cx="6" cy="7"/>
            </a:xfrm>
            <a:custGeom>
              <a:avLst/>
              <a:gdLst>
                <a:gd name="T0" fmla="*/ 0 w 20"/>
                <a:gd name="T1" fmla="*/ 20 h 20"/>
                <a:gd name="T2" fmla="*/ 19 w 20"/>
                <a:gd name="T3" fmla="*/ 0 h 20"/>
                <a:gd name="T4" fmla="*/ 20 w 20"/>
                <a:gd name="T5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20">
                  <a:moveTo>
                    <a:pt x="0" y="20"/>
                  </a:moveTo>
                  <a:lnTo>
                    <a:pt x="19" y="0"/>
                  </a:lnTo>
                  <a:lnTo>
                    <a:pt x="20" y="0"/>
                  </a:lnTo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9159" name="Rectangle 135">
              <a:extLst>
                <a:ext uri="{FF2B5EF4-FFF2-40B4-BE49-F238E27FC236}">
                  <a16:creationId xmlns:a16="http://schemas.microsoft.com/office/drawing/2014/main" id="{7A9D2E8E-282A-4ECE-9AF2-39230EB158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80" y="2702"/>
              <a:ext cx="404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000" i="1">
                  <a:solidFill>
                    <a:schemeClr val="tx2"/>
                  </a:solidFill>
                  <a:latin typeface="宋体" panose="02010600030101010101" pitchFamily="2" charset="-122"/>
                </a:rPr>
                <a:t>A</a:t>
              </a:r>
              <a:r>
                <a:rPr lang="zh-CN" altLang="en-US" sz="2000">
                  <a:solidFill>
                    <a:schemeClr val="tx2"/>
                  </a:solidFill>
                  <a:latin typeface="宋体" panose="02010600030101010101" pitchFamily="2" charset="-122"/>
                </a:rPr>
                <a:t>－</a:t>
              </a:r>
              <a:r>
                <a:rPr lang="en-US" altLang="zh-CN" sz="2000" i="1">
                  <a:solidFill>
                    <a:schemeClr val="tx2"/>
                  </a:solidFill>
                  <a:latin typeface="宋体" panose="02010600030101010101" pitchFamily="2" charset="-122"/>
                </a:rPr>
                <a:t>A </a:t>
              </a:r>
              <a:endParaRPr lang="en-US" altLang="zh-CN" sz="2000">
                <a:solidFill>
                  <a:schemeClr val="tx2"/>
                </a:solidFill>
              </a:endParaRPr>
            </a:p>
          </p:txBody>
        </p:sp>
        <p:sp>
          <p:nvSpPr>
            <p:cNvPr id="129160" name="Freeform 136">
              <a:extLst>
                <a:ext uri="{FF2B5EF4-FFF2-40B4-BE49-F238E27FC236}">
                  <a16:creationId xmlns:a16="http://schemas.microsoft.com/office/drawing/2014/main" id="{FB2D2BFB-AB11-455C-B47C-C8DA8A4314C6}"/>
                </a:ext>
              </a:extLst>
            </p:cNvPr>
            <p:cNvSpPr>
              <a:spLocks/>
            </p:cNvSpPr>
            <p:nvPr/>
          </p:nvSpPr>
          <p:spPr bwMode="auto">
            <a:xfrm>
              <a:off x="3908" y="3335"/>
              <a:ext cx="16" cy="1"/>
            </a:xfrm>
            <a:custGeom>
              <a:avLst/>
              <a:gdLst>
                <a:gd name="T0" fmla="*/ 0 w 47"/>
                <a:gd name="T1" fmla="*/ 46 w 47"/>
                <a:gd name="T2" fmla="*/ 47 w 47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47">
                  <a:moveTo>
                    <a:pt x="0" y="0"/>
                  </a:moveTo>
                  <a:lnTo>
                    <a:pt x="46" y="0"/>
                  </a:lnTo>
                  <a:lnTo>
                    <a:pt x="47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9161" name="Freeform 137">
              <a:extLst>
                <a:ext uri="{FF2B5EF4-FFF2-40B4-BE49-F238E27FC236}">
                  <a16:creationId xmlns:a16="http://schemas.microsoft.com/office/drawing/2014/main" id="{CDE9CB46-19B2-45DF-A292-042A13239BAE}"/>
                </a:ext>
              </a:extLst>
            </p:cNvPr>
            <p:cNvSpPr>
              <a:spLocks/>
            </p:cNvSpPr>
            <p:nvPr/>
          </p:nvSpPr>
          <p:spPr bwMode="auto">
            <a:xfrm>
              <a:off x="3961" y="3335"/>
              <a:ext cx="427" cy="1"/>
            </a:xfrm>
            <a:custGeom>
              <a:avLst/>
              <a:gdLst>
                <a:gd name="T0" fmla="*/ 0 w 1279"/>
                <a:gd name="T1" fmla="*/ 1277 w 1279"/>
                <a:gd name="T2" fmla="*/ 1279 w 1279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1279">
                  <a:moveTo>
                    <a:pt x="0" y="0"/>
                  </a:moveTo>
                  <a:lnTo>
                    <a:pt x="1277" y="0"/>
                  </a:lnTo>
                  <a:lnTo>
                    <a:pt x="1279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9162" name="Freeform 138">
              <a:extLst>
                <a:ext uri="{FF2B5EF4-FFF2-40B4-BE49-F238E27FC236}">
                  <a16:creationId xmlns:a16="http://schemas.microsoft.com/office/drawing/2014/main" id="{521E6853-14F5-4904-8399-FFC75567741C}"/>
                </a:ext>
              </a:extLst>
            </p:cNvPr>
            <p:cNvSpPr>
              <a:spLocks/>
            </p:cNvSpPr>
            <p:nvPr/>
          </p:nvSpPr>
          <p:spPr bwMode="auto">
            <a:xfrm>
              <a:off x="4428" y="3335"/>
              <a:ext cx="12" cy="1"/>
            </a:xfrm>
            <a:custGeom>
              <a:avLst/>
              <a:gdLst>
                <a:gd name="T0" fmla="*/ 0 w 36"/>
                <a:gd name="T1" fmla="*/ 35 w 36"/>
                <a:gd name="T2" fmla="*/ 36 w 3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36">
                  <a:moveTo>
                    <a:pt x="0" y="0"/>
                  </a:moveTo>
                  <a:lnTo>
                    <a:pt x="35" y="0"/>
                  </a:lnTo>
                  <a:lnTo>
                    <a:pt x="36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9163" name="Freeform 139">
              <a:extLst>
                <a:ext uri="{FF2B5EF4-FFF2-40B4-BE49-F238E27FC236}">
                  <a16:creationId xmlns:a16="http://schemas.microsoft.com/office/drawing/2014/main" id="{D49FEB4D-D129-45FE-A540-130D0EB8E47F}"/>
                </a:ext>
              </a:extLst>
            </p:cNvPr>
            <p:cNvSpPr>
              <a:spLocks/>
            </p:cNvSpPr>
            <p:nvPr/>
          </p:nvSpPr>
          <p:spPr bwMode="auto">
            <a:xfrm>
              <a:off x="4474" y="3335"/>
              <a:ext cx="287" cy="1"/>
            </a:xfrm>
            <a:custGeom>
              <a:avLst/>
              <a:gdLst>
                <a:gd name="T0" fmla="*/ 0 w 861"/>
                <a:gd name="T1" fmla="*/ 860 w 861"/>
                <a:gd name="T2" fmla="*/ 861 w 86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861">
                  <a:moveTo>
                    <a:pt x="0" y="0"/>
                  </a:moveTo>
                  <a:lnTo>
                    <a:pt x="860" y="0"/>
                  </a:lnTo>
                  <a:lnTo>
                    <a:pt x="861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9164" name="Freeform 140">
              <a:extLst>
                <a:ext uri="{FF2B5EF4-FFF2-40B4-BE49-F238E27FC236}">
                  <a16:creationId xmlns:a16="http://schemas.microsoft.com/office/drawing/2014/main" id="{FBD64F5A-1796-4B61-B326-B15F066223E1}"/>
                </a:ext>
              </a:extLst>
            </p:cNvPr>
            <p:cNvSpPr>
              <a:spLocks/>
            </p:cNvSpPr>
            <p:nvPr/>
          </p:nvSpPr>
          <p:spPr bwMode="auto">
            <a:xfrm>
              <a:off x="4299" y="3710"/>
              <a:ext cx="1" cy="183"/>
            </a:xfrm>
            <a:custGeom>
              <a:avLst/>
              <a:gdLst>
                <a:gd name="T0" fmla="*/ 0 w 1"/>
                <a:gd name="T1" fmla="*/ 0 h 549"/>
                <a:gd name="T2" fmla="*/ 0 w 1"/>
                <a:gd name="T3" fmla="*/ 549 h 549"/>
                <a:gd name="T4" fmla="*/ 1 w 1"/>
                <a:gd name="T5" fmla="*/ 549 h 5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549">
                  <a:moveTo>
                    <a:pt x="0" y="0"/>
                  </a:moveTo>
                  <a:lnTo>
                    <a:pt x="0" y="549"/>
                  </a:lnTo>
                  <a:lnTo>
                    <a:pt x="1" y="549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9165" name="Freeform 141">
              <a:extLst>
                <a:ext uri="{FF2B5EF4-FFF2-40B4-BE49-F238E27FC236}">
                  <a16:creationId xmlns:a16="http://schemas.microsoft.com/office/drawing/2014/main" id="{7A813F51-6906-48AD-B513-93387FF15C71}"/>
                </a:ext>
              </a:extLst>
            </p:cNvPr>
            <p:cNvSpPr>
              <a:spLocks/>
            </p:cNvSpPr>
            <p:nvPr/>
          </p:nvSpPr>
          <p:spPr bwMode="auto">
            <a:xfrm>
              <a:off x="4299" y="3668"/>
              <a:ext cx="1" cy="12"/>
            </a:xfrm>
            <a:custGeom>
              <a:avLst/>
              <a:gdLst>
                <a:gd name="T0" fmla="*/ 0 w 1"/>
                <a:gd name="T1" fmla="*/ 0 h 34"/>
                <a:gd name="T2" fmla="*/ 0 w 1"/>
                <a:gd name="T3" fmla="*/ 34 h 34"/>
                <a:gd name="T4" fmla="*/ 1 w 1"/>
                <a:gd name="T5" fmla="*/ 34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34">
                  <a:moveTo>
                    <a:pt x="0" y="0"/>
                  </a:moveTo>
                  <a:lnTo>
                    <a:pt x="0" y="34"/>
                  </a:lnTo>
                  <a:lnTo>
                    <a:pt x="1" y="34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29399" name="Group 375">
            <a:extLst>
              <a:ext uri="{FF2B5EF4-FFF2-40B4-BE49-F238E27FC236}">
                <a16:creationId xmlns:a16="http://schemas.microsoft.com/office/drawing/2014/main" id="{CCD3DC22-6BBC-4EBB-8A91-51B75DA1B67C}"/>
              </a:ext>
            </a:extLst>
          </p:cNvPr>
          <p:cNvGrpSpPr>
            <a:grpSpLocks/>
          </p:cNvGrpSpPr>
          <p:nvPr/>
        </p:nvGrpSpPr>
        <p:grpSpPr bwMode="auto">
          <a:xfrm>
            <a:off x="1646238" y="4198938"/>
            <a:ext cx="3859212" cy="2170112"/>
            <a:chOff x="1037" y="2645"/>
            <a:chExt cx="2431" cy="1367"/>
          </a:xfrm>
        </p:grpSpPr>
        <p:grpSp>
          <p:nvGrpSpPr>
            <p:cNvPr id="129398" name="Group 374">
              <a:extLst>
                <a:ext uri="{FF2B5EF4-FFF2-40B4-BE49-F238E27FC236}">
                  <a16:creationId xmlns:a16="http://schemas.microsoft.com/office/drawing/2014/main" id="{A8F5998F-364B-4831-BA4B-C186382ED19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51" y="2711"/>
              <a:ext cx="1117" cy="1173"/>
              <a:chOff x="2351" y="2711"/>
              <a:chExt cx="1117" cy="1173"/>
            </a:xfrm>
          </p:grpSpPr>
          <p:sp>
            <p:nvSpPr>
              <p:cNvPr id="129168" name="Freeform 144">
                <a:extLst>
                  <a:ext uri="{FF2B5EF4-FFF2-40B4-BE49-F238E27FC236}">
                    <a16:creationId xmlns:a16="http://schemas.microsoft.com/office/drawing/2014/main" id="{C1E03E77-7511-48FD-B42F-D8626F50A5D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72" y="3018"/>
                <a:ext cx="2" cy="612"/>
              </a:xfrm>
              <a:custGeom>
                <a:avLst/>
                <a:gdLst>
                  <a:gd name="T0" fmla="*/ 1 w 2"/>
                  <a:gd name="T1" fmla="*/ 0 h 612"/>
                  <a:gd name="T2" fmla="*/ 0 w 2"/>
                  <a:gd name="T3" fmla="*/ 612 h 612"/>
                  <a:gd name="T4" fmla="*/ 2 w 2"/>
                  <a:gd name="T5" fmla="*/ 604 h 6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612">
                    <a:moveTo>
                      <a:pt x="1" y="0"/>
                    </a:moveTo>
                    <a:lnTo>
                      <a:pt x="0" y="612"/>
                    </a:lnTo>
                    <a:lnTo>
                      <a:pt x="2" y="604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9169" name="Freeform 145">
                <a:extLst>
                  <a:ext uri="{FF2B5EF4-FFF2-40B4-BE49-F238E27FC236}">
                    <a16:creationId xmlns:a16="http://schemas.microsoft.com/office/drawing/2014/main" id="{2AE75BBF-145F-4AB2-BF6D-06BF7435629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61" y="2889"/>
                <a:ext cx="5" cy="867"/>
              </a:xfrm>
              <a:custGeom>
                <a:avLst/>
                <a:gdLst>
                  <a:gd name="T0" fmla="*/ 0 w 5"/>
                  <a:gd name="T1" fmla="*/ 0 h 867"/>
                  <a:gd name="T2" fmla="*/ 5 w 5"/>
                  <a:gd name="T3" fmla="*/ 867 h 867"/>
                  <a:gd name="T4" fmla="*/ 1 w 5"/>
                  <a:gd name="T5" fmla="*/ 862 h 8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5" h="867">
                    <a:moveTo>
                      <a:pt x="0" y="0"/>
                    </a:moveTo>
                    <a:lnTo>
                      <a:pt x="5" y="867"/>
                    </a:lnTo>
                    <a:lnTo>
                      <a:pt x="1" y="862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9170" name="Freeform 146">
                <a:extLst>
                  <a:ext uri="{FF2B5EF4-FFF2-40B4-BE49-F238E27FC236}">
                    <a16:creationId xmlns:a16="http://schemas.microsoft.com/office/drawing/2014/main" id="{21DE570E-7A0E-4EB7-9D9A-F528815891F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48" y="3487"/>
                <a:ext cx="129" cy="11"/>
              </a:xfrm>
              <a:custGeom>
                <a:avLst/>
                <a:gdLst>
                  <a:gd name="T0" fmla="*/ 129 w 129"/>
                  <a:gd name="T1" fmla="*/ 11 h 11"/>
                  <a:gd name="T2" fmla="*/ 72 w 129"/>
                  <a:gd name="T3" fmla="*/ 0 h 11"/>
                  <a:gd name="T4" fmla="*/ 0 w 129"/>
                  <a:gd name="T5" fmla="*/ 11 h 11"/>
                  <a:gd name="T6" fmla="*/ 0 w 129"/>
                  <a:gd name="T7" fmla="*/ 11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29" h="11">
                    <a:moveTo>
                      <a:pt x="129" y="11"/>
                    </a:moveTo>
                    <a:lnTo>
                      <a:pt x="72" y="0"/>
                    </a:lnTo>
                    <a:lnTo>
                      <a:pt x="0" y="11"/>
                    </a:lnTo>
                    <a:lnTo>
                      <a:pt x="0" y="11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9171" name="Freeform 147">
                <a:extLst>
                  <a:ext uri="{FF2B5EF4-FFF2-40B4-BE49-F238E27FC236}">
                    <a16:creationId xmlns:a16="http://schemas.microsoft.com/office/drawing/2014/main" id="{4B6991A4-6B61-484E-8576-E070BF68554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61" y="3153"/>
                <a:ext cx="912" cy="1"/>
              </a:xfrm>
              <a:custGeom>
                <a:avLst/>
                <a:gdLst>
                  <a:gd name="T0" fmla="*/ 0 w 2738"/>
                  <a:gd name="T1" fmla="*/ 2737 w 2738"/>
                  <a:gd name="T2" fmla="*/ 2738 w 2738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2738">
                    <a:moveTo>
                      <a:pt x="0" y="0"/>
                    </a:moveTo>
                    <a:lnTo>
                      <a:pt x="2737" y="0"/>
                    </a:lnTo>
                    <a:lnTo>
                      <a:pt x="2738" y="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9172" name="Freeform 148">
                <a:extLst>
                  <a:ext uri="{FF2B5EF4-FFF2-40B4-BE49-F238E27FC236}">
                    <a16:creationId xmlns:a16="http://schemas.microsoft.com/office/drawing/2014/main" id="{DA705521-49EB-4740-B4F3-F383266599D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44" y="3805"/>
                <a:ext cx="537" cy="1"/>
              </a:xfrm>
              <a:custGeom>
                <a:avLst/>
                <a:gdLst>
                  <a:gd name="T0" fmla="*/ 0 w 1612"/>
                  <a:gd name="T1" fmla="*/ 1611 w 1612"/>
                  <a:gd name="T2" fmla="*/ 1612 w 1612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612">
                    <a:moveTo>
                      <a:pt x="0" y="0"/>
                    </a:moveTo>
                    <a:lnTo>
                      <a:pt x="1611" y="0"/>
                    </a:lnTo>
                    <a:lnTo>
                      <a:pt x="1612" y="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9173" name="Freeform 149">
                <a:extLst>
                  <a:ext uri="{FF2B5EF4-FFF2-40B4-BE49-F238E27FC236}">
                    <a16:creationId xmlns:a16="http://schemas.microsoft.com/office/drawing/2014/main" id="{FD5D1DB8-C4EB-4DEC-8E4B-655C9EA008F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48" y="3498"/>
                <a:ext cx="1" cy="307"/>
              </a:xfrm>
              <a:custGeom>
                <a:avLst/>
                <a:gdLst>
                  <a:gd name="T0" fmla="*/ 0 w 1"/>
                  <a:gd name="T1" fmla="*/ 0 h 919"/>
                  <a:gd name="T2" fmla="*/ 0 w 1"/>
                  <a:gd name="T3" fmla="*/ 919 h 919"/>
                  <a:gd name="T4" fmla="*/ 1 w 1"/>
                  <a:gd name="T5" fmla="*/ 919 h 9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919">
                    <a:moveTo>
                      <a:pt x="0" y="0"/>
                    </a:moveTo>
                    <a:lnTo>
                      <a:pt x="0" y="919"/>
                    </a:lnTo>
                    <a:lnTo>
                      <a:pt x="1" y="919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9174" name="Freeform 150">
                <a:extLst>
                  <a:ext uri="{FF2B5EF4-FFF2-40B4-BE49-F238E27FC236}">
                    <a16:creationId xmlns:a16="http://schemas.microsoft.com/office/drawing/2014/main" id="{11E45B3B-A60D-49B7-AADF-42C9BBDB556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86" y="3625"/>
                <a:ext cx="2" cy="126"/>
              </a:xfrm>
              <a:custGeom>
                <a:avLst/>
                <a:gdLst>
                  <a:gd name="T0" fmla="*/ 2 w 2"/>
                  <a:gd name="T1" fmla="*/ 0 h 126"/>
                  <a:gd name="T2" fmla="*/ 0 w 2"/>
                  <a:gd name="T3" fmla="*/ 125 h 126"/>
                  <a:gd name="T4" fmla="*/ 1 w 2"/>
                  <a:gd name="T5" fmla="*/ 126 h 1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126">
                    <a:moveTo>
                      <a:pt x="2" y="0"/>
                    </a:moveTo>
                    <a:lnTo>
                      <a:pt x="0" y="125"/>
                    </a:lnTo>
                    <a:lnTo>
                      <a:pt x="1" y="126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9175" name="Freeform 151">
                <a:extLst>
                  <a:ext uri="{FF2B5EF4-FFF2-40B4-BE49-F238E27FC236}">
                    <a16:creationId xmlns:a16="http://schemas.microsoft.com/office/drawing/2014/main" id="{D83578A8-E333-42C2-82FE-363EFA777AB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13" y="3416"/>
                <a:ext cx="1" cy="187"/>
              </a:xfrm>
              <a:custGeom>
                <a:avLst/>
                <a:gdLst>
                  <a:gd name="T0" fmla="*/ 0 w 1"/>
                  <a:gd name="T1" fmla="*/ 0 h 561"/>
                  <a:gd name="T2" fmla="*/ 0 w 1"/>
                  <a:gd name="T3" fmla="*/ 561 h 561"/>
                  <a:gd name="T4" fmla="*/ 1 w 1"/>
                  <a:gd name="T5" fmla="*/ 561 h 5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561">
                    <a:moveTo>
                      <a:pt x="0" y="0"/>
                    </a:moveTo>
                    <a:lnTo>
                      <a:pt x="0" y="561"/>
                    </a:lnTo>
                    <a:lnTo>
                      <a:pt x="1" y="561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9176" name="Freeform 152">
                <a:extLst>
                  <a:ext uri="{FF2B5EF4-FFF2-40B4-BE49-F238E27FC236}">
                    <a16:creationId xmlns:a16="http://schemas.microsoft.com/office/drawing/2014/main" id="{7AB1813F-5D56-4A2A-B6AC-CC2E4644EEB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44" y="3719"/>
                <a:ext cx="1" cy="86"/>
              </a:xfrm>
              <a:custGeom>
                <a:avLst/>
                <a:gdLst>
                  <a:gd name="T0" fmla="*/ 0 w 1"/>
                  <a:gd name="T1" fmla="*/ 0 h 257"/>
                  <a:gd name="T2" fmla="*/ 0 w 1"/>
                  <a:gd name="T3" fmla="*/ 257 h 257"/>
                  <a:gd name="T4" fmla="*/ 1 w 1"/>
                  <a:gd name="T5" fmla="*/ 257 h 2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57">
                    <a:moveTo>
                      <a:pt x="0" y="0"/>
                    </a:moveTo>
                    <a:lnTo>
                      <a:pt x="0" y="257"/>
                    </a:lnTo>
                    <a:lnTo>
                      <a:pt x="1" y="257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9177" name="Freeform 153">
                <a:extLst>
                  <a:ext uri="{FF2B5EF4-FFF2-40B4-BE49-F238E27FC236}">
                    <a16:creationId xmlns:a16="http://schemas.microsoft.com/office/drawing/2014/main" id="{A948C9A9-26CE-4B8A-A658-8A0A4672D79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61" y="3498"/>
                <a:ext cx="487" cy="1"/>
              </a:xfrm>
              <a:custGeom>
                <a:avLst/>
                <a:gdLst>
                  <a:gd name="T0" fmla="*/ 0 w 1462"/>
                  <a:gd name="T1" fmla="*/ 1461 w 1462"/>
                  <a:gd name="T2" fmla="*/ 1462 w 1462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462">
                    <a:moveTo>
                      <a:pt x="0" y="0"/>
                    </a:moveTo>
                    <a:lnTo>
                      <a:pt x="1461" y="0"/>
                    </a:lnTo>
                    <a:lnTo>
                      <a:pt x="1462" y="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9178" name="Freeform 154">
                <a:extLst>
                  <a:ext uri="{FF2B5EF4-FFF2-40B4-BE49-F238E27FC236}">
                    <a16:creationId xmlns:a16="http://schemas.microsoft.com/office/drawing/2014/main" id="{524D808A-4039-4346-A23E-3D53E689431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44" y="3719"/>
                <a:ext cx="126" cy="2"/>
              </a:xfrm>
              <a:custGeom>
                <a:avLst/>
                <a:gdLst>
                  <a:gd name="T0" fmla="*/ 0 w 126"/>
                  <a:gd name="T1" fmla="*/ 0 h 2"/>
                  <a:gd name="T2" fmla="*/ 126 w 126"/>
                  <a:gd name="T3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26" h="2">
                    <a:moveTo>
                      <a:pt x="0" y="0"/>
                    </a:moveTo>
                    <a:lnTo>
                      <a:pt x="126" y="2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9179" name="Freeform 155">
                <a:extLst>
                  <a:ext uri="{FF2B5EF4-FFF2-40B4-BE49-F238E27FC236}">
                    <a16:creationId xmlns:a16="http://schemas.microsoft.com/office/drawing/2014/main" id="{54F1DF7C-1341-4AD8-AA32-CAB559D297A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96" y="3625"/>
                <a:ext cx="268" cy="3"/>
              </a:xfrm>
              <a:custGeom>
                <a:avLst/>
                <a:gdLst>
                  <a:gd name="T0" fmla="*/ 0 w 268"/>
                  <a:gd name="T1" fmla="*/ 3 h 3"/>
                  <a:gd name="T2" fmla="*/ 268 w 268"/>
                  <a:gd name="T3" fmla="*/ 0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268" h="3">
                    <a:moveTo>
                      <a:pt x="0" y="3"/>
                    </a:moveTo>
                    <a:lnTo>
                      <a:pt x="268" y="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9180" name="Freeform 156">
                <a:extLst>
                  <a:ext uri="{FF2B5EF4-FFF2-40B4-BE49-F238E27FC236}">
                    <a16:creationId xmlns:a16="http://schemas.microsoft.com/office/drawing/2014/main" id="{74759685-2C39-45AA-A1F1-5F155915ABD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64" y="3625"/>
                <a:ext cx="1" cy="96"/>
              </a:xfrm>
              <a:custGeom>
                <a:avLst/>
                <a:gdLst>
                  <a:gd name="T0" fmla="*/ 0 w 1"/>
                  <a:gd name="T1" fmla="*/ 0 h 96"/>
                  <a:gd name="T2" fmla="*/ 0 w 1"/>
                  <a:gd name="T3" fmla="*/ 96 h 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" h="96">
                    <a:moveTo>
                      <a:pt x="0" y="0"/>
                    </a:moveTo>
                    <a:lnTo>
                      <a:pt x="0" y="96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9181" name="Freeform 157">
                <a:extLst>
                  <a:ext uri="{FF2B5EF4-FFF2-40B4-BE49-F238E27FC236}">
                    <a16:creationId xmlns:a16="http://schemas.microsoft.com/office/drawing/2014/main" id="{FA089820-417B-4677-91D1-BFACD610FD2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77" y="3498"/>
                <a:ext cx="1" cy="307"/>
              </a:xfrm>
              <a:custGeom>
                <a:avLst/>
                <a:gdLst>
                  <a:gd name="T0" fmla="*/ 0 w 1"/>
                  <a:gd name="T1" fmla="*/ 0 h 919"/>
                  <a:gd name="T2" fmla="*/ 0 w 1"/>
                  <a:gd name="T3" fmla="*/ 919 h 919"/>
                  <a:gd name="T4" fmla="*/ 1 w 1"/>
                  <a:gd name="T5" fmla="*/ 919 h 9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919">
                    <a:moveTo>
                      <a:pt x="0" y="0"/>
                    </a:moveTo>
                    <a:lnTo>
                      <a:pt x="0" y="919"/>
                    </a:lnTo>
                    <a:lnTo>
                      <a:pt x="1" y="919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9182" name="Freeform 158">
                <a:extLst>
                  <a:ext uri="{FF2B5EF4-FFF2-40B4-BE49-F238E27FC236}">
                    <a16:creationId xmlns:a16="http://schemas.microsoft.com/office/drawing/2014/main" id="{150D3070-0375-4628-81FB-C90AC685600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81" y="3719"/>
                <a:ext cx="1" cy="86"/>
              </a:xfrm>
              <a:custGeom>
                <a:avLst/>
                <a:gdLst>
                  <a:gd name="T0" fmla="*/ 0 w 1"/>
                  <a:gd name="T1" fmla="*/ 0 h 257"/>
                  <a:gd name="T2" fmla="*/ 0 w 1"/>
                  <a:gd name="T3" fmla="*/ 257 h 257"/>
                  <a:gd name="T4" fmla="*/ 1 w 1"/>
                  <a:gd name="T5" fmla="*/ 257 h 2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57">
                    <a:moveTo>
                      <a:pt x="0" y="0"/>
                    </a:moveTo>
                    <a:lnTo>
                      <a:pt x="0" y="257"/>
                    </a:lnTo>
                    <a:lnTo>
                      <a:pt x="1" y="257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9183" name="Freeform 159">
                <a:extLst>
                  <a:ext uri="{FF2B5EF4-FFF2-40B4-BE49-F238E27FC236}">
                    <a16:creationId xmlns:a16="http://schemas.microsoft.com/office/drawing/2014/main" id="{49F3781C-B6C0-4707-BA13-080BE4BA36D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77" y="3498"/>
                <a:ext cx="296" cy="1"/>
              </a:xfrm>
              <a:custGeom>
                <a:avLst/>
                <a:gdLst>
                  <a:gd name="T0" fmla="*/ 0 w 889"/>
                  <a:gd name="T1" fmla="*/ 888 w 889"/>
                  <a:gd name="T2" fmla="*/ 889 w 889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889">
                    <a:moveTo>
                      <a:pt x="0" y="0"/>
                    </a:moveTo>
                    <a:lnTo>
                      <a:pt x="888" y="0"/>
                    </a:lnTo>
                    <a:lnTo>
                      <a:pt x="889" y="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9184" name="Freeform 160">
                <a:extLst>
                  <a:ext uri="{FF2B5EF4-FFF2-40B4-BE49-F238E27FC236}">
                    <a16:creationId xmlns:a16="http://schemas.microsoft.com/office/drawing/2014/main" id="{7E96ABFD-CD18-451A-A055-CA709A3174F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70" y="3625"/>
                <a:ext cx="203" cy="3"/>
              </a:xfrm>
              <a:custGeom>
                <a:avLst/>
                <a:gdLst>
                  <a:gd name="T0" fmla="*/ 0 w 203"/>
                  <a:gd name="T1" fmla="*/ 0 h 3"/>
                  <a:gd name="T2" fmla="*/ 203 w 203"/>
                  <a:gd name="T3" fmla="*/ 3 h 3"/>
                  <a:gd name="T4" fmla="*/ 203 w 203"/>
                  <a:gd name="T5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03" h="3">
                    <a:moveTo>
                      <a:pt x="0" y="0"/>
                    </a:moveTo>
                    <a:lnTo>
                      <a:pt x="203" y="3"/>
                    </a:lnTo>
                    <a:lnTo>
                      <a:pt x="203" y="3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9185" name="Freeform 161">
                <a:extLst>
                  <a:ext uri="{FF2B5EF4-FFF2-40B4-BE49-F238E27FC236}">
                    <a16:creationId xmlns:a16="http://schemas.microsoft.com/office/drawing/2014/main" id="{A1F22389-EED4-4694-B7E2-50997D3C6D0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64" y="3719"/>
                <a:ext cx="117" cy="2"/>
              </a:xfrm>
              <a:custGeom>
                <a:avLst/>
                <a:gdLst>
                  <a:gd name="T0" fmla="*/ 0 w 117"/>
                  <a:gd name="T1" fmla="*/ 2 h 2"/>
                  <a:gd name="T2" fmla="*/ 117 w 117"/>
                  <a:gd name="T3" fmla="*/ 0 h 2"/>
                  <a:gd name="T4" fmla="*/ 117 w 117"/>
                  <a:gd name="T5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17" h="2">
                    <a:moveTo>
                      <a:pt x="0" y="2"/>
                    </a:moveTo>
                    <a:lnTo>
                      <a:pt x="117" y="0"/>
                    </a:lnTo>
                    <a:lnTo>
                      <a:pt x="117" y="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9186" name="Freeform 162">
                <a:extLst>
                  <a:ext uri="{FF2B5EF4-FFF2-40B4-BE49-F238E27FC236}">
                    <a16:creationId xmlns:a16="http://schemas.microsoft.com/office/drawing/2014/main" id="{A18B877D-7060-4825-8EC1-D36622E7FD4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64" y="3630"/>
                <a:ext cx="4" cy="97"/>
              </a:xfrm>
              <a:custGeom>
                <a:avLst/>
                <a:gdLst>
                  <a:gd name="T0" fmla="*/ 4 w 4"/>
                  <a:gd name="T1" fmla="*/ 0 h 97"/>
                  <a:gd name="T2" fmla="*/ 0 w 4"/>
                  <a:gd name="T3" fmla="*/ 97 h 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4" h="97">
                    <a:moveTo>
                      <a:pt x="4" y="0"/>
                    </a:moveTo>
                    <a:lnTo>
                      <a:pt x="0" y="97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9187" name="Freeform 163">
                <a:extLst>
                  <a:ext uri="{FF2B5EF4-FFF2-40B4-BE49-F238E27FC236}">
                    <a16:creationId xmlns:a16="http://schemas.microsoft.com/office/drawing/2014/main" id="{7BF7D114-7531-4E4F-8D36-BCC729B0AB8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88" y="3024"/>
                <a:ext cx="785" cy="1"/>
              </a:xfrm>
              <a:custGeom>
                <a:avLst/>
                <a:gdLst>
                  <a:gd name="T0" fmla="*/ 0 w 785"/>
                  <a:gd name="T1" fmla="*/ 1 h 1"/>
                  <a:gd name="T2" fmla="*/ 785 w 785"/>
                  <a:gd name="T3" fmla="*/ 0 h 1"/>
                  <a:gd name="T4" fmla="*/ 785 w 785"/>
                  <a:gd name="T5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785" h="1">
                    <a:moveTo>
                      <a:pt x="0" y="1"/>
                    </a:moveTo>
                    <a:lnTo>
                      <a:pt x="785" y="0"/>
                    </a:lnTo>
                    <a:lnTo>
                      <a:pt x="785" y="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9188" name="Freeform 164">
                <a:extLst>
                  <a:ext uri="{FF2B5EF4-FFF2-40B4-BE49-F238E27FC236}">
                    <a16:creationId xmlns:a16="http://schemas.microsoft.com/office/drawing/2014/main" id="{AF45832B-63CC-4575-BDCB-A6DF223C26B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61" y="2895"/>
                <a:ext cx="126" cy="1"/>
              </a:xfrm>
              <a:custGeom>
                <a:avLst/>
                <a:gdLst>
                  <a:gd name="T0" fmla="*/ 0 w 378"/>
                  <a:gd name="T1" fmla="*/ 377 w 378"/>
                  <a:gd name="T2" fmla="*/ 378 w 378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378">
                    <a:moveTo>
                      <a:pt x="0" y="0"/>
                    </a:moveTo>
                    <a:lnTo>
                      <a:pt x="377" y="0"/>
                    </a:lnTo>
                    <a:lnTo>
                      <a:pt x="378" y="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9189" name="Freeform 165">
                <a:extLst>
                  <a:ext uri="{FF2B5EF4-FFF2-40B4-BE49-F238E27FC236}">
                    <a16:creationId xmlns:a16="http://schemas.microsoft.com/office/drawing/2014/main" id="{92E03589-7AF3-493D-8CDE-281AC20BBF9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86" y="2895"/>
                <a:ext cx="2" cy="130"/>
              </a:xfrm>
              <a:custGeom>
                <a:avLst/>
                <a:gdLst>
                  <a:gd name="T0" fmla="*/ 0 w 2"/>
                  <a:gd name="T1" fmla="*/ 0 h 130"/>
                  <a:gd name="T2" fmla="*/ 2 w 2"/>
                  <a:gd name="T3" fmla="*/ 130 h 1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2" h="130">
                    <a:moveTo>
                      <a:pt x="0" y="0"/>
                    </a:moveTo>
                    <a:lnTo>
                      <a:pt x="2" y="13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9190" name="Freeform 166">
                <a:extLst>
                  <a:ext uri="{FF2B5EF4-FFF2-40B4-BE49-F238E27FC236}">
                    <a16:creationId xmlns:a16="http://schemas.microsoft.com/office/drawing/2014/main" id="{544351D4-CF96-4DD2-BB40-47694119818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61" y="3757"/>
                <a:ext cx="126" cy="1"/>
              </a:xfrm>
              <a:custGeom>
                <a:avLst/>
                <a:gdLst>
                  <a:gd name="T0" fmla="*/ 0 w 378"/>
                  <a:gd name="T1" fmla="*/ 377 w 378"/>
                  <a:gd name="T2" fmla="*/ 378 w 378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378">
                    <a:moveTo>
                      <a:pt x="0" y="0"/>
                    </a:moveTo>
                    <a:lnTo>
                      <a:pt x="377" y="0"/>
                    </a:lnTo>
                    <a:lnTo>
                      <a:pt x="378" y="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9191" name="Freeform 167">
                <a:extLst>
                  <a:ext uri="{FF2B5EF4-FFF2-40B4-BE49-F238E27FC236}">
                    <a16:creationId xmlns:a16="http://schemas.microsoft.com/office/drawing/2014/main" id="{FB3281AC-07EF-46E0-B2D8-E51CE0FDE0F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51" y="3326"/>
                <a:ext cx="241" cy="1"/>
              </a:xfrm>
              <a:custGeom>
                <a:avLst/>
                <a:gdLst>
                  <a:gd name="T0" fmla="*/ 0 w 721"/>
                  <a:gd name="T1" fmla="*/ 719 w 721"/>
                  <a:gd name="T2" fmla="*/ 721 w 72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721">
                    <a:moveTo>
                      <a:pt x="0" y="0"/>
                    </a:moveTo>
                    <a:lnTo>
                      <a:pt x="719" y="0"/>
                    </a:lnTo>
                    <a:lnTo>
                      <a:pt x="721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9192" name="Freeform 168">
                <a:extLst>
                  <a:ext uri="{FF2B5EF4-FFF2-40B4-BE49-F238E27FC236}">
                    <a16:creationId xmlns:a16="http://schemas.microsoft.com/office/drawing/2014/main" id="{2B574F9D-7F28-4DF4-8B8B-E48897C89C6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61" y="2895"/>
                <a:ext cx="73" cy="72"/>
              </a:xfrm>
              <a:custGeom>
                <a:avLst/>
                <a:gdLst>
                  <a:gd name="T0" fmla="*/ 0 w 219"/>
                  <a:gd name="T1" fmla="*/ 218 h 218"/>
                  <a:gd name="T2" fmla="*/ 217 w 219"/>
                  <a:gd name="T3" fmla="*/ 0 h 218"/>
                  <a:gd name="T4" fmla="*/ 219 w 219"/>
                  <a:gd name="T5" fmla="*/ 0 h 2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9" h="218">
                    <a:moveTo>
                      <a:pt x="0" y="218"/>
                    </a:moveTo>
                    <a:lnTo>
                      <a:pt x="217" y="0"/>
                    </a:lnTo>
                    <a:lnTo>
                      <a:pt x="219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9193" name="Freeform 169">
                <a:extLst>
                  <a:ext uri="{FF2B5EF4-FFF2-40B4-BE49-F238E27FC236}">
                    <a16:creationId xmlns:a16="http://schemas.microsoft.com/office/drawing/2014/main" id="{1C6CFC80-D167-4A6A-930F-AC997AEE2E3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61" y="2958"/>
                <a:ext cx="126" cy="125"/>
              </a:xfrm>
              <a:custGeom>
                <a:avLst/>
                <a:gdLst>
                  <a:gd name="T0" fmla="*/ 0 w 378"/>
                  <a:gd name="T1" fmla="*/ 377 h 377"/>
                  <a:gd name="T2" fmla="*/ 377 w 378"/>
                  <a:gd name="T3" fmla="*/ 0 h 377"/>
                  <a:gd name="T4" fmla="*/ 378 w 378"/>
                  <a:gd name="T5" fmla="*/ 0 h 3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78" h="377">
                    <a:moveTo>
                      <a:pt x="0" y="377"/>
                    </a:moveTo>
                    <a:lnTo>
                      <a:pt x="377" y="0"/>
                    </a:lnTo>
                    <a:lnTo>
                      <a:pt x="378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9194" name="Freeform 170">
                <a:extLst>
                  <a:ext uri="{FF2B5EF4-FFF2-40B4-BE49-F238E27FC236}">
                    <a16:creationId xmlns:a16="http://schemas.microsoft.com/office/drawing/2014/main" id="{037BBE90-DC9F-4B82-9C0A-ED0B9370401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07" y="3024"/>
                <a:ext cx="130" cy="129"/>
              </a:xfrm>
              <a:custGeom>
                <a:avLst/>
                <a:gdLst>
                  <a:gd name="T0" fmla="*/ 0 w 389"/>
                  <a:gd name="T1" fmla="*/ 388 h 388"/>
                  <a:gd name="T2" fmla="*/ 388 w 389"/>
                  <a:gd name="T3" fmla="*/ 0 h 388"/>
                  <a:gd name="T4" fmla="*/ 389 w 389"/>
                  <a:gd name="T5" fmla="*/ 0 h 3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89" h="388">
                    <a:moveTo>
                      <a:pt x="0" y="388"/>
                    </a:moveTo>
                    <a:lnTo>
                      <a:pt x="388" y="0"/>
                    </a:lnTo>
                    <a:lnTo>
                      <a:pt x="389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9195" name="Freeform 171">
                <a:extLst>
                  <a:ext uri="{FF2B5EF4-FFF2-40B4-BE49-F238E27FC236}">
                    <a16:creationId xmlns:a16="http://schemas.microsoft.com/office/drawing/2014/main" id="{B6C5F161-7AF5-4860-9F4B-E4218625B17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23" y="3024"/>
                <a:ext cx="130" cy="129"/>
              </a:xfrm>
              <a:custGeom>
                <a:avLst/>
                <a:gdLst>
                  <a:gd name="T0" fmla="*/ 0 w 389"/>
                  <a:gd name="T1" fmla="*/ 388 h 388"/>
                  <a:gd name="T2" fmla="*/ 388 w 389"/>
                  <a:gd name="T3" fmla="*/ 0 h 388"/>
                  <a:gd name="T4" fmla="*/ 389 w 389"/>
                  <a:gd name="T5" fmla="*/ 0 h 3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89" h="388">
                    <a:moveTo>
                      <a:pt x="0" y="388"/>
                    </a:moveTo>
                    <a:lnTo>
                      <a:pt x="388" y="0"/>
                    </a:lnTo>
                    <a:lnTo>
                      <a:pt x="389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9196" name="Freeform 172">
                <a:extLst>
                  <a:ext uri="{FF2B5EF4-FFF2-40B4-BE49-F238E27FC236}">
                    <a16:creationId xmlns:a16="http://schemas.microsoft.com/office/drawing/2014/main" id="{9B7EDAF4-D5B9-40C0-9DE8-5E8CFE91B5E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39" y="3024"/>
                <a:ext cx="130" cy="129"/>
              </a:xfrm>
              <a:custGeom>
                <a:avLst/>
                <a:gdLst>
                  <a:gd name="T0" fmla="*/ 0 w 389"/>
                  <a:gd name="T1" fmla="*/ 388 h 388"/>
                  <a:gd name="T2" fmla="*/ 388 w 389"/>
                  <a:gd name="T3" fmla="*/ 0 h 388"/>
                  <a:gd name="T4" fmla="*/ 389 w 389"/>
                  <a:gd name="T5" fmla="*/ 0 h 3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89" h="388">
                    <a:moveTo>
                      <a:pt x="0" y="388"/>
                    </a:moveTo>
                    <a:lnTo>
                      <a:pt x="388" y="0"/>
                    </a:lnTo>
                    <a:lnTo>
                      <a:pt x="389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9197" name="Freeform 173">
                <a:extLst>
                  <a:ext uri="{FF2B5EF4-FFF2-40B4-BE49-F238E27FC236}">
                    <a16:creationId xmlns:a16="http://schemas.microsoft.com/office/drawing/2014/main" id="{0B99E504-1346-4AEF-AD0F-A21141DD5F6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61" y="3498"/>
                <a:ext cx="50" cy="50"/>
              </a:xfrm>
              <a:custGeom>
                <a:avLst/>
                <a:gdLst>
                  <a:gd name="T0" fmla="*/ 0 w 150"/>
                  <a:gd name="T1" fmla="*/ 150 h 150"/>
                  <a:gd name="T2" fmla="*/ 149 w 150"/>
                  <a:gd name="T3" fmla="*/ 0 h 150"/>
                  <a:gd name="T4" fmla="*/ 150 w 150"/>
                  <a:gd name="T5" fmla="*/ 0 h 1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50" h="150">
                    <a:moveTo>
                      <a:pt x="0" y="150"/>
                    </a:moveTo>
                    <a:lnTo>
                      <a:pt x="149" y="0"/>
                    </a:lnTo>
                    <a:lnTo>
                      <a:pt x="150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9198" name="Freeform 174">
                <a:extLst>
                  <a:ext uri="{FF2B5EF4-FFF2-40B4-BE49-F238E27FC236}">
                    <a16:creationId xmlns:a16="http://schemas.microsoft.com/office/drawing/2014/main" id="{CD86F06D-35ED-407B-972A-23330EFE36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55" y="3024"/>
                <a:ext cx="130" cy="129"/>
              </a:xfrm>
              <a:custGeom>
                <a:avLst/>
                <a:gdLst>
                  <a:gd name="T0" fmla="*/ 0 w 390"/>
                  <a:gd name="T1" fmla="*/ 388 h 388"/>
                  <a:gd name="T2" fmla="*/ 389 w 390"/>
                  <a:gd name="T3" fmla="*/ 0 h 388"/>
                  <a:gd name="T4" fmla="*/ 390 w 390"/>
                  <a:gd name="T5" fmla="*/ 0 h 3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90" h="388">
                    <a:moveTo>
                      <a:pt x="0" y="388"/>
                    </a:moveTo>
                    <a:lnTo>
                      <a:pt x="389" y="0"/>
                    </a:lnTo>
                    <a:lnTo>
                      <a:pt x="390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9199" name="Freeform 175">
                <a:extLst>
                  <a:ext uri="{FF2B5EF4-FFF2-40B4-BE49-F238E27FC236}">
                    <a16:creationId xmlns:a16="http://schemas.microsoft.com/office/drawing/2014/main" id="{819094E0-945C-4748-982F-8C58D5A4DD2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61" y="3498"/>
                <a:ext cx="166" cy="166"/>
              </a:xfrm>
              <a:custGeom>
                <a:avLst/>
                <a:gdLst>
                  <a:gd name="T0" fmla="*/ 0 w 498"/>
                  <a:gd name="T1" fmla="*/ 498 h 498"/>
                  <a:gd name="T2" fmla="*/ 497 w 498"/>
                  <a:gd name="T3" fmla="*/ 0 h 498"/>
                  <a:gd name="T4" fmla="*/ 498 w 498"/>
                  <a:gd name="T5" fmla="*/ 0 h 4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98" h="498">
                    <a:moveTo>
                      <a:pt x="0" y="498"/>
                    </a:moveTo>
                    <a:lnTo>
                      <a:pt x="497" y="0"/>
                    </a:lnTo>
                    <a:lnTo>
                      <a:pt x="498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9200" name="Freeform 176">
                <a:extLst>
                  <a:ext uri="{FF2B5EF4-FFF2-40B4-BE49-F238E27FC236}">
                    <a16:creationId xmlns:a16="http://schemas.microsoft.com/office/drawing/2014/main" id="{DAA9D4A5-4238-4F29-B668-18DA4040382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71" y="3024"/>
                <a:ext cx="130" cy="129"/>
              </a:xfrm>
              <a:custGeom>
                <a:avLst/>
                <a:gdLst>
                  <a:gd name="T0" fmla="*/ 0 w 388"/>
                  <a:gd name="T1" fmla="*/ 388 h 388"/>
                  <a:gd name="T2" fmla="*/ 387 w 388"/>
                  <a:gd name="T3" fmla="*/ 0 h 388"/>
                  <a:gd name="T4" fmla="*/ 388 w 388"/>
                  <a:gd name="T5" fmla="*/ 0 h 3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88" h="388">
                    <a:moveTo>
                      <a:pt x="0" y="388"/>
                    </a:moveTo>
                    <a:lnTo>
                      <a:pt x="387" y="0"/>
                    </a:lnTo>
                    <a:lnTo>
                      <a:pt x="388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9201" name="Freeform 177">
                <a:extLst>
                  <a:ext uri="{FF2B5EF4-FFF2-40B4-BE49-F238E27FC236}">
                    <a16:creationId xmlns:a16="http://schemas.microsoft.com/office/drawing/2014/main" id="{B0195DF0-2DB9-459F-8EF5-06B28F18432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84" y="3654"/>
                <a:ext cx="103" cy="103"/>
              </a:xfrm>
              <a:custGeom>
                <a:avLst/>
                <a:gdLst>
                  <a:gd name="T0" fmla="*/ 0 w 307"/>
                  <a:gd name="T1" fmla="*/ 308 h 308"/>
                  <a:gd name="T2" fmla="*/ 306 w 307"/>
                  <a:gd name="T3" fmla="*/ 0 h 308"/>
                  <a:gd name="T4" fmla="*/ 307 w 307"/>
                  <a:gd name="T5" fmla="*/ 0 h 3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07" h="308">
                    <a:moveTo>
                      <a:pt x="0" y="308"/>
                    </a:moveTo>
                    <a:lnTo>
                      <a:pt x="306" y="0"/>
                    </a:lnTo>
                    <a:lnTo>
                      <a:pt x="307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9202" name="Freeform 178">
                <a:extLst>
                  <a:ext uri="{FF2B5EF4-FFF2-40B4-BE49-F238E27FC236}">
                    <a16:creationId xmlns:a16="http://schemas.microsoft.com/office/drawing/2014/main" id="{1F5126EC-55FA-44DA-A7CA-E94D342D091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87" y="3024"/>
                <a:ext cx="130" cy="129"/>
              </a:xfrm>
              <a:custGeom>
                <a:avLst/>
                <a:gdLst>
                  <a:gd name="T0" fmla="*/ 0 w 388"/>
                  <a:gd name="T1" fmla="*/ 388 h 388"/>
                  <a:gd name="T2" fmla="*/ 387 w 388"/>
                  <a:gd name="T3" fmla="*/ 0 h 388"/>
                  <a:gd name="T4" fmla="*/ 388 w 388"/>
                  <a:gd name="T5" fmla="*/ 0 h 3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88" h="388">
                    <a:moveTo>
                      <a:pt x="0" y="388"/>
                    </a:moveTo>
                    <a:lnTo>
                      <a:pt x="387" y="0"/>
                    </a:lnTo>
                    <a:lnTo>
                      <a:pt x="388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9203" name="Freeform 179">
                <a:extLst>
                  <a:ext uri="{FF2B5EF4-FFF2-40B4-BE49-F238E27FC236}">
                    <a16:creationId xmlns:a16="http://schemas.microsoft.com/office/drawing/2014/main" id="{3E9C1D67-7336-42C8-8B29-A66504228E9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13" y="3498"/>
                <a:ext cx="130" cy="130"/>
              </a:xfrm>
              <a:custGeom>
                <a:avLst/>
                <a:gdLst>
                  <a:gd name="T0" fmla="*/ 0 w 390"/>
                  <a:gd name="T1" fmla="*/ 388 h 388"/>
                  <a:gd name="T2" fmla="*/ 389 w 390"/>
                  <a:gd name="T3" fmla="*/ 0 h 388"/>
                  <a:gd name="T4" fmla="*/ 390 w 390"/>
                  <a:gd name="T5" fmla="*/ 0 h 3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90" h="388">
                    <a:moveTo>
                      <a:pt x="0" y="388"/>
                    </a:moveTo>
                    <a:lnTo>
                      <a:pt x="389" y="0"/>
                    </a:lnTo>
                    <a:lnTo>
                      <a:pt x="390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9204" name="Freeform 180">
                <a:extLst>
                  <a:ext uri="{FF2B5EF4-FFF2-40B4-BE49-F238E27FC236}">
                    <a16:creationId xmlns:a16="http://schemas.microsoft.com/office/drawing/2014/main" id="{28A120CF-89A6-4FA2-A0B4-B3CB86CECD7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29" y="3498"/>
                <a:ext cx="130" cy="130"/>
              </a:xfrm>
              <a:custGeom>
                <a:avLst/>
                <a:gdLst>
                  <a:gd name="T0" fmla="*/ 0 w 389"/>
                  <a:gd name="T1" fmla="*/ 388 h 388"/>
                  <a:gd name="T2" fmla="*/ 388 w 389"/>
                  <a:gd name="T3" fmla="*/ 0 h 388"/>
                  <a:gd name="T4" fmla="*/ 389 w 389"/>
                  <a:gd name="T5" fmla="*/ 0 h 3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89" h="388">
                    <a:moveTo>
                      <a:pt x="0" y="388"/>
                    </a:moveTo>
                    <a:lnTo>
                      <a:pt x="388" y="0"/>
                    </a:lnTo>
                    <a:lnTo>
                      <a:pt x="389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9205" name="Freeform 181">
                <a:extLst>
                  <a:ext uri="{FF2B5EF4-FFF2-40B4-BE49-F238E27FC236}">
                    <a16:creationId xmlns:a16="http://schemas.microsoft.com/office/drawing/2014/main" id="{50F4281C-82E6-4AA7-A016-2C83671F333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03" y="3024"/>
                <a:ext cx="130" cy="129"/>
              </a:xfrm>
              <a:custGeom>
                <a:avLst/>
                <a:gdLst>
                  <a:gd name="T0" fmla="*/ 0 w 388"/>
                  <a:gd name="T1" fmla="*/ 388 h 388"/>
                  <a:gd name="T2" fmla="*/ 387 w 388"/>
                  <a:gd name="T3" fmla="*/ 0 h 388"/>
                  <a:gd name="T4" fmla="*/ 388 w 388"/>
                  <a:gd name="T5" fmla="*/ 0 h 3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88" h="388">
                    <a:moveTo>
                      <a:pt x="0" y="388"/>
                    </a:moveTo>
                    <a:lnTo>
                      <a:pt x="387" y="0"/>
                    </a:lnTo>
                    <a:lnTo>
                      <a:pt x="388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9206" name="Freeform 182">
                <a:extLst>
                  <a:ext uri="{FF2B5EF4-FFF2-40B4-BE49-F238E27FC236}">
                    <a16:creationId xmlns:a16="http://schemas.microsoft.com/office/drawing/2014/main" id="{E305E5AD-D1B6-490F-9243-F517A4ECA69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19" y="3100"/>
                <a:ext cx="54" cy="53"/>
              </a:xfrm>
              <a:custGeom>
                <a:avLst/>
                <a:gdLst>
                  <a:gd name="T0" fmla="*/ 0 w 162"/>
                  <a:gd name="T1" fmla="*/ 161 h 161"/>
                  <a:gd name="T2" fmla="*/ 161 w 162"/>
                  <a:gd name="T3" fmla="*/ 0 h 161"/>
                  <a:gd name="T4" fmla="*/ 162 w 162"/>
                  <a:gd name="T5" fmla="*/ 0 h 1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62" h="161">
                    <a:moveTo>
                      <a:pt x="0" y="161"/>
                    </a:moveTo>
                    <a:lnTo>
                      <a:pt x="161" y="0"/>
                    </a:lnTo>
                    <a:lnTo>
                      <a:pt x="162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9207" name="Freeform 183">
                <a:extLst>
                  <a:ext uri="{FF2B5EF4-FFF2-40B4-BE49-F238E27FC236}">
                    <a16:creationId xmlns:a16="http://schemas.microsoft.com/office/drawing/2014/main" id="{FF88D92C-753B-48D4-81A9-6C821FF7F6F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45" y="3525"/>
                <a:ext cx="103" cy="103"/>
              </a:xfrm>
              <a:custGeom>
                <a:avLst/>
                <a:gdLst>
                  <a:gd name="T0" fmla="*/ 0 w 308"/>
                  <a:gd name="T1" fmla="*/ 308 h 308"/>
                  <a:gd name="T2" fmla="*/ 307 w 308"/>
                  <a:gd name="T3" fmla="*/ 0 h 308"/>
                  <a:gd name="T4" fmla="*/ 308 w 308"/>
                  <a:gd name="T5" fmla="*/ 0 h 3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08" h="308">
                    <a:moveTo>
                      <a:pt x="0" y="308"/>
                    </a:moveTo>
                    <a:lnTo>
                      <a:pt x="307" y="0"/>
                    </a:lnTo>
                    <a:lnTo>
                      <a:pt x="308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9208" name="Freeform 184">
                <a:extLst>
                  <a:ext uri="{FF2B5EF4-FFF2-40B4-BE49-F238E27FC236}">
                    <a16:creationId xmlns:a16="http://schemas.microsoft.com/office/drawing/2014/main" id="{F70F67A2-DC65-4FC0-BFA0-2184F665C46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85" y="3641"/>
                <a:ext cx="163" cy="164"/>
              </a:xfrm>
              <a:custGeom>
                <a:avLst/>
                <a:gdLst>
                  <a:gd name="T0" fmla="*/ 0 w 490"/>
                  <a:gd name="T1" fmla="*/ 490 h 490"/>
                  <a:gd name="T2" fmla="*/ 489 w 490"/>
                  <a:gd name="T3" fmla="*/ 0 h 490"/>
                  <a:gd name="T4" fmla="*/ 490 w 490"/>
                  <a:gd name="T5" fmla="*/ 0 h 4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90" h="490">
                    <a:moveTo>
                      <a:pt x="0" y="490"/>
                    </a:moveTo>
                    <a:lnTo>
                      <a:pt x="489" y="0"/>
                    </a:lnTo>
                    <a:lnTo>
                      <a:pt x="490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9209" name="Freeform 185">
                <a:extLst>
                  <a:ext uri="{FF2B5EF4-FFF2-40B4-BE49-F238E27FC236}">
                    <a16:creationId xmlns:a16="http://schemas.microsoft.com/office/drawing/2014/main" id="{FFFACC13-7C2A-4CC6-B4A8-262C0707184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01" y="3758"/>
                <a:ext cx="47" cy="47"/>
              </a:xfrm>
              <a:custGeom>
                <a:avLst/>
                <a:gdLst>
                  <a:gd name="T0" fmla="*/ 0 w 142"/>
                  <a:gd name="T1" fmla="*/ 141 h 141"/>
                  <a:gd name="T2" fmla="*/ 141 w 142"/>
                  <a:gd name="T3" fmla="*/ 0 h 141"/>
                  <a:gd name="T4" fmla="*/ 142 w 142"/>
                  <a:gd name="T5" fmla="*/ 0 h 1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42" h="141">
                    <a:moveTo>
                      <a:pt x="0" y="141"/>
                    </a:moveTo>
                    <a:lnTo>
                      <a:pt x="141" y="0"/>
                    </a:lnTo>
                    <a:lnTo>
                      <a:pt x="142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9210" name="Freeform 186">
                <a:extLst>
                  <a:ext uri="{FF2B5EF4-FFF2-40B4-BE49-F238E27FC236}">
                    <a16:creationId xmlns:a16="http://schemas.microsoft.com/office/drawing/2014/main" id="{01D189D0-F235-4AF6-A38C-314F33D44BD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77" y="3498"/>
                <a:ext cx="130" cy="130"/>
              </a:xfrm>
              <a:custGeom>
                <a:avLst/>
                <a:gdLst>
                  <a:gd name="T0" fmla="*/ 0 w 390"/>
                  <a:gd name="T1" fmla="*/ 390 h 390"/>
                  <a:gd name="T2" fmla="*/ 389 w 390"/>
                  <a:gd name="T3" fmla="*/ 0 h 390"/>
                  <a:gd name="T4" fmla="*/ 390 w 390"/>
                  <a:gd name="T5" fmla="*/ 0 h 3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90" h="390">
                    <a:moveTo>
                      <a:pt x="0" y="390"/>
                    </a:moveTo>
                    <a:lnTo>
                      <a:pt x="389" y="0"/>
                    </a:lnTo>
                    <a:lnTo>
                      <a:pt x="390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9211" name="Freeform 187">
                <a:extLst>
                  <a:ext uri="{FF2B5EF4-FFF2-40B4-BE49-F238E27FC236}">
                    <a16:creationId xmlns:a16="http://schemas.microsoft.com/office/drawing/2014/main" id="{5CB7638E-4DC2-4E5C-949A-AB1BB086514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77" y="3658"/>
                <a:ext cx="87" cy="86"/>
              </a:xfrm>
              <a:custGeom>
                <a:avLst/>
                <a:gdLst>
                  <a:gd name="T0" fmla="*/ 0 w 260"/>
                  <a:gd name="T1" fmla="*/ 259 h 259"/>
                  <a:gd name="T2" fmla="*/ 258 w 260"/>
                  <a:gd name="T3" fmla="*/ 0 h 259"/>
                  <a:gd name="T4" fmla="*/ 260 w 260"/>
                  <a:gd name="T5" fmla="*/ 0 h 2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60" h="259">
                    <a:moveTo>
                      <a:pt x="0" y="259"/>
                    </a:moveTo>
                    <a:lnTo>
                      <a:pt x="258" y="0"/>
                    </a:lnTo>
                    <a:lnTo>
                      <a:pt x="260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9212" name="Freeform 188">
                <a:extLst>
                  <a:ext uri="{FF2B5EF4-FFF2-40B4-BE49-F238E27FC236}">
                    <a16:creationId xmlns:a16="http://schemas.microsoft.com/office/drawing/2014/main" id="{BA8AB433-F1DC-4976-A6AF-CB7C9DFB4D8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3" y="3498"/>
                <a:ext cx="130" cy="130"/>
              </a:xfrm>
              <a:custGeom>
                <a:avLst/>
                <a:gdLst>
                  <a:gd name="T0" fmla="*/ 0 w 390"/>
                  <a:gd name="T1" fmla="*/ 388 h 388"/>
                  <a:gd name="T2" fmla="*/ 389 w 390"/>
                  <a:gd name="T3" fmla="*/ 0 h 388"/>
                  <a:gd name="T4" fmla="*/ 390 w 390"/>
                  <a:gd name="T5" fmla="*/ 0 h 3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90" h="388">
                    <a:moveTo>
                      <a:pt x="0" y="388"/>
                    </a:moveTo>
                    <a:lnTo>
                      <a:pt x="389" y="0"/>
                    </a:lnTo>
                    <a:lnTo>
                      <a:pt x="390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9213" name="Freeform 189">
                <a:extLst>
                  <a:ext uri="{FF2B5EF4-FFF2-40B4-BE49-F238E27FC236}">
                    <a16:creationId xmlns:a16="http://schemas.microsoft.com/office/drawing/2014/main" id="{44C69AC6-8C8E-45D3-ADCD-6EBF1A0FAB9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33" y="3719"/>
                <a:ext cx="86" cy="86"/>
              </a:xfrm>
              <a:custGeom>
                <a:avLst/>
                <a:gdLst>
                  <a:gd name="T0" fmla="*/ 0 w 259"/>
                  <a:gd name="T1" fmla="*/ 257 h 257"/>
                  <a:gd name="T2" fmla="*/ 258 w 259"/>
                  <a:gd name="T3" fmla="*/ 0 h 257"/>
                  <a:gd name="T4" fmla="*/ 259 w 259"/>
                  <a:gd name="T5" fmla="*/ 0 h 2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59" h="257">
                    <a:moveTo>
                      <a:pt x="0" y="257"/>
                    </a:moveTo>
                    <a:lnTo>
                      <a:pt x="258" y="0"/>
                    </a:lnTo>
                    <a:lnTo>
                      <a:pt x="259" y="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9214" name="Freeform 190">
                <a:extLst>
                  <a:ext uri="{FF2B5EF4-FFF2-40B4-BE49-F238E27FC236}">
                    <a16:creationId xmlns:a16="http://schemas.microsoft.com/office/drawing/2014/main" id="{4D0561D3-4339-4479-9FA2-67EA4127E6F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10" y="3564"/>
                <a:ext cx="63" cy="64"/>
              </a:xfrm>
              <a:custGeom>
                <a:avLst/>
                <a:gdLst>
                  <a:gd name="T0" fmla="*/ 0 w 191"/>
                  <a:gd name="T1" fmla="*/ 190 h 190"/>
                  <a:gd name="T2" fmla="*/ 190 w 191"/>
                  <a:gd name="T3" fmla="*/ 0 h 190"/>
                  <a:gd name="T4" fmla="*/ 191 w 191"/>
                  <a:gd name="T5" fmla="*/ 0 h 1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91" h="190">
                    <a:moveTo>
                      <a:pt x="0" y="190"/>
                    </a:moveTo>
                    <a:lnTo>
                      <a:pt x="190" y="0"/>
                    </a:lnTo>
                    <a:lnTo>
                      <a:pt x="191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9215" name="Freeform 191">
                <a:extLst>
                  <a:ext uri="{FF2B5EF4-FFF2-40B4-BE49-F238E27FC236}">
                    <a16:creationId xmlns:a16="http://schemas.microsoft.com/office/drawing/2014/main" id="{8AF8A438-7D5C-4E12-972A-D3C33EDE390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49" y="3772"/>
                <a:ext cx="32" cy="33"/>
              </a:xfrm>
              <a:custGeom>
                <a:avLst/>
                <a:gdLst>
                  <a:gd name="T0" fmla="*/ 0 w 97"/>
                  <a:gd name="T1" fmla="*/ 97 h 97"/>
                  <a:gd name="T2" fmla="*/ 96 w 97"/>
                  <a:gd name="T3" fmla="*/ 0 h 97"/>
                  <a:gd name="T4" fmla="*/ 97 w 97"/>
                  <a:gd name="T5" fmla="*/ 0 h 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7" h="97">
                    <a:moveTo>
                      <a:pt x="0" y="97"/>
                    </a:moveTo>
                    <a:lnTo>
                      <a:pt x="96" y="0"/>
                    </a:lnTo>
                    <a:lnTo>
                      <a:pt x="97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9216" name="Freeform 192">
                <a:extLst>
                  <a:ext uri="{FF2B5EF4-FFF2-40B4-BE49-F238E27FC236}">
                    <a16:creationId xmlns:a16="http://schemas.microsoft.com/office/drawing/2014/main" id="{FD4C4D42-7EF9-403F-B599-FA93408351B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25" y="3326"/>
                <a:ext cx="12" cy="1"/>
              </a:xfrm>
              <a:custGeom>
                <a:avLst/>
                <a:gdLst>
                  <a:gd name="T0" fmla="*/ 0 w 35"/>
                  <a:gd name="T1" fmla="*/ 34 w 35"/>
                  <a:gd name="T2" fmla="*/ 35 w 35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35">
                    <a:moveTo>
                      <a:pt x="0" y="0"/>
                    </a:moveTo>
                    <a:lnTo>
                      <a:pt x="34" y="0"/>
                    </a:lnTo>
                    <a:lnTo>
                      <a:pt x="35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9217" name="Freeform 193">
                <a:extLst>
                  <a:ext uri="{FF2B5EF4-FFF2-40B4-BE49-F238E27FC236}">
                    <a16:creationId xmlns:a16="http://schemas.microsoft.com/office/drawing/2014/main" id="{6F385615-3221-44B9-8B22-B36CE48E844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78" y="3326"/>
                <a:ext cx="434" cy="1"/>
              </a:xfrm>
              <a:custGeom>
                <a:avLst/>
                <a:gdLst>
                  <a:gd name="T0" fmla="*/ 0 w 1302"/>
                  <a:gd name="T1" fmla="*/ 1301 w 1302"/>
                  <a:gd name="T2" fmla="*/ 1302 w 1302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302">
                    <a:moveTo>
                      <a:pt x="0" y="0"/>
                    </a:moveTo>
                    <a:lnTo>
                      <a:pt x="1301" y="0"/>
                    </a:lnTo>
                    <a:lnTo>
                      <a:pt x="1302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9218" name="Freeform 194">
                <a:extLst>
                  <a:ext uri="{FF2B5EF4-FFF2-40B4-BE49-F238E27FC236}">
                    <a16:creationId xmlns:a16="http://schemas.microsoft.com/office/drawing/2014/main" id="{7004BFAB-6099-40E1-8BC6-0B580C9939C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49" y="3326"/>
                <a:ext cx="15" cy="1"/>
              </a:xfrm>
              <a:custGeom>
                <a:avLst/>
                <a:gdLst>
                  <a:gd name="T0" fmla="*/ 0 w 46"/>
                  <a:gd name="T1" fmla="*/ 45 w 46"/>
                  <a:gd name="T2" fmla="*/ 46 w 46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46">
                    <a:moveTo>
                      <a:pt x="0" y="0"/>
                    </a:moveTo>
                    <a:lnTo>
                      <a:pt x="45" y="0"/>
                    </a:lnTo>
                    <a:lnTo>
                      <a:pt x="46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9219" name="Freeform 195">
                <a:extLst>
                  <a:ext uri="{FF2B5EF4-FFF2-40B4-BE49-F238E27FC236}">
                    <a16:creationId xmlns:a16="http://schemas.microsoft.com/office/drawing/2014/main" id="{373C840E-D1CB-41FF-A814-D15ACDE7479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08" y="3326"/>
                <a:ext cx="260" cy="1"/>
              </a:xfrm>
              <a:custGeom>
                <a:avLst/>
                <a:gdLst>
                  <a:gd name="T0" fmla="*/ 0 w 782"/>
                  <a:gd name="T1" fmla="*/ 781 w 782"/>
                  <a:gd name="T2" fmla="*/ 782 w 782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782">
                    <a:moveTo>
                      <a:pt x="0" y="0"/>
                    </a:moveTo>
                    <a:lnTo>
                      <a:pt x="781" y="0"/>
                    </a:lnTo>
                    <a:lnTo>
                      <a:pt x="782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9220" name="Freeform 196">
                <a:extLst>
                  <a:ext uri="{FF2B5EF4-FFF2-40B4-BE49-F238E27FC236}">
                    <a16:creationId xmlns:a16="http://schemas.microsoft.com/office/drawing/2014/main" id="{97560613-DA2F-4308-9BC3-E2A3AE1C85E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13" y="3694"/>
                <a:ext cx="1" cy="190"/>
              </a:xfrm>
              <a:custGeom>
                <a:avLst/>
                <a:gdLst>
                  <a:gd name="T0" fmla="*/ 0 w 1"/>
                  <a:gd name="T1" fmla="*/ 0 h 571"/>
                  <a:gd name="T2" fmla="*/ 0 w 1"/>
                  <a:gd name="T3" fmla="*/ 571 h 571"/>
                  <a:gd name="T4" fmla="*/ 1 w 1"/>
                  <a:gd name="T5" fmla="*/ 571 h 5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571">
                    <a:moveTo>
                      <a:pt x="0" y="0"/>
                    </a:moveTo>
                    <a:lnTo>
                      <a:pt x="0" y="571"/>
                    </a:lnTo>
                    <a:lnTo>
                      <a:pt x="1" y="571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9221" name="Freeform 197">
                <a:extLst>
                  <a:ext uri="{FF2B5EF4-FFF2-40B4-BE49-F238E27FC236}">
                    <a16:creationId xmlns:a16="http://schemas.microsoft.com/office/drawing/2014/main" id="{72F98B7F-C13C-4AC4-A5E5-87BF866A23F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13" y="3645"/>
                <a:ext cx="1" cy="7"/>
              </a:xfrm>
              <a:custGeom>
                <a:avLst/>
                <a:gdLst>
                  <a:gd name="T0" fmla="*/ 0 w 1"/>
                  <a:gd name="T1" fmla="*/ 0 h 23"/>
                  <a:gd name="T2" fmla="*/ 0 w 1"/>
                  <a:gd name="T3" fmla="*/ 23 h 23"/>
                  <a:gd name="T4" fmla="*/ 1 w 1"/>
                  <a:gd name="T5" fmla="*/ 23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3">
                    <a:moveTo>
                      <a:pt x="0" y="0"/>
                    </a:moveTo>
                    <a:lnTo>
                      <a:pt x="0" y="23"/>
                    </a:lnTo>
                    <a:lnTo>
                      <a:pt x="1" y="23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9222" name="Rectangle 198">
                <a:extLst>
                  <a:ext uri="{FF2B5EF4-FFF2-40B4-BE49-F238E27FC236}">
                    <a16:creationId xmlns:a16="http://schemas.microsoft.com/office/drawing/2014/main" id="{6032D183-7ABC-4FFE-BE8A-65CD2AFE8E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65" y="2711"/>
                <a:ext cx="323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2000" i="1">
                    <a:solidFill>
                      <a:schemeClr val="tx2"/>
                    </a:solidFill>
                    <a:latin typeface="宋体" panose="02010600030101010101" pitchFamily="2" charset="-122"/>
                  </a:rPr>
                  <a:t>A</a:t>
                </a:r>
                <a:r>
                  <a:rPr lang="zh-CN" altLang="en-US" sz="2000">
                    <a:solidFill>
                      <a:schemeClr val="tx2"/>
                    </a:solidFill>
                    <a:latin typeface="宋体" panose="02010600030101010101" pitchFamily="2" charset="-122"/>
                  </a:rPr>
                  <a:t>－</a:t>
                </a:r>
                <a:r>
                  <a:rPr lang="en-US" altLang="zh-CN" sz="2000" i="1">
                    <a:solidFill>
                      <a:schemeClr val="tx2"/>
                    </a:solidFill>
                    <a:latin typeface="宋体" panose="02010600030101010101" pitchFamily="2" charset="-122"/>
                  </a:rPr>
                  <a:t>A</a:t>
                </a:r>
                <a:endParaRPr lang="en-US" altLang="zh-CN" sz="2000">
                  <a:solidFill>
                    <a:schemeClr val="tx2"/>
                  </a:solidFill>
                </a:endParaRPr>
              </a:p>
            </p:txBody>
          </p:sp>
        </p:grpSp>
        <p:grpSp>
          <p:nvGrpSpPr>
            <p:cNvPr id="129397" name="Group 373">
              <a:extLst>
                <a:ext uri="{FF2B5EF4-FFF2-40B4-BE49-F238E27FC236}">
                  <a16:creationId xmlns:a16="http://schemas.microsoft.com/office/drawing/2014/main" id="{CC538517-669E-4367-B640-8A5358EA387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37" y="2645"/>
              <a:ext cx="1144" cy="1367"/>
              <a:chOff x="1037" y="2645"/>
              <a:chExt cx="1144" cy="1367"/>
            </a:xfrm>
          </p:grpSpPr>
          <p:sp>
            <p:nvSpPr>
              <p:cNvPr id="129224" name="Oval 200">
                <a:extLst>
                  <a:ext uri="{FF2B5EF4-FFF2-40B4-BE49-F238E27FC236}">
                    <a16:creationId xmlns:a16="http://schemas.microsoft.com/office/drawing/2014/main" id="{C6B15301-749E-4248-B6C2-6CB0327B1C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65" y="3043"/>
                <a:ext cx="596" cy="579"/>
              </a:xfrm>
              <a:prstGeom prst="ellips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9225" name="Oval 201">
                <a:extLst>
                  <a:ext uri="{FF2B5EF4-FFF2-40B4-BE49-F238E27FC236}">
                    <a16:creationId xmlns:a16="http://schemas.microsoft.com/office/drawing/2014/main" id="{879FF2BD-C51E-4BEE-9961-0FD758E4CC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87" y="3157"/>
                <a:ext cx="345" cy="342"/>
              </a:xfrm>
              <a:prstGeom prst="ellips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CC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9226" name="Line 202">
                <a:extLst>
                  <a:ext uri="{FF2B5EF4-FFF2-40B4-BE49-F238E27FC236}">
                    <a16:creationId xmlns:a16="http://schemas.microsoft.com/office/drawing/2014/main" id="{0E9D27C8-BAAF-46B8-9AEB-202D632ADB2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278" y="3401"/>
                <a:ext cx="221" cy="221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prstDash val="lg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9227" name="Line 203">
                <a:extLst>
                  <a:ext uri="{FF2B5EF4-FFF2-40B4-BE49-F238E27FC236}">
                    <a16:creationId xmlns:a16="http://schemas.microsoft.com/office/drawing/2014/main" id="{B358FEED-3204-4127-B8CD-A0041627266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359" y="3485"/>
                <a:ext cx="233" cy="233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prstDash val="lg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9228" name="Freeform 204">
                <a:extLst>
                  <a:ext uri="{FF2B5EF4-FFF2-40B4-BE49-F238E27FC236}">
                    <a16:creationId xmlns:a16="http://schemas.microsoft.com/office/drawing/2014/main" id="{A15022E6-4204-4EFE-988D-8C7B8EFED4C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59" y="3128"/>
                <a:ext cx="1" cy="543"/>
              </a:xfrm>
              <a:custGeom>
                <a:avLst/>
                <a:gdLst>
                  <a:gd name="T0" fmla="*/ 0 w 1"/>
                  <a:gd name="T1" fmla="*/ 0 h 1628"/>
                  <a:gd name="T2" fmla="*/ 0 w 1"/>
                  <a:gd name="T3" fmla="*/ 1628 h 1628"/>
                  <a:gd name="T4" fmla="*/ 1 w 1"/>
                  <a:gd name="T5" fmla="*/ 1628 h 16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628">
                    <a:moveTo>
                      <a:pt x="0" y="0"/>
                    </a:moveTo>
                    <a:lnTo>
                      <a:pt x="0" y="1628"/>
                    </a:lnTo>
                    <a:lnTo>
                      <a:pt x="1" y="1628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9229" name="Freeform 205">
                <a:extLst>
                  <a:ext uri="{FF2B5EF4-FFF2-40B4-BE49-F238E27FC236}">
                    <a16:creationId xmlns:a16="http://schemas.microsoft.com/office/drawing/2014/main" id="{4CB5213E-E12D-40B8-A32A-2359AD58792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60" y="3329"/>
                <a:ext cx="230" cy="1"/>
              </a:xfrm>
              <a:custGeom>
                <a:avLst/>
                <a:gdLst>
                  <a:gd name="T0" fmla="*/ 0 w 692"/>
                  <a:gd name="T1" fmla="*/ 691 w 692"/>
                  <a:gd name="T2" fmla="*/ 692 w 692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692">
                    <a:moveTo>
                      <a:pt x="0" y="0"/>
                    </a:moveTo>
                    <a:lnTo>
                      <a:pt x="691" y="0"/>
                    </a:lnTo>
                    <a:lnTo>
                      <a:pt x="692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9230" name="Freeform 206">
                <a:extLst>
                  <a:ext uri="{FF2B5EF4-FFF2-40B4-BE49-F238E27FC236}">
                    <a16:creationId xmlns:a16="http://schemas.microsoft.com/office/drawing/2014/main" id="{4E9CBFFC-8AD3-46FC-80B1-DA9081512ED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06" y="2898"/>
                <a:ext cx="717" cy="2"/>
              </a:xfrm>
              <a:custGeom>
                <a:avLst/>
                <a:gdLst>
                  <a:gd name="T0" fmla="*/ 0 w 717"/>
                  <a:gd name="T1" fmla="*/ 0 h 2"/>
                  <a:gd name="T2" fmla="*/ 717 w 717"/>
                  <a:gd name="T3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717" h="2">
                    <a:moveTo>
                      <a:pt x="0" y="0"/>
                    </a:moveTo>
                    <a:lnTo>
                      <a:pt x="717" y="2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9231" name="Freeform 207">
                <a:extLst>
                  <a:ext uri="{FF2B5EF4-FFF2-40B4-BE49-F238E27FC236}">
                    <a16:creationId xmlns:a16="http://schemas.microsoft.com/office/drawing/2014/main" id="{0FCAB291-3F66-4929-8CF7-02D064A9176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14" y="3760"/>
                <a:ext cx="99" cy="1"/>
              </a:xfrm>
              <a:custGeom>
                <a:avLst/>
                <a:gdLst>
                  <a:gd name="T0" fmla="*/ 0 w 297"/>
                  <a:gd name="T1" fmla="*/ 296 w 297"/>
                  <a:gd name="T2" fmla="*/ 297 w 297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297">
                    <a:moveTo>
                      <a:pt x="0" y="0"/>
                    </a:moveTo>
                    <a:lnTo>
                      <a:pt x="296" y="0"/>
                    </a:lnTo>
                    <a:lnTo>
                      <a:pt x="297" y="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9232" name="Freeform 208">
                <a:extLst>
                  <a:ext uri="{FF2B5EF4-FFF2-40B4-BE49-F238E27FC236}">
                    <a16:creationId xmlns:a16="http://schemas.microsoft.com/office/drawing/2014/main" id="{F13BC623-3B52-4B1D-93ED-7029A86EC15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90" y="2984"/>
                <a:ext cx="4" cy="724"/>
              </a:xfrm>
              <a:custGeom>
                <a:avLst/>
                <a:gdLst>
                  <a:gd name="T0" fmla="*/ 0 w 4"/>
                  <a:gd name="T1" fmla="*/ 0 h 724"/>
                  <a:gd name="T2" fmla="*/ 4 w 4"/>
                  <a:gd name="T3" fmla="*/ 724 h 7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4" h="724">
                    <a:moveTo>
                      <a:pt x="0" y="0"/>
                    </a:moveTo>
                    <a:lnTo>
                      <a:pt x="4" y="724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9233" name="Freeform 209">
                <a:extLst>
                  <a:ext uri="{FF2B5EF4-FFF2-40B4-BE49-F238E27FC236}">
                    <a16:creationId xmlns:a16="http://schemas.microsoft.com/office/drawing/2014/main" id="{517E29CD-916F-4A8D-B781-924FDF19395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28" y="2984"/>
                <a:ext cx="1" cy="469"/>
              </a:xfrm>
              <a:custGeom>
                <a:avLst/>
                <a:gdLst>
                  <a:gd name="T0" fmla="*/ 0 w 1"/>
                  <a:gd name="T1" fmla="*/ 0 h 1408"/>
                  <a:gd name="T2" fmla="*/ 0 w 1"/>
                  <a:gd name="T3" fmla="*/ 1408 h 1408"/>
                  <a:gd name="T4" fmla="*/ 1 w 1"/>
                  <a:gd name="T5" fmla="*/ 1408 h 14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408">
                    <a:moveTo>
                      <a:pt x="0" y="0"/>
                    </a:moveTo>
                    <a:lnTo>
                      <a:pt x="0" y="1408"/>
                    </a:lnTo>
                    <a:lnTo>
                      <a:pt x="1" y="1408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9234" name="Freeform 210">
                <a:extLst>
                  <a:ext uri="{FF2B5EF4-FFF2-40B4-BE49-F238E27FC236}">
                    <a16:creationId xmlns:a16="http://schemas.microsoft.com/office/drawing/2014/main" id="{455B0CFF-4AC6-4E8F-A4A2-2B5B312BE8F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28" y="2898"/>
                <a:ext cx="86" cy="86"/>
              </a:xfrm>
              <a:custGeom>
                <a:avLst/>
                <a:gdLst>
                  <a:gd name="T0" fmla="*/ 258 w 258"/>
                  <a:gd name="T1" fmla="*/ 0 h 259"/>
                  <a:gd name="T2" fmla="*/ 75 w 258"/>
                  <a:gd name="T3" fmla="*/ 75 h 259"/>
                  <a:gd name="T4" fmla="*/ 0 w 258"/>
                  <a:gd name="T5" fmla="*/ 259 h 259"/>
                  <a:gd name="T6" fmla="*/ 1 w 258"/>
                  <a:gd name="T7" fmla="*/ 259 h 2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259">
                    <a:moveTo>
                      <a:pt x="258" y="0"/>
                    </a:moveTo>
                    <a:lnTo>
                      <a:pt x="75" y="75"/>
                    </a:lnTo>
                    <a:lnTo>
                      <a:pt x="0" y="259"/>
                    </a:lnTo>
                    <a:lnTo>
                      <a:pt x="1" y="259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9235" name="Freeform 211">
                <a:extLst>
                  <a:ext uri="{FF2B5EF4-FFF2-40B4-BE49-F238E27FC236}">
                    <a16:creationId xmlns:a16="http://schemas.microsoft.com/office/drawing/2014/main" id="{B9B99909-E4B7-4BAB-9228-8DD1ED674FC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28" y="3674"/>
                <a:ext cx="87" cy="86"/>
              </a:xfrm>
              <a:custGeom>
                <a:avLst/>
                <a:gdLst>
                  <a:gd name="T0" fmla="*/ 0 w 259"/>
                  <a:gd name="T1" fmla="*/ 0 h 259"/>
                  <a:gd name="T2" fmla="*/ 75 w 259"/>
                  <a:gd name="T3" fmla="*/ 184 h 259"/>
                  <a:gd name="T4" fmla="*/ 258 w 259"/>
                  <a:gd name="T5" fmla="*/ 259 h 259"/>
                  <a:gd name="T6" fmla="*/ 259 w 259"/>
                  <a:gd name="T7" fmla="*/ 259 h 2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9" h="259">
                    <a:moveTo>
                      <a:pt x="0" y="0"/>
                    </a:moveTo>
                    <a:lnTo>
                      <a:pt x="75" y="184"/>
                    </a:lnTo>
                    <a:lnTo>
                      <a:pt x="258" y="259"/>
                    </a:lnTo>
                    <a:lnTo>
                      <a:pt x="259" y="259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9236" name="Freeform 212">
                <a:extLst>
                  <a:ext uri="{FF2B5EF4-FFF2-40B4-BE49-F238E27FC236}">
                    <a16:creationId xmlns:a16="http://schemas.microsoft.com/office/drawing/2014/main" id="{B0C16BC7-BAB1-44E8-B615-BFB3D9499D0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04" y="3690"/>
                <a:ext cx="90" cy="70"/>
              </a:xfrm>
              <a:custGeom>
                <a:avLst/>
                <a:gdLst>
                  <a:gd name="T0" fmla="*/ 0 w 90"/>
                  <a:gd name="T1" fmla="*/ 70 h 70"/>
                  <a:gd name="T2" fmla="*/ 54 w 90"/>
                  <a:gd name="T3" fmla="*/ 48 h 70"/>
                  <a:gd name="T4" fmla="*/ 90 w 90"/>
                  <a:gd name="T5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0" h="70">
                    <a:moveTo>
                      <a:pt x="0" y="70"/>
                    </a:moveTo>
                    <a:lnTo>
                      <a:pt x="54" y="48"/>
                    </a:lnTo>
                    <a:lnTo>
                      <a:pt x="90" y="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9237" name="Freeform 213">
                <a:extLst>
                  <a:ext uri="{FF2B5EF4-FFF2-40B4-BE49-F238E27FC236}">
                    <a16:creationId xmlns:a16="http://schemas.microsoft.com/office/drawing/2014/main" id="{3EB5C9A7-C364-4F5F-8B3F-F3F32C9B5FE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04" y="2898"/>
                <a:ext cx="86" cy="86"/>
              </a:xfrm>
              <a:custGeom>
                <a:avLst/>
                <a:gdLst>
                  <a:gd name="T0" fmla="*/ 258 w 258"/>
                  <a:gd name="T1" fmla="*/ 259 h 259"/>
                  <a:gd name="T2" fmla="*/ 183 w 258"/>
                  <a:gd name="T3" fmla="*/ 75 h 259"/>
                  <a:gd name="T4" fmla="*/ 0 w 258"/>
                  <a:gd name="T5" fmla="*/ 0 h 259"/>
                  <a:gd name="T6" fmla="*/ 1 w 258"/>
                  <a:gd name="T7" fmla="*/ 0 h 2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259">
                    <a:moveTo>
                      <a:pt x="258" y="259"/>
                    </a:moveTo>
                    <a:lnTo>
                      <a:pt x="183" y="75"/>
                    </a:ln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9238" name="Freeform 214">
                <a:extLst>
                  <a:ext uri="{FF2B5EF4-FFF2-40B4-BE49-F238E27FC236}">
                    <a16:creationId xmlns:a16="http://schemas.microsoft.com/office/drawing/2014/main" id="{FF21A2D4-BF76-42D6-AA03-D5CD5AAE8B6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17" y="3329"/>
                <a:ext cx="142" cy="142"/>
              </a:xfrm>
              <a:custGeom>
                <a:avLst/>
                <a:gdLst>
                  <a:gd name="T0" fmla="*/ 426 w 426"/>
                  <a:gd name="T1" fmla="*/ 0 h 425"/>
                  <a:gd name="T2" fmla="*/ 0 w 426"/>
                  <a:gd name="T3" fmla="*/ 425 h 425"/>
                  <a:gd name="T4" fmla="*/ 1 w 426"/>
                  <a:gd name="T5" fmla="*/ 425 h 4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26" h="425">
                    <a:moveTo>
                      <a:pt x="426" y="0"/>
                    </a:moveTo>
                    <a:lnTo>
                      <a:pt x="0" y="425"/>
                    </a:lnTo>
                    <a:lnTo>
                      <a:pt x="1" y="425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9239" name="Freeform 215">
                <a:extLst>
                  <a:ext uri="{FF2B5EF4-FFF2-40B4-BE49-F238E27FC236}">
                    <a16:creationId xmlns:a16="http://schemas.microsoft.com/office/drawing/2014/main" id="{D378DDC5-0E6D-4DDC-B74F-A8E27370EF6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87" y="3620"/>
                <a:ext cx="96" cy="96"/>
              </a:xfrm>
              <a:custGeom>
                <a:avLst/>
                <a:gdLst>
                  <a:gd name="T0" fmla="*/ 96 w 96"/>
                  <a:gd name="T1" fmla="*/ 0 h 96"/>
                  <a:gd name="T2" fmla="*/ 0 w 96"/>
                  <a:gd name="T3" fmla="*/ 96 h 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96" h="96">
                    <a:moveTo>
                      <a:pt x="96" y="0"/>
                    </a:moveTo>
                    <a:lnTo>
                      <a:pt x="0" y="96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9240" name="Freeform 216">
                <a:extLst>
                  <a:ext uri="{FF2B5EF4-FFF2-40B4-BE49-F238E27FC236}">
                    <a16:creationId xmlns:a16="http://schemas.microsoft.com/office/drawing/2014/main" id="{2D8B9047-50F4-4F9F-975E-7CD6DF57BD3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75" y="3404"/>
                <a:ext cx="100" cy="96"/>
              </a:xfrm>
              <a:custGeom>
                <a:avLst/>
                <a:gdLst>
                  <a:gd name="T0" fmla="*/ 100 w 100"/>
                  <a:gd name="T1" fmla="*/ 0 h 96"/>
                  <a:gd name="T2" fmla="*/ 0 w 100"/>
                  <a:gd name="T3" fmla="*/ 96 h 96"/>
                  <a:gd name="T4" fmla="*/ 0 w 100"/>
                  <a:gd name="T5" fmla="*/ 96 h 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00" h="96">
                    <a:moveTo>
                      <a:pt x="100" y="0"/>
                    </a:moveTo>
                    <a:lnTo>
                      <a:pt x="0" y="96"/>
                    </a:lnTo>
                    <a:lnTo>
                      <a:pt x="0" y="96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9241" name="Freeform 217">
                <a:extLst>
                  <a:ext uri="{FF2B5EF4-FFF2-40B4-BE49-F238E27FC236}">
                    <a16:creationId xmlns:a16="http://schemas.microsoft.com/office/drawing/2014/main" id="{7CCC9AAC-298D-43A1-A9B6-0FBA271AE27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92" y="3417"/>
                <a:ext cx="380" cy="380"/>
              </a:xfrm>
              <a:custGeom>
                <a:avLst/>
                <a:gdLst>
                  <a:gd name="T0" fmla="*/ 0 w 1140"/>
                  <a:gd name="T1" fmla="*/ 0 h 1141"/>
                  <a:gd name="T2" fmla="*/ 1139 w 1140"/>
                  <a:gd name="T3" fmla="*/ 1141 h 1141"/>
                  <a:gd name="T4" fmla="*/ 1140 w 1140"/>
                  <a:gd name="T5" fmla="*/ 1141 h 11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140" h="1141">
                    <a:moveTo>
                      <a:pt x="0" y="0"/>
                    </a:moveTo>
                    <a:lnTo>
                      <a:pt x="1139" y="1141"/>
                    </a:lnTo>
                    <a:lnTo>
                      <a:pt x="1140" y="1141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9242" name="Freeform 218">
                <a:extLst>
                  <a:ext uri="{FF2B5EF4-FFF2-40B4-BE49-F238E27FC236}">
                    <a16:creationId xmlns:a16="http://schemas.microsoft.com/office/drawing/2014/main" id="{7BDF273C-2EC2-4080-B288-03A8F12278F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35" y="3420"/>
                <a:ext cx="59" cy="64"/>
              </a:xfrm>
              <a:custGeom>
                <a:avLst/>
                <a:gdLst>
                  <a:gd name="T0" fmla="*/ 59 w 59"/>
                  <a:gd name="T1" fmla="*/ 0 h 64"/>
                  <a:gd name="T2" fmla="*/ 0 w 59"/>
                  <a:gd name="T3" fmla="*/ 64 h 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59" h="64">
                    <a:moveTo>
                      <a:pt x="59" y="0"/>
                    </a:moveTo>
                    <a:lnTo>
                      <a:pt x="0" y="64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9243" name="Freeform 219">
                <a:extLst>
                  <a:ext uri="{FF2B5EF4-FFF2-40B4-BE49-F238E27FC236}">
                    <a16:creationId xmlns:a16="http://schemas.microsoft.com/office/drawing/2014/main" id="{D01EF22C-F161-4757-9A9A-3FE33937511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31" y="3477"/>
                <a:ext cx="380" cy="381"/>
              </a:xfrm>
              <a:custGeom>
                <a:avLst/>
                <a:gdLst>
                  <a:gd name="T0" fmla="*/ 0 w 1141"/>
                  <a:gd name="T1" fmla="*/ 0 h 1141"/>
                  <a:gd name="T2" fmla="*/ 1139 w 1141"/>
                  <a:gd name="T3" fmla="*/ 1141 h 1141"/>
                  <a:gd name="T4" fmla="*/ 1141 w 1141"/>
                  <a:gd name="T5" fmla="*/ 1141 h 11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141" h="1141">
                    <a:moveTo>
                      <a:pt x="0" y="0"/>
                    </a:moveTo>
                    <a:lnTo>
                      <a:pt x="1139" y="1141"/>
                    </a:lnTo>
                    <a:lnTo>
                      <a:pt x="1141" y="1141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9244" name="Freeform 220">
                <a:extLst>
                  <a:ext uri="{FF2B5EF4-FFF2-40B4-BE49-F238E27FC236}">
                    <a16:creationId xmlns:a16="http://schemas.microsoft.com/office/drawing/2014/main" id="{E9030544-14F9-4645-AC87-B8A4AFECE55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10" y="3797"/>
                <a:ext cx="61" cy="61"/>
              </a:xfrm>
              <a:custGeom>
                <a:avLst/>
                <a:gdLst>
                  <a:gd name="T0" fmla="*/ 183 w 183"/>
                  <a:gd name="T1" fmla="*/ 0 h 182"/>
                  <a:gd name="T2" fmla="*/ 0 w 183"/>
                  <a:gd name="T3" fmla="*/ 182 h 182"/>
                  <a:gd name="T4" fmla="*/ 2 w 183"/>
                  <a:gd name="T5" fmla="*/ 182 h 1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83" h="182">
                    <a:moveTo>
                      <a:pt x="183" y="0"/>
                    </a:moveTo>
                    <a:lnTo>
                      <a:pt x="0" y="182"/>
                    </a:lnTo>
                    <a:lnTo>
                      <a:pt x="2" y="182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9245" name="Freeform 221">
                <a:extLst>
                  <a:ext uri="{FF2B5EF4-FFF2-40B4-BE49-F238E27FC236}">
                    <a16:creationId xmlns:a16="http://schemas.microsoft.com/office/drawing/2014/main" id="{6A86FC6C-17AC-4B4A-88D7-020D9A368F1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28" y="3575"/>
                <a:ext cx="3" cy="117"/>
              </a:xfrm>
              <a:custGeom>
                <a:avLst/>
                <a:gdLst>
                  <a:gd name="T0" fmla="*/ 0 w 3"/>
                  <a:gd name="T1" fmla="*/ 0 h 117"/>
                  <a:gd name="T2" fmla="*/ 3 w 3"/>
                  <a:gd name="T3" fmla="*/ 117 h 1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3" h="117">
                    <a:moveTo>
                      <a:pt x="0" y="0"/>
                    </a:moveTo>
                    <a:lnTo>
                      <a:pt x="3" y="117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9246" name="Freeform 222">
                <a:extLst>
                  <a:ext uri="{FF2B5EF4-FFF2-40B4-BE49-F238E27FC236}">
                    <a16:creationId xmlns:a16="http://schemas.microsoft.com/office/drawing/2014/main" id="{2461C042-EB1C-4BB5-9D0F-A77694BFC3C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34" y="3760"/>
                <a:ext cx="470" cy="1"/>
              </a:xfrm>
              <a:custGeom>
                <a:avLst/>
                <a:gdLst>
                  <a:gd name="T0" fmla="*/ 0 w 1409"/>
                  <a:gd name="T1" fmla="*/ 1408 w 1409"/>
                  <a:gd name="T2" fmla="*/ 1409 w 1409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409">
                    <a:moveTo>
                      <a:pt x="0" y="0"/>
                    </a:moveTo>
                    <a:lnTo>
                      <a:pt x="1408" y="0"/>
                    </a:lnTo>
                    <a:lnTo>
                      <a:pt x="1409" y="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9247" name="Freeform 223">
                <a:extLst>
                  <a:ext uri="{FF2B5EF4-FFF2-40B4-BE49-F238E27FC236}">
                    <a16:creationId xmlns:a16="http://schemas.microsoft.com/office/drawing/2014/main" id="{DF2B67FF-2E33-45AB-B3A9-99D5F5590D1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66" y="3763"/>
                <a:ext cx="59" cy="59"/>
              </a:xfrm>
              <a:custGeom>
                <a:avLst/>
                <a:gdLst>
                  <a:gd name="T0" fmla="*/ 178 w 178"/>
                  <a:gd name="T1" fmla="*/ 0 h 177"/>
                  <a:gd name="T2" fmla="*/ 0 w 178"/>
                  <a:gd name="T3" fmla="*/ 177 h 177"/>
                  <a:gd name="T4" fmla="*/ 1 w 178"/>
                  <a:gd name="T5" fmla="*/ 177 h 1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78" h="177">
                    <a:moveTo>
                      <a:pt x="178" y="0"/>
                    </a:moveTo>
                    <a:lnTo>
                      <a:pt x="0" y="177"/>
                    </a:lnTo>
                    <a:lnTo>
                      <a:pt x="1" y="177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9248" name="Freeform 224">
                <a:extLst>
                  <a:ext uri="{FF2B5EF4-FFF2-40B4-BE49-F238E27FC236}">
                    <a16:creationId xmlns:a16="http://schemas.microsoft.com/office/drawing/2014/main" id="{A400AD8F-F1D0-4EBF-9888-FCCFCA388B4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86" y="3329"/>
                <a:ext cx="73" cy="72"/>
              </a:xfrm>
              <a:custGeom>
                <a:avLst/>
                <a:gdLst>
                  <a:gd name="T0" fmla="*/ 219 w 219"/>
                  <a:gd name="T1" fmla="*/ 0 h 217"/>
                  <a:gd name="T2" fmla="*/ 0 w 219"/>
                  <a:gd name="T3" fmla="*/ 217 h 217"/>
                  <a:gd name="T4" fmla="*/ 1 w 219"/>
                  <a:gd name="T5" fmla="*/ 217 h 2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9" h="217">
                    <a:moveTo>
                      <a:pt x="219" y="0"/>
                    </a:moveTo>
                    <a:lnTo>
                      <a:pt x="0" y="217"/>
                    </a:lnTo>
                    <a:lnTo>
                      <a:pt x="1" y="217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9249" name="Freeform 225">
                <a:extLst>
                  <a:ext uri="{FF2B5EF4-FFF2-40B4-BE49-F238E27FC236}">
                    <a16:creationId xmlns:a16="http://schemas.microsoft.com/office/drawing/2014/main" id="{085B93D1-3BE8-4DAB-BDC2-8EBBAC7AC94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59" y="3245"/>
                <a:ext cx="1" cy="84"/>
              </a:xfrm>
              <a:custGeom>
                <a:avLst/>
                <a:gdLst>
                  <a:gd name="T0" fmla="*/ 0 w 1"/>
                  <a:gd name="T1" fmla="*/ 253 h 253"/>
                  <a:gd name="T2" fmla="*/ 0 w 1"/>
                  <a:gd name="T3" fmla="*/ 0 h 253"/>
                  <a:gd name="T4" fmla="*/ 1 w 1"/>
                  <a:gd name="T5" fmla="*/ 0 h 2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53">
                    <a:moveTo>
                      <a:pt x="0" y="253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9250" name="Freeform 226">
                <a:extLst>
                  <a:ext uri="{FF2B5EF4-FFF2-40B4-BE49-F238E27FC236}">
                    <a16:creationId xmlns:a16="http://schemas.microsoft.com/office/drawing/2014/main" id="{FD90150C-588A-49E4-A228-C34B49291F4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59" y="2762"/>
                <a:ext cx="1" cy="68"/>
              </a:xfrm>
              <a:custGeom>
                <a:avLst/>
                <a:gdLst>
                  <a:gd name="T0" fmla="*/ 0 w 1"/>
                  <a:gd name="T1" fmla="*/ 206 h 206"/>
                  <a:gd name="T2" fmla="*/ 0 w 1"/>
                  <a:gd name="T3" fmla="*/ 0 h 206"/>
                  <a:gd name="T4" fmla="*/ 1 w 1"/>
                  <a:gd name="T5" fmla="*/ 0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06">
                    <a:moveTo>
                      <a:pt x="0" y="206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9251" name="Rectangle 227">
                <a:extLst>
                  <a:ext uri="{FF2B5EF4-FFF2-40B4-BE49-F238E27FC236}">
                    <a16:creationId xmlns:a16="http://schemas.microsoft.com/office/drawing/2014/main" id="{684641F9-8F70-4267-8665-D9B5108ECB6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23" y="2645"/>
                <a:ext cx="81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2000" i="1">
                    <a:solidFill>
                      <a:schemeClr val="tx2"/>
                    </a:solidFill>
                    <a:latin typeface="宋体" panose="02010600030101010101" pitchFamily="2" charset="-122"/>
                  </a:rPr>
                  <a:t>A</a:t>
                </a:r>
                <a:endParaRPr lang="en-US" altLang="zh-CN" sz="2000">
                  <a:solidFill>
                    <a:schemeClr val="tx2"/>
                  </a:solidFill>
                </a:endParaRPr>
              </a:p>
            </p:txBody>
          </p:sp>
          <p:sp>
            <p:nvSpPr>
              <p:cNvPr id="129252" name="Rectangle 228">
                <a:extLst>
                  <a:ext uri="{FF2B5EF4-FFF2-40B4-BE49-F238E27FC236}">
                    <a16:creationId xmlns:a16="http://schemas.microsoft.com/office/drawing/2014/main" id="{5C0E5057-073A-4EC5-BB12-368E173B9A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55" y="3137"/>
                <a:ext cx="81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2000" i="1">
                    <a:solidFill>
                      <a:schemeClr val="tx2"/>
                    </a:solidFill>
                    <a:latin typeface="宋体" panose="02010600030101010101" pitchFamily="2" charset="-122"/>
                  </a:rPr>
                  <a:t>A</a:t>
                </a:r>
                <a:endParaRPr lang="en-US" altLang="zh-CN" sz="2000">
                  <a:solidFill>
                    <a:schemeClr val="tx2"/>
                  </a:solidFill>
                </a:endParaRPr>
              </a:p>
            </p:txBody>
          </p:sp>
          <p:sp>
            <p:nvSpPr>
              <p:cNvPr id="129253" name="Rectangle 229">
                <a:extLst>
                  <a:ext uri="{FF2B5EF4-FFF2-40B4-BE49-F238E27FC236}">
                    <a16:creationId xmlns:a16="http://schemas.microsoft.com/office/drawing/2014/main" id="{D630D072-DA84-4CB9-9845-DE1257CEFE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7" y="3820"/>
                <a:ext cx="194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>
                <a:spAutoFit/>
              </a:bodyPr>
              <a:lstStyle/>
              <a:p>
                <a:r>
                  <a:rPr lang="en-US" altLang="zh-CN" sz="2000" i="1">
                    <a:solidFill>
                      <a:schemeClr val="tx2"/>
                    </a:solidFill>
                    <a:latin typeface="宋体" panose="02010600030101010101" pitchFamily="2" charset="-122"/>
                  </a:rPr>
                  <a:t>A</a:t>
                </a:r>
                <a:endParaRPr lang="en-US" altLang="zh-CN" sz="2000">
                  <a:solidFill>
                    <a:schemeClr val="tx2"/>
                  </a:solidFill>
                </a:endParaRPr>
              </a:p>
            </p:txBody>
          </p:sp>
          <p:sp>
            <p:nvSpPr>
              <p:cNvPr id="129254" name="Freeform 230">
                <a:extLst>
                  <a:ext uri="{FF2B5EF4-FFF2-40B4-BE49-F238E27FC236}">
                    <a16:creationId xmlns:a16="http://schemas.microsoft.com/office/drawing/2014/main" id="{06213B35-18C6-45B3-AE7C-CE2E73AB9B7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59" y="2852"/>
                <a:ext cx="1" cy="216"/>
              </a:xfrm>
              <a:custGeom>
                <a:avLst/>
                <a:gdLst>
                  <a:gd name="T0" fmla="*/ 0 w 1"/>
                  <a:gd name="T1" fmla="*/ 0 h 646"/>
                  <a:gd name="T2" fmla="*/ 0 w 1"/>
                  <a:gd name="T3" fmla="*/ 646 h 646"/>
                  <a:gd name="T4" fmla="*/ 1 w 1"/>
                  <a:gd name="T5" fmla="*/ 646 h 6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646">
                    <a:moveTo>
                      <a:pt x="0" y="0"/>
                    </a:moveTo>
                    <a:lnTo>
                      <a:pt x="0" y="646"/>
                    </a:lnTo>
                    <a:lnTo>
                      <a:pt x="1" y="646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9255" name="Freeform 231">
                <a:extLst>
                  <a:ext uri="{FF2B5EF4-FFF2-40B4-BE49-F238E27FC236}">
                    <a16:creationId xmlns:a16="http://schemas.microsoft.com/office/drawing/2014/main" id="{459814FD-D243-4EA2-BAA7-959F2D2AFA4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59" y="2762"/>
                <a:ext cx="216" cy="1"/>
              </a:xfrm>
              <a:custGeom>
                <a:avLst/>
                <a:gdLst>
                  <a:gd name="T0" fmla="*/ 0 w 646"/>
                  <a:gd name="T1" fmla="*/ 645 w 646"/>
                  <a:gd name="T2" fmla="*/ 646 w 646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646">
                    <a:moveTo>
                      <a:pt x="0" y="0"/>
                    </a:moveTo>
                    <a:lnTo>
                      <a:pt x="645" y="0"/>
                    </a:lnTo>
                    <a:lnTo>
                      <a:pt x="646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9256" name="Freeform 232">
                <a:extLst>
                  <a:ext uri="{FF2B5EF4-FFF2-40B4-BE49-F238E27FC236}">
                    <a16:creationId xmlns:a16="http://schemas.microsoft.com/office/drawing/2014/main" id="{DB53DF83-5FE7-4D21-BD34-6C9A30373FB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66" y="3822"/>
                <a:ext cx="153" cy="153"/>
              </a:xfrm>
              <a:custGeom>
                <a:avLst/>
                <a:gdLst>
                  <a:gd name="T0" fmla="*/ 0 w 459"/>
                  <a:gd name="T1" fmla="*/ 0 h 458"/>
                  <a:gd name="T2" fmla="*/ 458 w 459"/>
                  <a:gd name="T3" fmla="*/ 458 h 458"/>
                  <a:gd name="T4" fmla="*/ 459 w 459"/>
                  <a:gd name="T5" fmla="*/ 458 h 4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59" h="458">
                    <a:moveTo>
                      <a:pt x="0" y="0"/>
                    </a:moveTo>
                    <a:lnTo>
                      <a:pt x="458" y="458"/>
                    </a:lnTo>
                    <a:lnTo>
                      <a:pt x="459" y="458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9257" name="Freeform 233">
                <a:extLst>
                  <a:ext uri="{FF2B5EF4-FFF2-40B4-BE49-F238E27FC236}">
                    <a16:creationId xmlns:a16="http://schemas.microsoft.com/office/drawing/2014/main" id="{D2E51BC8-1D15-483F-80FD-C7916387861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91" y="3521"/>
                <a:ext cx="175" cy="177"/>
              </a:xfrm>
              <a:custGeom>
                <a:avLst/>
                <a:gdLst>
                  <a:gd name="T0" fmla="*/ 527 w 527"/>
                  <a:gd name="T1" fmla="*/ 0 h 530"/>
                  <a:gd name="T2" fmla="*/ 0 w 527"/>
                  <a:gd name="T3" fmla="*/ 530 h 530"/>
                  <a:gd name="T4" fmla="*/ 1 w 527"/>
                  <a:gd name="T5" fmla="*/ 530 h 5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527" h="530">
                    <a:moveTo>
                      <a:pt x="527" y="0"/>
                    </a:moveTo>
                    <a:lnTo>
                      <a:pt x="0" y="530"/>
                    </a:lnTo>
                    <a:lnTo>
                      <a:pt x="1" y="53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9258" name="Freeform 234">
                <a:extLst>
                  <a:ext uri="{FF2B5EF4-FFF2-40B4-BE49-F238E27FC236}">
                    <a16:creationId xmlns:a16="http://schemas.microsoft.com/office/drawing/2014/main" id="{DD3C4662-8010-424B-B82E-7667FC7F9F4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89" y="3489"/>
                <a:ext cx="10" cy="10"/>
              </a:xfrm>
              <a:custGeom>
                <a:avLst/>
                <a:gdLst>
                  <a:gd name="T0" fmla="*/ 28 w 28"/>
                  <a:gd name="T1" fmla="*/ 0 h 29"/>
                  <a:gd name="T2" fmla="*/ 0 w 28"/>
                  <a:gd name="T3" fmla="*/ 29 h 29"/>
                  <a:gd name="T4" fmla="*/ 1 w 28"/>
                  <a:gd name="T5" fmla="*/ 29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8" h="29">
                    <a:moveTo>
                      <a:pt x="28" y="0"/>
                    </a:moveTo>
                    <a:lnTo>
                      <a:pt x="0" y="29"/>
                    </a:lnTo>
                    <a:lnTo>
                      <a:pt x="1" y="29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9259" name="Freeform 235">
                <a:extLst>
                  <a:ext uri="{FF2B5EF4-FFF2-40B4-BE49-F238E27FC236}">
                    <a16:creationId xmlns:a16="http://schemas.microsoft.com/office/drawing/2014/main" id="{1A5C45DC-CC5C-4F55-825A-3B228A4F2AF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59" y="3735"/>
                <a:ext cx="1" cy="136"/>
              </a:xfrm>
              <a:custGeom>
                <a:avLst/>
                <a:gdLst>
                  <a:gd name="T0" fmla="*/ 0 w 1"/>
                  <a:gd name="T1" fmla="*/ 0 h 409"/>
                  <a:gd name="T2" fmla="*/ 0 w 1"/>
                  <a:gd name="T3" fmla="*/ 409 h 409"/>
                  <a:gd name="T4" fmla="*/ 1 w 1"/>
                  <a:gd name="T5" fmla="*/ 409 h 4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409">
                    <a:moveTo>
                      <a:pt x="0" y="0"/>
                    </a:moveTo>
                    <a:lnTo>
                      <a:pt x="0" y="409"/>
                    </a:lnTo>
                    <a:lnTo>
                      <a:pt x="1" y="409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9260" name="Freeform 236">
                <a:extLst>
                  <a:ext uri="{FF2B5EF4-FFF2-40B4-BE49-F238E27FC236}">
                    <a16:creationId xmlns:a16="http://schemas.microsoft.com/office/drawing/2014/main" id="{D0C054B4-F514-4082-AA98-D8863724C98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59" y="3701"/>
                <a:ext cx="1" cy="8"/>
              </a:xfrm>
              <a:custGeom>
                <a:avLst/>
                <a:gdLst>
                  <a:gd name="T0" fmla="*/ 0 w 1"/>
                  <a:gd name="T1" fmla="*/ 0 h 23"/>
                  <a:gd name="T2" fmla="*/ 0 w 1"/>
                  <a:gd name="T3" fmla="*/ 23 h 23"/>
                  <a:gd name="T4" fmla="*/ 1 w 1"/>
                  <a:gd name="T5" fmla="*/ 23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3">
                    <a:moveTo>
                      <a:pt x="0" y="0"/>
                    </a:moveTo>
                    <a:lnTo>
                      <a:pt x="0" y="23"/>
                    </a:lnTo>
                    <a:lnTo>
                      <a:pt x="1" y="23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9261" name="Freeform 237">
                <a:extLst>
                  <a:ext uri="{FF2B5EF4-FFF2-40B4-BE49-F238E27FC236}">
                    <a16:creationId xmlns:a16="http://schemas.microsoft.com/office/drawing/2014/main" id="{FCA1AA46-A692-4032-BE96-45E55798D73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59" y="3094"/>
                <a:ext cx="1" cy="7"/>
              </a:xfrm>
              <a:custGeom>
                <a:avLst/>
                <a:gdLst>
                  <a:gd name="T0" fmla="*/ 0 w 1"/>
                  <a:gd name="T1" fmla="*/ 0 h 22"/>
                  <a:gd name="T2" fmla="*/ 0 w 1"/>
                  <a:gd name="T3" fmla="*/ 22 h 22"/>
                  <a:gd name="T4" fmla="*/ 1 w 1"/>
                  <a:gd name="T5" fmla="*/ 22 h 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2">
                    <a:moveTo>
                      <a:pt x="0" y="0"/>
                    </a:moveTo>
                    <a:lnTo>
                      <a:pt x="0" y="22"/>
                    </a:lnTo>
                    <a:lnTo>
                      <a:pt x="1" y="22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9262" name="Freeform 238">
                <a:extLst>
                  <a:ext uri="{FF2B5EF4-FFF2-40B4-BE49-F238E27FC236}">
                    <a16:creationId xmlns:a16="http://schemas.microsoft.com/office/drawing/2014/main" id="{4D83318B-829B-427F-A274-E66B89D6BB8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2" y="3329"/>
                <a:ext cx="16" cy="1"/>
              </a:xfrm>
              <a:custGeom>
                <a:avLst/>
                <a:gdLst>
                  <a:gd name="T0" fmla="*/ 0 w 46"/>
                  <a:gd name="T1" fmla="*/ 45 w 46"/>
                  <a:gd name="T2" fmla="*/ 46 w 46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46">
                    <a:moveTo>
                      <a:pt x="0" y="0"/>
                    </a:moveTo>
                    <a:lnTo>
                      <a:pt x="45" y="0"/>
                    </a:lnTo>
                    <a:lnTo>
                      <a:pt x="46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9263" name="Freeform 239">
                <a:extLst>
                  <a:ext uri="{FF2B5EF4-FFF2-40B4-BE49-F238E27FC236}">
                    <a16:creationId xmlns:a16="http://schemas.microsoft.com/office/drawing/2014/main" id="{E895F41C-8E39-4925-9293-B490E189FFD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57" y="3329"/>
                <a:ext cx="536" cy="1"/>
              </a:xfrm>
              <a:custGeom>
                <a:avLst/>
                <a:gdLst>
                  <a:gd name="T0" fmla="*/ 0 w 1608"/>
                  <a:gd name="T1" fmla="*/ 1607 w 1608"/>
                  <a:gd name="T2" fmla="*/ 1608 w 1608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608">
                    <a:moveTo>
                      <a:pt x="0" y="0"/>
                    </a:moveTo>
                    <a:lnTo>
                      <a:pt x="1607" y="0"/>
                    </a:lnTo>
                    <a:lnTo>
                      <a:pt x="1608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9264" name="Freeform 240">
                <a:extLst>
                  <a:ext uri="{FF2B5EF4-FFF2-40B4-BE49-F238E27FC236}">
                    <a16:creationId xmlns:a16="http://schemas.microsoft.com/office/drawing/2014/main" id="{53AAEF12-80C1-4EF6-8144-984518587CD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23" y="3329"/>
                <a:ext cx="8" cy="1"/>
              </a:xfrm>
              <a:custGeom>
                <a:avLst/>
                <a:gdLst>
                  <a:gd name="T0" fmla="*/ 0 w 24"/>
                  <a:gd name="T1" fmla="*/ 23 w 24"/>
                  <a:gd name="T2" fmla="*/ 24 w 24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24">
                    <a:moveTo>
                      <a:pt x="0" y="0"/>
                    </a:moveTo>
                    <a:lnTo>
                      <a:pt x="23" y="0"/>
                    </a:lnTo>
                    <a:lnTo>
                      <a:pt x="24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9265" name="Freeform 241">
                <a:extLst>
                  <a:ext uri="{FF2B5EF4-FFF2-40B4-BE49-F238E27FC236}">
                    <a16:creationId xmlns:a16="http://schemas.microsoft.com/office/drawing/2014/main" id="{B46904B0-130D-4316-8054-B4D776B7909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61" y="3329"/>
                <a:ext cx="120" cy="1"/>
              </a:xfrm>
              <a:custGeom>
                <a:avLst/>
                <a:gdLst>
                  <a:gd name="T0" fmla="*/ 0 w 361"/>
                  <a:gd name="T1" fmla="*/ 360 w 361"/>
                  <a:gd name="T2" fmla="*/ 361 w 36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361">
                    <a:moveTo>
                      <a:pt x="0" y="0"/>
                    </a:moveTo>
                    <a:lnTo>
                      <a:pt x="360" y="0"/>
                    </a:lnTo>
                    <a:lnTo>
                      <a:pt x="361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pSp>
        <p:nvGrpSpPr>
          <p:cNvPr id="129396" name="Group 372">
            <a:extLst>
              <a:ext uri="{FF2B5EF4-FFF2-40B4-BE49-F238E27FC236}">
                <a16:creationId xmlns:a16="http://schemas.microsoft.com/office/drawing/2014/main" id="{E8654085-5A8A-4CA4-A2BD-D90578D47716}"/>
              </a:ext>
            </a:extLst>
          </p:cNvPr>
          <p:cNvGrpSpPr>
            <a:grpSpLocks/>
          </p:cNvGrpSpPr>
          <p:nvPr/>
        </p:nvGrpSpPr>
        <p:grpSpPr bwMode="auto">
          <a:xfrm>
            <a:off x="1196975" y="852488"/>
            <a:ext cx="7154863" cy="2962275"/>
            <a:chOff x="754" y="537"/>
            <a:chExt cx="4507" cy="1866"/>
          </a:xfrm>
        </p:grpSpPr>
        <p:grpSp>
          <p:nvGrpSpPr>
            <p:cNvPr id="129382" name="Group 358">
              <a:extLst>
                <a:ext uri="{FF2B5EF4-FFF2-40B4-BE49-F238E27FC236}">
                  <a16:creationId xmlns:a16="http://schemas.microsoft.com/office/drawing/2014/main" id="{F17A9917-8F3D-4C31-87C2-5468D2BC08B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54" y="537"/>
              <a:ext cx="2520" cy="1743"/>
              <a:chOff x="754" y="537"/>
              <a:chExt cx="2520" cy="1743"/>
            </a:xfrm>
          </p:grpSpPr>
          <p:sp>
            <p:nvSpPr>
              <p:cNvPr id="129030" name="Text Box 6">
                <a:extLst>
                  <a:ext uri="{FF2B5EF4-FFF2-40B4-BE49-F238E27FC236}">
                    <a16:creationId xmlns:a16="http://schemas.microsoft.com/office/drawing/2014/main" id="{4A1C599E-4E25-45AB-9F48-253213F773B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2" y="1992"/>
                <a:ext cx="214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pPr algn="l" eaLnBrk="1" hangingPunct="1"/>
                <a:r>
                  <a:rPr lang="en-US" altLang="zh-CN" i="1">
                    <a:latin typeface="宋体" panose="02010600030101010101" pitchFamily="2" charset="-122"/>
                  </a:rPr>
                  <a:t>A</a:t>
                </a:r>
                <a:endParaRPr lang="en-US" altLang="zh-CN"/>
              </a:p>
            </p:txBody>
          </p:sp>
          <p:sp>
            <p:nvSpPr>
              <p:cNvPr id="129031" name="Text Box 7">
                <a:extLst>
                  <a:ext uri="{FF2B5EF4-FFF2-40B4-BE49-F238E27FC236}">
                    <a16:creationId xmlns:a16="http://schemas.microsoft.com/office/drawing/2014/main" id="{EC157EFA-7DA4-44F4-809A-65D76E6782C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256" y="1258"/>
                <a:ext cx="214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pPr algn="l" eaLnBrk="1" hangingPunct="1"/>
                <a:r>
                  <a:rPr lang="en-US" altLang="zh-CN" i="1">
                    <a:latin typeface="宋体" panose="02010600030101010101" pitchFamily="2" charset="-122"/>
                  </a:rPr>
                  <a:t>A</a:t>
                </a:r>
              </a:p>
            </p:txBody>
          </p:sp>
          <p:sp>
            <p:nvSpPr>
              <p:cNvPr id="129032" name="Text Box 8">
                <a:extLst>
                  <a:ext uri="{FF2B5EF4-FFF2-40B4-BE49-F238E27FC236}">
                    <a16:creationId xmlns:a16="http://schemas.microsoft.com/office/drawing/2014/main" id="{3254D544-C1FB-4DA9-BA2D-D48648CF636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74" y="565"/>
                <a:ext cx="503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pPr algn="l" eaLnBrk="1" hangingPunct="1"/>
                <a:r>
                  <a:rPr lang="en-US" altLang="zh-CN" i="1">
                    <a:latin typeface="宋体" panose="02010600030101010101" pitchFamily="2" charset="-122"/>
                  </a:rPr>
                  <a:t>A</a:t>
                </a:r>
                <a:r>
                  <a:rPr lang="zh-CN" altLang="en-US"/>
                  <a:t>－</a:t>
                </a:r>
                <a:r>
                  <a:rPr lang="en-US" altLang="zh-CN" i="1">
                    <a:latin typeface="宋体" panose="02010600030101010101" pitchFamily="2" charset="-122"/>
                  </a:rPr>
                  <a:t>A</a:t>
                </a:r>
                <a:endParaRPr lang="en-US" altLang="zh-CN"/>
              </a:p>
            </p:txBody>
          </p:sp>
          <p:sp>
            <p:nvSpPr>
              <p:cNvPr id="129033" name="Line 9">
                <a:extLst>
                  <a:ext uri="{FF2B5EF4-FFF2-40B4-BE49-F238E27FC236}">
                    <a16:creationId xmlns:a16="http://schemas.microsoft.com/office/drawing/2014/main" id="{19402605-7204-48A5-99FF-555A72996A4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324" y="662"/>
                <a:ext cx="12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9034" name="Line 10">
                <a:extLst>
                  <a:ext uri="{FF2B5EF4-FFF2-40B4-BE49-F238E27FC236}">
                    <a16:creationId xmlns:a16="http://schemas.microsoft.com/office/drawing/2014/main" id="{45B3096D-569E-476C-A76B-0A0F27976C5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944" y="2092"/>
                <a:ext cx="89" cy="8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9035" name="Line 11">
                <a:extLst>
                  <a:ext uri="{FF2B5EF4-FFF2-40B4-BE49-F238E27FC236}">
                    <a16:creationId xmlns:a16="http://schemas.microsoft.com/office/drawing/2014/main" id="{35F2E6EC-7D32-4D01-9C41-5B3DA12B2BB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010" y="929"/>
                <a:ext cx="237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9036" name="Line 12">
                <a:extLst>
                  <a:ext uri="{FF2B5EF4-FFF2-40B4-BE49-F238E27FC236}">
                    <a16:creationId xmlns:a16="http://schemas.microsoft.com/office/drawing/2014/main" id="{FB0839F2-1553-4343-AF02-6F0AFA37AAE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010" y="1020"/>
                <a:ext cx="237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9037" name="Line 13">
                <a:extLst>
                  <a:ext uri="{FF2B5EF4-FFF2-40B4-BE49-F238E27FC236}">
                    <a16:creationId xmlns:a16="http://schemas.microsoft.com/office/drawing/2014/main" id="{48C39459-6153-4269-A525-62A71C97EDD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09" y="1957"/>
                <a:ext cx="91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9038" name="Line 14">
                <a:extLst>
                  <a:ext uri="{FF2B5EF4-FFF2-40B4-BE49-F238E27FC236}">
                    <a16:creationId xmlns:a16="http://schemas.microsoft.com/office/drawing/2014/main" id="{F541EDD6-9AB1-4AF5-8958-DC674941623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09" y="2111"/>
                <a:ext cx="91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9039" name="Freeform 15">
                <a:extLst>
                  <a:ext uri="{FF2B5EF4-FFF2-40B4-BE49-F238E27FC236}">
                    <a16:creationId xmlns:a16="http://schemas.microsoft.com/office/drawing/2014/main" id="{727AE514-A838-410B-A868-4E92C885802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00" y="1953"/>
                <a:ext cx="0" cy="169"/>
              </a:xfrm>
              <a:custGeom>
                <a:avLst/>
                <a:gdLst>
                  <a:gd name="T0" fmla="*/ 0 w 1"/>
                  <a:gd name="T1" fmla="*/ 0 h 245"/>
                  <a:gd name="T2" fmla="*/ 0 w 1"/>
                  <a:gd name="T3" fmla="*/ 245 h 2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" h="245">
                    <a:moveTo>
                      <a:pt x="0" y="0"/>
                    </a:moveTo>
                    <a:lnTo>
                      <a:pt x="0" y="245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9040" name="Line 16">
                <a:extLst>
                  <a:ext uri="{FF2B5EF4-FFF2-40B4-BE49-F238E27FC236}">
                    <a16:creationId xmlns:a16="http://schemas.microsoft.com/office/drawing/2014/main" id="{A217989E-A308-4127-8BE0-D83E84B84B1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00" y="1987"/>
                <a:ext cx="147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9041" name="Line 17">
                <a:extLst>
                  <a:ext uri="{FF2B5EF4-FFF2-40B4-BE49-F238E27FC236}">
                    <a16:creationId xmlns:a16="http://schemas.microsoft.com/office/drawing/2014/main" id="{DE574B00-18D5-4AFA-B835-5877D5A674F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00" y="2087"/>
                <a:ext cx="147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9042" name="Line 18">
                <a:extLst>
                  <a:ext uri="{FF2B5EF4-FFF2-40B4-BE49-F238E27FC236}">
                    <a16:creationId xmlns:a16="http://schemas.microsoft.com/office/drawing/2014/main" id="{48DCA42D-5131-4953-B7CD-93165DC745F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802" y="1725"/>
                <a:ext cx="652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9043" name="Line 19">
                <a:extLst>
                  <a:ext uri="{FF2B5EF4-FFF2-40B4-BE49-F238E27FC236}">
                    <a16:creationId xmlns:a16="http://schemas.microsoft.com/office/drawing/2014/main" id="{AFC7E239-5601-4831-A5FE-B90361F75B8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802" y="1236"/>
                <a:ext cx="652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9044" name="Line 20">
                <a:extLst>
                  <a:ext uri="{FF2B5EF4-FFF2-40B4-BE49-F238E27FC236}">
                    <a16:creationId xmlns:a16="http://schemas.microsoft.com/office/drawing/2014/main" id="{D09521B6-1556-4AC7-8D19-252520C44AE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802" y="1302"/>
                <a:ext cx="652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9045" name="Freeform 21">
                <a:extLst>
                  <a:ext uri="{FF2B5EF4-FFF2-40B4-BE49-F238E27FC236}">
                    <a16:creationId xmlns:a16="http://schemas.microsoft.com/office/drawing/2014/main" id="{A0D2678E-B30D-484E-A314-CA1D18E5E47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7" y="1826"/>
                <a:ext cx="36" cy="40"/>
              </a:xfrm>
              <a:custGeom>
                <a:avLst/>
                <a:gdLst>
                  <a:gd name="T0" fmla="*/ 0 w 38"/>
                  <a:gd name="T1" fmla="*/ 42 h 42"/>
                  <a:gd name="T2" fmla="*/ 38 w 38"/>
                  <a:gd name="T3" fmla="*/ 0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38" h="42">
                    <a:moveTo>
                      <a:pt x="0" y="42"/>
                    </a:moveTo>
                    <a:lnTo>
                      <a:pt x="38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9046" name="Freeform 22">
                <a:extLst>
                  <a:ext uri="{FF2B5EF4-FFF2-40B4-BE49-F238E27FC236}">
                    <a16:creationId xmlns:a16="http://schemas.microsoft.com/office/drawing/2014/main" id="{B7AEBD1E-4520-4A59-9BBE-09D32C7FCB3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28" y="848"/>
                <a:ext cx="87" cy="82"/>
              </a:xfrm>
              <a:custGeom>
                <a:avLst/>
                <a:gdLst>
                  <a:gd name="T0" fmla="*/ 0 w 88"/>
                  <a:gd name="T1" fmla="*/ 84 h 84"/>
                  <a:gd name="T2" fmla="*/ 88 w 88"/>
                  <a:gd name="T3" fmla="*/ 0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88" h="84">
                    <a:moveTo>
                      <a:pt x="0" y="84"/>
                    </a:moveTo>
                    <a:lnTo>
                      <a:pt x="88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9047" name="Freeform 23">
                <a:extLst>
                  <a:ext uri="{FF2B5EF4-FFF2-40B4-BE49-F238E27FC236}">
                    <a16:creationId xmlns:a16="http://schemas.microsoft.com/office/drawing/2014/main" id="{E996D512-9FE8-4360-A414-9B9EB0DBB97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35" y="842"/>
                <a:ext cx="89" cy="89"/>
              </a:xfrm>
              <a:custGeom>
                <a:avLst/>
                <a:gdLst>
                  <a:gd name="T0" fmla="*/ 0 w 92"/>
                  <a:gd name="T1" fmla="*/ 91 h 91"/>
                  <a:gd name="T2" fmla="*/ 92 w 92"/>
                  <a:gd name="T3" fmla="*/ 0 h 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92" h="91">
                    <a:moveTo>
                      <a:pt x="0" y="91"/>
                    </a:moveTo>
                    <a:lnTo>
                      <a:pt x="92" y="0"/>
                    </a:lnTo>
                  </a:path>
                </a:pathLst>
              </a:custGeom>
              <a:noFill/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9048" name="Freeform 24">
                <a:extLst>
                  <a:ext uri="{FF2B5EF4-FFF2-40B4-BE49-F238E27FC236}">
                    <a16:creationId xmlns:a16="http://schemas.microsoft.com/office/drawing/2014/main" id="{D85BB59B-4B56-463B-909C-66A32359A2B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96" y="1146"/>
                <a:ext cx="62" cy="60"/>
              </a:xfrm>
              <a:custGeom>
                <a:avLst/>
                <a:gdLst>
                  <a:gd name="T0" fmla="*/ 0 w 62"/>
                  <a:gd name="T1" fmla="*/ 60 h 60"/>
                  <a:gd name="T2" fmla="*/ 62 w 62"/>
                  <a:gd name="T3" fmla="*/ 0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62" h="60">
                    <a:moveTo>
                      <a:pt x="0" y="60"/>
                    </a:moveTo>
                    <a:lnTo>
                      <a:pt x="62" y="0"/>
                    </a:lnTo>
                  </a:path>
                </a:pathLst>
              </a:custGeom>
              <a:noFill/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9049" name="Freeform 25">
                <a:extLst>
                  <a:ext uri="{FF2B5EF4-FFF2-40B4-BE49-F238E27FC236}">
                    <a16:creationId xmlns:a16="http://schemas.microsoft.com/office/drawing/2014/main" id="{2DB97ADB-84FE-4915-AEDB-39D3641CC89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08" y="1025"/>
                <a:ext cx="70" cy="73"/>
              </a:xfrm>
              <a:custGeom>
                <a:avLst/>
                <a:gdLst>
                  <a:gd name="T0" fmla="*/ 0 w 70"/>
                  <a:gd name="T1" fmla="*/ 73 h 73"/>
                  <a:gd name="T2" fmla="*/ 70 w 70"/>
                  <a:gd name="T3" fmla="*/ 0 h 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70" h="73">
                    <a:moveTo>
                      <a:pt x="0" y="73"/>
                    </a:moveTo>
                    <a:lnTo>
                      <a:pt x="70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9050" name="Line 26">
                <a:extLst>
                  <a:ext uri="{FF2B5EF4-FFF2-40B4-BE49-F238E27FC236}">
                    <a16:creationId xmlns:a16="http://schemas.microsoft.com/office/drawing/2014/main" id="{9AC1B627-5EA6-41A5-9C92-30DF1365E88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73" y="1152"/>
                <a:ext cx="84" cy="8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9051" name="Freeform 27">
                <a:extLst>
                  <a:ext uri="{FF2B5EF4-FFF2-40B4-BE49-F238E27FC236}">
                    <a16:creationId xmlns:a16="http://schemas.microsoft.com/office/drawing/2014/main" id="{E1FC5FD2-099C-4628-A642-3BFC7C183C2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90" y="1020"/>
                <a:ext cx="216" cy="215"/>
              </a:xfrm>
              <a:custGeom>
                <a:avLst/>
                <a:gdLst>
                  <a:gd name="T0" fmla="*/ 0 w 216"/>
                  <a:gd name="T1" fmla="*/ 215 h 215"/>
                  <a:gd name="T2" fmla="*/ 216 w 216"/>
                  <a:gd name="T3" fmla="*/ 0 h 2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216" h="215">
                    <a:moveTo>
                      <a:pt x="0" y="215"/>
                    </a:moveTo>
                    <a:lnTo>
                      <a:pt x="216" y="0"/>
                    </a:lnTo>
                  </a:path>
                </a:pathLst>
              </a:custGeom>
              <a:noFill/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9052" name="Freeform 28">
                <a:extLst>
                  <a:ext uri="{FF2B5EF4-FFF2-40B4-BE49-F238E27FC236}">
                    <a16:creationId xmlns:a16="http://schemas.microsoft.com/office/drawing/2014/main" id="{F2733A6F-A163-4048-89CD-9FD91B569F1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22" y="1103"/>
                <a:ext cx="126" cy="127"/>
              </a:xfrm>
              <a:custGeom>
                <a:avLst/>
                <a:gdLst>
                  <a:gd name="T0" fmla="*/ 0 w 126"/>
                  <a:gd name="T1" fmla="*/ 127 h 127"/>
                  <a:gd name="T2" fmla="*/ 126 w 126"/>
                  <a:gd name="T3" fmla="*/ 0 h 1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26" h="127">
                    <a:moveTo>
                      <a:pt x="0" y="127"/>
                    </a:moveTo>
                    <a:lnTo>
                      <a:pt x="126" y="0"/>
                    </a:lnTo>
                  </a:path>
                </a:pathLst>
              </a:custGeom>
              <a:noFill/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9053" name="Line 29">
                <a:extLst>
                  <a:ext uri="{FF2B5EF4-FFF2-40B4-BE49-F238E27FC236}">
                    <a16:creationId xmlns:a16="http://schemas.microsoft.com/office/drawing/2014/main" id="{9B4AE5CD-865B-4D68-806B-9FBBCADCEE5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235" y="1156"/>
                <a:ext cx="78" cy="81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9054" name="Freeform 30">
                <a:extLst>
                  <a:ext uri="{FF2B5EF4-FFF2-40B4-BE49-F238E27FC236}">
                    <a16:creationId xmlns:a16="http://schemas.microsoft.com/office/drawing/2014/main" id="{2F42E3E4-D768-4EB3-A40E-596D3B4B5EA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55" y="1152"/>
                <a:ext cx="84" cy="87"/>
              </a:xfrm>
              <a:custGeom>
                <a:avLst/>
                <a:gdLst>
                  <a:gd name="T0" fmla="*/ 0 w 86"/>
                  <a:gd name="T1" fmla="*/ 89 h 89"/>
                  <a:gd name="T2" fmla="*/ 86 w 86"/>
                  <a:gd name="T3" fmla="*/ 0 h 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86" h="89">
                    <a:moveTo>
                      <a:pt x="0" y="89"/>
                    </a:moveTo>
                    <a:lnTo>
                      <a:pt x="86" y="0"/>
                    </a:lnTo>
                  </a:path>
                </a:pathLst>
              </a:custGeom>
              <a:noFill/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9055" name="Line 31">
                <a:extLst>
                  <a:ext uri="{FF2B5EF4-FFF2-40B4-BE49-F238E27FC236}">
                    <a16:creationId xmlns:a16="http://schemas.microsoft.com/office/drawing/2014/main" id="{7BDBF38E-9CEB-4CDE-92B2-D123CE852DB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23" y="1727"/>
                <a:ext cx="134" cy="13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9056" name="Line 32">
                <a:extLst>
                  <a:ext uri="{FF2B5EF4-FFF2-40B4-BE49-F238E27FC236}">
                    <a16:creationId xmlns:a16="http://schemas.microsoft.com/office/drawing/2014/main" id="{1B569EF7-A890-42EA-B510-F3E27FEEA3A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02" y="1727"/>
                <a:ext cx="38" cy="39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9057" name="Freeform 33">
                <a:extLst>
                  <a:ext uri="{FF2B5EF4-FFF2-40B4-BE49-F238E27FC236}">
                    <a16:creationId xmlns:a16="http://schemas.microsoft.com/office/drawing/2014/main" id="{2EE067DC-84D5-4762-BD37-784ECC5E923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37" y="1716"/>
                <a:ext cx="143" cy="145"/>
              </a:xfrm>
              <a:custGeom>
                <a:avLst/>
                <a:gdLst>
                  <a:gd name="T0" fmla="*/ 0 w 143"/>
                  <a:gd name="T1" fmla="*/ 145 h 145"/>
                  <a:gd name="T2" fmla="*/ 143 w 143"/>
                  <a:gd name="T3" fmla="*/ 0 h 1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43" h="145">
                    <a:moveTo>
                      <a:pt x="0" y="145"/>
                    </a:moveTo>
                    <a:lnTo>
                      <a:pt x="143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9058" name="Freeform 34">
                <a:extLst>
                  <a:ext uri="{FF2B5EF4-FFF2-40B4-BE49-F238E27FC236}">
                    <a16:creationId xmlns:a16="http://schemas.microsoft.com/office/drawing/2014/main" id="{B1FC8116-6A0B-4C46-B692-516A9A81599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04" y="1721"/>
                <a:ext cx="193" cy="191"/>
              </a:xfrm>
              <a:custGeom>
                <a:avLst/>
                <a:gdLst>
                  <a:gd name="T0" fmla="*/ 0 w 251"/>
                  <a:gd name="T1" fmla="*/ 246 h 246"/>
                  <a:gd name="T2" fmla="*/ 251 w 251"/>
                  <a:gd name="T3" fmla="*/ 0 h 2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251" h="246">
                    <a:moveTo>
                      <a:pt x="0" y="246"/>
                    </a:moveTo>
                    <a:lnTo>
                      <a:pt x="251" y="0"/>
                    </a:lnTo>
                  </a:path>
                </a:pathLst>
              </a:custGeom>
              <a:noFill/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9059" name="Freeform 35">
                <a:extLst>
                  <a:ext uri="{FF2B5EF4-FFF2-40B4-BE49-F238E27FC236}">
                    <a16:creationId xmlns:a16="http://schemas.microsoft.com/office/drawing/2014/main" id="{BBDDE880-B589-400C-86A3-025DF0251F6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80" y="1730"/>
                <a:ext cx="229" cy="229"/>
              </a:xfrm>
              <a:custGeom>
                <a:avLst/>
                <a:gdLst>
                  <a:gd name="T0" fmla="*/ 0 w 235"/>
                  <a:gd name="T1" fmla="*/ 235 h 235"/>
                  <a:gd name="T2" fmla="*/ 235 w 235"/>
                  <a:gd name="T3" fmla="*/ 0 h 2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235" h="235">
                    <a:moveTo>
                      <a:pt x="0" y="235"/>
                    </a:moveTo>
                    <a:lnTo>
                      <a:pt x="235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9060" name="Freeform 36">
                <a:extLst>
                  <a:ext uri="{FF2B5EF4-FFF2-40B4-BE49-F238E27FC236}">
                    <a16:creationId xmlns:a16="http://schemas.microsoft.com/office/drawing/2014/main" id="{1FFEF099-8C9D-43E0-9B76-E0E22D64ABF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64" y="1902"/>
                <a:ext cx="78" cy="78"/>
              </a:xfrm>
              <a:custGeom>
                <a:avLst/>
                <a:gdLst>
                  <a:gd name="T0" fmla="*/ 0 w 78"/>
                  <a:gd name="T1" fmla="*/ 78 h 78"/>
                  <a:gd name="T2" fmla="*/ 78 w 78"/>
                  <a:gd name="T3" fmla="*/ 0 h 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78" h="78">
                    <a:moveTo>
                      <a:pt x="0" y="78"/>
                    </a:moveTo>
                    <a:lnTo>
                      <a:pt x="78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9061" name="Freeform 37">
                <a:extLst>
                  <a:ext uri="{FF2B5EF4-FFF2-40B4-BE49-F238E27FC236}">
                    <a16:creationId xmlns:a16="http://schemas.microsoft.com/office/drawing/2014/main" id="{8C0069EF-0B0C-490F-934F-BDBE0C1F4A8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96" y="1726"/>
                <a:ext cx="136" cy="138"/>
              </a:xfrm>
              <a:custGeom>
                <a:avLst/>
                <a:gdLst>
                  <a:gd name="T0" fmla="*/ 0 w 136"/>
                  <a:gd name="T1" fmla="*/ 138 h 138"/>
                  <a:gd name="T2" fmla="*/ 136 w 136"/>
                  <a:gd name="T3" fmla="*/ 0 h 1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36" h="138">
                    <a:moveTo>
                      <a:pt x="0" y="138"/>
                    </a:moveTo>
                    <a:lnTo>
                      <a:pt x="136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9062" name="Freeform 38">
                <a:extLst>
                  <a:ext uri="{FF2B5EF4-FFF2-40B4-BE49-F238E27FC236}">
                    <a16:creationId xmlns:a16="http://schemas.microsoft.com/office/drawing/2014/main" id="{4A7F46F5-C2F2-4494-9F60-D1AAC8ED252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08" y="2112"/>
                <a:ext cx="54" cy="66"/>
              </a:xfrm>
              <a:custGeom>
                <a:avLst/>
                <a:gdLst>
                  <a:gd name="T0" fmla="*/ 54 w 54"/>
                  <a:gd name="T1" fmla="*/ 0 h 66"/>
                  <a:gd name="T2" fmla="*/ 0 w 54"/>
                  <a:gd name="T3" fmla="*/ 66 h 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54" h="66">
                    <a:moveTo>
                      <a:pt x="54" y="0"/>
                    </a:moveTo>
                    <a:lnTo>
                      <a:pt x="0" y="66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9063" name="Line 39">
                <a:extLst>
                  <a:ext uri="{FF2B5EF4-FFF2-40B4-BE49-F238E27FC236}">
                    <a16:creationId xmlns:a16="http://schemas.microsoft.com/office/drawing/2014/main" id="{0404EA06-3CF0-4333-8389-13C56B8E11D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117" y="2089"/>
                <a:ext cx="86" cy="8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9064" name="Line 40">
                <a:extLst>
                  <a:ext uri="{FF2B5EF4-FFF2-40B4-BE49-F238E27FC236}">
                    <a16:creationId xmlns:a16="http://schemas.microsoft.com/office/drawing/2014/main" id="{7CF2D9DC-37F9-45DA-91F0-AC99D4CDC30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51" y="662"/>
                <a:ext cx="0" cy="75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9065" name="Freeform 41">
                <a:extLst>
                  <a:ext uri="{FF2B5EF4-FFF2-40B4-BE49-F238E27FC236}">
                    <a16:creationId xmlns:a16="http://schemas.microsoft.com/office/drawing/2014/main" id="{B0C9B04A-D6B7-451B-AB27-80E62EA6A76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50" y="1438"/>
                <a:ext cx="1" cy="70"/>
              </a:xfrm>
              <a:custGeom>
                <a:avLst/>
                <a:gdLst>
                  <a:gd name="T0" fmla="*/ 0 w 1"/>
                  <a:gd name="T1" fmla="*/ 0 h 90"/>
                  <a:gd name="T2" fmla="*/ 0 w 1"/>
                  <a:gd name="T3" fmla="*/ 90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" h="90">
                    <a:moveTo>
                      <a:pt x="0" y="0"/>
                    </a:moveTo>
                    <a:lnTo>
                      <a:pt x="0" y="9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9066" name="Line 42">
                <a:extLst>
                  <a:ext uri="{FF2B5EF4-FFF2-40B4-BE49-F238E27FC236}">
                    <a16:creationId xmlns:a16="http://schemas.microsoft.com/office/drawing/2014/main" id="{648DB9F8-7AE7-46AF-BFAE-D621003EA58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86" y="1550"/>
                <a:ext cx="497" cy="49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prstDash val="lgDash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9067" name="Freeform 43">
                <a:extLst>
                  <a:ext uri="{FF2B5EF4-FFF2-40B4-BE49-F238E27FC236}">
                    <a16:creationId xmlns:a16="http://schemas.microsoft.com/office/drawing/2014/main" id="{90ADBC25-5366-46B9-9F13-E24044D6E60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96" y="2059"/>
                <a:ext cx="40" cy="39"/>
              </a:xfrm>
              <a:custGeom>
                <a:avLst/>
                <a:gdLst>
                  <a:gd name="T0" fmla="*/ 0 w 53"/>
                  <a:gd name="T1" fmla="*/ 0 h 51"/>
                  <a:gd name="T2" fmla="*/ 53 w 53"/>
                  <a:gd name="T3" fmla="*/ 51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53" h="51">
                    <a:moveTo>
                      <a:pt x="0" y="0"/>
                    </a:moveTo>
                    <a:lnTo>
                      <a:pt x="53" y="51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9068" name="Freeform 44">
                <a:extLst>
                  <a:ext uri="{FF2B5EF4-FFF2-40B4-BE49-F238E27FC236}">
                    <a16:creationId xmlns:a16="http://schemas.microsoft.com/office/drawing/2014/main" id="{39EBF5A5-C18B-4413-8468-2FC112AC357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50" y="1508"/>
                <a:ext cx="44" cy="48"/>
              </a:xfrm>
              <a:custGeom>
                <a:avLst/>
                <a:gdLst>
                  <a:gd name="T0" fmla="*/ 0 w 58"/>
                  <a:gd name="T1" fmla="*/ 0 h 61"/>
                  <a:gd name="T2" fmla="*/ 58 w 58"/>
                  <a:gd name="T3" fmla="*/ 61 h 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58" h="61">
                    <a:moveTo>
                      <a:pt x="0" y="0"/>
                    </a:moveTo>
                    <a:lnTo>
                      <a:pt x="58" y="61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9069" name="Line 45">
                <a:extLst>
                  <a:ext uri="{FF2B5EF4-FFF2-40B4-BE49-F238E27FC236}">
                    <a16:creationId xmlns:a16="http://schemas.microsoft.com/office/drawing/2014/main" id="{75313A03-ED54-4D76-B4F6-5C3A9A50F63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965" y="975"/>
                <a:ext cx="32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prstDash val="lgDash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9070" name="Line 46">
                <a:extLst>
                  <a:ext uri="{FF2B5EF4-FFF2-40B4-BE49-F238E27FC236}">
                    <a16:creationId xmlns:a16="http://schemas.microsoft.com/office/drawing/2014/main" id="{5FBA34B7-25D5-469B-87E8-912E8900586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965" y="2036"/>
                <a:ext cx="32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prstDash val="lgDash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9071" name="Line 47">
                <a:extLst>
                  <a:ext uri="{FF2B5EF4-FFF2-40B4-BE49-F238E27FC236}">
                    <a16:creationId xmlns:a16="http://schemas.microsoft.com/office/drawing/2014/main" id="{778E5CEA-80A2-4F9A-B1AF-42437238B84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54" y="1508"/>
                <a:ext cx="754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prstDash val="lgDash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9072" name="Line 48">
                <a:extLst>
                  <a:ext uri="{FF2B5EF4-FFF2-40B4-BE49-F238E27FC236}">
                    <a16:creationId xmlns:a16="http://schemas.microsoft.com/office/drawing/2014/main" id="{71DDE399-4968-4E4F-B15B-C38FEF111A6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010" y="846"/>
                <a:ext cx="236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9073" name="Freeform 49">
                <a:extLst>
                  <a:ext uri="{FF2B5EF4-FFF2-40B4-BE49-F238E27FC236}">
                    <a16:creationId xmlns:a16="http://schemas.microsoft.com/office/drawing/2014/main" id="{99C75464-7C27-47A6-8653-2C752441037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96" y="2178"/>
                <a:ext cx="250" cy="2"/>
              </a:xfrm>
              <a:custGeom>
                <a:avLst/>
                <a:gdLst>
                  <a:gd name="T0" fmla="*/ 250 w 250"/>
                  <a:gd name="T1" fmla="*/ 2 h 2"/>
                  <a:gd name="T2" fmla="*/ 0 w 250"/>
                  <a:gd name="T3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250" h="2">
                    <a:moveTo>
                      <a:pt x="250" y="2"/>
                    </a:moveTo>
                    <a:lnTo>
                      <a:pt x="0" y="0"/>
                    </a:lnTo>
                  </a:path>
                </a:pathLst>
              </a:cu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9074" name="Freeform 50">
                <a:extLst>
                  <a:ext uri="{FF2B5EF4-FFF2-40B4-BE49-F238E27FC236}">
                    <a16:creationId xmlns:a16="http://schemas.microsoft.com/office/drawing/2014/main" id="{21D477FD-53C1-4CD8-B5DF-8DAE26BD3B0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49" y="839"/>
                <a:ext cx="2" cy="321"/>
              </a:xfrm>
              <a:custGeom>
                <a:avLst/>
                <a:gdLst>
                  <a:gd name="T0" fmla="*/ 0 w 1"/>
                  <a:gd name="T1" fmla="*/ 0 h 466"/>
                  <a:gd name="T2" fmla="*/ 0 w 1"/>
                  <a:gd name="T3" fmla="*/ 466 h 4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" h="466">
                    <a:moveTo>
                      <a:pt x="0" y="0"/>
                    </a:moveTo>
                    <a:lnTo>
                      <a:pt x="0" y="466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9075" name="Freeform 51">
                <a:extLst>
                  <a:ext uri="{FF2B5EF4-FFF2-40B4-BE49-F238E27FC236}">
                    <a16:creationId xmlns:a16="http://schemas.microsoft.com/office/drawing/2014/main" id="{1E900470-85A3-4FAD-854D-71F267FB56B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0" y="841"/>
                <a:ext cx="0" cy="320"/>
              </a:xfrm>
              <a:custGeom>
                <a:avLst/>
                <a:gdLst>
                  <a:gd name="T0" fmla="*/ 0 w 1"/>
                  <a:gd name="T1" fmla="*/ 0 h 329"/>
                  <a:gd name="T2" fmla="*/ 0 w 1"/>
                  <a:gd name="T3" fmla="*/ 329 h 3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" h="329">
                    <a:moveTo>
                      <a:pt x="0" y="0"/>
                    </a:moveTo>
                    <a:lnTo>
                      <a:pt x="0" y="329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9076" name="Freeform 52">
                <a:extLst>
                  <a:ext uri="{FF2B5EF4-FFF2-40B4-BE49-F238E27FC236}">
                    <a16:creationId xmlns:a16="http://schemas.microsoft.com/office/drawing/2014/main" id="{5F67B352-10F5-44AB-A927-2F0EBC8DF79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44" y="1857"/>
                <a:ext cx="1" cy="330"/>
              </a:xfrm>
              <a:custGeom>
                <a:avLst/>
                <a:gdLst>
                  <a:gd name="T0" fmla="*/ 0 w 1"/>
                  <a:gd name="T1" fmla="*/ 480 h 480"/>
                  <a:gd name="T2" fmla="*/ 0 w 1"/>
                  <a:gd name="T3" fmla="*/ 0 h 4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" h="480">
                    <a:moveTo>
                      <a:pt x="0" y="480"/>
                    </a:moveTo>
                    <a:lnTo>
                      <a:pt x="0" y="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9077" name="Freeform 53">
                <a:extLst>
                  <a:ext uri="{FF2B5EF4-FFF2-40B4-BE49-F238E27FC236}">
                    <a16:creationId xmlns:a16="http://schemas.microsoft.com/office/drawing/2014/main" id="{BBB817F0-D874-4324-97D2-C26EC991428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08" y="1860"/>
                <a:ext cx="1" cy="324"/>
              </a:xfrm>
              <a:custGeom>
                <a:avLst/>
                <a:gdLst>
                  <a:gd name="T0" fmla="*/ 0 w 1"/>
                  <a:gd name="T1" fmla="*/ 324 h 324"/>
                  <a:gd name="T2" fmla="*/ 0 w 1"/>
                  <a:gd name="T3" fmla="*/ 0 h 3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" h="324">
                    <a:moveTo>
                      <a:pt x="0" y="324"/>
                    </a:moveTo>
                    <a:lnTo>
                      <a:pt x="0" y="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9078" name="Freeform 54">
                <a:extLst>
                  <a:ext uri="{FF2B5EF4-FFF2-40B4-BE49-F238E27FC236}">
                    <a16:creationId xmlns:a16="http://schemas.microsoft.com/office/drawing/2014/main" id="{C9F92182-DFFD-44D5-8A82-68D5AF6C351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43" y="1861"/>
                <a:ext cx="217" cy="1"/>
              </a:xfrm>
              <a:custGeom>
                <a:avLst/>
                <a:gdLst>
                  <a:gd name="T0" fmla="*/ 0 w 316"/>
                  <a:gd name="T1" fmla="*/ 0 h 2"/>
                  <a:gd name="T2" fmla="*/ 316 w 316"/>
                  <a:gd name="T3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316" h="2">
                    <a:moveTo>
                      <a:pt x="0" y="0"/>
                    </a:moveTo>
                    <a:lnTo>
                      <a:pt x="316" y="2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9079" name="Line 55">
                <a:extLst>
                  <a:ext uri="{FF2B5EF4-FFF2-40B4-BE49-F238E27FC236}">
                    <a16:creationId xmlns:a16="http://schemas.microsoft.com/office/drawing/2014/main" id="{5021AF3E-DBF8-4965-944C-93EFD0BAB66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46" y="1155"/>
                <a:ext cx="208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9080" name="Freeform 56">
                <a:extLst>
                  <a:ext uri="{FF2B5EF4-FFF2-40B4-BE49-F238E27FC236}">
                    <a16:creationId xmlns:a16="http://schemas.microsoft.com/office/drawing/2014/main" id="{D4AF1A95-3645-4038-8B3B-9750339BB1A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50" y="1151"/>
                <a:ext cx="2" cy="722"/>
              </a:xfrm>
              <a:custGeom>
                <a:avLst/>
                <a:gdLst>
                  <a:gd name="T0" fmla="*/ 0 w 2"/>
                  <a:gd name="T1" fmla="*/ 0 h 743"/>
                  <a:gd name="T2" fmla="*/ 2 w 2"/>
                  <a:gd name="T3" fmla="*/ 743 h 7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2" h="743">
                    <a:moveTo>
                      <a:pt x="0" y="0"/>
                    </a:moveTo>
                    <a:lnTo>
                      <a:pt x="2" y="743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9081" name="Line 57">
                <a:extLst>
                  <a:ext uri="{FF2B5EF4-FFF2-40B4-BE49-F238E27FC236}">
                    <a16:creationId xmlns:a16="http://schemas.microsoft.com/office/drawing/2014/main" id="{A1614A59-9A5E-4B61-A354-717174944F1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01" y="1861"/>
                <a:ext cx="207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9082" name="Line 58">
                <a:extLst>
                  <a:ext uri="{FF2B5EF4-FFF2-40B4-BE49-F238E27FC236}">
                    <a16:creationId xmlns:a16="http://schemas.microsoft.com/office/drawing/2014/main" id="{AD54147F-3525-4D60-B8D8-65FDF8FC61D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01" y="1152"/>
                <a:ext cx="207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9083" name="Freeform 59">
                <a:extLst>
                  <a:ext uri="{FF2B5EF4-FFF2-40B4-BE49-F238E27FC236}">
                    <a16:creationId xmlns:a16="http://schemas.microsoft.com/office/drawing/2014/main" id="{F57D9C91-B10F-46DD-B854-00D1080A806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98" y="1147"/>
                <a:ext cx="3" cy="724"/>
              </a:xfrm>
              <a:custGeom>
                <a:avLst/>
                <a:gdLst>
                  <a:gd name="T0" fmla="*/ 2 w 2"/>
                  <a:gd name="T1" fmla="*/ 0 h 1051"/>
                  <a:gd name="T2" fmla="*/ 0 w 2"/>
                  <a:gd name="T3" fmla="*/ 1051 h 10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2" h="1051">
                    <a:moveTo>
                      <a:pt x="2" y="0"/>
                    </a:moveTo>
                    <a:lnTo>
                      <a:pt x="0" y="1051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9084" name="Line 60">
                <a:extLst>
                  <a:ext uri="{FF2B5EF4-FFF2-40B4-BE49-F238E27FC236}">
                    <a16:creationId xmlns:a16="http://schemas.microsoft.com/office/drawing/2014/main" id="{B895B2D4-8E02-4739-BBA4-88FF83840FC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50" y="764"/>
                <a:ext cx="0" cy="1478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prstDash val="lgDash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9085" name="Oval 61">
                <a:extLst>
                  <a:ext uri="{FF2B5EF4-FFF2-40B4-BE49-F238E27FC236}">
                    <a16:creationId xmlns:a16="http://schemas.microsoft.com/office/drawing/2014/main" id="{18F4E6DB-755B-4DBF-ABFE-EF4866ED1D4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75" y="1056"/>
                <a:ext cx="121" cy="115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9086" name="Arc 62">
                <a:extLst>
                  <a:ext uri="{FF2B5EF4-FFF2-40B4-BE49-F238E27FC236}">
                    <a16:creationId xmlns:a16="http://schemas.microsoft.com/office/drawing/2014/main" id="{209996E7-41DB-4ED6-AA5D-809412322FC4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2214" y="1283"/>
                <a:ext cx="465" cy="450"/>
              </a:xfrm>
              <a:custGeom>
                <a:avLst/>
                <a:gdLst>
                  <a:gd name="G0" fmla="+- 21600 0 0"/>
                  <a:gd name="G1" fmla="+- 21600 0 0"/>
                  <a:gd name="G2" fmla="+- 21600 0 0"/>
                  <a:gd name="T0" fmla="*/ 16544 w 43200"/>
                  <a:gd name="T1" fmla="*/ 42600 h 42600"/>
                  <a:gd name="T2" fmla="*/ 27755 w 43200"/>
                  <a:gd name="T3" fmla="*/ 42304 h 42600"/>
                  <a:gd name="T4" fmla="*/ 21600 w 43200"/>
                  <a:gd name="T5" fmla="*/ 21600 h 42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200" h="42600" fill="none" extrusionOk="0">
                    <a:moveTo>
                      <a:pt x="16544" y="42599"/>
                    </a:moveTo>
                    <a:cubicBezTo>
                      <a:pt x="6839" y="40263"/>
                      <a:pt x="0" y="31581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3529" y="0"/>
                      <a:pt x="43200" y="9670"/>
                      <a:pt x="43200" y="21600"/>
                    </a:cubicBezTo>
                    <a:cubicBezTo>
                      <a:pt x="43199" y="31158"/>
                      <a:pt x="36917" y="39580"/>
                      <a:pt x="27755" y="42304"/>
                    </a:cubicBezTo>
                  </a:path>
                  <a:path w="43200" h="42600" stroke="0" extrusionOk="0">
                    <a:moveTo>
                      <a:pt x="16544" y="42599"/>
                    </a:moveTo>
                    <a:cubicBezTo>
                      <a:pt x="6839" y="40263"/>
                      <a:pt x="0" y="31581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3529" y="0"/>
                      <a:pt x="43200" y="9670"/>
                      <a:pt x="43200" y="21600"/>
                    </a:cubicBezTo>
                    <a:cubicBezTo>
                      <a:pt x="43199" y="31158"/>
                      <a:pt x="36917" y="39580"/>
                      <a:pt x="27755" y="42304"/>
                    </a:cubicBezTo>
                    <a:lnTo>
                      <a:pt x="21600" y="21600"/>
                    </a:lnTo>
                    <a:close/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9087" name="Oval 63">
                <a:extLst>
                  <a:ext uri="{FF2B5EF4-FFF2-40B4-BE49-F238E27FC236}">
                    <a16:creationId xmlns:a16="http://schemas.microsoft.com/office/drawing/2014/main" id="{43D57BA8-ADDE-4361-B7B5-4C70DEE43D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67" y="1148"/>
                <a:ext cx="764" cy="722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9088" name="Line 64">
                <a:extLst>
                  <a:ext uri="{FF2B5EF4-FFF2-40B4-BE49-F238E27FC236}">
                    <a16:creationId xmlns:a16="http://schemas.microsoft.com/office/drawing/2014/main" id="{A9D7EC28-BA92-4B5A-97C6-2AA94999853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45" y="1508"/>
                <a:ext cx="1629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prstDash val="lgDash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9089" name="Oval 65">
                <a:extLst>
                  <a:ext uri="{FF2B5EF4-FFF2-40B4-BE49-F238E27FC236}">
                    <a16:creationId xmlns:a16="http://schemas.microsoft.com/office/drawing/2014/main" id="{DA89C176-CD88-440B-B05B-B6C17D0CA9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36" y="847"/>
                <a:ext cx="1422" cy="1333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9090" name="Oval 66">
                <a:extLst>
                  <a:ext uri="{FF2B5EF4-FFF2-40B4-BE49-F238E27FC236}">
                    <a16:creationId xmlns:a16="http://schemas.microsoft.com/office/drawing/2014/main" id="{DDC5B014-6E52-4694-AE11-98DB98101B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93" y="975"/>
                <a:ext cx="1118" cy="106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lgDash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9091" name="Line 67">
                <a:extLst>
                  <a:ext uri="{FF2B5EF4-FFF2-40B4-BE49-F238E27FC236}">
                    <a16:creationId xmlns:a16="http://schemas.microsoft.com/office/drawing/2014/main" id="{065B3269-9E4D-4938-A624-020498A0FDF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57" y="1818"/>
                <a:ext cx="154" cy="15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prstDash val="lgDash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9092" name="Line 68">
                <a:extLst>
                  <a:ext uri="{FF2B5EF4-FFF2-40B4-BE49-F238E27FC236}">
                    <a16:creationId xmlns:a16="http://schemas.microsoft.com/office/drawing/2014/main" id="{3EF5C0FE-C3DE-4F8B-9F63-0ED24C184B4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761" y="1032"/>
                <a:ext cx="154" cy="154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9093" name="Line 69">
                <a:extLst>
                  <a:ext uri="{FF2B5EF4-FFF2-40B4-BE49-F238E27FC236}">
                    <a16:creationId xmlns:a16="http://schemas.microsoft.com/office/drawing/2014/main" id="{0DF7049C-EF16-48E9-BAE5-34C7D4926ED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977" y="1034"/>
                <a:ext cx="177" cy="18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9094" name="Line 70">
                <a:extLst>
                  <a:ext uri="{FF2B5EF4-FFF2-40B4-BE49-F238E27FC236}">
                    <a16:creationId xmlns:a16="http://schemas.microsoft.com/office/drawing/2014/main" id="{A0FE2B0C-3F8C-4337-AC6E-9689163FEAC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972" y="1794"/>
                <a:ext cx="193" cy="19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9095" name="Oval 71">
                <a:extLst>
                  <a:ext uri="{FF2B5EF4-FFF2-40B4-BE49-F238E27FC236}">
                    <a16:creationId xmlns:a16="http://schemas.microsoft.com/office/drawing/2014/main" id="{C28F55E6-23FD-4C35-B6B2-5E409ABA0E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68" y="1040"/>
                <a:ext cx="187" cy="168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9096" name="Oval 72">
                <a:extLst>
                  <a:ext uri="{FF2B5EF4-FFF2-40B4-BE49-F238E27FC236}">
                    <a16:creationId xmlns:a16="http://schemas.microsoft.com/office/drawing/2014/main" id="{3C9680CE-EA57-4BBD-89C3-42C7121C0C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01" y="1064"/>
                <a:ext cx="121" cy="115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9097" name="Oval 73">
                <a:extLst>
                  <a:ext uri="{FF2B5EF4-FFF2-40B4-BE49-F238E27FC236}">
                    <a16:creationId xmlns:a16="http://schemas.microsoft.com/office/drawing/2014/main" id="{7A7E129F-585C-4D59-8D92-CB9DD69E44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42" y="1809"/>
                <a:ext cx="180" cy="169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9098" name="Oval 74">
                <a:extLst>
                  <a:ext uri="{FF2B5EF4-FFF2-40B4-BE49-F238E27FC236}">
                    <a16:creationId xmlns:a16="http://schemas.microsoft.com/office/drawing/2014/main" id="{A48D442E-C447-40B0-BDD8-802BF5AE0B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70" y="1839"/>
                <a:ext cx="120" cy="108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9099" name="Oval 75">
                <a:extLst>
                  <a:ext uri="{FF2B5EF4-FFF2-40B4-BE49-F238E27FC236}">
                    <a16:creationId xmlns:a16="http://schemas.microsoft.com/office/drawing/2014/main" id="{02701BEF-6A75-41FC-9E41-EAB80B87E5E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76" y="1809"/>
                <a:ext cx="179" cy="169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9100" name="Oval 76">
                <a:extLst>
                  <a:ext uri="{FF2B5EF4-FFF2-40B4-BE49-F238E27FC236}">
                    <a16:creationId xmlns:a16="http://schemas.microsoft.com/office/drawing/2014/main" id="{1C30871C-0555-493C-937C-F1BC95A0E8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04" y="1834"/>
                <a:ext cx="119" cy="116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9101" name="Oval 77">
                <a:extLst>
                  <a:ext uri="{FF2B5EF4-FFF2-40B4-BE49-F238E27FC236}">
                    <a16:creationId xmlns:a16="http://schemas.microsoft.com/office/drawing/2014/main" id="{42AF17CA-E8F5-4D4F-A539-BF6E952334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40" y="1025"/>
                <a:ext cx="187" cy="178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9102" name="Oval 78">
                <a:extLst>
                  <a:ext uri="{FF2B5EF4-FFF2-40B4-BE49-F238E27FC236}">
                    <a16:creationId xmlns:a16="http://schemas.microsoft.com/office/drawing/2014/main" id="{DC5D9775-5988-4659-AAE8-F94E4F9884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02" y="935"/>
                <a:ext cx="89" cy="85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9103" name="Oval 79">
                <a:extLst>
                  <a:ext uri="{FF2B5EF4-FFF2-40B4-BE49-F238E27FC236}">
                    <a16:creationId xmlns:a16="http://schemas.microsoft.com/office/drawing/2014/main" id="{6148ADD7-3929-4D5F-90ED-05739FD47AB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02" y="1987"/>
                <a:ext cx="90" cy="87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9104" name="Line 80">
                <a:extLst>
                  <a:ext uri="{FF2B5EF4-FFF2-40B4-BE49-F238E27FC236}">
                    <a16:creationId xmlns:a16="http://schemas.microsoft.com/office/drawing/2014/main" id="{0864760C-DB82-4D01-8F58-84B951366C3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387" y="1228"/>
                <a:ext cx="0" cy="74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9105" name="Freeform 81">
                <a:extLst>
                  <a:ext uri="{FF2B5EF4-FFF2-40B4-BE49-F238E27FC236}">
                    <a16:creationId xmlns:a16="http://schemas.microsoft.com/office/drawing/2014/main" id="{291E6232-F1F0-4707-8B6E-8DFB2686A65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10" y="1236"/>
                <a:ext cx="1" cy="66"/>
              </a:xfrm>
              <a:custGeom>
                <a:avLst/>
                <a:gdLst>
                  <a:gd name="T0" fmla="*/ 0 w 1"/>
                  <a:gd name="T1" fmla="*/ 97 h 97"/>
                  <a:gd name="T2" fmla="*/ 1 w 1"/>
                  <a:gd name="T3" fmla="*/ 0 h 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" h="97">
                    <a:moveTo>
                      <a:pt x="0" y="97"/>
                    </a:moveTo>
                    <a:lnTo>
                      <a:pt x="1" y="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9106" name="Freeform 82">
                <a:extLst>
                  <a:ext uri="{FF2B5EF4-FFF2-40B4-BE49-F238E27FC236}">
                    <a16:creationId xmlns:a16="http://schemas.microsoft.com/office/drawing/2014/main" id="{0B083082-86C4-47FB-ADB9-B5E28EF27B1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87" y="1234"/>
                <a:ext cx="129" cy="2"/>
              </a:xfrm>
              <a:custGeom>
                <a:avLst/>
                <a:gdLst>
                  <a:gd name="T0" fmla="*/ 0 w 188"/>
                  <a:gd name="T1" fmla="*/ 0 h 2"/>
                  <a:gd name="T2" fmla="*/ 188 w 188"/>
                  <a:gd name="T3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88" h="2">
                    <a:moveTo>
                      <a:pt x="0" y="0"/>
                    </a:moveTo>
                    <a:lnTo>
                      <a:pt x="188" y="2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9107" name="Text Box 83">
                <a:extLst>
                  <a:ext uri="{FF2B5EF4-FFF2-40B4-BE49-F238E27FC236}">
                    <a16:creationId xmlns:a16="http://schemas.microsoft.com/office/drawing/2014/main" id="{5661FC1F-E01C-4774-BC5A-046D361B709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48" y="537"/>
                <a:ext cx="214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i="1">
                    <a:latin typeface="宋体" panose="02010600030101010101" pitchFamily="2" charset="-122"/>
                  </a:rPr>
                  <a:t>A</a:t>
                </a:r>
                <a:endParaRPr lang="en-US" altLang="zh-CN"/>
              </a:p>
            </p:txBody>
          </p:sp>
        </p:grpSp>
        <p:grpSp>
          <p:nvGrpSpPr>
            <p:cNvPr id="129395" name="Group 371">
              <a:extLst>
                <a:ext uri="{FF2B5EF4-FFF2-40B4-BE49-F238E27FC236}">
                  <a16:creationId xmlns:a16="http://schemas.microsoft.com/office/drawing/2014/main" id="{B0308D3C-D88C-4055-B9BB-BA136E601A9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51" y="614"/>
              <a:ext cx="1610" cy="1789"/>
              <a:chOff x="3547" y="694"/>
              <a:chExt cx="2090" cy="2045"/>
            </a:xfrm>
          </p:grpSpPr>
          <p:pic>
            <p:nvPicPr>
              <p:cNvPr id="129384" name="Picture 360">
                <a:extLst>
                  <a:ext uri="{FF2B5EF4-FFF2-40B4-BE49-F238E27FC236}">
                    <a16:creationId xmlns:a16="http://schemas.microsoft.com/office/drawing/2014/main" id="{6E08D099-BB21-49DB-92C1-115673D9FB2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clrChange>
                  <a:clrFrom>
                    <a:srgbClr val="00FFFF"/>
                  </a:clrFrom>
                  <a:clrTo>
                    <a:srgbClr val="00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547" y="838"/>
                <a:ext cx="2090" cy="1681"/>
              </a:xfrm>
              <a:prstGeom prst="rect">
                <a:avLst/>
              </a:prstGeom>
              <a:solidFill>
                <a:srgbClr val="00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grpSp>
            <p:nvGrpSpPr>
              <p:cNvPr id="129385" name="Group 361">
                <a:extLst>
                  <a:ext uri="{FF2B5EF4-FFF2-40B4-BE49-F238E27FC236}">
                    <a16:creationId xmlns:a16="http://schemas.microsoft.com/office/drawing/2014/main" id="{3CAD38C9-7210-4538-84AA-D05027121B7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857" y="1918"/>
                <a:ext cx="1" cy="821"/>
                <a:chOff x="3868" y="1678"/>
                <a:chExt cx="1" cy="821"/>
              </a:xfrm>
            </p:grpSpPr>
            <p:sp>
              <p:nvSpPr>
                <p:cNvPr id="129386" name="Freeform 362">
                  <a:extLst>
                    <a:ext uri="{FF2B5EF4-FFF2-40B4-BE49-F238E27FC236}">
                      <a16:creationId xmlns:a16="http://schemas.microsoft.com/office/drawing/2014/main" id="{DE3D3B38-471E-4B51-A21C-62F0CAD8B61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68" y="1678"/>
                  <a:ext cx="1" cy="488"/>
                </a:xfrm>
                <a:custGeom>
                  <a:avLst/>
                  <a:gdLst>
                    <a:gd name="T0" fmla="*/ 0 w 2"/>
                    <a:gd name="T1" fmla="*/ 0 h 2599"/>
                    <a:gd name="T2" fmla="*/ 0 w 2"/>
                    <a:gd name="T3" fmla="*/ 2599 h 2599"/>
                    <a:gd name="T4" fmla="*/ 2 w 2"/>
                    <a:gd name="T5" fmla="*/ 2599 h 259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" h="2599">
                      <a:moveTo>
                        <a:pt x="0" y="0"/>
                      </a:moveTo>
                      <a:lnTo>
                        <a:pt x="0" y="2599"/>
                      </a:lnTo>
                      <a:lnTo>
                        <a:pt x="2" y="2599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9387" name="Freeform 363">
                  <a:extLst>
                    <a:ext uri="{FF2B5EF4-FFF2-40B4-BE49-F238E27FC236}">
                      <a16:creationId xmlns:a16="http://schemas.microsoft.com/office/drawing/2014/main" id="{D3A07AC0-0895-49C1-8E50-24DD893853D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68" y="2292"/>
                  <a:ext cx="1" cy="207"/>
                </a:xfrm>
                <a:custGeom>
                  <a:avLst/>
                  <a:gdLst>
                    <a:gd name="T0" fmla="*/ 0 w 2"/>
                    <a:gd name="T1" fmla="*/ 0 h 1101"/>
                    <a:gd name="T2" fmla="*/ 0 w 2"/>
                    <a:gd name="T3" fmla="*/ 1101 h 1101"/>
                    <a:gd name="T4" fmla="*/ 2 w 2"/>
                    <a:gd name="T5" fmla="*/ 1101 h 1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" h="1101">
                      <a:moveTo>
                        <a:pt x="0" y="0"/>
                      </a:moveTo>
                      <a:lnTo>
                        <a:pt x="0" y="1101"/>
                      </a:lnTo>
                      <a:lnTo>
                        <a:pt x="2" y="1101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9388" name="Freeform 364">
                  <a:extLst>
                    <a:ext uri="{FF2B5EF4-FFF2-40B4-BE49-F238E27FC236}">
                      <a16:creationId xmlns:a16="http://schemas.microsoft.com/office/drawing/2014/main" id="{3D54BF01-C2D7-4473-A11C-AF876ED6005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68" y="2241"/>
                  <a:ext cx="1" cy="24"/>
                </a:xfrm>
                <a:custGeom>
                  <a:avLst/>
                  <a:gdLst>
                    <a:gd name="T0" fmla="*/ 0 w 2"/>
                    <a:gd name="T1" fmla="*/ 0 h 127"/>
                    <a:gd name="T2" fmla="*/ 0 w 2"/>
                    <a:gd name="T3" fmla="*/ 127 h 127"/>
                    <a:gd name="T4" fmla="*/ 2 w 2"/>
                    <a:gd name="T5" fmla="*/ 127 h 1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" h="127">
                      <a:moveTo>
                        <a:pt x="0" y="0"/>
                      </a:moveTo>
                      <a:lnTo>
                        <a:pt x="0" y="127"/>
                      </a:lnTo>
                      <a:lnTo>
                        <a:pt x="2" y="127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9389" name="Freeform 365">
                  <a:extLst>
                    <a:ext uri="{FF2B5EF4-FFF2-40B4-BE49-F238E27FC236}">
                      <a16:creationId xmlns:a16="http://schemas.microsoft.com/office/drawing/2014/main" id="{BC4AB501-B794-415C-87A6-6E69E0F44EF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68" y="2190"/>
                  <a:ext cx="1" cy="24"/>
                </a:xfrm>
                <a:custGeom>
                  <a:avLst/>
                  <a:gdLst>
                    <a:gd name="T0" fmla="*/ 0 w 2"/>
                    <a:gd name="T1" fmla="*/ 0 h 127"/>
                    <a:gd name="T2" fmla="*/ 0 w 2"/>
                    <a:gd name="T3" fmla="*/ 127 h 127"/>
                    <a:gd name="T4" fmla="*/ 2 w 2"/>
                    <a:gd name="T5" fmla="*/ 127 h 1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" h="127">
                      <a:moveTo>
                        <a:pt x="0" y="0"/>
                      </a:moveTo>
                      <a:lnTo>
                        <a:pt x="0" y="127"/>
                      </a:lnTo>
                      <a:lnTo>
                        <a:pt x="2" y="127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129390" name="Freeform 366">
                <a:extLst>
                  <a:ext uri="{FF2B5EF4-FFF2-40B4-BE49-F238E27FC236}">
                    <a16:creationId xmlns:a16="http://schemas.microsoft.com/office/drawing/2014/main" id="{2690A56D-9591-4686-B727-EFEDB669F17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53" y="2608"/>
                <a:ext cx="400" cy="128"/>
              </a:xfrm>
              <a:custGeom>
                <a:avLst/>
                <a:gdLst>
                  <a:gd name="T0" fmla="*/ 400 w 400"/>
                  <a:gd name="T1" fmla="*/ 0 h 128"/>
                  <a:gd name="T2" fmla="*/ 296 w 400"/>
                  <a:gd name="T3" fmla="*/ 48 h 128"/>
                  <a:gd name="T4" fmla="*/ 184 w 400"/>
                  <a:gd name="T5" fmla="*/ 88 h 128"/>
                  <a:gd name="T6" fmla="*/ 0 w 400"/>
                  <a:gd name="T7" fmla="*/ 128 h 1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00" h="128">
                    <a:moveTo>
                      <a:pt x="400" y="0"/>
                    </a:moveTo>
                    <a:lnTo>
                      <a:pt x="296" y="48"/>
                    </a:lnTo>
                    <a:lnTo>
                      <a:pt x="184" y="88"/>
                    </a:lnTo>
                    <a:lnTo>
                      <a:pt x="0" y="128"/>
                    </a:lnTo>
                  </a:path>
                </a:pathLst>
              </a:custGeom>
              <a:noFill/>
              <a:ln w="127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9391" name="Freeform 367">
                <a:extLst>
                  <a:ext uri="{FF2B5EF4-FFF2-40B4-BE49-F238E27FC236}">
                    <a16:creationId xmlns:a16="http://schemas.microsoft.com/office/drawing/2014/main" id="{47707B69-F8C5-49E0-9B3A-61B2ABC3B58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53" y="1592"/>
                <a:ext cx="984" cy="1016"/>
              </a:xfrm>
              <a:custGeom>
                <a:avLst/>
                <a:gdLst>
                  <a:gd name="T0" fmla="*/ 0 w 984"/>
                  <a:gd name="T1" fmla="*/ 320 h 1016"/>
                  <a:gd name="T2" fmla="*/ 400 w 984"/>
                  <a:gd name="T3" fmla="*/ 1016 h 1016"/>
                  <a:gd name="T4" fmla="*/ 984 w 984"/>
                  <a:gd name="T5" fmla="*/ 672 h 1016"/>
                  <a:gd name="T6" fmla="*/ 584 w 984"/>
                  <a:gd name="T7" fmla="*/ 0 h 1016"/>
                  <a:gd name="T8" fmla="*/ 0 w 984"/>
                  <a:gd name="T9" fmla="*/ 320 h 10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84" h="1016">
                    <a:moveTo>
                      <a:pt x="0" y="320"/>
                    </a:moveTo>
                    <a:lnTo>
                      <a:pt x="400" y="1016"/>
                    </a:lnTo>
                    <a:lnTo>
                      <a:pt x="984" y="672"/>
                    </a:lnTo>
                    <a:lnTo>
                      <a:pt x="584" y="0"/>
                    </a:lnTo>
                    <a:lnTo>
                      <a:pt x="0" y="320"/>
                    </a:lnTo>
                    <a:close/>
                  </a:path>
                </a:pathLst>
              </a:custGeom>
              <a:solidFill>
                <a:srgbClr val="FFCCFF">
                  <a:alpha val="50000"/>
                </a:srgbClr>
              </a:solidFill>
              <a:ln w="12700" cap="flat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9392" name="Freeform 368">
                <a:extLst>
                  <a:ext uri="{FF2B5EF4-FFF2-40B4-BE49-F238E27FC236}">
                    <a16:creationId xmlns:a16="http://schemas.microsoft.com/office/drawing/2014/main" id="{F238B456-4C28-49BD-A18C-C187472A744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61" y="696"/>
                <a:ext cx="584" cy="1216"/>
              </a:xfrm>
              <a:custGeom>
                <a:avLst/>
                <a:gdLst>
                  <a:gd name="T0" fmla="*/ 0 w 584"/>
                  <a:gd name="T1" fmla="*/ 288 h 1216"/>
                  <a:gd name="T2" fmla="*/ 0 w 584"/>
                  <a:gd name="T3" fmla="*/ 1216 h 1216"/>
                  <a:gd name="T4" fmla="*/ 584 w 584"/>
                  <a:gd name="T5" fmla="*/ 896 h 1216"/>
                  <a:gd name="T6" fmla="*/ 584 w 584"/>
                  <a:gd name="T7" fmla="*/ 0 h 1216"/>
                  <a:gd name="T8" fmla="*/ 0 w 584"/>
                  <a:gd name="T9" fmla="*/ 288 h 12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84" h="1216">
                    <a:moveTo>
                      <a:pt x="0" y="288"/>
                    </a:moveTo>
                    <a:lnTo>
                      <a:pt x="0" y="1216"/>
                    </a:lnTo>
                    <a:lnTo>
                      <a:pt x="584" y="896"/>
                    </a:lnTo>
                    <a:lnTo>
                      <a:pt x="584" y="0"/>
                    </a:lnTo>
                    <a:lnTo>
                      <a:pt x="0" y="288"/>
                    </a:lnTo>
                    <a:close/>
                  </a:path>
                </a:pathLst>
              </a:custGeom>
              <a:solidFill>
                <a:srgbClr val="CCFFCC">
                  <a:alpha val="50000"/>
                </a:srgbClr>
              </a:solidFill>
              <a:ln w="12700" cap="flat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9393" name="Rectangle 369">
                <a:extLst>
                  <a:ext uri="{FF2B5EF4-FFF2-40B4-BE49-F238E27FC236}">
                    <a16:creationId xmlns:a16="http://schemas.microsoft.com/office/drawing/2014/main" id="{6B0F330D-D9CF-4043-AC38-3329980ACB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73" y="694"/>
                <a:ext cx="162" cy="2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>
                <a:spAutoFit/>
              </a:bodyPr>
              <a:lstStyle/>
              <a:p>
                <a:r>
                  <a:rPr lang="en-US" altLang="zh-CN" i="1">
                    <a:latin typeface="宋体" panose="02010600030101010101" pitchFamily="2" charset="-122"/>
                  </a:rPr>
                  <a:t>A</a:t>
                </a:r>
                <a:endParaRPr lang="en-US" altLang="zh-CN" b="0"/>
              </a:p>
            </p:txBody>
          </p:sp>
          <p:sp>
            <p:nvSpPr>
              <p:cNvPr id="129394" name="Rectangle 370">
                <a:extLst>
                  <a:ext uri="{FF2B5EF4-FFF2-40B4-BE49-F238E27FC236}">
                    <a16:creationId xmlns:a16="http://schemas.microsoft.com/office/drawing/2014/main" id="{0C60F5BA-F7F5-48C9-B5E8-FCDCD68E1A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9800000">
                <a:off x="4622" y="2086"/>
                <a:ext cx="193" cy="2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>
                <a:spAutoFit/>
              </a:bodyPr>
              <a:lstStyle/>
              <a:p>
                <a:r>
                  <a:rPr lang="en-US" altLang="zh-CN" i="1">
                    <a:latin typeface="宋体" panose="02010600030101010101" pitchFamily="2" charset="-122"/>
                  </a:rPr>
                  <a:t>A</a:t>
                </a:r>
                <a:endParaRPr lang="en-US" altLang="zh-CN" b="0"/>
              </a:p>
            </p:txBody>
          </p:sp>
        </p:grpSp>
      </p:grpSp>
    </p:spTree>
  </p:cSld>
  <p:clrMapOvr>
    <a:masterClrMapping/>
  </p:clrMapOvr>
  <p:transition spd="med">
    <p:cover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129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29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7" dur="500"/>
                                        <p:tgtEl>
                                          <p:spTgt spid="129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293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291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291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291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291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294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294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9027" grpId="0" autoUpdateAnimBg="0"/>
      <p:bldP spid="129028" grpId="0" autoUpdateAnimBg="0"/>
      <p:bldP spid="129108" grpId="0" autoUpdateAnimBg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Text Box 2">
            <a:extLst>
              <a:ext uri="{FF2B5EF4-FFF2-40B4-BE49-F238E27FC236}">
                <a16:creationId xmlns:a16="http://schemas.microsoft.com/office/drawing/2014/main" id="{A8950FD6-FCF7-4F0E-9760-C46AC68EE4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512" y="523875"/>
            <a:ext cx="9061450" cy="1554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l" eaLnBrk="1" hangingPunct="1"/>
            <a:r>
              <a:rPr lang="en-US" altLang="zh-CN" sz="3200" dirty="0">
                <a:latin typeface="宋体" panose="02010600030101010101" pitchFamily="2" charset="-122"/>
              </a:rPr>
              <a:t>⑶ </a:t>
            </a:r>
            <a:r>
              <a:rPr lang="zh-CN" altLang="en-US" sz="3200" dirty="0">
                <a:latin typeface="宋体" panose="02010600030101010101" pitchFamily="2" charset="-122"/>
              </a:rPr>
              <a:t>位于剖切平面后且与所表达的结构关系不</a:t>
            </a:r>
          </a:p>
          <a:p>
            <a:pPr algn="l" eaLnBrk="1" hangingPunct="1"/>
            <a:r>
              <a:rPr lang="zh-CN" altLang="en-US" sz="3200" dirty="0">
                <a:latin typeface="宋体" panose="02010600030101010101" pitchFamily="2" charset="-122"/>
              </a:rPr>
              <a:t>   甚密切的结构，或一起旋转容易引起误解</a:t>
            </a:r>
          </a:p>
          <a:p>
            <a:pPr algn="l" eaLnBrk="1" hangingPunct="1"/>
            <a:r>
              <a:rPr lang="zh-CN" altLang="en-US" sz="3200" dirty="0">
                <a:latin typeface="宋体" panose="02010600030101010101" pitchFamily="2" charset="-122"/>
              </a:rPr>
              <a:t>   的结构，一般仍按原来的位置投射。</a:t>
            </a:r>
          </a:p>
        </p:txBody>
      </p:sp>
      <p:grpSp>
        <p:nvGrpSpPr>
          <p:cNvPr id="130320" name="Group 272">
            <a:extLst>
              <a:ext uri="{FF2B5EF4-FFF2-40B4-BE49-F238E27FC236}">
                <a16:creationId xmlns:a16="http://schemas.microsoft.com/office/drawing/2014/main" id="{5CD743FA-7DA7-4097-B368-EBB9FC9F90FC}"/>
              </a:ext>
            </a:extLst>
          </p:cNvPr>
          <p:cNvGrpSpPr>
            <a:grpSpLocks/>
          </p:cNvGrpSpPr>
          <p:nvPr/>
        </p:nvGrpSpPr>
        <p:grpSpPr bwMode="auto">
          <a:xfrm>
            <a:off x="971550" y="2189163"/>
            <a:ext cx="3403600" cy="3076575"/>
            <a:chOff x="612" y="1379"/>
            <a:chExt cx="2144" cy="1938"/>
          </a:xfrm>
        </p:grpSpPr>
        <p:sp>
          <p:nvSpPr>
            <p:cNvPr id="130052" name="Oval 4">
              <a:extLst>
                <a:ext uri="{FF2B5EF4-FFF2-40B4-BE49-F238E27FC236}">
                  <a16:creationId xmlns:a16="http://schemas.microsoft.com/office/drawing/2014/main" id="{600A19C2-7BA9-4D5D-A242-D138AD9D66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6" y="1586"/>
              <a:ext cx="304" cy="299"/>
            </a:xfrm>
            <a:prstGeom prst="ellips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0053" name="Oval 5">
              <a:extLst>
                <a:ext uri="{FF2B5EF4-FFF2-40B4-BE49-F238E27FC236}">
                  <a16:creationId xmlns:a16="http://schemas.microsoft.com/office/drawing/2014/main" id="{193CE689-ADB7-4E6B-A94F-44876F59CA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39" y="1658"/>
              <a:ext cx="164" cy="155"/>
            </a:xfrm>
            <a:prstGeom prst="ellips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0054" name="Oval 6">
              <a:extLst>
                <a:ext uri="{FF2B5EF4-FFF2-40B4-BE49-F238E27FC236}">
                  <a16:creationId xmlns:a16="http://schemas.microsoft.com/office/drawing/2014/main" id="{FABC78E5-1796-4568-A615-DA32B851B8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" y="2143"/>
              <a:ext cx="304" cy="299"/>
            </a:xfrm>
            <a:prstGeom prst="ellips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0055" name="Oval 7">
              <a:extLst>
                <a:ext uri="{FF2B5EF4-FFF2-40B4-BE49-F238E27FC236}">
                  <a16:creationId xmlns:a16="http://schemas.microsoft.com/office/drawing/2014/main" id="{DB535593-E292-40D1-A505-52684D2031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2" y="2215"/>
              <a:ext cx="164" cy="155"/>
            </a:xfrm>
            <a:prstGeom prst="ellips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0056" name="Oval 8">
              <a:extLst>
                <a:ext uri="{FF2B5EF4-FFF2-40B4-BE49-F238E27FC236}">
                  <a16:creationId xmlns:a16="http://schemas.microsoft.com/office/drawing/2014/main" id="{6170AD90-CD4A-455A-9CA8-66E2742120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19" y="2054"/>
              <a:ext cx="480" cy="478"/>
            </a:xfrm>
            <a:prstGeom prst="ellips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0057" name="Oval 9">
              <a:extLst>
                <a:ext uri="{FF2B5EF4-FFF2-40B4-BE49-F238E27FC236}">
                  <a16:creationId xmlns:a16="http://schemas.microsoft.com/office/drawing/2014/main" id="{7DDAA432-ED22-4607-BD59-51CBFDB077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21" y="2156"/>
              <a:ext cx="275" cy="269"/>
            </a:xfrm>
            <a:prstGeom prst="ellips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0058" name="Rectangle 10">
              <a:extLst>
                <a:ext uri="{FF2B5EF4-FFF2-40B4-BE49-F238E27FC236}">
                  <a16:creationId xmlns:a16="http://schemas.microsoft.com/office/drawing/2014/main" id="{63D6ECED-E849-4047-8A5F-88964DC6A4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57" y="2125"/>
              <a:ext cx="73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800" i="1">
                  <a:latin typeface="宋体" panose="02010600030101010101" pitchFamily="2" charset="-122"/>
                </a:rPr>
                <a:t>A</a:t>
              </a:r>
              <a:endParaRPr lang="en-US" altLang="zh-CN" sz="1800"/>
            </a:p>
          </p:txBody>
        </p:sp>
        <p:sp>
          <p:nvSpPr>
            <p:cNvPr id="130059" name="Freeform 11">
              <a:extLst>
                <a:ext uri="{FF2B5EF4-FFF2-40B4-BE49-F238E27FC236}">
                  <a16:creationId xmlns:a16="http://schemas.microsoft.com/office/drawing/2014/main" id="{FC89093C-5153-49C7-9D2B-A5A450D2151E}"/>
                </a:ext>
              </a:extLst>
            </p:cNvPr>
            <p:cNvSpPr>
              <a:spLocks/>
            </p:cNvSpPr>
            <p:nvPr/>
          </p:nvSpPr>
          <p:spPr bwMode="auto">
            <a:xfrm>
              <a:off x="760" y="2293"/>
              <a:ext cx="449" cy="1"/>
            </a:xfrm>
            <a:custGeom>
              <a:avLst/>
              <a:gdLst>
                <a:gd name="T0" fmla="*/ 0 w 1792"/>
                <a:gd name="T1" fmla="*/ 1791 w 1792"/>
                <a:gd name="T2" fmla="*/ 1792 w 179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1792">
                  <a:moveTo>
                    <a:pt x="0" y="0"/>
                  </a:moveTo>
                  <a:lnTo>
                    <a:pt x="1791" y="0"/>
                  </a:lnTo>
                  <a:lnTo>
                    <a:pt x="1792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0060" name="Freeform 12">
              <a:extLst>
                <a:ext uri="{FF2B5EF4-FFF2-40B4-BE49-F238E27FC236}">
                  <a16:creationId xmlns:a16="http://schemas.microsoft.com/office/drawing/2014/main" id="{CCC43CA6-7DBB-41E9-A9E4-FA59B8B7A053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8" y="2261"/>
              <a:ext cx="33" cy="32"/>
            </a:xfrm>
            <a:custGeom>
              <a:avLst/>
              <a:gdLst>
                <a:gd name="T0" fmla="*/ 0 w 128"/>
                <a:gd name="T1" fmla="*/ 127 h 127"/>
                <a:gd name="T2" fmla="*/ 127 w 128"/>
                <a:gd name="T3" fmla="*/ 0 h 127"/>
                <a:gd name="T4" fmla="*/ 128 w 128"/>
                <a:gd name="T5" fmla="*/ 0 h 1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28" h="127">
                  <a:moveTo>
                    <a:pt x="0" y="127"/>
                  </a:moveTo>
                  <a:lnTo>
                    <a:pt x="127" y="0"/>
                  </a:lnTo>
                  <a:lnTo>
                    <a:pt x="128" y="0"/>
                  </a:lnTo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0061" name="Freeform 13">
              <a:extLst>
                <a:ext uri="{FF2B5EF4-FFF2-40B4-BE49-F238E27FC236}">
                  <a16:creationId xmlns:a16="http://schemas.microsoft.com/office/drawing/2014/main" id="{CECB5E61-8A34-4EBD-8F80-9350B18537FA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8" y="2293"/>
              <a:ext cx="217" cy="216"/>
            </a:xfrm>
            <a:custGeom>
              <a:avLst/>
              <a:gdLst>
                <a:gd name="T0" fmla="*/ 0 w 866"/>
                <a:gd name="T1" fmla="*/ 0 h 866"/>
                <a:gd name="T2" fmla="*/ 865 w 866"/>
                <a:gd name="T3" fmla="*/ 866 h 866"/>
                <a:gd name="T4" fmla="*/ 866 w 866"/>
                <a:gd name="T5" fmla="*/ 866 h 8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866" h="866">
                  <a:moveTo>
                    <a:pt x="0" y="0"/>
                  </a:moveTo>
                  <a:lnTo>
                    <a:pt x="865" y="866"/>
                  </a:lnTo>
                  <a:lnTo>
                    <a:pt x="866" y="866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0062" name="Freeform 14">
              <a:extLst>
                <a:ext uri="{FF2B5EF4-FFF2-40B4-BE49-F238E27FC236}">
                  <a16:creationId xmlns:a16="http://schemas.microsoft.com/office/drawing/2014/main" id="{07505B64-9EF9-4AA0-BD3A-73FE40A6DCFA}"/>
                </a:ext>
              </a:extLst>
            </p:cNvPr>
            <p:cNvSpPr>
              <a:spLocks/>
            </p:cNvSpPr>
            <p:nvPr/>
          </p:nvSpPr>
          <p:spPr bwMode="auto">
            <a:xfrm>
              <a:off x="967" y="2088"/>
              <a:ext cx="1" cy="431"/>
            </a:xfrm>
            <a:custGeom>
              <a:avLst/>
              <a:gdLst>
                <a:gd name="T0" fmla="*/ 0 w 2"/>
                <a:gd name="T1" fmla="*/ 0 h 1724"/>
                <a:gd name="T2" fmla="*/ 0 w 2"/>
                <a:gd name="T3" fmla="*/ 1724 h 1724"/>
                <a:gd name="T4" fmla="*/ 2 w 2"/>
                <a:gd name="T5" fmla="*/ 1724 h 17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1724">
                  <a:moveTo>
                    <a:pt x="0" y="0"/>
                  </a:moveTo>
                  <a:lnTo>
                    <a:pt x="0" y="1724"/>
                  </a:lnTo>
                  <a:lnTo>
                    <a:pt x="2" y="1724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0063" name="Freeform 15">
              <a:extLst>
                <a:ext uri="{FF2B5EF4-FFF2-40B4-BE49-F238E27FC236}">
                  <a16:creationId xmlns:a16="http://schemas.microsoft.com/office/drawing/2014/main" id="{491032D4-E66B-41D4-8C7D-8140B76A702F}"/>
                </a:ext>
              </a:extLst>
            </p:cNvPr>
            <p:cNvSpPr>
              <a:spLocks/>
            </p:cNvSpPr>
            <p:nvPr/>
          </p:nvSpPr>
          <p:spPr bwMode="auto">
            <a:xfrm>
              <a:off x="2186" y="1600"/>
              <a:ext cx="279" cy="279"/>
            </a:xfrm>
            <a:custGeom>
              <a:avLst/>
              <a:gdLst>
                <a:gd name="T0" fmla="*/ 0 w 1116"/>
                <a:gd name="T1" fmla="*/ 0 h 1116"/>
                <a:gd name="T2" fmla="*/ 1115 w 1116"/>
                <a:gd name="T3" fmla="*/ 1116 h 1116"/>
                <a:gd name="T4" fmla="*/ 1116 w 1116"/>
                <a:gd name="T5" fmla="*/ 1116 h 1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116" h="1116">
                  <a:moveTo>
                    <a:pt x="0" y="0"/>
                  </a:moveTo>
                  <a:lnTo>
                    <a:pt x="1115" y="1116"/>
                  </a:lnTo>
                  <a:lnTo>
                    <a:pt x="1116" y="1116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0064" name="Freeform 16">
              <a:extLst>
                <a:ext uri="{FF2B5EF4-FFF2-40B4-BE49-F238E27FC236}">
                  <a16:creationId xmlns:a16="http://schemas.microsoft.com/office/drawing/2014/main" id="{77C93ACF-D398-49E2-A93B-5CCB116A6A2F}"/>
                </a:ext>
              </a:extLst>
            </p:cNvPr>
            <p:cNvSpPr>
              <a:spLocks/>
            </p:cNvSpPr>
            <p:nvPr/>
          </p:nvSpPr>
          <p:spPr bwMode="auto">
            <a:xfrm>
              <a:off x="950" y="2444"/>
              <a:ext cx="782" cy="88"/>
            </a:xfrm>
            <a:custGeom>
              <a:avLst/>
              <a:gdLst>
                <a:gd name="T0" fmla="*/ 0 w 3129"/>
                <a:gd name="T1" fmla="*/ 0 h 351"/>
                <a:gd name="T2" fmla="*/ 3127 w 3129"/>
                <a:gd name="T3" fmla="*/ 351 h 351"/>
                <a:gd name="T4" fmla="*/ 3129 w 3129"/>
                <a:gd name="T5" fmla="*/ 351 h 3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129" h="351">
                  <a:moveTo>
                    <a:pt x="0" y="0"/>
                  </a:moveTo>
                  <a:lnTo>
                    <a:pt x="3127" y="351"/>
                  </a:lnTo>
                  <a:lnTo>
                    <a:pt x="3129" y="351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0065" name="Freeform 17">
              <a:extLst>
                <a:ext uri="{FF2B5EF4-FFF2-40B4-BE49-F238E27FC236}">
                  <a16:creationId xmlns:a16="http://schemas.microsoft.com/office/drawing/2014/main" id="{7CB2E655-1298-482A-B47C-2131DCC04990}"/>
                </a:ext>
              </a:extLst>
            </p:cNvPr>
            <p:cNvSpPr>
              <a:spLocks/>
            </p:cNvSpPr>
            <p:nvPr/>
          </p:nvSpPr>
          <p:spPr bwMode="auto">
            <a:xfrm>
              <a:off x="1946" y="1828"/>
              <a:ext cx="491" cy="615"/>
            </a:xfrm>
            <a:custGeom>
              <a:avLst/>
              <a:gdLst>
                <a:gd name="T0" fmla="*/ 0 w 1966"/>
                <a:gd name="T1" fmla="*/ 2462 h 2462"/>
                <a:gd name="T2" fmla="*/ 1964 w 1966"/>
                <a:gd name="T3" fmla="*/ 0 h 2462"/>
                <a:gd name="T4" fmla="*/ 1966 w 1966"/>
                <a:gd name="T5" fmla="*/ 0 h 24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66" h="2462">
                  <a:moveTo>
                    <a:pt x="0" y="2462"/>
                  </a:moveTo>
                  <a:lnTo>
                    <a:pt x="1964" y="0"/>
                  </a:lnTo>
                  <a:lnTo>
                    <a:pt x="1966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0066" name="Freeform 18">
              <a:extLst>
                <a:ext uri="{FF2B5EF4-FFF2-40B4-BE49-F238E27FC236}">
                  <a16:creationId xmlns:a16="http://schemas.microsoft.com/office/drawing/2014/main" id="{4584308B-F0CC-49FA-B242-864A0BCB681B}"/>
                </a:ext>
              </a:extLst>
            </p:cNvPr>
            <p:cNvSpPr>
              <a:spLocks/>
            </p:cNvSpPr>
            <p:nvPr/>
          </p:nvSpPr>
          <p:spPr bwMode="auto">
            <a:xfrm>
              <a:off x="944" y="2033"/>
              <a:ext cx="733" cy="110"/>
            </a:xfrm>
            <a:custGeom>
              <a:avLst/>
              <a:gdLst>
                <a:gd name="T0" fmla="*/ 2931 w 2931"/>
                <a:gd name="T1" fmla="*/ 0 h 440"/>
                <a:gd name="T2" fmla="*/ 0 w 2931"/>
                <a:gd name="T3" fmla="*/ 440 h 440"/>
                <a:gd name="T4" fmla="*/ 1 w 2931"/>
                <a:gd name="T5" fmla="*/ 440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931" h="440">
                  <a:moveTo>
                    <a:pt x="2931" y="0"/>
                  </a:moveTo>
                  <a:lnTo>
                    <a:pt x="0" y="440"/>
                  </a:lnTo>
                  <a:lnTo>
                    <a:pt x="1" y="44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0067" name="Freeform 19">
              <a:extLst>
                <a:ext uri="{FF2B5EF4-FFF2-40B4-BE49-F238E27FC236}">
                  <a16:creationId xmlns:a16="http://schemas.microsoft.com/office/drawing/2014/main" id="{067857AE-3229-4E0F-84EA-71715E3E88DE}"/>
                </a:ext>
              </a:extLst>
            </p:cNvPr>
            <p:cNvSpPr>
              <a:spLocks/>
            </p:cNvSpPr>
            <p:nvPr/>
          </p:nvSpPr>
          <p:spPr bwMode="auto">
            <a:xfrm>
              <a:off x="1686" y="1612"/>
              <a:ext cx="540" cy="417"/>
            </a:xfrm>
            <a:custGeom>
              <a:avLst/>
              <a:gdLst>
                <a:gd name="T0" fmla="*/ 0 w 2160"/>
                <a:gd name="T1" fmla="*/ 1666 h 1666"/>
                <a:gd name="T2" fmla="*/ 2159 w 2160"/>
                <a:gd name="T3" fmla="*/ 0 h 1666"/>
                <a:gd name="T4" fmla="*/ 2160 w 2160"/>
                <a:gd name="T5" fmla="*/ 0 h 16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" h="1666">
                  <a:moveTo>
                    <a:pt x="0" y="1666"/>
                  </a:moveTo>
                  <a:lnTo>
                    <a:pt x="2159" y="0"/>
                  </a:lnTo>
                  <a:lnTo>
                    <a:pt x="2160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0068" name="Freeform 20">
              <a:extLst>
                <a:ext uri="{FF2B5EF4-FFF2-40B4-BE49-F238E27FC236}">
                  <a16:creationId xmlns:a16="http://schemas.microsoft.com/office/drawing/2014/main" id="{B1563ABD-1488-4F36-B7CA-3FD6388E6443}"/>
                </a:ext>
              </a:extLst>
            </p:cNvPr>
            <p:cNvSpPr>
              <a:spLocks/>
            </p:cNvSpPr>
            <p:nvPr/>
          </p:nvSpPr>
          <p:spPr bwMode="auto">
            <a:xfrm>
              <a:off x="1677" y="2029"/>
              <a:ext cx="9" cy="4"/>
            </a:xfrm>
            <a:custGeom>
              <a:avLst/>
              <a:gdLst>
                <a:gd name="T0" fmla="*/ 0 w 38"/>
                <a:gd name="T1" fmla="*/ 16 h 16"/>
                <a:gd name="T2" fmla="*/ 36 w 38"/>
                <a:gd name="T3" fmla="*/ 0 h 16"/>
                <a:gd name="T4" fmla="*/ 38 w 38"/>
                <a:gd name="T5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8" h="16">
                  <a:moveTo>
                    <a:pt x="0" y="16"/>
                  </a:moveTo>
                  <a:lnTo>
                    <a:pt x="36" y="0"/>
                  </a:lnTo>
                  <a:lnTo>
                    <a:pt x="38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0069" name="Freeform 21">
              <a:extLst>
                <a:ext uri="{FF2B5EF4-FFF2-40B4-BE49-F238E27FC236}">
                  <a16:creationId xmlns:a16="http://schemas.microsoft.com/office/drawing/2014/main" id="{A92EC502-050F-41BB-AF49-405CBF7A0D8C}"/>
                </a:ext>
              </a:extLst>
            </p:cNvPr>
            <p:cNvSpPr>
              <a:spLocks/>
            </p:cNvSpPr>
            <p:nvPr/>
          </p:nvSpPr>
          <p:spPr bwMode="auto">
            <a:xfrm>
              <a:off x="1677" y="2029"/>
              <a:ext cx="9" cy="4"/>
            </a:xfrm>
            <a:custGeom>
              <a:avLst/>
              <a:gdLst>
                <a:gd name="T0" fmla="*/ 0 w 38"/>
                <a:gd name="T1" fmla="*/ 16 h 16"/>
                <a:gd name="T2" fmla="*/ 36 w 38"/>
                <a:gd name="T3" fmla="*/ 0 h 16"/>
                <a:gd name="T4" fmla="*/ 38 w 38"/>
                <a:gd name="T5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8" h="16">
                  <a:moveTo>
                    <a:pt x="0" y="16"/>
                  </a:moveTo>
                  <a:lnTo>
                    <a:pt x="36" y="0"/>
                  </a:lnTo>
                  <a:lnTo>
                    <a:pt x="38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0070" name="Freeform 22">
              <a:extLst>
                <a:ext uri="{FF2B5EF4-FFF2-40B4-BE49-F238E27FC236}">
                  <a16:creationId xmlns:a16="http://schemas.microsoft.com/office/drawing/2014/main" id="{275CDCAF-3586-478A-B7FC-A0902950BF59}"/>
                </a:ext>
              </a:extLst>
            </p:cNvPr>
            <p:cNvSpPr>
              <a:spLocks/>
            </p:cNvSpPr>
            <p:nvPr/>
          </p:nvSpPr>
          <p:spPr bwMode="auto">
            <a:xfrm>
              <a:off x="814" y="2888"/>
              <a:ext cx="1" cy="296"/>
            </a:xfrm>
            <a:custGeom>
              <a:avLst/>
              <a:gdLst>
                <a:gd name="T0" fmla="*/ 0 w 1"/>
                <a:gd name="T1" fmla="*/ 0 h 1187"/>
                <a:gd name="T2" fmla="*/ 0 w 1"/>
                <a:gd name="T3" fmla="*/ 1187 h 1187"/>
                <a:gd name="T4" fmla="*/ 1 w 1"/>
                <a:gd name="T5" fmla="*/ 1187 h 1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1187">
                  <a:moveTo>
                    <a:pt x="0" y="0"/>
                  </a:moveTo>
                  <a:lnTo>
                    <a:pt x="0" y="1187"/>
                  </a:lnTo>
                  <a:lnTo>
                    <a:pt x="1" y="1187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0071" name="Freeform 23">
              <a:extLst>
                <a:ext uri="{FF2B5EF4-FFF2-40B4-BE49-F238E27FC236}">
                  <a16:creationId xmlns:a16="http://schemas.microsoft.com/office/drawing/2014/main" id="{95CDAF02-343B-48CE-8C6B-DD0E8C67457A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2" y="2888"/>
              <a:ext cx="1" cy="296"/>
            </a:xfrm>
            <a:custGeom>
              <a:avLst/>
              <a:gdLst>
                <a:gd name="T0" fmla="*/ 0 w 2"/>
                <a:gd name="T1" fmla="*/ 0 h 1187"/>
                <a:gd name="T2" fmla="*/ 0 w 2"/>
                <a:gd name="T3" fmla="*/ 1187 h 1187"/>
                <a:gd name="T4" fmla="*/ 2 w 2"/>
                <a:gd name="T5" fmla="*/ 1187 h 1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1187">
                  <a:moveTo>
                    <a:pt x="0" y="0"/>
                  </a:moveTo>
                  <a:lnTo>
                    <a:pt x="0" y="1187"/>
                  </a:lnTo>
                  <a:lnTo>
                    <a:pt x="2" y="1187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0072" name="Freeform 24">
              <a:extLst>
                <a:ext uri="{FF2B5EF4-FFF2-40B4-BE49-F238E27FC236}">
                  <a16:creationId xmlns:a16="http://schemas.microsoft.com/office/drawing/2014/main" id="{0C73E6DB-2478-4CCF-80F0-346F89054AEB}"/>
                </a:ext>
              </a:extLst>
            </p:cNvPr>
            <p:cNvSpPr>
              <a:spLocks/>
            </p:cNvSpPr>
            <p:nvPr/>
          </p:nvSpPr>
          <p:spPr bwMode="auto">
            <a:xfrm>
              <a:off x="881" y="2888"/>
              <a:ext cx="1" cy="296"/>
            </a:xfrm>
            <a:custGeom>
              <a:avLst/>
              <a:gdLst>
                <a:gd name="T0" fmla="*/ 0 w 2"/>
                <a:gd name="T1" fmla="*/ 0 h 1187"/>
                <a:gd name="T2" fmla="*/ 0 w 2"/>
                <a:gd name="T3" fmla="*/ 1187 h 1187"/>
                <a:gd name="T4" fmla="*/ 2 w 2"/>
                <a:gd name="T5" fmla="*/ 1187 h 1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1187">
                  <a:moveTo>
                    <a:pt x="0" y="0"/>
                  </a:moveTo>
                  <a:lnTo>
                    <a:pt x="0" y="1187"/>
                  </a:lnTo>
                  <a:lnTo>
                    <a:pt x="2" y="1187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0073" name="Freeform 25">
              <a:extLst>
                <a:ext uri="{FF2B5EF4-FFF2-40B4-BE49-F238E27FC236}">
                  <a16:creationId xmlns:a16="http://schemas.microsoft.com/office/drawing/2014/main" id="{844BE0F5-1998-49BD-B772-6F8EFC03AB92}"/>
                </a:ext>
              </a:extLst>
            </p:cNvPr>
            <p:cNvSpPr>
              <a:spLocks/>
            </p:cNvSpPr>
            <p:nvPr/>
          </p:nvSpPr>
          <p:spPr bwMode="auto">
            <a:xfrm>
              <a:off x="1518" y="2821"/>
              <a:ext cx="481" cy="1"/>
            </a:xfrm>
            <a:custGeom>
              <a:avLst/>
              <a:gdLst>
                <a:gd name="T0" fmla="*/ 0 w 1923"/>
                <a:gd name="T1" fmla="*/ 1922 w 1923"/>
                <a:gd name="T2" fmla="*/ 1923 w 192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1923">
                  <a:moveTo>
                    <a:pt x="0" y="0"/>
                  </a:moveTo>
                  <a:lnTo>
                    <a:pt x="1922" y="0"/>
                  </a:lnTo>
                  <a:lnTo>
                    <a:pt x="1923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0074" name="Freeform 26">
              <a:extLst>
                <a:ext uri="{FF2B5EF4-FFF2-40B4-BE49-F238E27FC236}">
                  <a16:creationId xmlns:a16="http://schemas.microsoft.com/office/drawing/2014/main" id="{33B1182F-9D88-4CD2-97E2-7E2B18EA9B85}"/>
                </a:ext>
              </a:extLst>
            </p:cNvPr>
            <p:cNvSpPr>
              <a:spLocks/>
            </p:cNvSpPr>
            <p:nvPr/>
          </p:nvSpPr>
          <p:spPr bwMode="auto">
            <a:xfrm>
              <a:off x="814" y="2888"/>
              <a:ext cx="305" cy="1"/>
            </a:xfrm>
            <a:custGeom>
              <a:avLst/>
              <a:gdLst>
                <a:gd name="T0" fmla="*/ 0 w 1218"/>
                <a:gd name="T1" fmla="*/ 1217 w 1218"/>
                <a:gd name="T2" fmla="*/ 1218 w 1218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1218">
                  <a:moveTo>
                    <a:pt x="0" y="0"/>
                  </a:moveTo>
                  <a:lnTo>
                    <a:pt x="1217" y="0"/>
                  </a:lnTo>
                  <a:lnTo>
                    <a:pt x="1218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0075" name="Freeform 27">
              <a:extLst>
                <a:ext uri="{FF2B5EF4-FFF2-40B4-BE49-F238E27FC236}">
                  <a16:creationId xmlns:a16="http://schemas.microsoft.com/office/drawing/2014/main" id="{08F0F9E8-EDF5-4D7C-85F7-DE11E7067FBB}"/>
                </a:ext>
              </a:extLst>
            </p:cNvPr>
            <p:cNvSpPr>
              <a:spLocks/>
            </p:cNvSpPr>
            <p:nvPr/>
          </p:nvSpPr>
          <p:spPr bwMode="auto">
            <a:xfrm>
              <a:off x="814" y="3184"/>
              <a:ext cx="305" cy="1"/>
            </a:xfrm>
            <a:custGeom>
              <a:avLst/>
              <a:gdLst>
                <a:gd name="T0" fmla="*/ 0 w 1218"/>
                <a:gd name="T1" fmla="*/ 1217 w 1218"/>
                <a:gd name="T2" fmla="*/ 1218 w 1218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1218">
                  <a:moveTo>
                    <a:pt x="0" y="0"/>
                  </a:moveTo>
                  <a:lnTo>
                    <a:pt x="1217" y="0"/>
                  </a:lnTo>
                  <a:lnTo>
                    <a:pt x="1218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0076" name="Freeform 28">
              <a:extLst>
                <a:ext uri="{FF2B5EF4-FFF2-40B4-BE49-F238E27FC236}">
                  <a16:creationId xmlns:a16="http://schemas.microsoft.com/office/drawing/2014/main" id="{99856CA7-92AC-47F6-9F04-A383E3C03FFD}"/>
                </a:ext>
              </a:extLst>
            </p:cNvPr>
            <p:cNvSpPr>
              <a:spLocks/>
            </p:cNvSpPr>
            <p:nvPr/>
          </p:nvSpPr>
          <p:spPr bwMode="auto">
            <a:xfrm>
              <a:off x="1518" y="3251"/>
              <a:ext cx="481" cy="1"/>
            </a:xfrm>
            <a:custGeom>
              <a:avLst/>
              <a:gdLst>
                <a:gd name="T0" fmla="*/ 0 w 1923"/>
                <a:gd name="T1" fmla="*/ 1922 w 1923"/>
                <a:gd name="T2" fmla="*/ 1923 w 192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1923">
                  <a:moveTo>
                    <a:pt x="0" y="0"/>
                  </a:moveTo>
                  <a:lnTo>
                    <a:pt x="1922" y="0"/>
                  </a:lnTo>
                  <a:lnTo>
                    <a:pt x="1923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0077" name="Freeform 29">
              <a:extLst>
                <a:ext uri="{FF2B5EF4-FFF2-40B4-BE49-F238E27FC236}">
                  <a16:creationId xmlns:a16="http://schemas.microsoft.com/office/drawing/2014/main" id="{9DB50E10-FC03-4599-8D8C-0B174AED3F1B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8" y="2983"/>
              <a:ext cx="397" cy="2"/>
            </a:xfrm>
            <a:custGeom>
              <a:avLst/>
              <a:gdLst>
                <a:gd name="T0" fmla="*/ 0 w 397"/>
                <a:gd name="T1" fmla="*/ 2 h 2"/>
                <a:gd name="T2" fmla="*/ 397 w 397"/>
                <a:gd name="T3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97" h="2">
                  <a:moveTo>
                    <a:pt x="0" y="2"/>
                  </a:moveTo>
                  <a:lnTo>
                    <a:pt x="397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0078" name="Freeform 30">
              <a:extLst>
                <a:ext uri="{FF2B5EF4-FFF2-40B4-BE49-F238E27FC236}">
                  <a16:creationId xmlns:a16="http://schemas.microsoft.com/office/drawing/2014/main" id="{B580E32F-B943-414B-9DDD-FE8B29541525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9" y="2867"/>
              <a:ext cx="396" cy="72"/>
            </a:xfrm>
            <a:custGeom>
              <a:avLst/>
              <a:gdLst>
                <a:gd name="T0" fmla="*/ 0 w 396"/>
                <a:gd name="T1" fmla="*/ 72 h 72"/>
                <a:gd name="T2" fmla="*/ 396 w 396"/>
                <a:gd name="T3" fmla="*/ 0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96" h="72">
                  <a:moveTo>
                    <a:pt x="0" y="72"/>
                  </a:moveTo>
                  <a:lnTo>
                    <a:pt x="396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0079" name="Freeform 31">
              <a:extLst>
                <a:ext uri="{FF2B5EF4-FFF2-40B4-BE49-F238E27FC236}">
                  <a16:creationId xmlns:a16="http://schemas.microsoft.com/office/drawing/2014/main" id="{BEE8C878-D578-479D-B22D-4DF025D33D9B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4" y="3083"/>
              <a:ext cx="405" cy="4"/>
            </a:xfrm>
            <a:custGeom>
              <a:avLst/>
              <a:gdLst>
                <a:gd name="T0" fmla="*/ 0 w 405"/>
                <a:gd name="T1" fmla="*/ 4 h 4"/>
                <a:gd name="T2" fmla="*/ 405 w 405"/>
                <a:gd name="T3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405" h="4">
                  <a:moveTo>
                    <a:pt x="0" y="4"/>
                  </a:moveTo>
                  <a:lnTo>
                    <a:pt x="405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0080" name="Freeform 32">
              <a:extLst>
                <a:ext uri="{FF2B5EF4-FFF2-40B4-BE49-F238E27FC236}">
                  <a16:creationId xmlns:a16="http://schemas.microsoft.com/office/drawing/2014/main" id="{1E475155-D67D-4666-A721-B75729B21374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5" y="3135"/>
              <a:ext cx="400" cy="72"/>
            </a:xfrm>
            <a:custGeom>
              <a:avLst/>
              <a:gdLst>
                <a:gd name="T0" fmla="*/ 0 w 400"/>
                <a:gd name="T1" fmla="*/ 0 h 72"/>
                <a:gd name="T2" fmla="*/ 400 w 400"/>
                <a:gd name="T3" fmla="*/ 72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400" h="72">
                  <a:moveTo>
                    <a:pt x="0" y="0"/>
                  </a:moveTo>
                  <a:lnTo>
                    <a:pt x="400" y="72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0081" name="Freeform 33">
              <a:extLst>
                <a:ext uri="{FF2B5EF4-FFF2-40B4-BE49-F238E27FC236}">
                  <a16:creationId xmlns:a16="http://schemas.microsoft.com/office/drawing/2014/main" id="{CF571A3D-CA6D-45F8-B5CE-A56577C917AA}"/>
                </a:ext>
              </a:extLst>
            </p:cNvPr>
            <p:cNvSpPr>
              <a:spLocks/>
            </p:cNvSpPr>
            <p:nvPr/>
          </p:nvSpPr>
          <p:spPr bwMode="auto">
            <a:xfrm>
              <a:off x="1601" y="2821"/>
              <a:ext cx="1" cy="430"/>
            </a:xfrm>
            <a:custGeom>
              <a:avLst/>
              <a:gdLst>
                <a:gd name="T0" fmla="*/ 0 w 1"/>
                <a:gd name="T1" fmla="*/ 0 h 1719"/>
                <a:gd name="T2" fmla="*/ 0 w 1"/>
                <a:gd name="T3" fmla="*/ 1719 h 1719"/>
                <a:gd name="T4" fmla="*/ 1 w 1"/>
                <a:gd name="T5" fmla="*/ 1719 h 17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1719">
                  <a:moveTo>
                    <a:pt x="0" y="0"/>
                  </a:moveTo>
                  <a:lnTo>
                    <a:pt x="0" y="1719"/>
                  </a:lnTo>
                  <a:lnTo>
                    <a:pt x="1" y="1719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0082" name="Freeform 34">
              <a:extLst>
                <a:ext uri="{FF2B5EF4-FFF2-40B4-BE49-F238E27FC236}">
                  <a16:creationId xmlns:a16="http://schemas.microsoft.com/office/drawing/2014/main" id="{DCE77AA0-E014-45CF-A84A-1CEEE2DBB6E0}"/>
                </a:ext>
              </a:extLst>
            </p:cNvPr>
            <p:cNvSpPr>
              <a:spLocks/>
            </p:cNvSpPr>
            <p:nvPr/>
          </p:nvSpPr>
          <p:spPr bwMode="auto">
            <a:xfrm>
              <a:off x="2465" y="2888"/>
              <a:ext cx="1" cy="296"/>
            </a:xfrm>
            <a:custGeom>
              <a:avLst/>
              <a:gdLst>
                <a:gd name="T0" fmla="*/ 0 w 2"/>
                <a:gd name="T1" fmla="*/ 0 h 1187"/>
                <a:gd name="T2" fmla="*/ 0 w 2"/>
                <a:gd name="T3" fmla="*/ 1187 h 1187"/>
                <a:gd name="T4" fmla="*/ 2 w 2"/>
                <a:gd name="T5" fmla="*/ 1187 h 1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1187">
                  <a:moveTo>
                    <a:pt x="0" y="0"/>
                  </a:moveTo>
                  <a:lnTo>
                    <a:pt x="0" y="1187"/>
                  </a:lnTo>
                  <a:lnTo>
                    <a:pt x="2" y="1187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0083" name="Freeform 35">
              <a:extLst>
                <a:ext uri="{FF2B5EF4-FFF2-40B4-BE49-F238E27FC236}">
                  <a16:creationId xmlns:a16="http://schemas.microsoft.com/office/drawing/2014/main" id="{36D327D1-0C4C-46CF-BF2B-7CC3465E56EE}"/>
                </a:ext>
              </a:extLst>
            </p:cNvPr>
            <p:cNvSpPr>
              <a:spLocks/>
            </p:cNvSpPr>
            <p:nvPr/>
          </p:nvSpPr>
          <p:spPr bwMode="auto">
            <a:xfrm>
              <a:off x="2636" y="2888"/>
              <a:ext cx="1" cy="296"/>
            </a:xfrm>
            <a:custGeom>
              <a:avLst/>
              <a:gdLst>
                <a:gd name="T0" fmla="*/ 0 w 2"/>
                <a:gd name="T1" fmla="*/ 0 h 1187"/>
                <a:gd name="T2" fmla="*/ 0 w 2"/>
                <a:gd name="T3" fmla="*/ 1187 h 1187"/>
                <a:gd name="T4" fmla="*/ 2 w 2"/>
                <a:gd name="T5" fmla="*/ 1187 h 1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1187">
                  <a:moveTo>
                    <a:pt x="0" y="0"/>
                  </a:moveTo>
                  <a:lnTo>
                    <a:pt x="0" y="1187"/>
                  </a:lnTo>
                  <a:lnTo>
                    <a:pt x="2" y="1187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0084" name="Freeform 36">
              <a:extLst>
                <a:ext uri="{FF2B5EF4-FFF2-40B4-BE49-F238E27FC236}">
                  <a16:creationId xmlns:a16="http://schemas.microsoft.com/office/drawing/2014/main" id="{A1433AB1-EBE0-4933-B14A-4467C42C1EC4}"/>
                </a:ext>
              </a:extLst>
            </p:cNvPr>
            <p:cNvSpPr>
              <a:spLocks/>
            </p:cNvSpPr>
            <p:nvPr/>
          </p:nvSpPr>
          <p:spPr bwMode="auto">
            <a:xfrm>
              <a:off x="2702" y="2888"/>
              <a:ext cx="1" cy="296"/>
            </a:xfrm>
            <a:custGeom>
              <a:avLst/>
              <a:gdLst>
                <a:gd name="T0" fmla="*/ 0 w 1"/>
                <a:gd name="T1" fmla="*/ 0 h 1187"/>
                <a:gd name="T2" fmla="*/ 0 w 1"/>
                <a:gd name="T3" fmla="*/ 1187 h 1187"/>
                <a:gd name="T4" fmla="*/ 1 w 1"/>
                <a:gd name="T5" fmla="*/ 1187 h 1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1187">
                  <a:moveTo>
                    <a:pt x="0" y="0"/>
                  </a:moveTo>
                  <a:lnTo>
                    <a:pt x="0" y="1187"/>
                  </a:lnTo>
                  <a:lnTo>
                    <a:pt x="1" y="1187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0085" name="Freeform 37">
              <a:extLst>
                <a:ext uri="{FF2B5EF4-FFF2-40B4-BE49-F238E27FC236}">
                  <a16:creationId xmlns:a16="http://schemas.microsoft.com/office/drawing/2014/main" id="{44C3929C-D3DF-4906-840C-58F2807D22B0}"/>
                </a:ext>
              </a:extLst>
            </p:cNvPr>
            <p:cNvSpPr>
              <a:spLocks/>
            </p:cNvSpPr>
            <p:nvPr/>
          </p:nvSpPr>
          <p:spPr bwMode="auto">
            <a:xfrm>
              <a:off x="2398" y="3184"/>
              <a:ext cx="304" cy="1"/>
            </a:xfrm>
            <a:custGeom>
              <a:avLst/>
              <a:gdLst>
                <a:gd name="T0" fmla="*/ 1216 w 1216"/>
                <a:gd name="T1" fmla="*/ 0 w 1216"/>
                <a:gd name="T2" fmla="*/ 1 w 121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1216">
                  <a:moveTo>
                    <a:pt x="1216" y="0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0086" name="Freeform 38">
              <a:extLst>
                <a:ext uri="{FF2B5EF4-FFF2-40B4-BE49-F238E27FC236}">
                  <a16:creationId xmlns:a16="http://schemas.microsoft.com/office/drawing/2014/main" id="{ABF7F673-9F83-4E0A-AA2C-413EDFA2FA7B}"/>
                </a:ext>
              </a:extLst>
            </p:cNvPr>
            <p:cNvSpPr>
              <a:spLocks/>
            </p:cNvSpPr>
            <p:nvPr/>
          </p:nvSpPr>
          <p:spPr bwMode="auto">
            <a:xfrm>
              <a:off x="2398" y="2888"/>
              <a:ext cx="304" cy="1"/>
            </a:xfrm>
            <a:custGeom>
              <a:avLst/>
              <a:gdLst>
                <a:gd name="T0" fmla="*/ 1216 w 1216"/>
                <a:gd name="T1" fmla="*/ 0 w 1216"/>
                <a:gd name="T2" fmla="*/ 1 w 121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1216">
                  <a:moveTo>
                    <a:pt x="1216" y="0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0087" name="Freeform 39">
              <a:extLst>
                <a:ext uri="{FF2B5EF4-FFF2-40B4-BE49-F238E27FC236}">
                  <a16:creationId xmlns:a16="http://schemas.microsoft.com/office/drawing/2014/main" id="{2822410C-40F0-4515-B5FD-3FC9D775C494}"/>
                </a:ext>
              </a:extLst>
            </p:cNvPr>
            <p:cNvSpPr>
              <a:spLocks/>
            </p:cNvSpPr>
            <p:nvPr/>
          </p:nvSpPr>
          <p:spPr bwMode="auto">
            <a:xfrm>
              <a:off x="1999" y="2985"/>
              <a:ext cx="403" cy="2"/>
            </a:xfrm>
            <a:custGeom>
              <a:avLst/>
              <a:gdLst>
                <a:gd name="T0" fmla="*/ 403 w 403"/>
                <a:gd name="T1" fmla="*/ 0 h 2"/>
                <a:gd name="T2" fmla="*/ 0 w 403"/>
                <a:gd name="T3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403" h="2">
                  <a:moveTo>
                    <a:pt x="403" y="0"/>
                  </a:moveTo>
                  <a:lnTo>
                    <a:pt x="0" y="2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0088" name="Freeform 40">
              <a:extLst>
                <a:ext uri="{FF2B5EF4-FFF2-40B4-BE49-F238E27FC236}">
                  <a16:creationId xmlns:a16="http://schemas.microsoft.com/office/drawing/2014/main" id="{233433A3-FC37-44EB-809C-79635BAB869A}"/>
                </a:ext>
              </a:extLst>
            </p:cNvPr>
            <p:cNvSpPr>
              <a:spLocks/>
            </p:cNvSpPr>
            <p:nvPr/>
          </p:nvSpPr>
          <p:spPr bwMode="auto">
            <a:xfrm>
              <a:off x="2003" y="2871"/>
              <a:ext cx="392" cy="64"/>
            </a:xfrm>
            <a:custGeom>
              <a:avLst/>
              <a:gdLst>
                <a:gd name="T0" fmla="*/ 392 w 392"/>
                <a:gd name="T1" fmla="*/ 64 h 64"/>
                <a:gd name="T2" fmla="*/ 0 w 392"/>
                <a:gd name="T3" fmla="*/ 0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92" h="64">
                  <a:moveTo>
                    <a:pt x="392" y="64"/>
                  </a:moveTo>
                  <a:lnTo>
                    <a:pt x="0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0089" name="Freeform 41">
              <a:extLst>
                <a:ext uri="{FF2B5EF4-FFF2-40B4-BE49-F238E27FC236}">
                  <a16:creationId xmlns:a16="http://schemas.microsoft.com/office/drawing/2014/main" id="{48B05803-7163-40A0-B1DD-064E94EC6BC5}"/>
                </a:ext>
              </a:extLst>
            </p:cNvPr>
            <p:cNvSpPr>
              <a:spLocks/>
            </p:cNvSpPr>
            <p:nvPr/>
          </p:nvSpPr>
          <p:spPr bwMode="auto">
            <a:xfrm>
              <a:off x="1995" y="3139"/>
              <a:ext cx="404" cy="64"/>
            </a:xfrm>
            <a:custGeom>
              <a:avLst/>
              <a:gdLst>
                <a:gd name="T0" fmla="*/ 404 w 404"/>
                <a:gd name="T1" fmla="*/ 0 h 64"/>
                <a:gd name="T2" fmla="*/ 0 w 404"/>
                <a:gd name="T3" fmla="*/ 64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404" h="64">
                  <a:moveTo>
                    <a:pt x="404" y="0"/>
                  </a:moveTo>
                  <a:lnTo>
                    <a:pt x="0" y="64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0090" name="Freeform 42">
              <a:extLst>
                <a:ext uri="{FF2B5EF4-FFF2-40B4-BE49-F238E27FC236}">
                  <a16:creationId xmlns:a16="http://schemas.microsoft.com/office/drawing/2014/main" id="{6F86BEA7-750F-49C8-B55E-51A2B50BBBFD}"/>
                </a:ext>
              </a:extLst>
            </p:cNvPr>
            <p:cNvSpPr>
              <a:spLocks/>
            </p:cNvSpPr>
            <p:nvPr/>
          </p:nvSpPr>
          <p:spPr bwMode="auto">
            <a:xfrm>
              <a:off x="1991" y="3087"/>
              <a:ext cx="404" cy="4"/>
            </a:xfrm>
            <a:custGeom>
              <a:avLst/>
              <a:gdLst>
                <a:gd name="T0" fmla="*/ 404 w 404"/>
                <a:gd name="T1" fmla="*/ 0 h 4"/>
                <a:gd name="T2" fmla="*/ 0 w 404"/>
                <a:gd name="T3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404" h="4">
                  <a:moveTo>
                    <a:pt x="404" y="0"/>
                  </a:moveTo>
                  <a:lnTo>
                    <a:pt x="0" y="4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0091" name="Freeform 43">
              <a:extLst>
                <a:ext uri="{FF2B5EF4-FFF2-40B4-BE49-F238E27FC236}">
                  <a16:creationId xmlns:a16="http://schemas.microsoft.com/office/drawing/2014/main" id="{FF95B0F7-924C-4BEC-A1D9-69758FD63F94}"/>
                </a:ext>
              </a:extLst>
            </p:cNvPr>
            <p:cNvSpPr>
              <a:spLocks/>
            </p:cNvSpPr>
            <p:nvPr/>
          </p:nvSpPr>
          <p:spPr bwMode="auto">
            <a:xfrm>
              <a:off x="1918" y="2821"/>
              <a:ext cx="1" cy="430"/>
            </a:xfrm>
            <a:custGeom>
              <a:avLst/>
              <a:gdLst>
                <a:gd name="T0" fmla="*/ 0 w 2"/>
                <a:gd name="T1" fmla="*/ 0 h 1719"/>
                <a:gd name="T2" fmla="*/ 0 w 2"/>
                <a:gd name="T3" fmla="*/ 1719 h 1719"/>
                <a:gd name="T4" fmla="*/ 2 w 2"/>
                <a:gd name="T5" fmla="*/ 1719 h 17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1719">
                  <a:moveTo>
                    <a:pt x="0" y="0"/>
                  </a:moveTo>
                  <a:lnTo>
                    <a:pt x="0" y="1719"/>
                  </a:lnTo>
                  <a:lnTo>
                    <a:pt x="2" y="1719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0092" name="Freeform 44">
              <a:extLst>
                <a:ext uri="{FF2B5EF4-FFF2-40B4-BE49-F238E27FC236}">
                  <a16:creationId xmlns:a16="http://schemas.microsoft.com/office/drawing/2014/main" id="{ED052383-5A10-42AF-AB50-9AF7B30461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877" y="2369"/>
              <a:ext cx="48" cy="48"/>
            </a:xfrm>
            <a:custGeom>
              <a:avLst/>
              <a:gdLst>
                <a:gd name="T0" fmla="*/ 0 w 194"/>
                <a:gd name="T1" fmla="*/ 0 h 193"/>
                <a:gd name="T2" fmla="*/ 193 w 194"/>
                <a:gd name="T3" fmla="*/ 193 h 193"/>
                <a:gd name="T4" fmla="*/ 194 w 194"/>
                <a:gd name="T5" fmla="*/ 193 h 1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4" h="193">
                  <a:moveTo>
                    <a:pt x="0" y="0"/>
                  </a:moveTo>
                  <a:lnTo>
                    <a:pt x="193" y="193"/>
                  </a:lnTo>
                  <a:lnTo>
                    <a:pt x="194" y="193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0093" name="Freeform 45">
              <a:extLst>
                <a:ext uri="{FF2B5EF4-FFF2-40B4-BE49-F238E27FC236}">
                  <a16:creationId xmlns:a16="http://schemas.microsoft.com/office/drawing/2014/main" id="{2884DDC2-BB6C-40AA-B1C0-C6B3D4C0EFB5}"/>
                </a:ext>
              </a:extLst>
            </p:cNvPr>
            <p:cNvSpPr>
              <a:spLocks/>
            </p:cNvSpPr>
            <p:nvPr/>
          </p:nvSpPr>
          <p:spPr bwMode="auto">
            <a:xfrm>
              <a:off x="1835" y="2411"/>
              <a:ext cx="48" cy="48"/>
            </a:xfrm>
            <a:custGeom>
              <a:avLst/>
              <a:gdLst>
                <a:gd name="T0" fmla="*/ 0 w 194"/>
                <a:gd name="T1" fmla="*/ 0 h 192"/>
                <a:gd name="T2" fmla="*/ 192 w 194"/>
                <a:gd name="T3" fmla="*/ 192 h 192"/>
                <a:gd name="T4" fmla="*/ 194 w 194"/>
                <a:gd name="T5" fmla="*/ 192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4" h="192">
                  <a:moveTo>
                    <a:pt x="0" y="0"/>
                  </a:moveTo>
                  <a:lnTo>
                    <a:pt x="192" y="192"/>
                  </a:lnTo>
                  <a:lnTo>
                    <a:pt x="194" y="192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0094" name="Freeform 46">
              <a:extLst>
                <a:ext uri="{FF2B5EF4-FFF2-40B4-BE49-F238E27FC236}">
                  <a16:creationId xmlns:a16="http://schemas.microsoft.com/office/drawing/2014/main" id="{FB68AE8B-0121-4D4E-970B-7EF3C731DA25}"/>
                </a:ext>
              </a:extLst>
            </p:cNvPr>
            <p:cNvSpPr>
              <a:spLocks/>
            </p:cNvSpPr>
            <p:nvPr/>
          </p:nvSpPr>
          <p:spPr bwMode="auto">
            <a:xfrm>
              <a:off x="1883" y="2417"/>
              <a:ext cx="42" cy="42"/>
            </a:xfrm>
            <a:custGeom>
              <a:avLst/>
              <a:gdLst>
                <a:gd name="T0" fmla="*/ 0 w 170"/>
                <a:gd name="T1" fmla="*/ 168 h 168"/>
                <a:gd name="T2" fmla="*/ 169 w 170"/>
                <a:gd name="T3" fmla="*/ 0 h 168"/>
                <a:gd name="T4" fmla="*/ 170 w 170"/>
                <a:gd name="T5" fmla="*/ 0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0" h="168">
                  <a:moveTo>
                    <a:pt x="0" y="168"/>
                  </a:moveTo>
                  <a:lnTo>
                    <a:pt x="169" y="0"/>
                  </a:lnTo>
                  <a:lnTo>
                    <a:pt x="170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0095" name="Freeform 47">
              <a:extLst>
                <a:ext uri="{FF2B5EF4-FFF2-40B4-BE49-F238E27FC236}">
                  <a16:creationId xmlns:a16="http://schemas.microsoft.com/office/drawing/2014/main" id="{413925B0-5D85-4589-BE52-B8BF1CC3EED7}"/>
                </a:ext>
              </a:extLst>
            </p:cNvPr>
            <p:cNvSpPr>
              <a:spLocks/>
            </p:cNvSpPr>
            <p:nvPr/>
          </p:nvSpPr>
          <p:spPr bwMode="auto">
            <a:xfrm>
              <a:off x="1883" y="2459"/>
              <a:ext cx="1" cy="40"/>
            </a:xfrm>
            <a:custGeom>
              <a:avLst/>
              <a:gdLst>
                <a:gd name="T0" fmla="*/ 0 w 2"/>
                <a:gd name="T1" fmla="*/ 0 h 157"/>
                <a:gd name="T2" fmla="*/ 0 w 2"/>
                <a:gd name="T3" fmla="*/ 157 h 157"/>
                <a:gd name="T4" fmla="*/ 2 w 2"/>
                <a:gd name="T5" fmla="*/ 157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157">
                  <a:moveTo>
                    <a:pt x="0" y="0"/>
                  </a:moveTo>
                  <a:lnTo>
                    <a:pt x="0" y="157"/>
                  </a:lnTo>
                  <a:lnTo>
                    <a:pt x="2" y="157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0096" name="Freeform 48">
              <a:extLst>
                <a:ext uri="{FF2B5EF4-FFF2-40B4-BE49-F238E27FC236}">
                  <a16:creationId xmlns:a16="http://schemas.microsoft.com/office/drawing/2014/main" id="{43599AE0-E7FB-489C-A1CA-7E03999E8DE1}"/>
                </a:ext>
              </a:extLst>
            </p:cNvPr>
            <p:cNvSpPr>
              <a:spLocks/>
            </p:cNvSpPr>
            <p:nvPr/>
          </p:nvSpPr>
          <p:spPr bwMode="auto">
            <a:xfrm>
              <a:off x="1925" y="2417"/>
              <a:ext cx="39" cy="1"/>
            </a:xfrm>
            <a:custGeom>
              <a:avLst/>
              <a:gdLst>
                <a:gd name="T0" fmla="*/ 0 w 159"/>
                <a:gd name="T1" fmla="*/ 157 w 159"/>
                <a:gd name="T2" fmla="*/ 159 w 159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159">
                  <a:moveTo>
                    <a:pt x="0" y="0"/>
                  </a:moveTo>
                  <a:lnTo>
                    <a:pt x="157" y="0"/>
                  </a:lnTo>
                  <a:lnTo>
                    <a:pt x="159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0097" name="Freeform 49">
              <a:extLst>
                <a:ext uri="{FF2B5EF4-FFF2-40B4-BE49-F238E27FC236}">
                  <a16:creationId xmlns:a16="http://schemas.microsoft.com/office/drawing/2014/main" id="{CB6283A6-C7A3-4F24-B9FA-EE04D06350D7}"/>
                </a:ext>
              </a:extLst>
            </p:cNvPr>
            <p:cNvSpPr>
              <a:spLocks/>
            </p:cNvSpPr>
            <p:nvPr/>
          </p:nvSpPr>
          <p:spPr bwMode="auto">
            <a:xfrm>
              <a:off x="1839" y="3006"/>
              <a:ext cx="38" cy="60"/>
            </a:xfrm>
            <a:custGeom>
              <a:avLst/>
              <a:gdLst>
                <a:gd name="T0" fmla="*/ 75 w 149"/>
                <a:gd name="T1" fmla="*/ 238 h 238"/>
                <a:gd name="T2" fmla="*/ 89 w 149"/>
                <a:gd name="T3" fmla="*/ 236 h 238"/>
                <a:gd name="T4" fmla="*/ 103 w 149"/>
                <a:gd name="T5" fmla="*/ 229 h 238"/>
                <a:gd name="T6" fmla="*/ 115 w 149"/>
                <a:gd name="T7" fmla="*/ 219 h 238"/>
                <a:gd name="T8" fmla="*/ 127 w 149"/>
                <a:gd name="T9" fmla="*/ 205 h 238"/>
                <a:gd name="T10" fmla="*/ 136 w 149"/>
                <a:gd name="T11" fmla="*/ 188 h 238"/>
                <a:gd name="T12" fmla="*/ 143 w 149"/>
                <a:gd name="T13" fmla="*/ 168 h 238"/>
                <a:gd name="T14" fmla="*/ 147 w 149"/>
                <a:gd name="T15" fmla="*/ 147 h 238"/>
                <a:gd name="T16" fmla="*/ 149 w 149"/>
                <a:gd name="T17" fmla="*/ 125 h 238"/>
                <a:gd name="T18" fmla="*/ 148 w 149"/>
                <a:gd name="T19" fmla="*/ 102 h 238"/>
                <a:gd name="T20" fmla="*/ 145 w 149"/>
                <a:gd name="T21" fmla="*/ 80 h 238"/>
                <a:gd name="T22" fmla="*/ 139 w 149"/>
                <a:gd name="T23" fmla="*/ 60 h 238"/>
                <a:gd name="T24" fmla="*/ 131 w 149"/>
                <a:gd name="T25" fmla="*/ 41 h 238"/>
                <a:gd name="T26" fmla="*/ 121 w 149"/>
                <a:gd name="T27" fmla="*/ 25 h 238"/>
                <a:gd name="T28" fmla="*/ 109 w 149"/>
                <a:gd name="T29" fmla="*/ 13 h 238"/>
                <a:gd name="T30" fmla="*/ 96 w 149"/>
                <a:gd name="T31" fmla="*/ 5 h 238"/>
                <a:gd name="T32" fmla="*/ 82 w 149"/>
                <a:gd name="T33" fmla="*/ 0 h 238"/>
                <a:gd name="T34" fmla="*/ 67 w 149"/>
                <a:gd name="T35" fmla="*/ 0 h 238"/>
                <a:gd name="T36" fmla="*/ 53 w 149"/>
                <a:gd name="T37" fmla="*/ 5 h 238"/>
                <a:gd name="T38" fmla="*/ 41 w 149"/>
                <a:gd name="T39" fmla="*/ 13 h 238"/>
                <a:gd name="T40" fmla="*/ 28 w 149"/>
                <a:gd name="T41" fmla="*/ 25 h 238"/>
                <a:gd name="T42" fmla="*/ 18 w 149"/>
                <a:gd name="T43" fmla="*/ 41 h 238"/>
                <a:gd name="T44" fmla="*/ 10 w 149"/>
                <a:gd name="T45" fmla="*/ 60 h 238"/>
                <a:gd name="T46" fmla="*/ 4 w 149"/>
                <a:gd name="T47" fmla="*/ 80 h 238"/>
                <a:gd name="T48" fmla="*/ 1 w 149"/>
                <a:gd name="T49" fmla="*/ 102 h 238"/>
                <a:gd name="T50" fmla="*/ 0 w 149"/>
                <a:gd name="T51" fmla="*/ 125 h 238"/>
                <a:gd name="T52" fmla="*/ 2 w 149"/>
                <a:gd name="T53" fmla="*/ 147 h 238"/>
                <a:gd name="T54" fmla="*/ 6 w 149"/>
                <a:gd name="T55" fmla="*/ 168 h 238"/>
                <a:gd name="T56" fmla="*/ 13 w 149"/>
                <a:gd name="T57" fmla="*/ 188 h 238"/>
                <a:gd name="T58" fmla="*/ 22 w 149"/>
                <a:gd name="T59" fmla="*/ 205 h 238"/>
                <a:gd name="T60" fmla="*/ 34 w 149"/>
                <a:gd name="T61" fmla="*/ 219 h 238"/>
                <a:gd name="T62" fmla="*/ 46 w 149"/>
                <a:gd name="T63" fmla="*/ 229 h 238"/>
                <a:gd name="T64" fmla="*/ 60 w 149"/>
                <a:gd name="T65" fmla="*/ 236 h 238"/>
                <a:gd name="T66" fmla="*/ 75 w 149"/>
                <a:gd name="T67" fmla="*/ 238 h 238"/>
                <a:gd name="T68" fmla="*/ 76 w 149"/>
                <a:gd name="T69" fmla="*/ 238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49" h="238">
                  <a:moveTo>
                    <a:pt x="75" y="238"/>
                  </a:moveTo>
                  <a:lnTo>
                    <a:pt x="89" y="236"/>
                  </a:lnTo>
                  <a:lnTo>
                    <a:pt x="103" y="229"/>
                  </a:lnTo>
                  <a:lnTo>
                    <a:pt x="115" y="219"/>
                  </a:lnTo>
                  <a:lnTo>
                    <a:pt x="127" y="205"/>
                  </a:lnTo>
                  <a:lnTo>
                    <a:pt x="136" y="188"/>
                  </a:lnTo>
                  <a:lnTo>
                    <a:pt x="143" y="168"/>
                  </a:lnTo>
                  <a:lnTo>
                    <a:pt x="147" y="147"/>
                  </a:lnTo>
                  <a:lnTo>
                    <a:pt x="149" y="125"/>
                  </a:lnTo>
                  <a:lnTo>
                    <a:pt x="148" y="102"/>
                  </a:lnTo>
                  <a:lnTo>
                    <a:pt x="145" y="80"/>
                  </a:lnTo>
                  <a:lnTo>
                    <a:pt x="139" y="60"/>
                  </a:lnTo>
                  <a:lnTo>
                    <a:pt x="131" y="41"/>
                  </a:lnTo>
                  <a:lnTo>
                    <a:pt x="121" y="25"/>
                  </a:lnTo>
                  <a:lnTo>
                    <a:pt x="109" y="13"/>
                  </a:lnTo>
                  <a:lnTo>
                    <a:pt x="96" y="5"/>
                  </a:lnTo>
                  <a:lnTo>
                    <a:pt x="82" y="0"/>
                  </a:lnTo>
                  <a:lnTo>
                    <a:pt x="67" y="0"/>
                  </a:lnTo>
                  <a:lnTo>
                    <a:pt x="53" y="5"/>
                  </a:lnTo>
                  <a:lnTo>
                    <a:pt x="41" y="13"/>
                  </a:lnTo>
                  <a:lnTo>
                    <a:pt x="28" y="25"/>
                  </a:lnTo>
                  <a:lnTo>
                    <a:pt x="18" y="41"/>
                  </a:lnTo>
                  <a:lnTo>
                    <a:pt x="10" y="60"/>
                  </a:lnTo>
                  <a:lnTo>
                    <a:pt x="4" y="80"/>
                  </a:lnTo>
                  <a:lnTo>
                    <a:pt x="1" y="102"/>
                  </a:lnTo>
                  <a:lnTo>
                    <a:pt x="0" y="125"/>
                  </a:lnTo>
                  <a:lnTo>
                    <a:pt x="2" y="147"/>
                  </a:lnTo>
                  <a:lnTo>
                    <a:pt x="6" y="168"/>
                  </a:lnTo>
                  <a:lnTo>
                    <a:pt x="13" y="188"/>
                  </a:lnTo>
                  <a:lnTo>
                    <a:pt x="22" y="205"/>
                  </a:lnTo>
                  <a:lnTo>
                    <a:pt x="34" y="219"/>
                  </a:lnTo>
                  <a:lnTo>
                    <a:pt x="46" y="229"/>
                  </a:lnTo>
                  <a:lnTo>
                    <a:pt x="60" y="236"/>
                  </a:lnTo>
                  <a:lnTo>
                    <a:pt x="75" y="238"/>
                  </a:lnTo>
                  <a:lnTo>
                    <a:pt x="76" y="238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0098" name="Freeform 50">
              <a:extLst>
                <a:ext uri="{FF2B5EF4-FFF2-40B4-BE49-F238E27FC236}">
                  <a16:creationId xmlns:a16="http://schemas.microsoft.com/office/drawing/2014/main" id="{691CE8CE-C8BA-4272-871E-3403C8874E61}"/>
                </a:ext>
              </a:extLst>
            </p:cNvPr>
            <p:cNvSpPr>
              <a:spLocks/>
            </p:cNvSpPr>
            <p:nvPr/>
          </p:nvSpPr>
          <p:spPr bwMode="auto">
            <a:xfrm>
              <a:off x="1858" y="2971"/>
              <a:ext cx="1" cy="131"/>
            </a:xfrm>
            <a:custGeom>
              <a:avLst/>
              <a:gdLst>
                <a:gd name="T0" fmla="*/ 0 w 1"/>
                <a:gd name="T1" fmla="*/ 0 h 522"/>
                <a:gd name="T2" fmla="*/ 0 w 1"/>
                <a:gd name="T3" fmla="*/ 522 h 522"/>
                <a:gd name="T4" fmla="*/ 1 w 1"/>
                <a:gd name="T5" fmla="*/ 522 h 5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522">
                  <a:moveTo>
                    <a:pt x="0" y="0"/>
                  </a:moveTo>
                  <a:lnTo>
                    <a:pt x="0" y="522"/>
                  </a:lnTo>
                  <a:lnTo>
                    <a:pt x="1" y="522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0099" name="Freeform 51">
              <a:extLst>
                <a:ext uri="{FF2B5EF4-FFF2-40B4-BE49-F238E27FC236}">
                  <a16:creationId xmlns:a16="http://schemas.microsoft.com/office/drawing/2014/main" id="{26E9BAF9-2F55-41BE-9F92-1C8DCEF5CCCE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8" y="2761"/>
              <a:ext cx="1" cy="242"/>
            </a:xfrm>
            <a:custGeom>
              <a:avLst/>
              <a:gdLst>
                <a:gd name="T0" fmla="*/ 0 w 1"/>
                <a:gd name="T1" fmla="*/ 0 h 968"/>
                <a:gd name="T2" fmla="*/ 0 w 1"/>
                <a:gd name="T3" fmla="*/ 968 h 968"/>
                <a:gd name="T4" fmla="*/ 1 w 1"/>
                <a:gd name="T5" fmla="*/ 968 h 9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968">
                  <a:moveTo>
                    <a:pt x="0" y="0"/>
                  </a:moveTo>
                  <a:lnTo>
                    <a:pt x="0" y="968"/>
                  </a:lnTo>
                  <a:lnTo>
                    <a:pt x="1" y="968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0100" name="Freeform 52">
              <a:extLst>
                <a:ext uri="{FF2B5EF4-FFF2-40B4-BE49-F238E27FC236}">
                  <a16:creationId xmlns:a16="http://schemas.microsoft.com/office/drawing/2014/main" id="{D27C5510-1829-4F44-A727-70D3F6CED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967" y="2824"/>
              <a:ext cx="1" cy="164"/>
            </a:xfrm>
            <a:custGeom>
              <a:avLst/>
              <a:gdLst>
                <a:gd name="T0" fmla="*/ 0 w 2"/>
                <a:gd name="T1" fmla="*/ 0 h 653"/>
                <a:gd name="T2" fmla="*/ 0 w 2"/>
                <a:gd name="T3" fmla="*/ 653 h 653"/>
                <a:gd name="T4" fmla="*/ 2 w 2"/>
                <a:gd name="T5" fmla="*/ 653 h 6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653">
                  <a:moveTo>
                    <a:pt x="0" y="0"/>
                  </a:moveTo>
                  <a:lnTo>
                    <a:pt x="0" y="653"/>
                  </a:lnTo>
                  <a:lnTo>
                    <a:pt x="2" y="653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0101" name="Freeform 53">
              <a:extLst>
                <a:ext uri="{FF2B5EF4-FFF2-40B4-BE49-F238E27FC236}">
                  <a16:creationId xmlns:a16="http://schemas.microsoft.com/office/drawing/2014/main" id="{B7BA01BE-40E1-4377-8A41-DFA182775886}"/>
                </a:ext>
              </a:extLst>
            </p:cNvPr>
            <p:cNvSpPr>
              <a:spLocks/>
            </p:cNvSpPr>
            <p:nvPr/>
          </p:nvSpPr>
          <p:spPr bwMode="auto">
            <a:xfrm>
              <a:off x="1806" y="3036"/>
              <a:ext cx="99" cy="1"/>
            </a:xfrm>
            <a:custGeom>
              <a:avLst/>
              <a:gdLst>
                <a:gd name="T0" fmla="*/ 0 w 397"/>
                <a:gd name="T1" fmla="*/ 396 w 397"/>
                <a:gd name="T2" fmla="*/ 397 w 397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397">
                  <a:moveTo>
                    <a:pt x="0" y="0"/>
                  </a:moveTo>
                  <a:lnTo>
                    <a:pt x="396" y="0"/>
                  </a:lnTo>
                  <a:lnTo>
                    <a:pt x="397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0102" name="Freeform 54">
              <a:extLst>
                <a:ext uri="{FF2B5EF4-FFF2-40B4-BE49-F238E27FC236}">
                  <a16:creationId xmlns:a16="http://schemas.microsoft.com/office/drawing/2014/main" id="{FED49560-F209-49B0-BC40-A9750832A165}"/>
                </a:ext>
              </a:extLst>
            </p:cNvPr>
            <p:cNvSpPr>
              <a:spLocks/>
            </p:cNvSpPr>
            <p:nvPr/>
          </p:nvSpPr>
          <p:spPr bwMode="auto">
            <a:xfrm>
              <a:off x="2550" y="2821"/>
              <a:ext cx="1" cy="163"/>
            </a:xfrm>
            <a:custGeom>
              <a:avLst/>
              <a:gdLst>
                <a:gd name="T0" fmla="*/ 0 w 2"/>
                <a:gd name="T1" fmla="*/ 0 h 653"/>
                <a:gd name="T2" fmla="*/ 0 w 2"/>
                <a:gd name="T3" fmla="*/ 653 h 653"/>
                <a:gd name="T4" fmla="*/ 2 w 2"/>
                <a:gd name="T5" fmla="*/ 653 h 6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653">
                  <a:moveTo>
                    <a:pt x="0" y="0"/>
                  </a:moveTo>
                  <a:lnTo>
                    <a:pt x="0" y="653"/>
                  </a:lnTo>
                  <a:lnTo>
                    <a:pt x="2" y="653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0103" name="Freeform 55">
              <a:extLst>
                <a:ext uri="{FF2B5EF4-FFF2-40B4-BE49-F238E27FC236}">
                  <a16:creationId xmlns:a16="http://schemas.microsoft.com/office/drawing/2014/main" id="{C53FB667-13D9-4B68-8713-348EFB9F2CCF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8" y="2022"/>
              <a:ext cx="1" cy="321"/>
            </a:xfrm>
            <a:custGeom>
              <a:avLst/>
              <a:gdLst>
                <a:gd name="T0" fmla="*/ 0 w 1"/>
                <a:gd name="T1" fmla="*/ 0 h 1286"/>
                <a:gd name="T2" fmla="*/ 0 w 1"/>
                <a:gd name="T3" fmla="*/ 1286 h 1286"/>
                <a:gd name="T4" fmla="*/ 1 w 1"/>
                <a:gd name="T5" fmla="*/ 1286 h 12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1286">
                  <a:moveTo>
                    <a:pt x="0" y="0"/>
                  </a:moveTo>
                  <a:lnTo>
                    <a:pt x="0" y="1286"/>
                  </a:lnTo>
                  <a:lnTo>
                    <a:pt x="1" y="1286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0104" name="Freeform 56">
              <a:extLst>
                <a:ext uri="{FF2B5EF4-FFF2-40B4-BE49-F238E27FC236}">
                  <a16:creationId xmlns:a16="http://schemas.microsoft.com/office/drawing/2014/main" id="{87DEA379-FED6-4E0D-92AD-9AC1F66BD034}"/>
                </a:ext>
              </a:extLst>
            </p:cNvPr>
            <p:cNvSpPr>
              <a:spLocks/>
            </p:cNvSpPr>
            <p:nvPr/>
          </p:nvSpPr>
          <p:spPr bwMode="auto">
            <a:xfrm>
              <a:off x="1895" y="2326"/>
              <a:ext cx="80" cy="71"/>
            </a:xfrm>
            <a:custGeom>
              <a:avLst/>
              <a:gdLst>
                <a:gd name="T0" fmla="*/ 0 w 321"/>
                <a:gd name="T1" fmla="*/ 0 h 287"/>
                <a:gd name="T2" fmla="*/ 129 w 321"/>
                <a:gd name="T3" fmla="*/ 179 h 287"/>
                <a:gd name="T4" fmla="*/ 246 w 321"/>
                <a:gd name="T5" fmla="*/ 207 h 287"/>
                <a:gd name="T6" fmla="*/ 320 w 321"/>
                <a:gd name="T7" fmla="*/ 287 h 287"/>
                <a:gd name="T8" fmla="*/ 321 w 321"/>
                <a:gd name="T9" fmla="*/ 287 h 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1" h="287">
                  <a:moveTo>
                    <a:pt x="0" y="0"/>
                  </a:moveTo>
                  <a:lnTo>
                    <a:pt x="129" y="179"/>
                  </a:lnTo>
                  <a:lnTo>
                    <a:pt x="246" y="207"/>
                  </a:lnTo>
                  <a:lnTo>
                    <a:pt x="320" y="287"/>
                  </a:lnTo>
                  <a:lnTo>
                    <a:pt x="321" y="287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0105" name="Freeform 57">
              <a:extLst>
                <a:ext uri="{FF2B5EF4-FFF2-40B4-BE49-F238E27FC236}">
                  <a16:creationId xmlns:a16="http://schemas.microsoft.com/office/drawing/2014/main" id="{77B3DAF0-16D7-41A1-92B4-F1881DAD9F7A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5" y="2433"/>
              <a:ext cx="100" cy="80"/>
            </a:xfrm>
            <a:custGeom>
              <a:avLst/>
              <a:gdLst>
                <a:gd name="T0" fmla="*/ 0 w 403"/>
                <a:gd name="T1" fmla="*/ 0 h 321"/>
                <a:gd name="T2" fmla="*/ 222 w 403"/>
                <a:gd name="T3" fmla="*/ 156 h 321"/>
                <a:gd name="T4" fmla="*/ 284 w 403"/>
                <a:gd name="T5" fmla="*/ 268 h 321"/>
                <a:gd name="T6" fmla="*/ 402 w 403"/>
                <a:gd name="T7" fmla="*/ 321 h 321"/>
                <a:gd name="T8" fmla="*/ 403 w 403"/>
                <a:gd name="T9" fmla="*/ 321 h 3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3" h="321">
                  <a:moveTo>
                    <a:pt x="0" y="0"/>
                  </a:moveTo>
                  <a:lnTo>
                    <a:pt x="222" y="156"/>
                  </a:lnTo>
                  <a:lnTo>
                    <a:pt x="284" y="268"/>
                  </a:lnTo>
                  <a:lnTo>
                    <a:pt x="402" y="321"/>
                  </a:lnTo>
                  <a:lnTo>
                    <a:pt x="403" y="321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0106" name="Freeform 58">
              <a:extLst>
                <a:ext uri="{FF2B5EF4-FFF2-40B4-BE49-F238E27FC236}">
                  <a16:creationId xmlns:a16="http://schemas.microsoft.com/office/drawing/2014/main" id="{C02FB77C-921B-436E-870D-6C381C817975}"/>
                </a:ext>
              </a:extLst>
            </p:cNvPr>
            <p:cNvSpPr>
              <a:spLocks/>
            </p:cNvSpPr>
            <p:nvPr/>
          </p:nvSpPr>
          <p:spPr bwMode="auto">
            <a:xfrm>
              <a:off x="1779" y="2429"/>
              <a:ext cx="14" cy="24"/>
            </a:xfrm>
            <a:custGeom>
              <a:avLst/>
              <a:gdLst>
                <a:gd name="T0" fmla="*/ 0 w 57"/>
                <a:gd name="T1" fmla="*/ 96 h 96"/>
                <a:gd name="T2" fmla="*/ 56 w 57"/>
                <a:gd name="T3" fmla="*/ 0 h 96"/>
                <a:gd name="T4" fmla="*/ 57 w 57"/>
                <a:gd name="T5" fmla="*/ 0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7" h="96">
                  <a:moveTo>
                    <a:pt x="0" y="96"/>
                  </a:moveTo>
                  <a:lnTo>
                    <a:pt x="56" y="0"/>
                  </a:lnTo>
                  <a:lnTo>
                    <a:pt x="57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0107" name="Freeform 59">
              <a:extLst>
                <a:ext uri="{FF2B5EF4-FFF2-40B4-BE49-F238E27FC236}">
                  <a16:creationId xmlns:a16="http://schemas.microsoft.com/office/drawing/2014/main" id="{BC8C3EFC-CDC6-4AB4-AAEB-07647516528C}"/>
                </a:ext>
              </a:extLst>
            </p:cNvPr>
            <p:cNvSpPr>
              <a:spLocks/>
            </p:cNvSpPr>
            <p:nvPr/>
          </p:nvSpPr>
          <p:spPr bwMode="auto">
            <a:xfrm>
              <a:off x="1831" y="2442"/>
              <a:ext cx="34" cy="59"/>
            </a:xfrm>
            <a:custGeom>
              <a:avLst/>
              <a:gdLst>
                <a:gd name="T0" fmla="*/ 0 w 138"/>
                <a:gd name="T1" fmla="*/ 236 h 236"/>
                <a:gd name="T2" fmla="*/ 137 w 138"/>
                <a:gd name="T3" fmla="*/ 0 h 236"/>
                <a:gd name="T4" fmla="*/ 138 w 138"/>
                <a:gd name="T5" fmla="*/ 0 h 2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38" h="236">
                  <a:moveTo>
                    <a:pt x="0" y="236"/>
                  </a:moveTo>
                  <a:lnTo>
                    <a:pt x="137" y="0"/>
                  </a:lnTo>
                  <a:lnTo>
                    <a:pt x="138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0108" name="Freeform 60">
              <a:extLst>
                <a:ext uri="{FF2B5EF4-FFF2-40B4-BE49-F238E27FC236}">
                  <a16:creationId xmlns:a16="http://schemas.microsoft.com/office/drawing/2014/main" id="{A06A29D1-5C59-48A3-816C-1A4EBCF9A332}"/>
                </a:ext>
              </a:extLst>
            </p:cNvPr>
            <p:cNvSpPr>
              <a:spLocks/>
            </p:cNvSpPr>
            <p:nvPr/>
          </p:nvSpPr>
          <p:spPr bwMode="auto">
            <a:xfrm>
              <a:off x="1896" y="2353"/>
              <a:ext cx="20" cy="36"/>
            </a:xfrm>
            <a:custGeom>
              <a:avLst/>
              <a:gdLst>
                <a:gd name="T0" fmla="*/ 0 w 82"/>
                <a:gd name="T1" fmla="*/ 142 h 142"/>
                <a:gd name="T2" fmla="*/ 81 w 82"/>
                <a:gd name="T3" fmla="*/ 0 h 142"/>
                <a:gd name="T4" fmla="*/ 82 w 82"/>
                <a:gd name="T5" fmla="*/ 0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82" h="142">
                  <a:moveTo>
                    <a:pt x="0" y="142"/>
                  </a:moveTo>
                  <a:lnTo>
                    <a:pt x="81" y="0"/>
                  </a:lnTo>
                  <a:lnTo>
                    <a:pt x="82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0109" name="Freeform 61">
              <a:extLst>
                <a:ext uri="{FF2B5EF4-FFF2-40B4-BE49-F238E27FC236}">
                  <a16:creationId xmlns:a16="http://schemas.microsoft.com/office/drawing/2014/main" id="{D5A99A29-05A8-4727-954D-D1DB7E9C61BC}"/>
                </a:ext>
              </a:extLst>
            </p:cNvPr>
            <p:cNvSpPr>
              <a:spLocks/>
            </p:cNvSpPr>
            <p:nvPr/>
          </p:nvSpPr>
          <p:spPr bwMode="auto">
            <a:xfrm>
              <a:off x="814" y="2888"/>
              <a:ext cx="47" cy="46"/>
            </a:xfrm>
            <a:custGeom>
              <a:avLst/>
              <a:gdLst>
                <a:gd name="T0" fmla="*/ 0 w 185"/>
                <a:gd name="T1" fmla="*/ 184 h 184"/>
                <a:gd name="T2" fmla="*/ 184 w 185"/>
                <a:gd name="T3" fmla="*/ 0 h 184"/>
                <a:gd name="T4" fmla="*/ 185 w 185"/>
                <a:gd name="T5" fmla="*/ 0 h 1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85" h="184">
                  <a:moveTo>
                    <a:pt x="0" y="184"/>
                  </a:moveTo>
                  <a:lnTo>
                    <a:pt x="184" y="0"/>
                  </a:lnTo>
                  <a:lnTo>
                    <a:pt x="185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0110" name="Freeform 62">
              <a:extLst>
                <a:ext uri="{FF2B5EF4-FFF2-40B4-BE49-F238E27FC236}">
                  <a16:creationId xmlns:a16="http://schemas.microsoft.com/office/drawing/2014/main" id="{082A2044-549D-413F-A6D8-D90C66438582}"/>
                </a:ext>
              </a:extLst>
            </p:cNvPr>
            <p:cNvSpPr>
              <a:spLocks/>
            </p:cNvSpPr>
            <p:nvPr/>
          </p:nvSpPr>
          <p:spPr bwMode="auto">
            <a:xfrm>
              <a:off x="814" y="2964"/>
              <a:ext cx="67" cy="67"/>
            </a:xfrm>
            <a:custGeom>
              <a:avLst/>
              <a:gdLst>
                <a:gd name="T0" fmla="*/ 0 w 268"/>
                <a:gd name="T1" fmla="*/ 267 h 267"/>
                <a:gd name="T2" fmla="*/ 266 w 268"/>
                <a:gd name="T3" fmla="*/ 0 h 267"/>
                <a:gd name="T4" fmla="*/ 268 w 268"/>
                <a:gd name="T5" fmla="*/ 0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68" h="267">
                  <a:moveTo>
                    <a:pt x="0" y="267"/>
                  </a:moveTo>
                  <a:lnTo>
                    <a:pt x="266" y="0"/>
                  </a:lnTo>
                  <a:lnTo>
                    <a:pt x="268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0111" name="Freeform 63">
              <a:extLst>
                <a:ext uri="{FF2B5EF4-FFF2-40B4-BE49-F238E27FC236}">
                  <a16:creationId xmlns:a16="http://schemas.microsoft.com/office/drawing/2014/main" id="{FABBAE28-9816-4915-A725-34F6BE10E626}"/>
                </a:ext>
              </a:extLst>
            </p:cNvPr>
            <p:cNvSpPr>
              <a:spLocks/>
            </p:cNvSpPr>
            <p:nvPr/>
          </p:nvSpPr>
          <p:spPr bwMode="auto">
            <a:xfrm>
              <a:off x="814" y="3061"/>
              <a:ext cx="67" cy="67"/>
            </a:xfrm>
            <a:custGeom>
              <a:avLst/>
              <a:gdLst>
                <a:gd name="T0" fmla="*/ 0 w 268"/>
                <a:gd name="T1" fmla="*/ 266 h 266"/>
                <a:gd name="T2" fmla="*/ 266 w 268"/>
                <a:gd name="T3" fmla="*/ 0 h 266"/>
                <a:gd name="T4" fmla="*/ 268 w 268"/>
                <a:gd name="T5" fmla="*/ 0 h 2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68" h="266">
                  <a:moveTo>
                    <a:pt x="0" y="266"/>
                  </a:moveTo>
                  <a:lnTo>
                    <a:pt x="266" y="0"/>
                  </a:lnTo>
                  <a:lnTo>
                    <a:pt x="268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0112" name="Freeform 64">
              <a:extLst>
                <a:ext uri="{FF2B5EF4-FFF2-40B4-BE49-F238E27FC236}">
                  <a16:creationId xmlns:a16="http://schemas.microsoft.com/office/drawing/2014/main" id="{90443993-D698-48D3-9DBB-9CEE9C899497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2" y="2888"/>
              <a:ext cx="3" cy="3"/>
            </a:xfrm>
            <a:custGeom>
              <a:avLst/>
              <a:gdLst>
                <a:gd name="T0" fmla="*/ 0 w 13"/>
                <a:gd name="T1" fmla="*/ 11 h 11"/>
                <a:gd name="T2" fmla="*/ 12 w 13"/>
                <a:gd name="T3" fmla="*/ 0 h 11"/>
                <a:gd name="T4" fmla="*/ 13 w 13"/>
                <a:gd name="T5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3" h="11">
                  <a:moveTo>
                    <a:pt x="0" y="11"/>
                  </a:moveTo>
                  <a:lnTo>
                    <a:pt x="12" y="0"/>
                  </a:lnTo>
                  <a:lnTo>
                    <a:pt x="13" y="0"/>
                  </a:lnTo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0113" name="Freeform 65">
              <a:extLst>
                <a:ext uri="{FF2B5EF4-FFF2-40B4-BE49-F238E27FC236}">
                  <a16:creationId xmlns:a16="http://schemas.microsoft.com/office/drawing/2014/main" id="{1A4ECFC3-5862-4A90-8306-CD6E3E99B5DA}"/>
                </a:ext>
              </a:extLst>
            </p:cNvPr>
            <p:cNvSpPr>
              <a:spLocks/>
            </p:cNvSpPr>
            <p:nvPr/>
          </p:nvSpPr>
          <p:spPr bwMode="auto">
            <a:xfrm>
              <a:off x="856" y="3159"/>
              <a:ext cx="25" cy="25"/>
            </a:xfrm>
            <a:custGeom>
              <a:avLst/>
              <a:gdLst>
                <a:gd name="T0" fmla="*/ 0 w 103"/>
                <a:gd name="T1" fmla="*/ 102 h 102"/>
                <a:gd name="T2" fmla="*/ 101 w 103"/>
                <a:gd name="T3" fmla="*/ 0 h 102"/>
                <a:gd name="T4" fmla="*/ 103 w 103"/>
                <a:gd name="T5" fmla="*/ 0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03" h="102">
                  <a:moveTo>
                    <a:pt x="0" y="102"/>
                  </a:moveTo>
                  <a:lnTo>
                    <a:pt x="101" y="0"/>
                  </a:lnTo>
                  <a:lnTo>
                    <a:pt x="103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0114" name="Freeform 66">
              <a:extLst>
                <a:ext uri="{FF2B5EF4-FFF2-40B4-BE49-F238E27FC236}">
                  <a16:creationId xmlns:a16="http://schemas.microsoft.com/office/drawing/2014/main" id="{C40726D6-C6B6-4E1C-88E1-ABA24E7CB51A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2" y="2921"/>
              <a:ext cx="67" cy="67"/>
            </a:xfrm>
            <a:custGeom>
              <a:avLst/>
              <a:gdLst>
                <a:gd name="T0" fmla="*/ 0 w 268"/>
                <a:gd name="T1" fmla="*/ 267 h 267"/>
                <a:gd name="T2" fmla="*/ 267 w 268"/>
                <a:gd name="T3" fmla="*/ 0 h 267"/>
                <a:gd name="T4" fmla="*/ 268 w 268"/>
                <a:gd name="T5" fmla="*/ 0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68" h="267">
                  <a:moveTo>
                    <a:pt x="0" y="267"/>
                  </a:moveTo>
                  <a:lnTo>
                    <a:pt x="267" y="0"/>
                  </a:lnTo>
                  <a:lnTo>
                    <a:pt x="268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0115" name="Freeform 67">
              <a:extLst>
                <a:ext uri="{FF2B5EF4-FFF2-40B4-BE49-F238E27FC236}">
                  <a16:creationId xmlns:a16="http://schemas.microsoft.com/office/drawing/2014/main" id="{376351E3-1432-488A-BB5D-A035ABEA2A10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2" y="2985"/>
              <a:ext cx="101" cy="100"/>
            </a:xfrm>
            <a:custGeom>
              <a:avLst/>
              <a:gdLst>
                <a:gd name="T0" fmla="*/ 0 w 402"/>
                <a:gd name="T1" fmla="*/ 401 h 401"/>
                <a:gd name="T2" fmla="*/ 401 w 402"/>
                <a:gd name="T3" fmla="*/ 0 h 401"/>
                <a:gd name="T4" fmla="*/ 402 w 402"/>
                <a:gd name="T5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2" h="401">
                  <a:moveTo>
                    <a:pt x="0" y="401"/>
                  </a:moveTo>
                  <a:lnTo>
                    <a:pt x="401" y="0"/>
                  </a:lnTo>
                  <a:lnTo>
                    <a:pt x="402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0116" name="Freeform 68">
              <a:extLst>
                <a:ext uri="{FF2B5EF4-FFF2-40B4-BE49-F238E27FC236}">
                  <a16:creationId xmlns:a16="http://schemas.microsoft.com/office/drawing/2014/main" id="{6B232F7E-B3E2-4290-9FBC-A853EB0C6178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7" y="2985"/>
              <a:ext cx="103" cy="102"/>
            </a:xfrm>
            <a:custGeom>
              <a:avLst/>
              <a:gdLst>
                <a:gd name="T0" fmla="*/ 0 w 410"/>
                <a:gd name="T1" fmla="*/ 410 h 410"/>
                <a:gd name="T2" fmla="*/ 409 w 410"/>
                <a:gd name="T3" fmla="*/ 0 h 410"/>
                <a:gd name="T4" fmla="*/ 410 w 410"/>
                <a:gd name="T5" fmla="*/ 0 h 4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0" h="410">
                  <a:moveTo>
                    <a:pt x="0" y="410"/>
                  </a:moveTo>
                  <a:lnTo>
                    <a:pt x="409" y="0"/>
                  </a:lnTo>
                  <a:lnTo>
                    <a:pt x="410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0117" name="Freeform 69">
              <a:extLst>
                <a:ext uri="{FF2B5EF4-FFF2-40B4-BE49-F238E27FC236}">
                  <a16:creationId xmlns:a16="http://schemas.microsoft.com/office/drawing/2014/main" id="{FD04B664-3A4A-4791-88EE-B82D1BF9DEA3}"/>
                </a:ext>
              </a:extLst>
            </p:cNvPr>
            <p:cNvSpPr>
              <a:spLocks/>
            </p:cNvSpPr>
            <p:nvPr/>
          </p:nvSpPr>
          <p:spPr bwMode="auto">
            <a:xfrm>
              <a:off x="1245" y="2985"/>
              <a:ext cx="102" cy="102"/>
            </a:xfrm>
            <a:custGeom>
              <a:avLst/>
              <a:gdLst>
                <a:gd name="T0" fmla="*/ 0 w 410"/>
                <a:gd name="T1" fmla="*/ 410 h 410"/>
                <a:gd name="T2" fmla="*/ 409 w 410"/>
                <a:gd name="T3" fmla="*/ 0 h 410"/>
                <a:gd name="T4" fmla="*/ 410 w 410"/>
                <a:gd name="T5" fmla="*/ 0 h 4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0" h="410">
                  <a:moveTo>
                    <a:pt x="0" y="410"/>
                  </a:moveTo>
                  <a:lnTo>
                    <a:pt x="409" y="0"/>
                  </a:lnTo>
                  <a:lnTo>
                    <a:pt x="410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0118" name="Freeform 70">
              <a:extLst>
                <a:ext uri="{FF2B5EF4-FFF2-40B4-BE49-F238E27FC236}">
                  <a16:creationId xmlns:a16="http://schemas.microsoft.com/office/drawing/2014/main" id="{7F54DC2D-BDE7-4020-96AA-21F684A947D3}"/>
                </a:ext>
              </a:extLst>
            </p:cNvPr>
            <p:cNvSpPr>
              <a:spLocks/>
            </p:cNvSpPr>
            <p:nvPr/>
          </p:nvSpPr>
          <p:spPr bwMode="auto">
            <a:xfrm>
              <a:off x="1342" y="2985"/>
              <a:ext cx="102" cy="102"/>
            </a:xfrm>
            <a:custGeom>
              <a:avLst/>
              <a:gdLst>
                <a:gd name="T0" fmla="*/ 0 w 411"/>
                <a:gd name="T1" fmla="*/ 410 h 410"/>
                <a:gd name="T2" fmla="*/ 410 w 411"/>
                <a:gd name="T3" fmla="*/ 0 h 410"/>
                <a:gd name="T4" fmla="*/ 411 w 411"/>
                <a:gd name="T5" fmla="*/ 0 h 4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1" h="410">
                  <a:moveTo>
                    <a:pt x="0" y="410"/>
                  </a:moveTo>
                  <a:lnTo>
                    <a:pt x="410" y="0"/>
                  </a:lnTo>
                  <a:lnTo>
                    <a:pt x="411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0119" name="Freeform 71">
              <a:extLst>
                <a:ext uri="{FF2B5EF4-FFF2-40B4-BE49-F238E27FC236}">
                  <a16:creationId xmlns:a16="http://schemas.microsoft.com/office/drawing/2014/main" id="{043AC1F4-9607-484F-ADCD-9ADB96683BC4}"/>
                </a:ext>
              </a:extLst>
            </p:cNvPr>
            <p:cNvSpPr>
              <a:spLocks/>
            </p:cNvSpPr>
            <p:nvPr/>
          </p:nvSpPr>
          <p:spPr bwMode="auto">
            <a:xfrm>
              <a:off x="1518" y="2827"/>
              <a:ext cx="84" cy="84"/>
            </a:xfrm>
            <a:custGeom>
              <a:avLst/>
              <a:gdLst>
                <a:gd name="T0" fmla="*/ 0 w 334"/>
                <a:gd name="T1" fmla="*/ 334 h 334"/>
                <a:gd name="T2" fmla="*/ 333 w 334"/>
                <a:gd name="T3" fmla="*/ 0 h 334"/>
                <a:gd name="T4" fmla="*/ 334 w 334"/>
                <a:gd name="T5" fmla="*/ 0 h 3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34" h="334">
                  <a:moveTo>
                    <a:pt x="0" y="334"/>
                  </a:moveTo>
                  <a:lnTo>
                    <a:pt x="333" y="0"/>
                  </a:lnTo>
                  <a:lnTo>
                    <a:pt x="334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0120" name="Freeform 72">
              <a:extLst>
                <a:ext uri="{FF2B5EF4-FFF2-40B4-BE49-F238E27FC236}">
                  <a16:creationId xmlns:a16="http://schemas.microsoft.com/office/drawing/2014/main" id="{42B56020-FFFD-46C8-A0E1-733F9113AE4A}"/>
                </a:ext>
              </a:extLst>
            </p:cNvPr>
            <p:cNvSpPr>
              <a:spLocks/>
            </p:cNvSpPr>
            <p:nvPr/>
          </p:nvSpPr>
          <p:spPr bwMode="auto">
            <a:xfrm>
              <a:off x="1439" y="2924"/>
              <a:ext cx="163" cy="163"/>
            </a:xfrm>
            <a:custGeom>
              <a:avLst/>
              <a:gdLst>
                <a:gd name="T0" fmla="*/ 0 w 652"/>
                <a:gd name="T1" fmla="*/ 652 h 652"/>
                <a:gd name="T2" fmla="*/ 651 w 652"/>
                <a:gd name="T3" fmla="*/ 0 h 652"/>
                <a:gd name="T4" fmla="*/ 652 w 652"/>
                <a:gd name="T5" fmla="*/ 0 h 6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52" h="652">
                  <a:moveTo>
                    <a:pt x="0" y="652"/>
                  </a:moveTo>
                  <a:lnTo>
                    <a:pt x="651" y="0"/>
                  </a:lnTo>
                  <a:lnTo>
                    <a:pt x="652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0121" name="Freeform 73">
              <a:extLst>
                <a:ext uri="{FF2B5EF4-FFF2-40B4-BE49-F238E27FC236}">
                  <a16:creationId xmlns:a16="http://schemas.microsoft.com/office/drawing/2014/main" id="{9EE38F0D-A993-46CB-97E3-374C8C95543B}"/>
                </a:ext>
              </a:extLst>
            </p:cNvPr>
            <p:cNvSpPr>
              <a:spLocks/>
            </p:cNvSpPr>
            <p:nvPr/>
          </p:nvSpPr>
          <p:spPr bwMode="auto">
            <a:xfrm>
              <a:off x="1518" y="3022"/>
              <a:ext cx="84" cy="83"/>
            </a:xfrm>
            <a:custGeom>
              <a:avLst/>
              <a:gdLst>
                <a:gd name="T0" fmla="*/ 0 w 335"/>
                <a:gd name="T1" fmla="*/ 334 h 334"/>
                <a:gd name="T2" fmla="*/ 334 w 335"/>
                <a:gd name="T3" fmla="*/ 0 h 334"/>
                <a:gd name="T4" fmla="*/ 335 w 335"/>
                <a:gd name="T5" fmla="*/ 0 h 3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35" h="334">
                  <a:moveTo>
                    <a:pt x="0" y="334"/>
                  </a:moveTo>
                  <a:lnTo>
                    <a:pt x="334" y="0"/>
                  </a:lnTo>
                  <a:lnTo>
                    <a:pt x="335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0122" name="Freeform 74">
              <a:extLst>
                <a:ext uri="{FF2B5EF4-FFF2-40B4-BE49-F238E27FC236}">
                  <a16:creationId xmlns:a16="http://schemas.microsoft.com/office/drawing/2014/main" id="{A0DF0C11-B163-4766-851D-BE871410187E}"/>
                </a:ext>
              </a:extLst>
            </p:cNvPr>
            <p:cNvSpPr>
              <a:spLocks/>
            </p:cNvSpPr>
            <p:nvPr/>
          </p:nvSpPr>
          <p:spPr bwMode="auto">
            <a:xfrm>
              <a:off x="1518" y="3119"/>
              <a:ext cx="84" cy="83"/>
            </a:xfrm>
            <a:custGeom>
              <a:avLst/>
              <a:gdLst>
                <a:gd name="T0" fmla="*/ 0 w 334"/>
                <a:gd name="T1" fmla="*/ 334 h 334"/>
                <a:gd name="T2" fmla="*/ 333 w 334"/>
                <a:gd name="T3" fmla="*/ 0 h 334"/>
                <a:gd name="T4" fmla="*/ 334 w 334"/>
                <a:gd name="T5" fmla="*/ 0 h 3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34" h="334">
                  <a:moveTo>
                    <a:pt x="0" y="334"/>
                  </a:moveTo>
                  <a:lnTo>
                    <a:pt x="333" y="0"/>
                  </a:lnTo>
                  <a:lnTo>
                    <a:pt x="334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0123" name="Freeform 75">
              <a:extLst>
                <a:ext uri="{FF2B5EF4-FFF2-40B4-BE49-F238E27FC236}">
                  <a16:creationId xmlns:a16="http://schemas.microsoft.com/office/drawing/2014/main" id="{16A83B1F-85BB-4E63-BB81-5271B1CEE65F}"/>
                </a:ext>
              </a:extLst>
            </p:cNvPr>
            <p:cNvSpPr>
              <a:spLocks/>
            </p:cNvSpPr>
            <p:nvPr/>
          </p:nvSpPr>
          <p:spPr bwMode="auto">
            <a:xfrm>
              <a:off x="1567" y="3216"/>
              <a:ext cx="35" cy="35"/>
            </a:xfrm>
            <a:custGeom>
              <a:avLst/>
              <a:gdLst>
                <a:gd name="T0" fmla="*/ 0 w 139"/>
                <a:gd name="T1" fmla="*/ 138 h 138"/>
                <a:gd name="T2" fmla="*/ 138 w 139"/>
                <a:gd name="T3" fmla="*/ 0 h 138"/>
                <a:gd name="T4" fmla="*/ 139 w 139"/>
                <a:gd name="T5" fmla="*/ 0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39" h="138">
                  <a:moveTo>
                    <a:pt x="0" y="138"/>
                  </a:moveTo>
                  <a:lnTo>
                    <a:pt x="138" y="0"/>
                  </a:lnTo>
                  <a:lnTo>
                    <a:pt x="139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0124" name="Freeform 76">
              <a:extLst>
                <a:ext uri="{FF2B5EF4-FFF2-40B4-BE49-F238E27FC236}">
                  <a16:creationId xmlns:a16="http://schemas.microsoft.com/office/drawing/2014/main" id="{1BAF0F3B-7709-4968-90E5-A6075C608AE4}"/>
                </a:ext>
              </a:extLst>
            </p:cNvPr>
            <p:cNvSpPr>
              <a:spLocks/>
            </p:cNvSpPr>
            <p:nvPr/>
          </p:nvSpPr>
          <p:spPr bwMode="auto">
            <a:xfrm>
              <a:off x="1918" y="2821"/>
              <a:ext cx="79" cy="78"/>
            </a:xfrm>
            <a:custGeom>
              <a:avLst/>
              <a:gdLst>
                <a:gd name="T0" fmla="*/ 0 w 314"/>
                <a:gd name="T1" fmla="*/ 314 h 314"/>
                <a:gd name="T2" fmla="*/ 313 w 314"/>
                <a:gd name="T3" fmla="*/ 0 h 314"/>
                <a:gd name="T4" fmla="*/ 314 w 314"/>
                <a:gd name="T5" fmla="*/ 0 h 3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14" h="314">
                  <a:moveTo>
                    <a:pt x="0" y="314"/>
                  </a:moveTo>
                  <a:lnTo>
                    <a:pt x="313" y="0"/>
                  </a:lnTo>
                  <a:lnTo>
                    <a:pt x="314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0125" name="Freeform 77">
              <a:extLst>
                <a:ext uri="{FF2B5EF4-FFF2-40B4-BE49-F238E27FC236}">
                  <a16:creationId xmlns:a16="http://schemas.microsoft.com/office/drawing/2014/main" id="{70CEFF9C-CD95-4A40-A0EF-FCD39D0CD543}"/>
                </a:ext>
              </a:extLst>
            </p:cNvPr>
            <p:cNvSpPr>
              <a:spLocks/>
            </p:cNvSpPr>
            <p:nvPr/>
          </p:nvSpPr>
          <p:spPr bwMode="auto">
            <a:xfrm>
              <a:off x="1918" y="2916"/>
              <a:ext cx="81" cy="81"/>
            </a:xfrm>
            <a:custGeom>
              <a:avLst/>
              <a:gdLst>
                <a:gd name="T0" fmla="*/ 0 w 323"/>
                <a:gd name="T1" fmla="*/ 322 h 322"/>
                <a:gd name="T2" fmla="*/ 322 w 323"/>
                <a:gd name="T3" fmla="*/ 0 h 322"/>
                <a:gd name="T4" fmla="*/ 323 w 323"/>
                <a:gd name="T5" fmla="*/ 0 h 3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23" h="322">
                  <a:moveTo>
                    <a:pt x="0" y="322"/>
                  </a:moveTo>
                  <a:lnTo>
                    <a:pt x="322" y="0"/>
                  </a:lnTo>
                  <a:lnTo>
                    <a:pt x="323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0126" name="Freeform 78">
              <a:extLst>
                <a:ext uri="{FF2B5EF4-FFF2-40B4-BE49-F238E27FC236}">
                  <a16:creationId xmlns:a16="http://schemas.microsoft.com/office/drawing/2014/main" id="{ECDC5D35-8521-4E8F-BAE8-026C4AF2E05B}"/>
                </a:ext>
              </a:extLst>
            </p:cNvPr>
            <p:cNvSpPr>
              <a:spLocks/>
            </p:cNvSpPr>
            <p:nvPr/>
          </p:nvSpPr>
          <p:spPr bwMode="auto">
            <a:xfrm>
              <a:off x="1918" y="2985"/>
              <a:ext cx="110" cy="109"/>
            </a:xfrm>
            <a:custGeom>
              <a:avLst/>
              <a:gdLst>
                <a:gd name="T0" fmla="*/ 0 w 437"/>
                <a:gd name="T1" fmla="*/ 436 h 436"/>
                <a:gd name="T2" fmla="*/ 436 w 437"/>
                <a:gd name="T3" fmla="*/ 0 h 436"/>
                <a:gd name="T4" fmla="*/ 437 w 437"/>
                <a:gd name="T5" fmla="*/ 0 h 4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37" h="436">
                  <a:moveTo>
                    <a:pt x="0" y="436"/>
                  </a:moveTo>
                  <a:lnTo>
                    <a:pt x="436" y="0"/>
                  </a:lnTo>
                  <a:lnTo>
                    <a:pt x="437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0127" name="Freeform 79">
              <a:extLst>
                <a:ext uri="{FF2B5EF4-FFF2-40B4-BE49-F238E27FC236}">
                  <a16:creationId xmlns:a16="http://schemas.microsoft.com/office/drawing/2014/main" id="{F1569E5E-8DC5-430F-A43E-EDC211DE5E48}"/>
                </a:ext>
              </a:extLst>
            </p:cNvPr>
            <p:cNvSpPr>
              <a:spLocks/>
            </p:cNvSpPr>
            <p:nvPr/>
          </p:nvSpPr>
          <p:spPr bwMode="auto">
            <a:xfrm>
              <a:off x="1918" y="3111"/>
              <a:ext cx="81" cy="80"/>
            </a:xfrm>
            <a:custGeom>
              <a:avLst/>
              <a:gdLst>
                <a:gd name="T0" fmla="*/ 0 w 323"/>
                <a:gd name="T1" fmla="*/ 322 h 322"/>
                <a:gd name="T2" fmla="*/ 322 w 323"/>
                <a:gd name="T3" fmla="*/ 0 h 322"/>
                <a:gd name="T4" fmla="*/ 323 w 323"/>
                <a:gd name="T5" fmla="*/ 0 h 3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23" h="322">
                  <a:moveTo>
                    <a:pt x="0" y="322"/>
                  </a:moveTo>
                  <a:lnTo>
                    <a:pt x="322" y="0"/>
                  </a:lnTo>
                  <a:lnTo>
                    <a:pt x="323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0128" name="Freeform 80">
              <a:extLst>
                <a:ext uri="{FF2B5EF4-FFF2-40B4-BE49-F238E27FC236}">
                  <a16:creationId xmlns:a16="http://schemas.microsoft.com/office/drawing/2014/main" id="{1A3B8872-6C65-4821-A098-FA8D7F4A8569}"/>
                </a:ext>
              </a:extLst>
            </p:cNvPr>
            <p:cNvSpPr>
              <a:spLocks/>
            </p:cNvSpPr>
            <p:nvPr/>
          </p:nvSpPr>
          <p:spPr bwMode="auto">
            <a:xfrm>
              <a:off x="2022" y="2985"/>
              <a:ext cx="103" cy="102"/>
            </a:xfrm>
            <a:custGeom>
              <a:avLst/>
              <a:gdLst>
                <a:gd name="T0" fmla="*/ 0 w 410"/>
                <a:gd name="T1" fmla="*/ 410 h 410"/>
                <a:gd name="T2" fmla="*/ 409 w 410"/>
                <a:gd name="T3" fmla="*/ 0 h 410"/>
                <a:gd name="T4" fmla="*/ 410 w 410"/>
                <a:gd name="T5" fmla="*/ 0 h 4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0" h="410">
                  <a:moveTo>
                    <a:pt x="0" y="410"/>
                  </a:moveTo>
                  <a:lnTo>
                    <a:pt x="409" y="0"/>
                  </a:lnTo>
                  <a:lnTo>
                    <a:pt x="410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0129" name="Freeform 81">
              <a:extLst>
                <a:ext uri="{FF2B5EF4-FFF2-40B4-BE49-F238E27FC236}">
                  <a16:creationId xmlns:a16="http://schemas.microsoft.com/office/drawing/2014/main" id="{82FF5ACD-61FE-4DDE-AA4D-0BAFB806AEEB}"/>
                </a:ext>
              </a:extLst>
            </p:cNvPr>
            <p:cNvSpPr>
              <a:spLocks/>
            </p:cNvSpPr>
            <p:nvPr/>
          </p:nvSpPr>
          <p:spPr bwMode="auto">
            <a:xfrm>
              <a:off x="1956" y="3208"/>
              <a:ext cx="43" cy="43"/>
            </a:xfrm>
            <a:custGeom>
              <a:avLst/>
              <a:gdLst>
                <a:gd name="T0" fmla="*/ 0 w 173"/>
                <a:gd name="T1" fmla="*/ 172 h 172"/>
                <a:gd name="T2" fmla="*/ 172 w 173"/>
                <a:gd name="T3" fmla="*/ 0 h 172"/>
                <a:gd name="T4" fmla="*/ 173 w 173"/>
                <a:gd name="T5" fmla="*/ 0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3" h="172">
                  <a:moveTo>
                    <a:pt x="0" y="172"/>
                  </a:moveTo>
                  <a:lnTo>
                    <a:pt x="172" y="0"/>
                  </a:lnTo>
                  <a:lnTo>
                    <a:pt x="173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0130" name="Freeform 82">
              <a:extLst>
                <a:ext uri="{FF2B5EF4-FFF2-40B4-BE49-F238E27FC236}">
                  <a16:creationId xmlns:a16="http://schemas.microsoft.com/office/drawing/2014/main" id="{401EBA02-0C11-46B9-B83B-1B4DFE3340E9}"/>
                </a:ext>
              </a:extLst>
            </p:cNvPr>
            <p:cNvSpPr>
              <a:spLocks/>
            </p:cNvSpPr>
            <p:nvPr/>
          </p:nvSpPr>
          <p:spPr bwMode="auto">
            <a:xfrm>
              <a:off x="2119" y="2985"/>
              <a:ext cx="103" cy="102"/>
            </a:xfrm>
            <a:custGeom>
              <a:avLst/>
              <a:gdLst>
                <a:gd name="T0" fmla="*/ 0 w 410"/>
                <a:gd name="T1" fmla="*/ 410 h 410"/>
                <a:gd name="T2" fmla="*/ 409 w 410"/>
                <a:gd name="T3" fmla="*/ 0 h 410"/>
                <a:gd name="T4" fmla="*/ 410 w 410"/>
                <a:gd name="T5" fmla="*/ 0 h 4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0" h="410">
                  <a:moveTo>
                    <a:pt x="0" y="410"/>
                  </a:moveTo>
                  <a:lnTo>
                    <a:pt x="409" y="0"/>
                  </a:lnTo>
                  <a:lnTo>
                    <a:pt x="410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0131" name="Freeform 83">
              <a:extLst>
                <a:ext uri="{FF2B5EF4-FFF2-40B4-BE49-F238E27FC236}">
                  <a16:creationId xmlns:a16="http://schemas.microsoft.com/office/drawing/2014/main" id="{85625E13-A1D0-4CF6-BD4E-0B1A12588992}"/>
                </a:ext>
              </a:extLst>
            </p:cNvPr>
            <p:cNvSpPr>
              <a:spLocks/>
            </p:cNvSpPr>
            <p:nvPr/>
          </p:nvSpPr>
          <p:spPr bwMode="auto">
            <a:xfrm>
              <a:off x="2217" y="2985"/>
              <a:ext cx="102" cy="102"/>
            </a:xfrm>
            <a:custGeom>
              <a:avLst/>
              <a:gdLst>
                <a:gd name="T0" fmla="*/ 0 w 410"/>
                <a:gd name="T1" fmla="*/ 410 h 410"/>
                <a:gd name="T2" fmla="*/ 409 w 410"/>
                <a:gd name="T3" fmla="*/ 0 h 410"/>
                <a:gd name="T4" fmla="*/ 410 w 410"/>
                <a:gd name="T5" fmla="*/ 0 h 4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0" h="410">
                  <a:moveTo>
                    <a:pt x="0" y="410"/>
                  </a:moveTo>
                  <a:lnTo>
                    <a:pt x="409" y="0"/>
                  </a:lnTo>
                  <a:lnTo>
                    <a:pt x="410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0132" name="Freeform 84">
              <a:extLst>
                <a:ext uri="{FF2B5EF4-FFF2-40B4-BE49-F238E27FC236}">
                  <a16:creationId xmlns:a16="http://schemas.microsoft.com/office/drawing/2014/main" id="{D518381F-233F-4BB8-BD86-38D1A902D52E}"/>
                </a:ext>
              </a:extLst>
            </p:cNvPr>
            <p:cNvSpPr>
              <a:spLocks/>
            </p:cNvSpPr>
            <p:nvPr/>
          </p:nvSpPr>
          <p:spPr bwMode="auto">
            <a:xfrm>
              <a:off x="2314" y="2936"/>
              <a:ext cx="151" cy="151"/>
            </a:xfrm>
            <a:custGeom>
              <a:avLst/>
              <a:gdLst>
                <a:gd name="T0" fmla="*/ 0 w 606"/>
                <a:gd name="T1" fmla="*/ 604 h 604"/>
                <a:gd name="T2" fmla="*/ 604 w 606"/>
                <a:gd name="T3" fmla="*/ 0 h 604"/>
                <a:gd name="T4" fmla="*/ 606 w 606"/>
                <a:gd name="T5" fmla="*/ 0 h 6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06" h="604">
                  <a:moveTo>
                    <a:pt x="0" y="604"/>
                  </a:moveTo>
                  <a:lnTo>
                    <a:pt x="604" y="0"/>
                  </a:lnTo>
                  <a:lnTo>
                    <a:pt x="606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0133" name="Freeform 85">
              <a:extLst>
                <a:ext uri="{FF2B5EF4-FFF2-40B4-BE49-F238E27FC236}">
                  <a16:creationId xmlns:a16="http://schemas.microsoft.com/office/drawing/2014/main" id="{0B2AAC64-28C8-472D-9E0D-5E7E68BC3B75}"/>
                </a:ext>
              </a:extLst>
            </p:cNvPr>
            <p:cNvSpPr>
              <a:spLocks/>
            </p:cNvSpPr>
            <p:nvPr/>
          </p:nvSpPr>
          <p:spPr bwMode="auto">
            <a:xfrm>
              <a:off x="2397" y="3033"/>
              <a:ext cx="68" cy="68"/>
            </a:xfrm>
            <a:custGeom>
              <a:avLst/>
              <a:gdLst>
                <a:gd name="T0" fmla="*/ 0 w 272"/>
                <a:gd name="T1" fmla="*/ 270 h 270"/>
                <a:gd name="T2" fmla="*/ 270 w 272"/>
                <a:gd name="T3" fmla="*/ 0 h 270"/>
                <a:gd name="T4" fmla="*/ 272 w 272"/>
                <a:gd name="T5" fmla="*/ 0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72" h="270">
                  <a:moveTo>
                    <a:pt x="0" y="270"/>
                  </a:moveTo>
                  <a:lnTo>
                    <a:pt x="270" y="0"/>
                  </a:lnTo>
                  <a:lnTo>
                    <a:pt x="272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0134" name="Freeform 86">
              <a:extLst>
                <a:ext uri="{FF2B5EF4-FFF2-40B4-BE49-F238E27FC236}">
                  <a16:creationId xmlns:a16="http://schemas.microsoft.com/office/drawing/2014/main" id="{C5DE1BB4-0BC3-485B-9376-05658DD5D157}"/>
                </a:ext>
              </a:extLst>
            </p:cNvPr>
            <p:cNvSpPr>
              <a:spLocks/>
            </p:cNvSpPr>
            <p:nvPr/>
          </p:nvSpPr>
          <p:spPr bwMode="auto">
            <a:xfrm>
              <a:off x="2411" y="3131"/>
              <a:ext cx="54" cy="53"/>
            </a:xfrm>
            <a:custGeom>
              <a:avLst/>
              <a:gdLst>
                <a:gd name="T0" fmla="*/ 0 w 217"/>
                <a:gd name="T1" fmla="*/ 215 h 215"/>
                <a:gd name="T2" fmla="*/ 215 w 217"/>
                <a:gd name="T3" fmla="*/ 0 h 215"/>
                <a:gd name="T4" fmla="*/ 217 w 217"/>
                <a:gd name="T5" fmla="*/ 0 h 2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7" h="215">
                  <a:moveTo>
                    <a:pt x="0" y="215"/>
                  </a:moveTo>
                  <a:lnTo>
                    <a:pt x="215" y="0"/>
                  </a:lnTo>
                  <a:lnTo>
                    <a:pt x="217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0135" name="Freeform 87">
              <a:extLst>
                <a:ext uri="{FF2B5EF4-FFF2-40B4-BE49-F238E27FC236}">
                  <a16:creationId xmlns:a16="http://schemas.microsoft.com/office/drawing/2014/main" id="{D2D4404F-198D-4DF4-A0CB-FF4B9B36E220}"/>
                </a:ext>
              </a:extLst>
            </p:cNvPr>
            <p:cNvSpPr>
              <a:spLocks/>
            </p:cNvSpPr>
            <p:nvPr/>
          </p:nvSpPr>
          <p:spPr bwMode="auto">
            <a:xfrm>
              <a:off x="2636" y="2893"/>
              <a:ext cx="67" cy="66"/>
            </a:xfrm>
            <a:custGeom>
              <a:avLst/>
              <a:gdLst>
                <a:gd name="T0" fmla="*/ 0 w 267"/>
                <a:gd name="T1" fmla="*/ 266 h 266"/>
                <a:gd name="T2" fmla="*/ 266 w 267"/>
                <a:gd name="T3" fmla="*/ 0 h 266"/>
                <a:gd name="T4" fmla="*/ 267 w 267"/>
                <a:gd name="T5" fmla="*/ 0 h 2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67" h="266">
                  <a:moveTo>
                    <a:pt x="0" y="266"/>
                  </a:moveTo>
                  <a:lnTo>
                    <a:pt x="266" y="0"/>
                  </a:lnTo>
                  <a:lnTo>
                    <a:pt x="267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0136" name="Freeform 88">
              <a:extLst>
                <a:ext uri="{FF2B5EF4-FFF2-40B4-BE49-F238E27FC236}">
                  <a16:creationId xmlns:a16="http://schemas.microsoft.com/office/drawing/2014/main" id="{762F3E77-3F22-4EA7-8E76-585EC180BE44}"/>
                </a:ext>
              </a:extLst>
            </p:cNvPr>
            <p:cNvSpPr>
              <a:spLocks/>
            </p:cNvSpPr>
            <p:nvPr/>
          </p:nvSpPr>
          <p:spPr bwMode="auto">
            <a:xfrm>
              <a:off x="2636" y="2990"/>
              <a:ext cx="67" cy="67"/>
            </a:xfrm>
            <a:custGeom>
              <a:avLst/>
              <a:gdLst>
                <a:gd name="T0" fmla="*/ 0 w 267"/>
                <a:gd name="T1" fmla="*/ 267 h 267"/>
                <a:gd name="T2" fmla="*/ 266 w 267"/>
                <a:gd name="T3" fmla="*/ 0 h 267"/>
                <a:gd name="T4" fmla="*/ 267 w 267"/>
                <a:gd name="T5" fmla="*/ 0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67" h="267">
                  <a:moveTo>
                    <a:pt x="0" y="267"/>
                  </a:moveTo>
                  <a:lnTo>
                    <a:pt x="266" y="0"/>
                  </a:lnTo>
                  <a:lnTo>
                    <a:pt x="267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0137" name="Freeform 89">
              <a:extLst>
                <a:ext uri="{FF2B5EF4-FFF2-40B4-BE49-F238E27FC236}">
                  <a16:creationId xmlns:a16="http://schemas.microsoft.com/office/drawing/2014/main" id="{FFFE49A9-7E4B-458A-900A-487D280FEBBC}"/>
                </a:ext>
              </a:extLst>
            </p:cNvPr>
            <p:cNvSpPr>
              <a:spLocks/>
            </p:cNvSpPr>
            <p:nvPr/>
          </p:nvSpPr>
          <p:spPr bwMode="auto">
            <a:xfrm>
              <a:off x="2636" y="3087"/>
              <a:ext cx="67" cy="67"/>
            </a:xfrm>
            <a:custGeom>
              <a:avLst/>
              <a:gdLst>
                <a:gd name="T0" fmla="*/ 0 w 267"/>
                <a:gd name="T1" fmla="*/ 266 h 266"/>
                <a:gd name="T2" fmla="*/ 266 w 267"/>
                <a:gd name="T3" fmla="*/ 0 h 266"/>
                <a:gd name="T4" fmla="*/ 267 w 267"/>
                <a:gd name="T5" fmla="*/ 0 h 2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67" h="266">
                  <a:moveTo>
                    <a:pt x="0" y="266"/>
                  </a:moveTo>
                  <a:lnTo>
                    <a:pt x="266" y="0"/>
                  </a:lnTo>
                  <a:lnTo>
                    <a:pt x="267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0138" name="Freeform 90">
              <a:extLst>
                <a:ext uri="{FF2B5EF4-FFF2-40B4-BE49-F238E27FC236}">
                  <a16:creationId xmlns:a16="http://schemas.microsoft.com/office/drawing/2014/main" id="{1315B1A3-229B-4D20-989F-9BDDA9D2DFCF}"/>
                </a:ext>
              </a:extLst>
            </p:cNvPr>
            <p:cNvSpPr>
              <a:spLocks/>
            </p:cNvSpPr>
            <p:nvPr/>
          </p:nvSpPr>
          <p:spPr bwMode="auto">
            <a:xfrm>
              <a:off x="967" y="3070"/>
              <a:ext cx="1" cy="166"/>
            </a:xfrm>
            <a:custGeom>
              <a:avLst/>
              <a:gdLst>
                <a:gd name="T0" fmla="*/ 0 w 2"/>
                <a:gd name="T1" fmla="*/ 0 h 667"/>
                <a:gd name="T2" fmla="*/ 0 w 2"/>
                <a:gd name="T3" fmla="*/ 667 h 667"/>
                <a:gd name="T4" fmla="*/ 2 w 2"/>
                <a:gd name="T5" fmla="*/ 667 h 6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667">
                  <a:moveTo>
                    <a:pt x="0" y="0"/>
                  </a:moveTo>
                  <a:lnTo>
                    <a:pt x="0" y="667"/>
                  </a:lnTo>
                  <a:lnTo>
                    <a:pt x="2" y="667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0139" name="Freeform 91">
              <a:extLst>
                <a:ext uri="{FF2B5EF4-FFF2-40B4-BE49-F238E27FC236}">
                  <a16:creationId xmlns:a16="http://schemas.microsoft.com/office/drawing/2014/main" id="{6B32569B-8A77-42CE-984F-B7EE1CDEEF00}"/>
                </a:ext>
              </a:extLst>
            </p:cNvPr>
            <p:cNvSpPr>
              <a:spLocks/>
            </p:cNvSpPr>
            <p:nvPr/>
          </p:nvSpPr>
          <p:spPr bwMode="auto">
            <a:xfrm>
              <a:off x="967" y="3018"/>
              <a:ext cx="1" cy="22"/>
            </a:xfrm>
            <a:custGeom>
              <a:avLst/>
              <a:gdLst>
                <a:gd name="T0" fmla="*/ 0 w 2"/>
                <a:gd name="T1" fmla="*/ 0 h 88"/>
                <a:gd name="T2" fmla="*/ 0 w 2"/>
                <a:gd name="T3" fmla="*/ 88 h 88"/>
                <a:gd name="T4" fmla="*/ 2 w 2"/>
                <a:gd name="T5" fmla="*/ 88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88">
                  <a:moveTo>
                    <a:pt x="0" y="0"/>
                  </a:moveTo>
                  <a:lnTo>
                    <a:pt x="0" y="88"/>
                  </a:lnTo>
                  <a:lnTo>
                    <a:pt x="2" y="88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0140" name="Freeform 92">
              <a:extLst>
                <a:ext uri="{FF2B5EF4-FFF2-40B4-BE49-F238E27FC236}">
                  <a16:creationId xmlns:a16="http://schemas.microsoft.com/office/drawing/2014/main" id="{38B19BCF-80A9-42CD-B269-C48869ECC206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8" y="3091"/>
              <a:ext cx="1" cy="226"/>
            </a:xfrm>
            <a:custGeom>
              <a:avLst/>
              <a:gdLst>
                <a:gd name="T0" fmla="*/ 0 w 1"/>
                <a:gd name="T1" fmla="*/ 0 h 904"/>
                <a:gd name="T2" fmla="*/ 0 w 1"/>
                <a:gd name="T3" fmla="*/ 904 h 904"/>
                <a:gd name="T4" fmla="*/ 1 w 1"/>
                <a:gd name="T5" fmla="*/ 904 h 9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904">
                  <a:moveTo>
                    <a:pt x="0" y="0"/>
                  </a:moveTo>
                  <a:lnTo>
                    <a:pt x="0" y="904"/>
                  </a:lnTo>
                  <a:lnTo>
                    <a:pt x="1" y="904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0141" name="Freeform 93">
              <a:extLst>
                <a:ext uri="{FF2B5EF4-FFF2-40B4-BE49-F238E27FC236}">
                  <a16:creationId xmlns:a16="http://schemas.microsoft.com/office/drawing/2014/main" id="{42681B10-49E3-4F50-AE73-D2396228D1D4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8" y="3035"/>
              <a:ext cx="1" cy="24"/>
            </a:xfrm>
            <a:custGeom>
              <a:avLst/>
              <a:gdLst>
                <a:gd name="T0" fmla="*/ 0 w 1"/>
                <a:gd name="T1" fmla="*/ 0 h 94"/>
                <a:gd name="T2" fmla="*/ 0 w 1"/>
                <a:gd name="T3" fmla="*/ 94 h 94"/>
                <a:gd name="T4" fmla="*/ 1 w 1"/>
                <a:gd name="T5" fmla="*/ 94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94">
                  <a:moveTo>
                    <a:pt x="0" y="0"/>
                  </a:moveTo>
                  <a:lnTo>
                    <a:pt x="0" y="94"/>
                  </a:lnTo>
                  <a:lnTo>
                    <a:pt x="1" y="94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0142" name="Freeform 94">
              <a:extLst>
                <a:ext uri="{FF2B5EF4-FFF2-40B4-BE49-F238E27FC236}">
                  <a16:creationId xmlns:a16="http://schemas.microsoft.com/office/drawing/2014/main" id="{4129A97A-E8ED-489D-B1A5-E62CB56E9AFE}"/>
                </a:ext>
              </a:extLst>
            </p:cNvPr>
            <p:cNvSpPr>
              <a:spLocks/>
            </p:cNvSpPr>
            <p:nvPr/>
          </p:nvSpPr>
          <p:spPr bwMode="auto">
            <a:xfrm>
              <a:off x="2550" y="3066"/>
              <a:ext cx="1" cy="174"/>
            </a:xfrm>
            <a:custGeom>
              <a:avLst/>
              <a:gdLst>
                <a:gd name="T0" fmla="*/ 0 w 2"/>
                <a:gd name="T1" fmla="*/ 0 h 694"/>
                <a:gd name="T2" fmla="*/ 0 w 2"/>
                <a:gd name="T3" fmla="*/ 694 h 694"/>
                <a:gd name="T4" fmla="*/ 2 w 2"/>
                <a:gd name="T5" fmla="*/ 694 h 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694">
                  <a:moveTo>
                    <a:pt x="0" y="0"/>
                  </a:moveTo>
                  <a:lnTo>
                    <a:pt x="0" y="694"/>
                  </a:lnTo>
                  <a:lnTo>
                    <a:pt x="2" y="694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0143" name="Freeform 95">
              <a:extLst>
                <a:ext uri="{FF2B5EF4-FFF2-40B4-BE49-F238E27FC236}">
                  <a16:creationId xmlns:a16="http://schemas.microsoft.com/office/drawing/2014/main" id="{21B4618E-7EB0-4445-B770-CE677F3AA087}"/>
                </a:ext>
              </a:extLst>
            </p:cNvPr>
            <p:cNvSpPr>
              <a:spLocks/>
            </p:cNvSpPr>
            <p:nvPr/>
          </p:nvSpPr>
          <p:spPr bwMode="auto">
            <a:xfrm>
              <a:off x="2550" y="3014"/>
              <a:ext cx="1" cy="18"/>
            </a:xfrm>
            <a:custGeom>
              <a:avLst/>
              <a:gdLst>
                <a:gd name="T0" fmla="*/ 0 w 2"/>
                <a:gd name="T1" fmla="*/ 0 h 73"/>
                <a:gd name="T2" fmla="*/ 0 w 2"/>
                <a:gd name="T3" fmla="*/ 73 h 73"/>
                <a:gd name="T4" fmla="*/ 2 w 2"/>
                <a:gd name="T5" fmla="*/ 73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73">
                  <a:moveTo>
                    <a:pt x="0" y="0"/>
                  </a:moveTo>
                  <a:lnTo>
                    <a:pt x="0" y="73"/>
                  </a:lnTo>
                  <a:lnTo>
                    <a:pt x="2" y="73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0144" name="Freeform 96">
              <a:extLst>
                <a:ext uri="{FF2B5EF4-FFF2-40B4-BE49-F238E27FC236}">
                  <a16:creationId xmlns:a16="http://schemas.microsoft.com/office/drawing/2014/main" id="{B9F5C393-650A-4264-845C-C252B27C7758}"/>
                </a:ext>
              </a:extLst>
            </p:cNvPr>
            <p:cNvSpPr>
              <a:spLocks/>
            </p:cNvSpPr>
            <p:nvPr/>
          </p:nvSpPr>
          <p:spPr bwMode="auto">
            <a:xfrm>
              <a:off x="1240" y="2293"/>
              <a:ext cx="38" cy="1"/>
            </a:xfrm>
            <a:custGeom>
              <a:avLst/>
              <a:gdLst>
                <a:gd name="T0" fmla="*/ 0 w 153"/>
                <a:gd name="T1" fmla="*/ 152 w 153"/>
                <a:gd name="T2" fmla="*/ 153 w 15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153">
                  <a:moveTo>
                    <a:pt x="0" y="0"/>
                  </a:moveTo>
                  <a:lnTo>
                    <a:pt x="152" y="0"/>
                  </a:lnTo>
                  <a:lnTo>
                    <a:pt x="153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0145" name="Freeform 97">
              <a:extLst>
                <a:ext uri="{FF2B5EF4-FFF2-40B4-BE49-F238E27FC236}">
                  <a16:creationId xmlns:a16="http://schemas.microsoft.com/office/drawing/2014/main" id="{C6B76F87-8274-43F5-8E28-B46468A21F59}"/>
                </a:ext>
              </a:extLst>
            </p:cNvPr>
            <p:cNvSpPr>
              <a:spLocks/>
            </p:cNvSpPr>
            <p:nvPr/>
          </p:nvSpPr>
          <p:spPr bwMode="auto">
            <a:xfrm>
              <a:off x="1310" y="2293"/>
              <a:ext cx="351" cy="1"/>
            </a:xfrm>
            <a:custGeom>
              <a:avLst/>
              <a:gdLst>
                <a:gd name="T0" fmla="*/ 0 w 1404"/>
                <a:gd name="T1" fmla="*/ 1403 w 1404"/>
                <a:gd name="T2" fmla="*/ 1404 w 140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1404">
                  <a:moveTo>
                    <a:pt x="0" y="0"/>
                  </a:moveTo>
                  <a:lnTo>
                    <a:pt x="1403" y="0"/>
                  </a:lnTo>
                  <a:lnTo>
                    <a:pt x="1404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0146" name="Freeform 98">
              <a:extLst>
                <a:ext uri="{FF2B5EF4-FFF2-40B4-BE49-F238E27FC236}">
                  <a16:creationId xmlns:a16="http://schemas.microsoft.com/office/drawing/2014/main" id="{076FF7F5-EA87-412A-BF2E-D1157004C623}"/>
                </a:ext>
              </a:extLst>
            </p:cNvPr>
            <p:cNvSpPr>
              <a:spLocks/>
            </p:cNvSpPr>
            <p:nvPr/>
          </p:nvSpPr>
          <p:spPr bwMode="auto">
            <a:xfrm>
              <a:off x="1694" y="2293"/>
              <a:ext cx="15" cy="1"/>
            </a:xfrm>
            <a:custGeom>
              <a:avLst/>
              <a:gdLst>
                <a:gd name="T0" fmla="*/ 0 w 60"/>
                <a:gd name="T1" fmla="*/ 59 w 60"/>
                <a:gd name="T2" fmla="*/ 60 w 6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60">
                  <a:moveTo>
                    <a:pt x="0" y="0"/>
                  </a:moveTo>
                  <a:lnTo>
                    <a:pt x="59" y="0"/>
                  </a:lnTo>
                  <a:lnTo>
                    <a:pt x="60" y="0"/>
                  </a:lnTo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0147" name="Freeform 99">
              <a:extLst>
                <a:ext uri="{FF2B5EF4-FFF2-40B4-BE49-F238E27FC236}">
                  <a16:creationId xmlns:a16="http://schemas.microsoft.com/office/drawing/2014/main" id="{7876371E-2118-4237-91A9-6571092CE0AA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4" y="2293"/>
              <a:ext cx="432" cy="3"/>
            </a:xfrm>
            <a:custGeom>
              <a:avLst/>
              <a:gdLst>
                <a:gd name="T0" fmla="*/ 0 w 432"/>
                <a:gd name="T1" fmla="*/ 0 h 3"/>
                <a:gd name="T2" fmla="*/ 432 w 432"/>
                <a:gd name="T3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432" h="3">
                  <a:moveTo>
                    <a:pt x="0" y="0"/>
                  </a:moveTo>
                  <a:lnTo>
                    <a:pt x="432" y="3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0148" name="Freeform 100">
              <a:extLst>
                <a:ext uri="{FF2B5EF4-FFF2-40B4-BE49-F238E27FC236}">
                  <a16:creationId xmlns:a16="http://schemas.microsoft.com/office/drawing/2014/main" id="{5D601204-7BE9-48BA-A958-7B9F05071DA3}"/>
                </a:ext>
              </a:extLst>
            </p:cNvPr>
            <p:cNvSpPr>
              <a:spLocks/>
            </p:cNvSpPr>
            <p:nvPr/>
          </p:nvSpPr>
          <p:spPr bwMode="auto">
            <a:xfrm>
              <a:off x="1823" y="1936"/>
              <a:ext cx="292" cy="292"/>
            </a:xfrm>
            <a:custGeom>
              <a:avLst/>
              <a:gdLst>
                <a:gd name="T0" fmla="*/ 0 w 1166"/>
                <a:gd name="T1" fmla="*/ 1166 h 1166"/>
                <a:gd name="T2" fmla="*/ 1165 w 1166"/>
                <a:gd name="T3" fmla="*/ 0 h 1166"/>
                <a:gd name="T4" fmla="*/ 1166 w 1166"/>
                <a:gd name="T5" fmla="*/ 0 h 1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166" h="1166">
                  <a:moveTo>
                    <a:pt x="0" y="1166"/>
                  </a:moveTo>
                  <a:lnTo>
                    <a:pt x="1165" y="0"/>
                  </a:lnTo>
                  <a:lnTo>
                    <a:pt x="1166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0149" name="Freeform 101">
              <a:extLst>
                <a:ext uri="{FF2B5EF4-FFF2-40B4-BE49-F238E27FC236}">
                  <a16:creationId xmlns:a16="http://schemas.microsoft.com/office/drawing/2014/main" id="{FA648689-2DEE-4D99-BF97-8A3C883E8A9C}"/>
                </a:ext>
              </a:extLst>
            </p:cNvPr>
            <p:cNvSpPr>
              <a:spLocks/>
            </p:cNvSpPr>
            <p:nvPr/>
          </p:nvSpPr>
          <p:spPr bwMode="auto">
            <a:xfrm>
              <a:off x="2184" y="1593"/>
              <a:ext cx="275" cy="274"/>
            </a:xfrm>
            <a:custGeom>
              <a:avLst/>
              <a:gdLst>
                <a:gd name="T0" fmla="*/ 0 w 1097"/>
                <a:gd name="T1" fmla="*/ 1097 h 1097"/>
                <a:gd name="T2" fmla="*/ 1096 w 1097"/>
                <a:gd name="T3" fmla="*/ 0 h 1097"/>
                <a:gd name="T4" fmla="*/ 1097 w 1097"/>
                <a:gd name="T5" fmla="*/ 0 h 10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097" h="1097">
                  <a:moveTo>
                    <a:pt x="0" y="1097"/>
                  </a:moveTo>
                  <a:lnTo>
                    <a:pt x="1096" y="0"/>
                  </a:lnTo>
                  <a:lnTo>
                    <a:pt x="1097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0150" name="Rectangle 102">
              <a:extLst>
                <a:ext uri="{FF2B5EF4-FFF2-40B4-BE49-F238E27FC236}">
                  <a16:creationId xmlns:a16="http://schemas.microsoft.com/office/drawing/2014/main" id="{BDAFB61F-1EFE-48E3-81A5-7414FB0B2B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68" y="2507"/>
              <a:ext cx="226" cy="1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zh-CN" altLang="en-US" sz="1400">
                  <a:solidFill>
                    <a:srgbClr val="000000"/>
                  </a:solidFill>
                  <a:latin typeface="宋体" panose="02010600030101010101" pitchFamily="2" charset="-122"/>
                </a:rPr>
                <a:t>油孔</a:t>
              </a:r>
              <a:endParaRPr lang="zh-CN" altLang="en-US"/>
            </a:p>
          </p:txBody>
        </p:sp>
        <p:sp>
          <p:nvSpPr>
            <p:cNvPr id="130151" name="Freeform 103">
              <a:extLst>
                <a:ext uri="{FF2B5EF4-FFF2-40B4-BE49-F238E27FC236}">
                  <a16:creationId xmlns:a16="http://schemas.microsoft.com/office/drawing/2014/main" id="{E550849B-B98F-4449-A644-AF9E65AA1643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8" y="2395"/>
              <a:ext cx="1" cy="196"/>
            </a:xfrm>
            <a:custGeom>
              <a:avLst/>
              <a:gdLst>
                <a:gd name="T0" fmla="*/ 0 w 1"/>
                <a:gd name="T1" fmla="*/ 0 h 787"/>
                <a:gd name="T2" fmla="*/ 0 w 1"/>
                <a:gd name="T3" fmla="*/ 787 h 787"/>
                <a:gd name="T4" fmla="*/ 1 w 1"/>
                <a:gd name="T5" fmla="*/ 787 h 7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787">
                  <a:moveTo>
                    <a:pt x="0" y="0"/>
                  </a:moveTo>
                  <a:lnTo>
                    <a:pt x="0" y="787"/>
                  </a:lnTo>
                  <a:lnTo>
                    <a:pt x="1" y="787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0152" name="Freeform 104">
              <a:extLst>
                <a:ext uri="{FF2B5EF4-FFF2-40B4-BE49-F238E27FC236}">
                  <a16:creationId xmlns:a16="http://schemas.microsoft.com/office/drawing/2014/main" id="{B15813B1-485B-462C-B667-647B5F001B8E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8" y="2363"/>
              <a:ext cx="1" cy="13"/>
            </a:xfrm>
            <a:custGeom>
              <a:avLst/>
              <a:gdLst>
                <a:gd name="T0" fmla="*/ 1 w 1"/>
                <a:gd name="T1" fmla="*/ 0 h 13"/>
                <a:gd name="T2" fmla="*/ 0 w 1"/>
                <a:gd name="T3" fmla="*/ 13 h 13"/>
                <a:gd name="T4" fmla="*/ 1 w 1"/>
                <a:gd name="T5" fmla="*/ 13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13">
                  <a:moveTo>
                    <a:pt x="1" y="0"/>
                  </a:moveTo>
                  <a:lnTo>
                    <a:pt x="0" y="13"/>
                  </a:lnTo>
                  <a:lnTo>
                    <a:pt x="1" y="13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0153" name="Freeform 105">
              <a:extLst>
                <a:ext uri="{FF2B5EF4-FFF2-40B4-BE49-F238E27FC236}">
                  <a16:creationId xmlns:a16="http://schemas.microsoft.com/office/drawing/2014/main" id="{6A5AA254-200A-41AD-8C9B-5B4D21562F5D}"/>
                </a:ext>
              </a:extLst>
            </p:cNvPr>
            <p:cNvSpPr>
              <a:spLocks/>
            </p:cNvSpPr>
            <p:nvPr/>
          </p:nvSpPr>
          <p:spPr bwMode="auto">
            <a:xfrm>
              <a:off x="1871" y="2642"/>
              <a:ext cx="172" cy="355"/>
            </a:xfrm>
            <a:custGeom>
              <a:avLst/>
              <a:gdLst>
                <a:gd name="T0" fmla="*/ 0 w 688"/>
                <a:gd name="T1" fmla="*/ 1423 h 1423"/>
                <a:gd name="T2" fmla="*/ 687 w 688"/>
                <a:gd name="T3" fmla="*/ 0 h 1423"/>
                <a:gd name="T4" fmla="*/ 688 w 688"/>
                <a:gd name="T5" fmla="*/ 0 h 14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88" h="1423">
                  <a:moveTo>
                    <a:pt x="0" y="1423"/>
                  </a:moveTo>
                  <a:lnTo>
                    <a:pt x="687" y="0"/>
                  </a:lnTo>
                  <a:lnTo>
                    <a:pt x="688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0154" name="Freeform 106">
              <a:extLst>
                <a:ext uri="{FF2B5EF4-FFF2-40B4-BE49-F238E27FC236}">
                  <a16:creationId xmlns:a16="http://schemas.microsoft.com/office/drawing/2014/main" id="{0D1087E6-8E79-4367-B5C3-C266EA1A711F}"/>
                </a:ext>
              </a:extLst>
            </p:cNvPr>
            <p:cNvSpPr>
              <a:spLocks/>
            </p:cNvSpPr>
            <p:nvPr/>
          </p:nvSpPr>
          <p:spPr bwMode="auto">
            <a:xfrm>
              <a:off x="1963" y="2464"/>
              <a:ext cx="80" cy="178"/>
            </a:xfrm>
            <a:custGeom>
              <a:avLst/>
              <a:gdLst>
                <a:gd name="T0" fmla="*/ 0 w 322"/>
                <a:gd name="T1" fmla="*/ 0 h 711"/>
                <a:gd name="T2" fmla="*/ 321 w 322"/>
                <a:gd name="T3" fmla="*/ 711 h 711"/>
                <a:gd name="T4" fmla="*/ 322 w 322"/>
                <a:gd name="T5" fmla="*/ 711 h 7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22" h="711">
                  <a:moveTo>
                    <a:pt x="0" y="0"/>
                  </a:moveTo>
                  <a:lnTo>
                    <a:pt x="321" y="711"/>
                  </a:lnTo>
                  <a:lnTo>
                    <a:pt x="322" y="711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0155" name="Freeform 107">
              <a:extLst>
                <a:ext uri="{FF2B5EF4-FFF2-40B4-BE49-F238E27FC236}">
                  <a16:creationId xmlns:a16="http://schemas.microsoft.com/office/drawing/2014/main" id="{43178242-908B-4707-87A9-F4C77690312B}"/>
                </a:ext>
              </a:extLst>
            </p:cNvPr>
            <p:cNvSpPr>
              <a:spLocks/>
            </p:cNvSpPr>
            <p:nvPr/>
          </p:nvSpPr>
          <p:spPr bwMode="auto">
            <a:xfrm>
              <a:off x="2043" y="2642"/>
              <a:ext cx="264" cy="1"/>
            </a:xfrm>
            <a:custGeom>
              <a:avLst/>
              <a:gdLst>
                <a:gd name="T0" fmla="*/ 0 w 1056"/>
                <a:gd name="T1" fmla="*/ 1055 w 1056"/>
                <a:gd name="T2" fmla="*/ 1056 w 105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1056">
                  <a:moveTo>
                    <a:pt x="0" y="0"/>
                  </a:moveTo>
                  <a:lnTo>
                    <a:pt x="1055" y="0"/>
                  </a:lnTo>
                  <a:lnTo>
                    <a:pt x="1056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0156" name="Freeform 108">
              <a:extLst>
                <a:ext uri="{FF2B5EF4-FFF2-40B4-BE49-F238E27FC236}">
                  <a16:creationId xmlns:a16="http://schemas.microsoft.com/office/drawing/2014/main" id="{B8F915D1-668E-4C05-89CE-D7D057719182}"/>
                </a:ext>
              </a:extLst>
            </p:cNvPr>
            <p:cNvSpPr>
              <a:spLocks/>
            </p:cNvSpPr>
            <p:nvPr/>
          </p:nvSpPr>
          <p:spPr bwMode="auto">
            <a:xfrm>
              <a:off x="1684" y="2293"/>
              <a:ext cx="74" cy="1"/>
            </a:xfrm>
            <a:custGeom>
              <a:avLst/>
              <a:gdLst>
                <a:gd name="T0" fmla="*/ 300 w 300"/>
                <a:gd name="T1" fmla="*/ 0 w 300"/>
                <a:gd name="T2" fmla="*/ 1 w 30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300">
                  <a:moveTo>
                    <a:pt x="300" y="0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0157" name="Freeform 109">
              <a:extLst>
                <a:ext uri="{FF2B5EF4-FFF2-40B4-BE49-F238E27FC236}">
                  <a16:creationId xmlns:a16="http://schemas.microsoft.com/office/drawing/2014/main" id="{884B7BDD-56D6-4ABF-92D7-B31EF987FE28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8" y="2238"/>
              <a:ext cx="55" cy="55"/>
            </a:xfrm>
            <a:custGeom>
              <a:avLst/>
              <a:gdLst>
                <a:gd name="T0" fmla="*/ 0 w 220"/>
                <a:gd name="T1" fmla="*/ 218 h 218"/>
                <a:gd name="T2" fmla="*/ 218 w 220"/>
                <a:gd name="T3" fmla="*/ 0 h 218"/>
                <a:gd name="T4" fmla="*/ 220 w 220"/>
                <a:gd name="T5" fmla="*/ 0 h 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20" h="218">
                  <a:moveTo>
                    <a:pt x="0" y="218"/>
                  </a:moveTo>
                  <a:lnTo>
                    <a:pt x="218" y="0"/>
                  </a:lnTo>
                  <a:lnTo>
                    <a:pt x="220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0158" name="Freeform 110">
              <a:extLst>
                <a:ext uri="{FF2B5EF4-FFF2-40B4-BE49-F238E27FC236}">
                  <a16:creationId xmlns:a16="http://schemas.microsoft.com/office/drawing/2014/main" id="{7830BE69-069B-4749-A7A7-557E628DF6C8}"/>
                </a:ext>
              </a:extLst>
            </p:cNvPr>
            <p:cNvSpPr>
              <a:spLocks/>
            </p:cNvSpPr>
            <p:nvPr/>
          </p:nvSpPr>
          <p:spPr bwMode="auto">
            <a:xfrm>
              <a:off x="2482" y="1503"/>
              <a:ext cx="66" cy="66"/>
            </a:xfrm>
            <a:custGeom>
              <a:avLst/>
              <a:gdLst>
                <a:gd name="T0" fmla="*/ 0 w 264"/>
                <a:gd name="T1" fmla="*/ 263 h 263"/>
                <a:gd name="T2" fmla="*/ 263 w 264"/>
                <a:gd name="T3" fmla="*/ 0 h 263"/>
                <a:gd name="T4" fmla="*/ 264 w 264"/>
                <a:gd name="T5" fmla="*/ 0 h 2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64" h="263">
                  <a:moveTo>
                    <a:pt x="0" y="263"/>
                  </a:moveTo>
                  <a:lnTo>
                    <a:pt x="263" y="0"/>
                  </a:lnTo>
                  <a:lnTo>
                    <a:pt x="264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0159" name="Rectangle 111">
              <a:extLst>
                <a:ext uri="{FF2B5EF4-FFF2-40B4-BE49-F238E27FC236}">
                  <a16:creationId xmlns:a16="http://schemas.microsoft.com/office/drawing/2014/main" id="{AEB9BC2E-30A5-41E4-93D9-8DAE67659D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4" y="2118"/>
              <a:ext cx="73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800" i="1">
                  <a:latin typeface="宋体" panose="02010600030101010101" pitchFamily="2" charset="-122"/>
                </a:rPr>
                <a:t>A</a:t>
              </a:r>
              <a:endParaRPr lang="en-US" altLang="zh-CN" sz="1800"/>
            </a:p>
          </p:txBody>
        </p:sp>
        <p:sp>
          <p:nvSpPr>
            <p:cNvPr id="130160" name="Rectangle 112">
              <a:extLst>
                <a:ext uri="{FF2B5EF4-FFF2-40B4-BE49-F238E27FC236}">
                  <a16:creationId xmlns:a16="http://schemas.microsoft.com/office/drawing/2014/main" id="{4A75218C-3C4C-4157-82DD-BEA9FA7D62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06" y="1379"/>
              <a:ext cx="150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r>
                <a:rPr lang="en-US" altLang="zh-CN" sz="1800" i="1">
                  <a:latin typeface="宋体" panose="02010600030101010101" pitchFamily="2" charset="-122"/>
                </a:rPr>
                <a:t>A</a:t>
              </a:r>
              <a:endParaRPr lang="en-US" altLang="zh-CN" sz="1800" i="1"/>
            </a:p>
          </p:txBody>
        </p:sp>
        <p:sp>
          <p:nvSpPr>
            <p:cNvPr id="130161" name="Rectangle 113">
              <a:extLst>
                <a:ext uri="{FF2B5EF4-FFF2-40B4-BE49-F238E27FC236}">
                  <a16:creationId xmlns:a16="http://schemas.microsoft.com/office/drawing/2014/main" id="{59CA54A9-FA00-4172-BF43-032E75C8F1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12" y="2630"/>
              <a:ext cx="291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800" i="1">
                  <a:latin typeface="宋体" panose="02010600030101010101" pitchFamily="2" charset="-122"/>
                </a:rPr>
                <a:t>A</a:t>
              </a:r>
              <a:r>
                <a:rPr lang="zh-CN" altLang="en-US" sz="1800">
                  <a:latin typeface="宋体" panose="02010600030101010101" pitchFamily="2" charset="-122"/>
                </a:rPr>
                <a:t>－</a:t>
              </a:r>
              <a:r>
                <a:rPr lang="en-US" altLang="zh-CN" sz="1800" i="1">
                  <a:latin typeface="宋体" panose="02010600030101010101" pitchFamily="2" charset="-122"/>
                </a:rPr>
                <a:t>A</a:t>
              </a:r>
              <a:endParaRPr lang="en-US" altLang="zh-CN" sz="1800"/>
            </a:p>
          </p:txBody>
        </p:sp>
        <p:sp>
          <p:nvSpPr>
            <p:cNvPr id="130162" name="Freeform 114">
              <a:extLst>
                <a:ext uri="{FF2B5EF4-FFF2-40B4-BE49-F238E27FC236}">
                  <a16:creationId xmlns:a16="http://schemas.microsoft.com/office/drawing/2014/main" id="{7D7C1721-292C-40B3-88FA-C28A130C828B}"/>
                </a:ext>
              </a:extLst>
            </p:cNvPr>
            <p:cNvSpPr>
              <a:spLocks/>
            </p:cNvSpPr>
            <p:nvPr/>
          </p:nvSpPr>
          <p:spPr bwMode="auto">
            <a:xfrm>
              <a:off x="612" y="2293"/>
              <a:ext cx="1" cy="154"/>
            </a:xfrm>
            <a:custGeom>
              <a:avLst/>
              <a:gdLst>
                <a:gd name="T0" fmla="*/ 0 w 1"/>
                <a:gd name="T1" fmla="*/ 0 h 614"/>
                <a:gd name="T2" fmla="*/ 0 w 1"/>
                <a:gd name="T3" fmla="*/ 614 h 614"/>
                <a:gd name="T4" fmla="*/ 1 w 1"/>
                <a:gd name="T5" fmla="*/ 614 h 6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614">
                  <a:moveTo>
                    <a:pt x="0" y="0"/>
                  </a:moveTo>
                  <a:lnTo>
                    <a:pt x="0" y="614"/>
                  </a:lnTo>
                  <a:lnTo>
                    <a:pt x="1" y="614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0163" name="Freeform 115">
              <a:extLst>
                <a:ext uri="{FF2B5EF4-FFF2-40B4-BE49-F238E27FC236}">
                  <a16:creationId xmlns:a16="http://schemas.microsoft.com/office/drawing/2014/main" id="{2883F72E-099F-4F05-9228-03DFA0C0AD9A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8" y="1503"/>
              <a:ext cx="110" cy="109"/>
            </a:xfrm>
            <a:custGeom>
              <a:avLst/>
              <a:gdLst>
                <a:gd name="T0" fmla="*/ 0 w 438"/>
                <a:gd name="T1" fmla="*/ 0 h 438"/>
                <a:gd name="T2" fmla="*/ 437 w 438"/>
                <a:gd name="T3" fmla="*/ 438 h 438"/>
                <a:gd name="T4" fmla="*/ 438 w 438"/>
                <a:gd name="T5" fmla="*/ 438 h 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38" h="438">
                  <a:moveTo>
                    <a:pt x="0" y="0"/>
                  </a:moveTo>
                  <a:lnTo>
                    <a:pt x="437" y="438"/>
                  </a:lnTo>
                  <a:lnTo>
                    <a:pt x="438" y="438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0164" name="Freeform 116">
              <a:extLst>
                <a:ext uri="{FF2B5EF4-FFF2-40B4-BE49-F238E27FC236}">
                  <a16:creationId xmlns:a16="http://schemas.microsoft.com/office/drawing/2014/main" id="{2C5A8C2C-57A9-4D58-857A-96F66EBA256D}"/>
                </a:ext>
              </a:extLst>
            </p:cNvPr>
            <p:cNvSpPr>
              <a:spLocks/>
            </p:cNvSpPr>
            <p:nvPr/>
          </p:nvSpPr>
          <p:spPr bwMode="auto">
            <a:xfrm>
              <a:off x="612" y="2293"/>
              <a:ext cx="86" cy="1"/>
            </a:xfrm>
            <a:custGeom>
              <a:avLst/>
              <a:gdLst>
                <a:gd name="T0" fmla="*/ 343 w 343"/>
                <a:gd name="T1" fmla="*/ 0 w 343"/>
                <a:gd name="T2" fmla="*/ 1 w 34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343">
                  <a:moveTo>
                    <a:pt x="343" y="0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0165" name="Freeform 117">
              <a:extLst>
                <a:ext uri="{FF2B5EF4-FFF2-40B4-BE49-F238E27FC236}">
                  <a16:creationId xmlns:a16="http://schemas.microsoft.com/office/drawing/2014/main" id="{10E69CE0-2C7C-43D0-A542-04A551FA4AF4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9" y="2247"/>
              <a:ext cx="412" cy="2"/>
            </a:xfrm>
            <a:custGeom>
              <a:avLst/>
              <a:gdLst>
                <a:gd name="T0" fmla="*/ 0 w 412"/>
                <a:gd name="T1" fmla="*/ 2 h 2"/>
                <a:gd name="T2" fmla="*/ 412 w 412"/>
                <a:gd name="T3" fmla="*/ 0 h 2"/>
                <a:gd name="T4" fmla="*/ 412 w 412"/>
                <a:gd name="T5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2" h="2">
                  <a:moveTo>
                    <a:pt x="0" y="2"/>
                  </a:moveTo>
                  <a:lnTo>
                    <a:pt x="412" y="0"/>
                  </a:lnTo>
                  <a:lnTo>
                    <a:pt x="412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0166" name="Freeform 118">
              <a:extLst>
                <a:ext uri="{FF2B5EF4-FFF2-40B4-BE49-F238E27FC236}">
                  <a16:creationId xmlns:a16="http://schemas.microsoft.com/office/drawing/2014/main" id="{46FBA269-F545-4DF8-B05D-5E4D1750ABAB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1" y="2339"/>
              <a:ext cx="400" cy="1"/>
            </a:xfrm>
            <a:custGeom>
              <a:avLst/>
              <a:gdLst>
                <a:gd name="T0" fmla="*/ 0 w 400"/>
                <a:gd name="T1" fmla="*/ 0 h 1"/>
                <a:gd name="T2" fmla="*/ 400 w 400"/>
                <a:gd name="T3" fmla="*/ 0 h 1"/>
                <a:gd name="T4" fmla="*/ 400 w 400"/>
                <a:gd name="T5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0" h="1">
                  <a:moveTo>
                    <a:pt x="0" y="0"/>
                  </a:moveTo>
                  <a:lnTo>
                    <a:pt x="400" y="0"/>
                  </a:lnTo>
                  <a:lnTo>
                    <a:pt x="400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0167" name="Freeform 119">
              <a:extLst>
                <a:ext uri="{FF2B5EF4-FFF2-40B4-BE49-F238E27FC236}">
                  <a16:creationId xmlns:a16="http://schemas.microsoft.com/office/drawing/2014/main" id="{3D99493D-AD37-4C6F-B8F5-BB1302BB5646}"/>
                </a:ext>
              </a:extLst>
            </p:cNvPr>
            <p:cNvSpPr>
              <a:spLocks/>
            </p:cNvSpPr>
            <p:nvPr/>
          </p:nvSpPr>
          <p:spPr bwMode="auto">
            <a:xfrm>
              <a:off x="1891" y="1805"/>
              <a:ext cx="294" cy="294"/>
            </a:xfrm>
            <a:custGeom>
              <a:avLst/>
              <a:gdLst>
                <a:gd name="T0" fmla="*/ 0 w 294"/>
                <a:gd name="T1" fmla="*/ 294 h 294"/>
                <a:gd name="T2" fmla="*/ 294 w 294"/>
                <a:gd name="T3" fmla="*/ 0 h 294"/>
                <a:gd name="T4" fmla="*/ 285 w 294"/>
                <a:gd name="T5" fmla="*/ 5 h 2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94" h="294">
                  <a:moveTo>
                    <a:pt x="0" y="294"/>
                  </a:moveTo>
                  <a:lnTo>
                    <a:pt x="294" y="0"/>
                  </a:lnTo>
                  <a:lnTo>
                    <a:pt x="285" y="5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0168" name="Freeform 120">
              <a:extLst>
                <a:ext uri="{FF2B5EF4-FFF2-40B4-BE49-F238E27FC236}">
                  <a16:creationId xmlns:a16="http://schemas.microsoft.com/office/drawing/2014/main" id="{74DE5118-9E2C-4B86-AAC0-F2F6743C9B80}"/>
                </a:ext>
              </a:extLst>
            </p:cNvPr>
            <p:cNvSpPr>
              <a:spLocks/>
            </p:cNvSpPr>
            <p:nvPr/>
          </p:nvSpPr>
          <p:spPr bwMode="auto">
            <a:xfrm>
              <a:off x="1957" y="1864"/>
              <a:ext cx="296" cy="295"/>
            </a:xfrm>
            <a:custGeom>
              <a:avLst/>
              <a:gdLst>
                <a:gd name="T0" fmla="*/ 0 w 296"/>
                <a:gd name="T1" fmla="*/ 295 h 295"/>
                <a:gd name="T2" fmla="*/ 296 w 296"/>
                <a:gd name="T3" fmla="*/ 0 h 295"/>
                <a:gd name="T4" fmla="*/ 296 w 296"/>
                <a:gd name="T5" fmla="*/ 0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96" h="295">
                  <a:moveTo>
                    <a:pt x="0" y="295"/>
                  </a:moveTo>
                  <a:lnTo>
                    <a:pt x="296" y="0"/>
                  </a:lnTo>
                  <a:lnTo>
                    <a:pt x="296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0169" name="Line 121">
              <a:extLst>
                <a:ext uri="{FF2B5EF4-FFF2-40B4-BE49-F238E27FC236}">
                  <a16:creationId xmlns:a16="http://schemas.microsoft.com/office/drawing/2014/main" id="{ADE88D48-8713-46CA-B6AC-CCD244514BC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125" y="1883"/>
              <a:ext cx="41" cy="4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0170" name="Line 122">
              <a:extLst>
                <a:ext uri="{FF2B5EF4-FFF2-40B4-BE49-F238E27FC236}">
                  <a16:creationId xmlns:a16="http://schemas.microsoft.com/office/drawing/2014/main" id="{C19A5212-5711-4396-9288-35D9042CA7A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19" y="2883"/>
              <a:ext cx="0" cy="107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0171" name="Line 123">
              <a:extLst>
                <a:ext uri="{FF2B5EF4-FFF2-40B4-BE49-F238E27FC236}">
                  <a16:creationId xmlns:a16="http://schemas.microsoft.com/office/drawing/2014/main" id="{5F264CE2-9968-4676-8F5E-E19B4DA10AB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113" y="3083"/>
              <a:ext cx="0" cy="97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0172" name="Line 124">
              <a:extLst>
                <a:ext uri="{FF2B5EF4-FFF2-40B4-BE49-F238E27FC236}">
                  <a16:creationId xmlns:a16="http://schemas.microsoft.com/office/drawing/2014/main" id="{2245A12B-1228-4A8D-8687-76524996E7E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19" y="2824"/>
              <a:ext cx="0" cy="164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0173" name="Line 125">
              <a:extLst>
                <a:ext uri="{FF2B5EF4-FFF2-40B4-BE49-F238E27FC236}">
                  <a16:creationId xmlns:a16="http://schemas.microsoft.com/office/drawing/2014/main" id="{274893C6-639F-48AF-B630-03E1D71A061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519" y="3082"/>
              <a:ext cx="0" cy="17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0174" name="Freeform 126">
              <a:extLst>
                <a:ext uri="{FF2B5EF4-FFF2-40B4-BE49-F238E27FC236}">
                  <a16:creationId xmlns:a16="http://schemas.microsoft.com/office/drawing/2014/main" id="{28DE427B-2712-41BA-900C-6686C5D7B15E}"/>
                </a:ext>
              </a:extLst>
            </p:cNvPr>
            <p:cNvSpPr>
              <a:spLocks/>
            </p:cNvSpPr>
            <p:nvPr/>
          </p:nvSpPr>
          <p:spPr bwMode="auto">
            <a:xfrm>
              <a:off x="1999" y="2819"/>
              <a:ext cx="1" cy="172"/>
            </a:xfrm>
            <a:custGeom>
              <a:avLst/>
              <a:gdLst>
                <a:gd name="T0" fmla="*/ 0 w 1"/>
                <a:gd name="T1" fmla="*/ 0 h 172"/>
                <a:gd name="T2" fmla="*/ 0 w 1"/>
                <a:gd name="T3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172">
                  <a:moveTo>
                    <a:pt x="0" y="0"/>
                  </a:moveTo>
                  <a:lnTo>
                    <a:pt x="0" y="172"/>
                  </a:lnTo>
                </a:path>
              </a:pathLst>
            </a:cu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0175" name="Freeform 127">
              <a:extLst>
                <a:ext uri="{FF2B5EF4-FFF2-40B4-BE49-F238E27FC236}">
                  <a16:creationId xmlns:a16="http://schemas.microsoft.com/office/drawing/2014/main" id="{AB89D3FC-A25A-4E5E-9C4D-6B2E8FFCACDE}"/>
                </a:ext>
              </a:extLst>
            </p:cNvPr>
            <p:cNvSpPr>
              <a:spLocks/>
            </p:cNvSpPr>
            <p:nvPr/>
          </p:nvSpPr>
          <p:spPr bwMode="auto">
            <a:xfrm>
              <a:off x="1995" y="3087"/>
              <a:ext cx="2" cy="166"/>
            </a:xfrm>
            <a:custGeom>
              <a:avLst/>
              <a:gdLst>
                <a:gd name="T0" fmla="*/ 2 w 2"/>
                <a:gd name="T1" fmla="*/ 166 h 166"/>
                <a:gd name="T2" fmla="*/ 0 w 2"/>
                <a:gd name="T3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" h="166">
                  <a:moveTo>
                    <a:pt x="2" y="166"/>
                  </a:moveTo>
                  <a:lnTo>
                    <a:pt x="0" y="0"/>
                  </a:lnTo>
                </a:path>
              </a:pathLst>
            </a:cu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0176" name="Line 128">
              <a:extLst>
                <a:ext uri="{FF2B5EF4-FFF2-40B4-BE49-F238E27FC236}">
                  <a16:creationId xmlns:a16="http://schemas.microsoft.com/office/drawing/2014/main" id="{6D526960-2477-4D99-9DA8-6E6EDDA2175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98" y="2881"/>
              <a:ext cx="0" cy="107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0177" name="Freeform 129">
              <a:extLst>
                <a:ext uri="{FF2B5EF4-FFF2-40B4-BE49-F238E27FC236}">
                  <a16:creationId xmlns:a16="http://schemas.microsoft.com/office/drawing/2014/main" id="{9FCF7701-4A69-4461-9862-3AA97E314C0B}"/>
                </a:ext>
              </a:extLst>
            </p:cNvPr>
            <p:cNvSpPr>
              <a:spLocks/>
            </p:cNvSpPr>
            <p:nvPr/>
          </p:nvSpPr>
          <p:spPr bwMode="auto">
            <a:xfrm>
              <a:off x="2399" y="3075"/>
              <a:ext cx="2" cy="113"/>
            </a:xfrm>
            <a:custGeom>
              <a:avLst/>
              <a:gdLst>
                <a:gd name="T0" fmla="*/ 2 w 2"/>
                <a:gd name="T1" fmla="*/ 113 h 113"/>
                <a:gd name="T2" fmla="*/ 0 w 2"/>
                <a:gd name="T3" fmla="*/ 0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" h="113">
                  <a:moveTo>
                    <a:pt x="2" y="113"/>
                  </a:moveTo>
                  <a:lnTo>
                    <a:pt x="0" y="0"/>
                  </a:lnTo>
                </a:path>
              </a:pathLst>
            </a:cu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30322" name="Group 274">
            <a:extLst>
              <a:ext uri="{FF2B5EF4-FFF2-40B4-BE49-F238E27FC236}">
                <a16:creationId xmlns:a16="http://schemas.microsoft.com/office/drawing/2014/main" id="{0897BDD2-2BD1-428B-9048-3BAB70C56AA2}"/>
              </a:ext>
            </a:extLst>
          </p:cNvPr>
          <p:cNvGrpSpPr>
            <a:grpSpLocks/>
          </p:cNvGrpSpPr>
          <p:nvPr/>
        </p:nvGrpSpPr>
        <p:grpSpPr bwMode="auto">
          <a:xfrm>
            <a:off x="4578350" y="2339975"/>
            <a:ext cx="4292600" cy="2933700"/>
            <a:chOff x="2884" y="1474"/>
            <a:chExt cx="2704" cy="1848"/>
          </a:xfrm>
        </p:grpSpPr>
        <p:pic>
          <p:nvPicPr>
            <p:cNvPr id="130313" name="Picture 265">
              <a:extLst>
                <a:ext uri="{FF2B5EF4-FFF2-40B4-BE49-F238E27FC236}">
                  <a16:creationId xmlns:a16="http://schemas.microsoft.com/office/drawing/2014/main" id="{76358614-740B-4AFF-9C59-D14745E263F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84" y="1474"/>
              <a:ext cx="2704" cy="18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30314" name="Freeform 266">
              <a:extLst>
                <a:ext uri="{FF2B5EF4-FFF2-40B4-BE49-F238E27FC236}">
                  <a16:creationId xmlns:a16="http://schemas.microsoft.com/office/drawing/2014/main" id="{AA2E4BCA-62C2-4C2F-85BD-86C1821F2AE6}"/>
                </a:ext>
              </a:extLst>
            </p:cNvPr>
            <p:cNvSpPr>
              <a:spLocks/>
            </p:cNvSpPr>
            <p:nvPr/>
          </p:nvSpPr>
          <p:spPr bwMode="auto">
            <a:xfrm>
              <a:off x="5015" y="2028"/>
              <a:ext cx="323" cy="460"/>
            </a:xfrm>
            <a:custGeom>
              <a:avLst/>
              <a:gdLst>
                <a:gd name="T0" fmla="*/ 108 w 323"/>
                <a:gd name="T1" fmla="*/ 460 h 460"/>
                <a:gd name="T2" fmla="*/ 0 w 323"/>
                <a:gd name="T3" fmla="*/ 399 h 460"/>
                <a:gd name="T4" fmla="*/ 238 w 323"/>
                <a:gd name="T5" fmla="*/ 0 h 460"/>
                <a:gd name="T6" fmla="*/ 323 w 323"/>
                <a:gd name="T7" fmla="*/ 38 h 460"/>
                <a:gd name="T8" fmla="*/ 108 w 323"/>
                <a:gd name="T9" fmla="*/ 460 h 4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3" h="460">
                  <a:moveTo>
                    <a:pt x="108" y="460"/>
                  </a:moveTo>
                  <a:lnTo>
                    <a:pt x="0" y="399"/>
                  </a:lnTo>
                  <a:lnTo>
                    <a:pt x="238" y="0"/>
                  </a:lnTo>
                  <a:lnTo>
                    <a:pt x="323" y="38"/>
                  </a:lnTo>
                  <a:lnTo>
                    <a:pt x="108" y="460"/>
                  </a:lnTo>
                  <a:close/>
                </a:path>
              </a:pathLst>
            </a:custGeom>
            <a:solidFill>
              <a:srgbClr val="CC0000"/>
            </a:solidFill>
            <a:ln w="9525" cap="flat" cmpd="sng">
              <a:solidFill>
                <a:srgbClr val="CC0000"/>
              </a:solidFill>
              <a:prstDash val="solid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0315" name="Freeform 267">
              <a:extLst>
                <a:ext uri="{FF2B5EF4-FFF2-40B4-BE49-F238E27FC236}">
                  <a16:creationId xmlns:a16="http://schemas.microsoft.com/office/drawing/2014/main" id="{C9511DD0-6759-4364-9A41-194489BD3381}"/>
                </a:ext>
              </a:extLst>
            </p:cNvPr>
            <p:cNvSpPr>
              <a:spLocks/>
            </p:cNvSpPr>
            <p:nvPr/>
          </p:nvSpPr>
          <p:spPr bwMode="auto">
            <a:xfrm>
              <a:off x="4831" y="1928"/>
              <a:ext cx="338" cy="445"/>
            </a:xfrm>
            <a:custGeom>
              <a:avLst/>
              <a:gdLst>
                <a:gd name="T0" fmla="*/ 269 w 338"/>
                <a:gd name="T1" fmla="*/ 0 h 445"/>
                <a:gd name="T2" fmla="*/ 338 w 338"/>
                <a:gd name="T3" fmla="*/ 38 h 445"/>
                <a:gd name="T4" fmla="*/ 92 w 338"/>
                <a:gd name="T5" fmla="*/ 445 h 445"/>
                <a:gd name="T6" fmla="*/ 0 w 338"/>
                <a:gd name="T7" fmla="*/ 399 h 445"/>
                <a:gd name="T8" fmla="*/ 269 w 338"/>
                <a:gd name="T9" fmla="*/ 0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38" h="445">
                  <a:moveTo>
                    <a:pt x="269" y="0"/>
                  </a:moveTo>
                  <a:lnTo>
                    <a:pt x="338" y="38"/>
                  </a:lnTo>
                  <a:lnTo>
                    <a:pt x="92" y="445"/>
                  </a:lnTo>
                  <a:lnTo>
                    <a:pt x="0" y="399"/>
                  </a:lnTo>
                  <a:lnTo>
                    <a:pt x="269" y="0"/>
                  </a:lnTo>
                  <a:close/>
                </a:path>
              </a:pathLst>
            </a:custGeom>
            <a:solidFill>
              <a:srgbClr val="CC0000"/>
            </a:solidFill>
            <a:ln w="9525" cap="flat" cmpd="sng">
              <a:solidFill>
                <a:srgbClr val="CC0000"/>
              </a:solidFill>
              <a:prstDash val="solid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0316" name="Freeform 268">
              <a:extLst>
                <a:ext uri="{FF2B5EF4-FFF2-40B4-BE49-F238E27FC236}">
                  <a16:creationId xmlns:a16="http://schemas.microsoft.com/office/drawing/2014/main" id="{33BD53BD-478C-4F6A-B7DE-DD9258E2D4CE}"/>
                </a:ext>
              </a:extLst>
            </p:cNvPr>
            <p:cNvSpPr>
              <a:spLocks/>
            </p:cNvSpPr>
            <p:nvPr/>
          </p:nvSpPr>
          <p:spPr bwMode="auto">
            <a:xfrm>
              <a:off x="4339" y="2803"/>
              <a:ext cx="423" cy="254"/>
            </a:xfrm>
            <a:custGeom>
              <a:avLst/>
              <a:gdLst>
                <a:gd name="T0" fmla="*/ 423 w 423"/>
                <a:gd name="T1" fmla="*/ 69 h 254"/>
                <a:gd name="T2" fmla="*/ 315 w 423"/>
                <a:gd name="T3" fmla="*/ 0 h 254"/>
                <a:gd name="T4" fmla="*/ 0 w 423"/>
                <a:gd name="T5" fmla="*/ 208 h 254"/>
                <a:gd name="T6" fmla="*/ 69 w 423"/>
                <a:gd name="T7" fmla="*/ 254 h 254"/>
                <a:gd name="T8" fmla="*/ 423 w 423"/>
                <a:gd name="T9" fmla="*/ 69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3" h="254">
                  <a:moveTo>
                    <a:pt x="423" y="69"/>
                  </a:moveTo>
                  <a:lnTo>
                    <a:pt x="315" y="0"/>
                  </a:lnTo>
                  <a:lnTo>
                    <a:pt x="0" y="208"/>
                  </a:lnTo>
                  <a:lnTo>
                    <a:pt x="69" y="254"/>
                  </a:lnTo>
                  <a:lnTo>
                    <a:pt x="423" y="69"/>
                  </a:lnTo>
                  <a:close/>
                </a:path>
              </a:pathLst>
            </a:custGeom>
            <a:solidFill>
              <a:srgbClr val="CC0000"/>
            </a:solidFill>
            <a:ln w="9525" cap="flat" cmpd="sng">
              <a:solidFill>
                <a:srgbClr val="CC0000"/>
              </a:solidFill>
              <a:prstDash val="solid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0317" name="Freeform 269">
              <a:extLst>
                <a:ext uri="{FF2B5EF4-FFF2-40B4-BE49-F238E27FC236}">
                  <a16:creationId xmlns:a16="http://schemas.microsoft.com/office/drawing/2014/main" id="{B5397B77-3E79-492D-A52C-032A8DFF51A7}"/>
                </a:ext>
              </a:extLst>
            </p:cNvPr>
            <p:cNvSpPr>
              <a:spLocks/>
            </p:cNvSpPr>
            <p:nvPr/>
          </p:nvSpPr>
          <p:spPr bwMode="auto">
            <a:xfrm>
              <a:off x="4170" y="2703"/>
              <a:ext cx="377" cy="261"/>
            </a:xfrm>
            <a:custGeom>
              <a:avLst/>
              <a:gdLst>
                <a:gd name="T0" fmla="*/ 284 w 377"/>
                <a:gd name="T1" fmla="*/ 0 h 261"/>
                <a:gd name="T2" fmla="*/ 377 w 377"/>
                <a:gd name="T3" fmla="*/ 54 h 261"/>
                <a:gd name="T4" fmla="*/ 69 w 377"/>
                <a:gd name="T5" fmla="*/ 261 h 261"/>
                <a:gd name="T6" fmla="*/ 0 w 377"/>
                <a:gd name="T7" fmla="*/ 215 h 261"/>
                <a:gd name="T8" fmla="*/ 284 w 377"/>
                <a:gd name="T9" fmla="*/ 0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7" h="261">
                  <a:moveTo>
                    <a:pt x="284" y="0"/>
                  </a:moveTo>
                  <a:lnTo>
                    <a:pt x="377" y="54"/>
                  </a:lnTo>
                  <a:lnTo>
                    <a:pt x="69" y="261"/>
                  </a:lnTo>
                  <a:lnTo>
                    <a:pt x="0" y="215"/>
                  </a:lnTo>
                  <a:lnTo>
                    <a:pt x="284" y="0"/>
                  </a:lnTo>
                  <a:close/>
                </a:path>
              </a:pathLst>
            </a:custGeom>
            <a:solidFill>
              <a:srgbClr val="CC0000"/>
            </a:solidFill>
            <a:ln w="9525" cap="flat" cmpd="sng">
              <a:solidFill>
                <a:srgbClr val="CC0000"/>
              </a:solidFill>
              <a:prstDash val="solid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30311" name="AutoShape 263">
            <a:extLst>
              <a:ext uri="{FF2B5EF4-FFF2-40B4-BE49-F238E27FC236}">
                <a16:creationId xmlns:a16="http://schemas.microsoft.com/office/drawing/2014/main" id="{E350452D-4A8D-498A-9598-14FF4B048B45}"/>
              </a:ext>
            </a:extLst>
          </p:cNvPr>
          <p:cNvSpPr>
            <a:spLocks noChangeArrowheads="1"/>
          </p:cNvSpPr>
          <p:nvPr/>
        </p:nvSpPr>
        <p:spPr bwMode="auto">
          <a:xfrm rot="2549321">
            <a:off x="2592388" y="4840288"/>
            <a:ext cx="157162" cy="565150"/>
          </a:xfrm>
          <a:prstGeom prst="upArrow">
            <a:avLst>
              <a:gd name="adj1" fmla="val 50000"/>
              <a:gd name="adj2" fmla="val 89899"/>
            </a:avLst>
          </a:prstGeom>
          <a:solidFill>
            <a:srgbClr val="FF0000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0318" name="AutoShape 270">
            <a:extLst>
              <a:ext uri="{FF2B5EF4-FFF2-40B4-BE49-F238E27FC236}">
                <a16:creationId xmlns:a16="http://schemas.microsoft.com/office/drawing/2014/main" id="{3BC9038A-5D19-4226-BD5D-821036A73322}"/>
              </a:ext>
            </a:extLst>
          </p:cNvPr>
          <p:cNvSpPr>
            <a:spLocks noChangeArrowheads="1"/>
          </p:cNvSpPr>
          <p:nvPr/>
        </p:nvSpPr>
        <p:spPr bwMode="auto">
          <a:xfrm rot="-1863843">
            <a:off x="7948613" y="4349750"/>
            <a:ext cx="157162" cy="565150"/>
          </a:xfrm>
          <a:prstGeom prst="upArrow">
            <a:avLst>
              <a:gd name="adj1" fmla="val 50000"/>
              <a:gd name="adj2" fmla="val 89899"/>
            </a:avLst>
          </a:prstGeom>
          <a:solidFill>
            <a:srgbClr val="FF0000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ransition spd="med">
    <p:cover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30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130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303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303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303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303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1794" name="Group 2">
            <a:extLst>
              <a:ext uri="{FF2B5EF4-FFF2-40B4-BE49-F238E27FC236}">
                <a16:creationId xmlns:a16="http://schemas.microsoft.com/office/drawing/2014/main" id="{CC258C45-D1D9-4B45-9286-DF1918DC1334}"/>
              </a:ext>
            </a:extLst>
          </p:cNvPr>
          <p:cNvGrpSpPr>
            <a:grpSpLocks/>
          </p:cNvGrpSpPr>
          <p:nvPr/>
        </p:nvGrpSpPr>
        <p:grpSpPr bwMode="auto">
          <a:xfrm>
            <a:off x="1235075" y="1987550"/>
            <a:ext cx="3319463" cy="3009900"/>
            <a:chOff x="3081" y="1896"/>
            <a:chExt cx="2091" cy="1896"/>
          </a:xfrm>
        </p:grpSpPr>
        <p:sp>
          <p:nvSpPr>
            <p:cNvPr id="161795" name="Oval 3">
              <a:extLst>
                <a:ext uri="{FF2B5EF4-FFF2-40B4-BE49-F238E27FC236}">
                  <a16:creationId xmlns:a16="http://schemas.microsoft.com/office/drawing/2014/main" id="{EBD2ED48-B8BC-49D8-BC11-7E6CA03574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87" y="2635"/>
              <a:ext cx="277" cy="265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1796" name="Oval 4">
              <a:extLst>
                <a:ext uri="{FF2B5EF4-FFF2-40B4-BE49-F238E27FC236}">
                  <a16:creationId xmlns:a16="http://schemas.microsoft.com/office/drawing/2014/main" id="{9DE373B0-C2AD-4DF5-94AB-9C5CBCBF4B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88" y="2532"/>
              <a:ext cx="479" cy="475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1797" name="Oval 5">
              <a:extLst>
                <a:ext uri="{FF2B5EF4-FFF2-40B4-BE49-F238E27FC236}">
                  <a16:creationId xmlns:a16="http://schemas.microsoft.com/office/drawing/2014/main" id="{81C933C7-DB92-4F17-9961-4CBD664831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84" y="2616"/>
              <a:ext cx="303" cy="303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1798" name="Oval 6">
              <a:extLst>
                <a:ext uri="{FF2B5EF4-FFF2-40B4-BE49-F238E27FC236}">
                  <a16:creationId xmlns:a16="http://schemas.microsoft.com/office/drawing/2014/main" id="{739728A6-834C-43D3-ACAF-3DA18C52C4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51" y="2688"/>
              <a:ext cx="170" cy="166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1799" name="Arc 7">
              <a:extLst>
                <a:ext uri="{FF2B5EF4-FFF2-40B4-BE49-F238E27FC236}">
                  <a16:creationId xmlns:a16="http://schemas.microsoft.com/office/drawing/2014/main" id="{54A8DA2B-CAAB-4F54-B7CF-66573216EEDA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4543" y="2304"/>
              <a:ext cx="147" cy="147"/>
            </a:xfrm>
            <a:custGeom>
              <a:avLst/>
              <a:gdLst>
                <a:gd name="G0" fmla="+- 14773 0 0"/>
                <a:gd name="G1" fmla="+- 21600 0 0"/>
                <a:gd name="G2" fmla="+- 21600 0 0"/>
                <a:gd name="T0" fmla="*/ 0 w 36373"/>
                <a:gd name="T1" fmla="*/ 5842 h 36497"/>
                <a:gd name="T2" fmla="*/ 30414 w 36373"/>
                <a:gd name="T3" fmla="*/ 36497 h 36497"/>
                <a:gd name="T4" fmla="*/ 14773 w 36373"/>
                <a:gd name="T5" fmla="*/ 21600 h 364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6373" h="36497" fill="none" extrusionOk="0">
                  <a:moveTo>
                    <a:pt x="-1" y="5841"/>
                  </a:moveTo>
                  <a:cubicBezTo>
                    <a:pt x="4003" y="2088"/>
                    <a:pt x="9285" y="0"/>
                    <a:pt x="14773" y="0"/>
                  </a:cubicBezTo>
                  <a:cubicBezTo>
                    <a:pt x="26702" y="0"/>
                    <a:pt x="36373" y="9670"/>
                    <a:pt x="36373" y="21600"/>
                  </a:cubicBezTo>
                  <a:cubicBezTo>
                    <a:pt x="36373" y="27146"/>
                    <a:pt x="34239" y="32480"/>
                    <a:pt x="30413" y="36496"/>
                  </a:cubicBezTo>
                </a:path>
                <a:path w="36373" h="36497" stroke="0" extrusionOk="0">
                  <a:moveTo>
                    <a:pt x="-1" y="5841"/>
                  </a:moveTo>
                  <a:cubicBezTo>
                    <a:pt x="4003" y="2088"/>
                    <a:pt x="9285" y="0"/>
                    <a:pt x="14773" y="0"/>
                  </a:cubicBezTo>
                  <a:cubicBezTo>
                    <a:pt x="26702" y="0"/>
                    <a:pt x="36373" y="9670"/>
                    <a:pt x="36373" y="21600"/>
                  </a:cubicBezTo>
                  <a:cubicBezTo>
                    <a:pt x="36373" y="27146"/>
                    <a:pt x="34239" y="32480"/>
                    <a:pt x="30413" y="36496"/>
                  </a:cubicBezTo>
                  <a:lnTo>
                    <a:pt x="14773" y="21600"/>
                  </a:lnTo>
                  <a:close/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1800" name="Arc 8">
              <a:extLst>
                <a:ext uri="{FF2B5EF4-FFF2-40B4-BE49-F238E27FC236}">
                  <a16:creationId xmlns:a16="http://schemas.microsoft.com/office/drawing/2014/main" id="{73E4C57D-4636-4E20-BE65-B55629683114}"/>
                </a:ext>
              </a:extLst>
            </p:cNvPr>
            <p:cNvSpPr>
              <a:spLocks/>
            </p:cNvSpPr>
            <p:nvPr/>
          </p:nvSpPr>
          <p:spPr bwMode="auto">
            <a:xfrm flipH="1" flipV="1">
              <a:off x="4477" y="2259"/>
              <a:ext cx="257" cy="262"/>
            </a:xfrm>
            <a:custGeom>
              <a:avLst/>
              <a:gdLst>
                <a:gd name="G0" fmla="+- 15207 0 0"/>
                <a:gd name="G1" fmla="+- 21600 0 0"/>
                <a:gd name="G2" fmla="+- 21600 0 0"/>
                <a:gd name="T0" fmla="*/ 0 w 36807"/>
                <a:gd name="T1" fmla="*/ 6261 h 37412"/>
                <a:gd name="T2" fmla="*/ 29922 w 36807"/>
                <a:gd name="T3" fmla="*/ 37412 h 37412"/>
                <a:gd name="T4" fmla="*/ 15207 w 36807"/>
                <a:gd name="T5" fmla="*/ 21600 h 374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6807" h="37412" fill="none" extrusionOk="0">
                  <a:moveTo>
                    <a:pt x="-1" y="6260"/>
                  </a:moveTo>
                  <a:cubicBezTo>
                    <a:pt x="4044" y="2250"/>
                    <a:pt x="9510" y="0"/>
                    <a:pt x="15207" y="0"/>
                  </a:cubicBezTo>
                  <a:cubicBezTo>
                    <a:pt x="27136" y="0"/>
                    <a:pt x="36807" y="9670"/>
                    <a:pt x="36807" y="21600"/>
                  </a:cubicBezTo>
                  <a:cubicBezTo>
                    <a:pt x="36807" y="27598"/>
                    <a:pt x="34312" y="33325"/>
                    <a:pt x="29922" y="37412"/>
                  </a:cubicBezTo>
                </a:path>
                <a:path w="36807" h="37412" stroke="0" extrusionOk="0">
                  <a:moveTo>
                    <a:pt x="-1" y="6260"/>
                  </a:moveTo>
                  <a:cubicBezTo>
                    <a:pt x="4044" y="2250"/>
                    <a:pt x="9510" y="0"/>
                    <a:pt x="15207" y="0"/>
                  </a:cubicBezTo>
                  <a:cubicBezTo>
                    <a:pt x="27136" y="0"/>
                    <a:pt x="36807" y="9670"/>
                    <a:pt x="36807" y="21600"/>
                  </a:cubicBezTo>
                  <a:cubicBezTo>
                    <a:pt x="36807" y="27598"/>
                    <a:pt x="34312" y="33325"/>
                    <a:pt x="29922" y="37412"/>
                  </a:cubicBezTo>
                  <a:lnTo>
                    <a:pt x="15207" y="21600"/>
                  </a:lnTo>
                  <a:close/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1801" name="Arc 9">
              <a:extLst>
                <a:ext uri="{FF2B5EF4-FFF2-40B4-BE49-F238E27FC236}">
                  <a16:creationId xmlns:a16="http://schemas.microsoft.com/office/drawing/2014/main" id="{4F4348E6-563E-4ADF-9A21-9A31AE04E22A}"/>
                </a:ext>
              </a:extLst>
            </p:cNvPr>
            <p:cNvSpPr>
              <a:spLocks/>
            </p:cNvSpPr>
            <p:nvPr/>
          </p:nvSpPr>
          <p:spPr bwMode="auto">
            <a:xfrm>
              <a:off x="4726" y="2117"/>
              <a:ext cx="147" cy="147"/>
            </a:xfrm>
            <a:custGeom>
              <a:avLst/>
              <a:gdLst>
                <a:gd name="G0" fmla="+- 14773 0 0"/>
                <a:gd name="G1" fmla="+- 21600 0 0"/>
                <a:gd name="G2" fmla="+- 21600 0 0"/>
                <a:gd name="T0" fmla="*/ 0 w 36373"/>
                <a:gd name="T1" fmla="*/ 5842 h 36497"/>
                <a:gd name="T2" fmla="*/ 30414 w 36373"/>
                <a:gd name="T3" fmla="*/ 36497 h 36497"/>
                <a:gd name="T4" fmla="*/ 14773 w 36373"/>
                <a:gd name="T5" fmla="*/ 21600 h 364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6373" h="36497" fill="none" extrusionOk="0">
                  <a:moveTo>
                    <a:pt x="-1" y="5841"/>
                  </a:moveTo>
                  <a:cubicBezTo>
                    <a:pt x="4003" y="2088"/>
                    <a:pt x="9285" y="0"/>
                    <a:pt x="14773" y="0"/>
                  </a:cubicBezTo>
                  <a:cubicBezTo>
                    <a:pt x="26702" y="0"/>
                    <a:pt x="36373" y="9670"/>
                    <a:pt x="36373" y="21600"/>
                  </a:cubicBezTo>
                  <a:cubicBezTo>
                    <a:pt x="36373" y="27146"/>
                    <a:pt x="34239" y="32480"/>
                    <a:pt x="30413" y="36496"/>
                  </a:cubicBezTo>
                </a:path>
                <a:path w="36373" h="36497" stroke="0" extrusionOk="0">
                  <a:moveTo>
                    <a:pt x="-1" y="5841"/>
                  </a:moveTo>
                  <a:cubicBezTo>
                    <a:pt x="4003" y="2088"/>
                    <a:pt x="9285" y="0"/>
                    <a:pt x="14773" y="0"/>
                  </a:cubicBezTo>
                  <a:cubicBezTo>
                    <a:pt x="26702" y="0"/>
                    <a:pt x="36373" y="9670"/>
                    <a:pt x="36373" y="21600"/>
                  </a:cubicBezTo>
                  <a:cubicBezTo>
                    <a:pt x="36373" y="27146"/>
                    <a:pt x="34239" y="32480"/>
                    <a:pt x="30413" y="36496"/>
                  </a:cubicBezTo>
                  <a:lnTo>
                    <a:pt x="14773" y="21600"/>
                  </a:lnTo>
                  <a:close/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1802" name="Arc 10">
              <a:extLst>
                <a:ext uri="{FF2B5EF4-FFF2-40B4-BE49-F238E27FC236}">
                  <a16:creationId xmlns:a16="http://schemas.microsoft.com/office/drawing/2014/main" id="{534935DD-D8EB-4012-AA7B-81AA3DC0B4F9}"/>
                </a:ext>
              </a:extLst>
            </p:cNvPr>
            <p:cNvSpPr>
              <a:spLocks/>
            </p:cNvSpPr>
            <p:nvPr/>
          </p:nvSpPr>
          <p:spPr bwMode="auto">
            <a:xfrm>
              <a:off x="4679" y="2055"/>
              <a:ext cx="260" cy="254"/>
            </a:xfrm>
            <a:custGeom>
              <a:avLst/>
              <a:gdLst>
                <a:gd name="G0" fmla="+- 15335 0 0"/>
                <a:gd name="G1" fmla="+- 21600 0 0"/>
                <a:gd name="G2" fmla="+- 21600 0 0"/>
                <a:gd name="T0" fmla="*/ 0 w 36935"/>
                <a:gd name="T1" fmla="*/ 6389 h 37829"/>
                <a:gd name="T2" fmla="*/ 29589 w 36935"/>
                <a:gd name="T3" fmla="*/ 37829 h 37829"/>
                <a:gd name="T4" fmla="*/ 15335 w 36935"/>
                <a:gd name="T5" fmla="*/ 21600 h 378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6935" h="37829" fill="none" extrusionOk="0">
                  <a:moveTo>
                    <a:pt x="-1" y="6388"/>
                  </a:moveTo>
                  <a:cubicBezTo>
                    <a:pt x="4055" y="2299"/>
                    <a:pt x="9575" y="0"/>
                    <a:pt x="15335" y="0"/>
                  </a:cubicBezTo>
                  <a:cubicBezTo>
                    <a:pt x="27264" y="0"/>
                    <a:pt x="36935" y="9670"/>
                    <a:pt x="36935" y="21600"/>
                  </a:cubicBezTo>
                  <a:cubicBezTo>
                    <a:pt x="36935" y="27814"/>
                    <a:pt x="34258" y="33728"/>
                    <a:pt x="29589" y="37829"/>
                  </a:cubicBezTo>
                </a:path>
                <a:path w="36935" h="37829" stroke="0" extrusionOk="0">
                  <a:moveTo>
                    <a:pt x="-1" y="6388"/>
                  </a:moveTo>
                  <a:cubicBezTo>
                    <a:pt x="4055" y="2299"/>
                    <a:pt x="9575" y="0"/>
                    <a:pt x="15335" y="0"/>
                  </a:cubicBezTo>
                  <a:cubicBezTo>
                    <a:pt x="27264" y="0"/>
                    <a:pt x="36935" y="9670"/>
                    <a:pt x="36935" y="21600"/>
                  </a:cubicBezTo>
                  <a:cubicBezTo>
                    <a:pt x="36935" y="27814"/>
                    <a:pt x="34258" y="33728"/>
                    <a:pt x="29589" y="37829"/>
                  </a:cubicBezTo>
                  <a:lnTo>
                    <a:pt x="15335" y="21600"/>
                  </a:lnTo>
                  <a:close/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1803" name="Freeform 11">
              <a:extLst>
                <a:ext uri="{FF2B5EF4-FFF2-40B4-BE49-F238E27FC236}">
                  <a16:creationId xmlns:a16="http://schemas.microsoft.com/office/drawing/2014/main" id="{5B210E42-857C-4A72-824B-00F6DA9136EA}"/>
                </a:ext>
              </a:extLst>
            </p:cNvPr>
            <p:cNvSpPr>
              <a:spLocks/>
            </p:cNvSpPr>
            <p:nvPr/>
          </p:nvSpPr>
          <p:spPr bwMode="auto">
            <a:xfrm>
              <a:off x="4134" y="2768"/>
              <a:ext cx="93" cy="1"/>
            </a:xfrm>
            <a:custGeom>
              <a:avLst/>
              <a:gdLst>
                <a:gd name="T0" fmla="*/ 93 w 93"/>
                <a:gd name="T1" fmla="*/ 0 h 1"/>
                <a:gd name="T2" fmla="*/ 0 w 93"/>
                <a:gd name="T3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93" h="1">
                  <a:moveTo>
                    <a:pt x="93" y="0"/>
                  </a:moveTo>
                  <a:lnTo>
                    <a:pt x="0" y="1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1804" name="Freeform 12">
              <a:extLst>
                <a:ext uri="{FF2B5EF4-FFF2-40B4-BE49-F238E27FC236}">
                  <a16:creationId xmlns:a16="http://schemas.microsoft.com/office/drawing/2014/main" id="{CD3BD765-DFBA-403B-981F-6B72415AC538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9" y="2768"/>
              <a:ext cx="351" cy="1"/>
            </a:xfrm>
            <a:custGeom>
              <a:avLst/>
              <a:gdLst>
                <a:gd name="T0" fmla="*/ 0 w 1404"/>
                <a:gd name="T1" fmla="*/ 1403 w 1404"/>
                <a:gd name="T2" fmla="*/ 1404 w 140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1404">
                  <a:moveTo>
                    <a:pt x="0" y="0"/>
                  </a:moveTo>
                  <a:lnTo>
                    <a:pt x="1403" y="0"/>
                  </a:lnTo>
                  <a:lnTo>
                    <a:pt x="1404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1805" name="Freeform 13">
              <a:extLst>
                <a:ext uri="{FF2B5EF4-FFF2-40B4-BE49-F238E27FC236}">
                  <a16:creationId xmlns:a16="http://schemas.microsoft.com/office/drawing/2014/main" id="{FE6D7CF4-F248-411D-8980-07C9278C3A19}"/>
                </a:ext>
              </a:extLst>
            </p:cNvPr>
            <p:cNvSpPr>
              <a:spLocks/>
            </p:cNvSpPr>
            <p:nvPr/>
          </p:nvSpPr>
          <p:spPr bwMode="auto">
            <a:xfrm>
              <a:off x="3587" y="3462"/>
              <a:ext cx="399" cy="2"/>
            </a:xfrm>
            <a:custGeom>
              <a:avLst/>
              <a:gdLst>
                <a:gd name="T0" fmla="*/ 0 w 399"/>
                <a:gd name="T1" fmla="*/ 2 h 2"/>
                <a:gd name="T2" fmla="*/ 399 w 399"/>
                <a:gd name="T3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99" h="2">
                  <a:moveTo>
                    <a:pt x="0" y="2"/>
                  </a:moveTo>
                  <a:lnTo>
                    <a:pt x="399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1806" name="Freeform 14">
              <a:extLst>
                <a:ext uri="{FF2B5EF4-FFF2-40B4-BE49-F238E27FC236}">
                  <a16:creationId xmlns:a16="http://schemas.microsoft.com/office/drawing/2014/main" id="{61E0C204-B8DC-4944-AC0C-9948163285AA}"/>
                </a:ext>
              </a:extLst>
            </p:cNvPr>
            <p:cNvSpPr>
              <a:spLocks/>
            </p:cNvSpPr>
            <p:nvPr/>
          </p:nvSpPr>
          <p:spPr bwMode="auto">
            <a:xfrm>
              <a:off x="3587" y="3562"/>
              <a:ext cx="399" cy="1"/>
            </a:xfrm>
            <a:custGeom>
              <a:avLst/>
              <a:gdLst>
                <a:gd name="T0" fmla="*/ 0 w 399"/>
                <a:gd name="T1" fmla="*/ 0 h 1"/>
                <a:gd name="T2" fmla="*/ 399 w 399"/>
                <a:gd name="T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99" h="1">
                  <a:moveTo>
                    <a:pt x="0" y="0"/>
                  </a:moveTo>
                  <a:lnTo>
                    <a:pt x="399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1807" name="Freeform 15">
              <a:extLst>
                <a:ext uri="{FF2B5EF4-FFF2-40B4-BE49-F238E27FC236}">
                  <a16:creationId xmlns:a16="http://schemas.microsoft.com/office/drawing/2014/main" id="{6584FF1B-BAEB-4AF4-9AD5-BD11E935663F}"/>
                </a:ext>
              </a:extLst>
            </p:cNvPr>
            <p:cNvSpPr>
              <a:spLocks/>
            </p:cNvSpPr>
            <p:nvPr/>
          </p:nvSpPr>
          <p:spPr bwMode="auto">
            <a:xfrm>
              <a:off x="3418" y="2919"/>
              <a:ext cx="782" cy="88"/>
            </a:xfrm>
            <a:custGeom>
              <a:avLst/>
              <a:gdLst>
                <a:gd name="T0" fmla="*/ 0 w 3128"/>
                <a:gd name="T1" fmla="*/ 0 h 351"/>
                <a:gd name="T2" fmla="*/ 3127 w 3128"/>
                <a:gd name="T3" fmla="*/ 351 h 351"/>
                <a:gd name="T4" fmla="*/ 3128 w 3128"/>
                <a:gd name="T5" fmla="*/ 351 h 3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128" h="351">
                  <a:moveTo>
                    <a:pt x="0" y="0"/>
                  </a:moveTo>
                  <a:lnTo>
                    <a:pt x="3127" y="351"/>
                  </a:lnTo>
                  <a:lnTo>
                    <a:pt x="3128" y="351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1808" name="Freeform 16">
              <a:extLst>
                <a:ext uri="{FF2B5EF4-FFF2-40B4-BE49-F238E27FC236}">
                  <a16:creationId xmlns:a16="http://schemas.microsoft.com/office/drawing/2014/main" id="{B583896F-D19F-41A8-96B3-2BAB13FAE0B6}"/>
                </a:ext>
              </a:extLst>
            </p:cNvPr>
            <p:cNvSpPr>
              <a:spLocks/>
            </p:cNvSpPr>
            <p:nvPr/>
          </p:nvSpPr>
          <p:spPr bwMode="auto">
            <a:xfrm>
              <a:off x="3435" y="2563"/>
              <a:ext cx="1" cy="431"/>
            </a:xfrm>
            <a:custGeom>
              <a:avLst/>
              <a:gdLst>
                <a:gd name="T0" fmla="*/ 0 w 1"/>
                <a:gd name="T1" fmla="*/ 0 h 1724"/>
                <a:gd name="T2" fmla="*/ 0 w 1"/>
                <a:gd name="T3" fmla="*/ 1724 h 1724"/>
                <a:gd name="T4" fmla="*/ 1 w 1"/>
                <a:gd name="T5" fmla="*/ 1724 h 17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1724">
                  <a:moveTo>
                    <a:pt x="0" y="0"/>
                  </a:moveTo>
                  <a:lnTo>
                    <a:pt x="0" y="1724"/>
                  </a:lnTo>
                  <a:lnTo>
                    <a:pt x="1" y="1724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1809" name="Freeform 17">
              <a:extLst>
                <a:ext uri="{FF2B5EF4-FFF2-40B4-BE49-F238E27FC236}">
                  <a16:creationId xmlns:a16="http://schemas.microsoft.com/office/drawing/2014/main" id="{81E5078A-8A95-41C4-8001-2592CBCE3DC2}"/>
                </a:ext>
              </a:extLst>
            </p:cNvPr>
            <p:cNvSpPr>
              <a:spLocks/>
            </p:cNvSpPr>
            <p:nvPr/>
          </p:nvSpPr>
          <p:spPr bwMode="auto">
            <a:xfrm>
              <a:off x="3435" y="3375"/>
              <a:ext cx="1" cy="97"/>
            </a:xfrm>
            <a:custGeom>
              <a:avLst/>
              <a:gdLst>
                <a:gd name="T0" fmla="*/ 0 w 1"/>
                <a:gd name="T1" fmla="*/ 0 h 388"/>
                <a:gd name="T2" fmla="*/ 0 w 1"/>
                <a:gd name="T3" fmla="*/ 388 h 388"/>
                <a:gd name="T4" fmla="*/ 1 w 1"/>
                <a:gd name="T5" fmla="*/ 388 h 3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388">
                  <a:moveTo>
                    <a:pt x="0" y="0"/>
                  </a:moveTo>
                  <a:lnTo>
                    <a:pt x="0" y="388"/>
                  </a:lnTo>
                  <a:lnTo>
                    <a:pt x="1" y="388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1810" name="Freeform 18">
              <a:extLst>
                <a:ext uri="{FF2B5EF4-FFF2-40B4-BE49-F238E27FC236}">
                  <a16:creationId xmlns:a16="http://schemas.microsoft.com/office/drawing/2014/main" id="{5ABACD0D-DFF3-469F-9FD8-9AB37CF8E315}"/>
                </a:ext>
              </a:extLst>
            </p:cNvPr>
            <p:cNvSpPr>
              <a:spLocks/>
            </p:cNvSpPr>
            <p:nvPr/>
          </p:nvSpPr>
          <p:spPr bwMode="auto">
            <a:xfrm>
              <a:off x="3283" y="3409"/>
              <a:ext cx="1" cy="204"/>
            </a:xfrm>
            <a:custGeom>
              <a:avLst/>
              <a:gdLst>
                <a:gd name="T0" fmla="*/ 0 w 1"/>
                <a:gd name="T1" fmla="*/ 0 h 815"/>
                <a:gd name="T2" fmla="*/ 0 w 1"/>
                <a:gd name="T3" fmla="*/ 815 h 815"/>
                <a:gd name="T4" fmla="*/ 1 w 1"/>
                <a:gd name="T5" fmla="*/ 815 h 8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815">
                  <a:moveTo>
                    <a:pt x="0" y="0"/>
                  </a:moveTo>
                  <a:lnTo>
                    <a:pt x="0" y="815"/>
                  </a:lnTo>
                  <a:lnTo>
                    <a:pt x="1" y="815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1811" name="Freeform 19">
              <a:extLst>
                <a:ext uri="{FF2B5EF4-FFF2-40B4-BE49-F238E27FC236}">
                  <a16:creationId xmlns:a16="http://schemas.microsoft.com/office/drawing/2014/main" id="{7429FF28-A194-4AEB-9A56-BD201DCBA589}"/>
                </a:ext>
              </a:extLst>
            </p:cNvPr>
            <p:cNvSpPr>
              <a:spLocks/>
            </p:cNvSpPr>
            <p:nvPr/>
          </p:nvSpPr>
          <p:spPr bwMode="auto">
            <a:xfrm>
              <a:off x="3350" y="3409"/>
              <a:ext cx="1" cy="204"/>
            </a:xfrm>
            <a:custGeom>
              <a:avLst/>
              <a:gdLst>
                <a:gd name="T0" fmla="*/ 0 w 1"/>
                <a:gd name="T1" fmla="*/ 0 h 815"/>
                <a:gd name="T2" fmla="*/ 0 w 1"/>
                <a:gd name="T3" fmla="*/ 815 h 815"/>
                <a:gd name="T4" fmla="*/ 1 w 1"/>
                <a:gd name="T5" fmla="*/ 815 h 8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815">
                  <a:moveTo>
                    <a:pt x="0" y="0"/>
                  </a:moveTo>
                  <a:lnTo>
                    <a:pt x="0" y="815"/>
                  </a:lnTo>
                  <a:lnTo>
                    <a:pt x="1" y="815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1812" name="Freeform 20">
              <a:extLst>
                <a:ext uri="{FF2B5EF4-FFF2-40B4-BE49-F238E27FC236}">
                  <a16:creationId xmlns:a16="http://schemas.microsoft.com/office/drawing/2014/main" id="{8A2D74C4-D045-486E-BC03-21A59A6F51AE}"/>
                </a:ext>
              </a:extLst>
            </p:cNvPr>
            <p:cNvSpPr>
              <a:spLocks/>
            </p:cNvSpPr>
            <p:nvPr/>
          </p:nvSpPr>
          <p:spPr bwMode="auto">
            <a:xfrm>
              <a:off x="3521" y="3409"/>
              <a:ext cx="1" cy="204"/>
            </a:xfrm>
            <a:custGeom>
              <a:avLst/>
              <a:gdLst>
                <a:gd name="T0" fmla="*/ 0 w 1"/>
                <a:gd name="T1" fmla="*/ 0 h 815"/>
                <a:gd name="T2" fmla="*/ 0 w 1"/>
                <a:gd name="T3" fmla="*/ 815 h 815"/>
                <a:gd name="T4" fmla="*/ 1 w 1"/>
                <a:gd name="T5" fmla="*/ 815 h 8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815">
                  <a:moveTo>
                    <a:pt x="0" y="0"/>
                  </a:moveTo>
                  <a:lnTo>
                    <a:pt x="0" y="815"/>
                  </a:lnTo>
                  <a:lnTo>
                    <a:pt x="1" y="815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1813" name="Freeform 21">
              <a:extLst>
                <a:ext uri="{FF2B5EF4-FFF2-40B4-BE49-F238E27FC236}">
                  <a16:creationId xmlns:a16="http://schemas.microsoft.com/office/drawing/2014/main" id="{32AF9D92-FEC9-4BF6-990F-405254B5D452}"/>
                </a:ext>
              </a:extLst>
            </p:cNvPr>
            <p:cNvSpPr>
              <a:spLocks/>
            </p:cNvSpPr>
            <p:nvPr/>
          </p:nvSpPr>
          <p:spPr bwMode="auto">
            <a:xfrm>
              <a:off x="3435" y="3558"/>
              <a:ext cx="1" cy="101"/>
            </a:xfrm>
            <a:custGeom>
              <a:avLst/>
              <a:gdLst>
                <a:gd name="T0" fmla="*/ 0 w 1"/>
                <a:gd name="T1" fmla="*/ 0 h 400"/>
                <a:gd name="T2" fmla="*/ 0 w 1"/>
                <a:gd name="T3" fmla="*/ 400 h 400"/>
                <a:gd name="T4" fmla="*/ 1 w 1"/>
                <a:gd name="T5" fmla="*/ 400 h 4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400">
                  <a:moveTo>
                    <a:pt x="0" y="0"/>
                  </a:moveTo>
                  <a:lnTo>
                    <a:pt x="0" y="400"/>
                  </a:lnTo>
                  <a:lnTo>
                    <a:pt x="1" y="40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1814" name="Freeform 22">
              <a:extLst>
                <a:ext uri="{FF2B5EF4-FFF2-40B4-BE49-F238E27FC236}">
                  <a16:creationId xmlns:a16="http://schemas.microsoft.com/office/drawing/2014/main" id="{65566087-BF3E-4794-8019-FFD5989EC4C0}"/>
                </a:ext>
              </a:extLst>
            </p:cNvPr>
            <p:cNvSpPr>
              <a:spLocks/>
            </p:cNvSpPr>
            <p:nvPr/>
          </p:nvSpPr>
          <p:spPr bwMode="auto">
            <a:xfrm>
              <a:off x="3435" y="3503"/>
              <a:ext cx="1" cy="22"/>
            </a:xfrm>
            <a:custGeom>
              <a:avLst/>
              <a:gdLst>
                <a:gd name="T0" fmla="*/ 0 w 1"/>
                <a:gd name="T1" fmla="*/ 0 h 87"/>
                <a:gd name="T2" fmla="*/ 0 w 1"/>
                <a:gd name="T3" fmla="*/ 87 h 87"/>
                <a:gd name="T4" fmla="*/ 1 w 1"/>
                <a:gd name="T5" fmla="*/ 87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87">
                  <a:moveTo>
                    <a:pt x="0" y="0"/>
                  </a:moveTo>
                  <a:lnTo>
                    <a:pt x="0" y="87"/>
                  </a:lnTo>
                  <a:lnTo>
                    <a:pt x="1" y="87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1815" name="Freeform 23">
              <a:extLst>
                <a:ext uri="{FF2B5EF4-FFF2-40B4-BE49-F238E27FC236}">
                  <a16:creationId xmlns:a16="http://schemas.microsoft.com/office/drawing/2014/main" id="{84DFA6F5-E52F-4068-A833-2C89D5A9DC4A}"/>
                </a:ext>
              </a:extLst>
            </p:cNvPr>
            <p:cNvSpPr>
              <a:spLocks/>
            </p:cNvSpPr>
            <p:nvPr/>
          </p:nvSpPr>
          <p:spPr bwMode="auto">
            <a:xfrm>
              <a:off x="3229" y="2768"/>
              <a:ext cx="448" cy="1"/>
            </a:xfrm>
            <a:custGeom>
              <a:avLst/>
              <a:gdLst>
                <a:gd name="T0" fmla="*/ 0 w 1793"/>
                <a:gd name="T1" fmla="*/ 1792 w 1793"/>
                <a:gd name="T2" fmla="*/ 1793 w 179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1793">
                  <a:moveTo>
                    <a:pt x="0" y="0"/>
                  </a:moveTo>
                  <a:lnTo>
                    <a:pt x="1792" y="0"/>
                  </a:lnTo>
                  <a:lnTo>
                    <a:pt x="1793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1816" name="Freeform 24">
              <a:extLst>
                <a:ext uri="{FF2B5EF4-FFF2-40B4-BE49-F238E27FC236}">
                  <a16:creationId xmlns:a16="http://schemas.microsoft.com/office/drawing/2014/main" id="{D2412D9B-AC2D-4F80-9D50-3DDCD3AA4714}"/>
                </a:ext>
              </a:extLst>
            </p:cNvPr>
            <p:cNvSpPr>
              <a:spLocks/>
            </p:cNvSpPr>
            <p:nvPr/>
          </p:nvSpPr>
          <p:spPr bwMode="auto">
            <a:xfrm>
              <a:off x="3720" y="2768"/>
              <a:ext cx="19" cy="1"/>
            </a:xfrm>
            <a:custGeom>
              <a:avLst/>
              <a:gdLst>
                <a:gd name="T0" fmla="*/ 0 w 74"/>
                <a:gd name="T1" fmla="*/ 73 w 74"/>
                <a:gd name="T2" fmla="*/ 74 w 7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74">
                  <a:moveTo>
                    <a:pt x="0" y="0"/>
                  </a:moveTo>
                  <a:lnTo>
                    <a:pt x="73" y="0"/>
                  </a:lnTo>
                  <a:lnTo>
                    <a:pt x="74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1817" name="Freeform 25">
              <a:extLst>
                <a:ext uri="{FF2B5EF4-FFF2-40B4-BE49-F238E27FC236}">
                  <a16:creationId xmlns:a16="http://schemas.microsoft.com/office/drawing/2014/main" id="{567D9A1D-6D21-4657-9F87-3E1AC1F7265A}"/>
                </a:ext>
              </a:extLst>
            </p:cNvPr>
            <p:cNvSpPr>
              <a:spLocks/>
            </p:cNvSpPr>
            <p:nvPr/>
          </p:nvSpPr>
          <p:spPr bwMode="auto">
            <a:xfrm>
              <a:off x="4227" y="2497"/>
              <a:ext cx="1" cy="315"/>
            </a:xfrm>
            <a:custGeom>
              <a:avLst/>
              <a:gdLst>
                <a:gd name="T0" fmla="*/ 0 w 1"/>
                <a:gd name="T1" fmla="*/ 0 h 1260"/>
                <a:gd name="T2" fmla="*/ 0 w 1"/>
                <a:gd name="T3" fmla="*/ 1260 h 1260"/>
                <a:gd name="T4" fmla="*/ 1 w 1"/>
                <a:gd name="T5" fmla="*/ 1260 h 12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1260">
                  <a:moveTo>
                    <a:pt x="0" y="0"/>
                  </a:moveTo>
                  <a:lnTo>
                    <a:pt x="0" y="1260"/>
                  </a:lnTo>
                  <a:lnTo>
                    <a:pt x="1" y="126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1818" name="Freeform 26">
              <a:extLst>
                <a:ext uri="{FF2B5EF4-FFF2-40B4-BE49-F238E27FC236}">
                  <a16:creationId xmlns:a16="http://schemas.microsoft.com/office/drawing/2014/main" id="{88958A9A-C91B-4D48-9439-2F19750E906E}"/>
                </a:ext>
              </a:extLst>
            </p:cNvPr>
            <p:cNvSpPr>
              <a:spLocks/>
            </p:cNvSpPr>
            <p:nvPr/>
          </p:nvSpPr>
          <p:spPr bwMode="auto">
            <a:xfrm>
              <a:off x="4467" y="3458"/>
              <a:ext cx="167" cy="2"/>
            </a:xfrm>
            <a:custGeom>
              <a:avLst/>
              <a:gdLst>
                <a:gd name="T0" fmla="*/ 167 w 167"/>
                <a:gd name="T1" fmla="*/ 0 h 2"/>
                <a:gd name="T2" fmla="*/ 0 w 167"/>
                <a:gd name="T3" fmla="*/ 2 h 2"/>
                <a:gd name="T4" fmla="*/ 0 w 167"/>
                <a:gd name="T5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67" h="2">
                  <a:moveTo>
                    <a:pt x="167" y="0"/>
                  </a:moveTo>
                  <a:lnTo>
                    <a:pt x="0" y="2"/>
                  </a:lnTo>
                  <a:lnTo>
                    <a:pt x="0" y="2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1819" name="Freeform 27">
              <a:extLst>
                <a:ext uri="{FF2B5EF4-FFF2-40B4-BE49-F238E27FC236}">
                  <a16:creationId xmlns:a16="http://schemas.microsoft.com/office/drawing/2014/main" id="{39CD8818-C55A-40C3-9FAA-8D65336E6A53}"/>
                </a:ext>
              </a:extLst>
            </p:cNvPr>
            <p:cNvSpPr>
              <a:spLocks/>
            </p:cNvSpPr>
            <p:nvPr/>
          </p:nvSpPr>
          <p:spPr bwMode="auto">
            <a:xfrm>
              <a:off x="4467" y="3558"/>
              <a:ext cx="167" cy="4"/>
            </a:xfrm>
            <a:custGeom>
              <a:avLst/>
              <a:gdLst>
                <a:gd name="T0" fmla="*/ 167 w 167"/>
                <a:gd name="T1" fmla="*/ 0 h 4"/>
                <a:gd name="T2" fmla="*/ 0 w 167"/>
                <a:gd name="T3" fmla="*/ 4 h 4"/>
                <a:gd name="T4" fmla="*/ 0 w 167"/>
                <a:gd name="T5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67" h="4">
                  <a:moveTo>
                    <a:pt x="167" y="0"/>
                  </a:moveTo>
                  <a:lnTo>
                    <a:pt x="0" y="4"/>
                  </a:lnTo>
                  <a:lnTo>
                    <a:pt x="0" y="4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1820" name="Freeform 28">
              <a:extLst>
                <a:ext uri="{FF2B5EF4-FFF2-40B4-BE49-F238E27FC236}">
                  <a16:creationId xmlns:a16="http://schemas.microsoft.com/office/drawing/2014/main" id="{CB0CA49A-5A29-4C16-B03C-4E763FEAE03D}"/>
                </a:ext>
              </a:extLst>
            </p:cNvPr>
            <p:cNvSpPr>
              <a:spLocks/>
            </p:cNvSpPr>
            <p:nvPr/>
          </p:nvSpPr>
          <p:spPr bwMode="auto">
            <a:xfrm>
              <a:off x="4227" y="3236"/>
              <a:ext cx="1" cy="242"/>
            </a:xfrm>
            <a:custGeom>
              <a:avLst/>
              <a:gdLst>
                <a:gd name="T0" fmla="*/ 0 w 1"/>
                <a:gd name="T1" fmla="*/ 0 h 968"/>
                <a:gd name="T2" fmla="*/ 0 w 1"/>
                <a:gd name="T3" fmla="*/ 968 h 968"/>
                <a:gd name="T4" fmla="*/ 1 w 1"/>
                <a:gd name="T5" fmla="*/ 968 h 9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968">
                  <a:moveTo>
                    <a:pt x="0" y="0"/>
                  </a:moveTo>
                  <a:lnTo>
                    <a:pt x="0" y="968"/>
                  </a:lnTo>
                  <a:lnTo>
                    <a:pt x="1" y="968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1821" name="Freeform 29">
              <a:extLst>
                <a:ext uri="{FF2B5EF4-FFF2-40B4-BE49-F238E27FC236}">
                  <a16:creationId xmlns:a16="http://schemas.microsoft.com/office/drawing/2014/main" id="{C85E6B61-2E1C-49C9-81A0-084D99C491CD}"/>
                </a:ext>
              </a:extLst>
            </p:cNvPr>
            <p:cNvSpPr>
              <a:spLocks/>
            </p:cNvSpPr>
            <p:nvPr/>
          </p:nvSpPr>
          <p:spPr bwMode="auto">
            <a:xfrm>
              <a:off x="4070" y="3296"/>
              <a:ext cx="1" cy="430"/>
            </a:xfrm>
            <a:custGeom>
              <a:avLst/>
              <a:gdLst>
                <a:gd name="T0" fmla="*/ 0 w 1"/>
                <a:gd name="T1" fmla="*/ 0 h 1719"/>
                <a:gd name="T2" fmla="*/ 0 w 1"/>
                <a:gd name="T3" fmla="*/ 1719 h 1719"/>
                <a:gd name="T4" fmla="*/ 1 w 1"/>
                <a:gd name="T5" fmla="*/ 1719 h 17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1719">
                  <a:moveTo>
                    <a:pt x="0" y="0"/>
                  </a:moveTo>
                  <a:lnTo>
                    <a:pt x="0" y="1719"/>
                  </a:lnTo>
                  <a:lnTo>
                    <a:pt x="1" y="1719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1822" name="Freeform 30">
              <a:extLst>
                <a:ext uri="{FF2B5EF4-FFF2-40B4-BE49-F238E27FC236}">
                  <a16:creationId xmlns:a16="http://schemas.microsoft.com/office/drawing/2014/main" id="{BCC4D1DD-202F-4F68-8ABB-4291E471B8F8}"/>
                </a:ext>
              </a:extLst>
            </p:cNvPr>
            <p:cNvSpPr>
              <a:spLocks/>
            </p:cNvSpPr>
            <p:nvPr/>
          </p:nvSpPr>
          <p:spPr bwMode="auto">
            <a:xfrm>
              <a:off x="4387" y="3296"/>
              <a:ext cx="1" cy="430"/>
            </a:xfrm>
            <a:custGeom>
              <a:avLst/>
              <a:gdLst>
                <a:gd name="T0" fmla="*/ 0 w 1"/>
                <a:gd name="T1" fmla="*/ 0 h 1719"/>
                <a:gd name="T2" fmla="*/ 0 w 1"/>
                <a:gd name="T3" fmla="*/ 1719 h 1719"/>
                <a:gd name="T4" fmla="*/ 1 w 1"/>
                <a:gd name="T5" fmla="*/ 1719 h 17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1719">
                  <a:moveTo>
                    <a:pt x="0" y="0"/>
                  </a:moveTo>
                  <a:lnTo>
                    <a:pt x="0" y="1719"/>
                  </a:lnTo>
                  <a:lnTo>
                    <a:pt x="1" y="1719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1823" name="Freeform 31">
              <a:extLst>
                <a:ext uri="{FF2B5EF4-FFF2-40B4-BE49-F238E27FC236}">
                  <a16:creationId xmlns:a16="http://schemas.microsoft.com/office/drawing/2014/main" id="{9C1D0F71-EF51-4D85-9D1A-BB8753F77D6A}"/>
                </a:ext>
              </a:extLst>
            </p:cNvPr>
            <p:cNvSpPr>
              <a:spLocks/>
            </p:cNvSpPr>
            <p:nvPr/>
          </p:nvSpPr>
          <p:spPr bwMode="auto">
            <a:xfrm>
              <a:off x="3987" y="3726"/>
              <a:ext cx="480" cy="1"/>
            </a:xfrm>
            <a:custGeom>
              <a:avLst/>
              <a:gdLst>
                <a:gd name="T0" fmla="*/ 0 w 1923"/>
                <a:gd name="T1" fmla="*/ 1922 w 1923"/>
                <a:gd name="T2" fmla="*/ 1923 w 192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1923">
                  <a:moveTo>
                    <a:pt x="0" y="0"/>
                  </a:moveTo>
                  <a:lnTo>
                    <a:pt x="1922" y="0"/>
                  </a:lnTo>
                  <a:lnTo>
                    <a:pt x="1923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1824" name="Freeform 32">
              <a:extLst>
                <a:ext uri="{FF2B5EF4-FFF2-40B4-BE49-F238E27FC236}">
                  <a16:creationId xmlns:a16="http://schemas.microsoft.com/office/drawing/2014/main" id="{2B42FBD8-9FED-49E8-B219-1C7A01C8C2AA}"/>
                </a:ext>
              </a:extLst>
            </p:cNvPr>
            <p:cNvSpPr>
              <a:spLocks/>
            </p:cNvSpPr>
            <p:nvPr/>
          </p:nvSpPr>
          <p:spPr bwMode="auto">
            <a:xfrm>
              <a:off x="4227" y="3566"/>
              <a:ext cx="1" cy="226"/>
            </a:xfrm>
            <a:custGeom>
              <a:avLst/>
              <a:gdLst>
                <a:gd name="T0" fmla="*/ 0 w 1"/>
                <a:gd name="T1" fmla="*/ 0 h 904"/>
                <a:gd name="T2" fmla="*/ 0 w 1"/>
                <a:gd name="T3" fmla="*/ 904 h 904"/>
                <a:gd name="T4" fmla="*/ 1 w 1"/>
                <a:gd name="T5" fmla="*/ 904 h 9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904">
                  <a:moveTo>
                    <a:pt x="0" y="0"/>
                  </a:moveTo>
                  <a:lnTo>
                    <a:pt x="0" y="904"/>
                  </a:lnTo>
                  <a:lnTo>
                    <a:pt x="1" y="904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1825" name="Freeform 33">
              <a:extLst>
                <a:ext uri="{FF2B5EF4-FFF2-40B4-BE49-F238E27FC236}">
                  <a16:creationId xmlns:a16="http://schemas.microsoft.com/office/drawing/2014/main" id="{3F0FE246-DA16-4F5A-BC9A-1948BFE25954}"/>
                </a:ext>
              </a:extLst>
            </p:cNvPr>
            <p:cNvSpPr>
              <a:spLocks/>
            </p:cNvSpPr>
            <p:nvPr/>
          </p:nvSpPr>
          <p:spPr bwMode="auto">
            <a:xfrm>
              <a:off x="4227" y="3515"/>
              <a:ext cx="1" cy="14"/>
            </a:xfrm>
            <a:custGeom>
              <a:avLst/>
              <a:gdLst>
                <a:gd name="T0" fmla="*/ 0 w 1"/>
                <a:gd name="T1" fmla="*/ 0 h 58"/>
                <a:gd name="T2" fmla="*/ 0 w 1"/>
                <a:gd name="T3" fmla="*/ 58 h 58"/>
                <a:gd name="T4" fmla="*/ 1 w 1"/>
                <a:gd name="T5" fmla="*/ 58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58">
                  <a:moveTo>
                    <a:pt x="0" y="0"/>
                  </a:moveTo>
                  <a:lnTo>
                    <a:pt x="0" y="58"/>
                  </a:lnTo>
                  <a:lnTo>
                    <a:pt x="1" y="58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1826" name="Freeform 34">
              <a:extLst>
                <a:ext uri="{FF2B5EF4-FFF2-40B4-BE49-F238E27FC236}">
                  <a16:creationId xmlns:a16="http://schemas.microsoft.com/office/drawing/2014/main" id="{2F3C7C75-BB7D-4D67-B79B-4D536EBD2608}"/>
                </a:ext>
              </a:extLst>
            </p:cNvPr>
            <p:cNvSpPr>
              <a:spLocks/>
            </p:cNvSpPr>
            <p:nvPr/>
          </p:nvSpPr>
          <p:spPr bwMode="auto">
            <a:xfrm>
              <a:off x="3987" y="3296"/>
              <a:ext cx="480" cy="1"/>
            </a:xfrm>
            <a:custGeom>
              <a:avLst/>
              <a:gdLst>
                <a:gd name="T0" fmla="*/ 0 w 1923"/>
                <a:gd name="T1" fmla="*/ 1922 w 1923"/>
                <a:gd name="T2" fmla="*/ 1923 w 192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1923">
                  <a:moveTo>
                    <a:pt x="0" y="0"/>
                  </a:moveTo>
                  <a:lnTo>
                    <a:pt x="1922" y="0"/>
                  </a:lnTo>
                  <a:lnTo>
                    <a:pt x="1923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1827" name="Freeform 35">
              <a:extLst>
                <a:ext uri="{FF2B5EF4-FFF2-40B4-BE49-F238E27FC236}">
                  <a16:creationId xmlns:a16="http://schemas.microsoft.com/office/drawing/2014/main" id="{E40FCD12-707F-4DD1-9F27-CEE0CD77B8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019" y="3364"/>
              <a:ext cx="1" cy="95"/>
            </a:xfrm>
            <a:custGeom>
              <a:avLst/>
              <a:gdLst>
                <a:gd name="T0" fmla="*/ 0 w 1"/>
                <a:gd name="T1" fmla="*/ 0 h 381"/>
                <a:gd name="T2" fmla="*/ 0 w 1"/>
                <a:gd name="T3" fmla="*/ 381 h 381"/>
                <a:gd name="T4" fmla="*/ 1 w 1"/>
                <a:gd name="T5" fmla="*/ 381 h 3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381">
                  <a:moveTo>
                    <a:pt x="0" y="0"/>
                  </a:moveTo>
                  <a:lnTo>
                    <a:pt x="0" y="381"/>
                  </a:lnTo>
                  <a:lnTo>
                    <a:pt x="1" y="381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1828" name="Freeform 36">
              <a:extLst>
                <a:ext uri="{FF2B5EF4-FFF2-40B4-BE49-F238E27FC236}">
                  <a16:creationId xmlns:a16="http://schemas.microsoft.com/office/drawing/2014/main" id="{C65FD949-9498-48D9-9E62-F653DF64C1CD}"/>
                </a:ext>
              </a:extLst>
            </p:cNvPr>
            <p:cNvSpPr>
              <a:spLocks/>
            </p:cNvSpPr>
            <p:nvPr/>
          </p:nvSpPr>
          <p:spPr bwMode="auto">
            <a:xfrm>
              <a:off x="5104" y="3409"/>
              <a:ext cx="1" cy="204"/>
            </a:xfrm>
            <a:custGeom>
              <a:avLst/>
              <a:gdLst>
                <a:gd name="T0" fmla="*/ 0 w 1"/>
                <a:gd name="T1" fmla="*/ 0 h 815"/>
                <a:gd name="T2" fmla="*/ 0 w 1"/>
                <a:gd name="T3" fmla="*/ 815 h 815"/>
                <a:gd name="T4" fmla="*/ 1 w 1"/>
                <a:gd name="T5" fmla="*/ 815 h 8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815">
                  <a:moveTo>
                    <a:pt x="0" y="0"/>
                  </a:moveTo>
                  <a:lnTo>
                    <a:pt x="0" y="815"/>
                  </a:lnTo>
                  <a:lnTo>
                    <a:pt x="1" y="815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1829" name="Freeform 37">
              <a:extLst>
                <a:ext uri="{FF2B5EF4-FFF2-40B4-BE49-F238E27FC236}">
                  <a16:creationId xmlns:a16="http://schemas.microsoft.com/office/drawing/2014/main" id="{0F8D0AA7-50C0-423B-91E5-EDEB05FF4B6B}"/>
                </a:ext>
              </a:extLst>
            </p:cNvPr>
            <p:cNvSpPr>
              <a:spLocks/>
            </p:cNvSpPr>
            <p:nvPr/>
          </p:nvSpPr>
          <p:spPr bwMode="auto">
            <a:xfrm>
              <a:off x="5171" y="3409"/>
              <a:ext cx="1" cy="204"/>
            </a:xfrm>
            <a:custGeom>
              <a:avLst/>
              <a:gdLst>
                <a:gd name="T0" fmla="*/ 0 w 1"/>
                <a:gd name="T1" fmla="*/ 0 h 815"/>
                <a:gd name="T2" fmla="*/ 0 w 1"/>
                <a:gd name="T3" fmla="*/ 815 h 815"/>
                <a:gd name="T4" fmla="*/ 1 w 1"/>
                <a:gd name="T5" fmla="*/ 815 h 8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815">
                  <a:moveTo>
                    <a:pt x="0" y="0"/>
                  </a:moveTo>
                  <a:lnTo>
                    <a:pt x="0" y="815"/>
                  </a:lnTo>
                  <a:lnTo>
                    <a:pt x="1" y="815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1830" name="Freeform 38">
              <a:extLst>
                <a:ext uri="{FF2B5EF4-FFF2-40B4-BE49-F238E27FC236}">
                  <a16:creationId xmlns:a16="http://schemas.microsoft.com/office/drawing/2014/main" id="{9CA81407-A15F-4E9A-82FC-59C8D7D803F5}"/>
                </a:ext>
              </a:extLst>
            </p:cNvPr>
            <p:cNvSpPr>
              <a:spLocks/>
            </p:cNvSpPr>
            <p:nvPr/>
          </p:nvSpPr>
          <p:spPr bwMode="auto">
            <a:xfrm>
              <a:off x="5019" y="3539"/>
              <a:ext cx="1" cy="116"/>
            </a:xfrm>
            <a:custGeom>
              <a:avLst/>
              <a:gdLst>
                <a:gd name="T0" fmla="*/ 0 w 1"/>
                <a:gd name="T1" fmla="*/ 0 h 465"/>
                <a:gd name="T2" fmla="*/ 0 w 1"/>
                <a:gd name="T3" fmla="*/ 465 h 465"/>
                <a:gd name="T4" fmla="*/ 1 w 1"/>
                <a:gd name="T5" fmla="*/ 465 h 4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465">
                  <a:moveTo>
                    <a:pt x="0" y="0"/>
                  </a:moveTo>
                  <a:lnTo>
                    <a:pt x="0" y="465"/>
                  </a:lnTo>
                  <a:lnTo>
                    <a:pt x="1" y="465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1831" name="Freeform 39">
              <a:extLst>
                <a:ext uri="{FF2B5EF4-FFF2-40B4-BE49-F238E27FC236}">
                  <a16:creationId xmlns:a16="http://schemas.microsoft.com/office/drawing/2014/main" id="{A82FA9AD-376F-44F4-AE24-AE585D897271}"/>
                </a:ext>
              </a:extLst>
            </p:cNvPr>
            <p:cNvSpPr>
              <a:spLocks/>
            </p:cNvSpPr>
            <p:nvPr/>
          </p:nvSpPr>
          <p:spPr bwMode="auto">
            <a:xfrm>
              <a:off x="5019" y="3489"/>
              <a:ext cx="1" cy="18"/>
            </a:xfrm>
            <a:custGeom>
              <a:avLst/>
              <a:gdLst>
                <a:gd name="T0" fmla="*/ 0 w 1"/>
                <a:gd name="T1" fmla="*/ 0 h 73"/>
                <a:gd name="T2" fmla="*/ 0 w 1"/>
                <a:gd name="T3" fmla="*/ 73 h 73"/>
                <a:gd name="T4" fmla="*/ 1 w 1"/>
                <a:gd name="T5" fmla="*/ 73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73">
                  <a:moveTo>
                    <a:pt x="0" y="0"/>
                  </a:moveTo>
                  <a:lnTo>
                    <a:pt x="0" y="73"/>
                  </a:lnTo>
                  <a:lnTo>
                    <a:pt x="1" y="73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1832" name="Freeform 40">
              <a:extLst>
                <a:ext uri="{FF2B5EF4-FFF2-40B4-BE49-F238E27FC236}">
                  <a16:creationId xmlns:a16="http://schemas.microsoft.com/office/drawing/2014/main" id="{66589589-D0CC-494D-BE22-6FC3F588F3A3}"/>
                </a:ext>
              </a:extLst>
            </p:cNvPr>
            <p:cNvSpPr>
              <a:spLocks/>
            </p:cNvSpPr>
            <p:nvPr/>
          </p:nvSpPr>
          <p:spPr bwMode="auto">
            <a:xfrm>
              <a:off x="4202" y="2768"/>
              <a:ext cx="343" cy="1"/>
            </a:xfrm>
            <a:custGeom>
              <a:avLst/>
              <a:gdLst>
                <a:gd name="T0" fmla="*/ 0 w 1370"/>
                <a:gd name="T1" fmla="*/ 1368 w 1370"/>
                <a:gd name="T2" fmla="*/ 1370 w 137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1370">
                  <a:moveTo>
                    <a:pt x="0" y="0"/>
                  </a:moveTo>
                  <a:lnTo>
                    <a:pt x="1368" y="0"/>
                  </a:lnTo>
                  <a:lnTo>
                    <a:pt x="1370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1833" name="Freeform 41">
              <a:extLst>
                <a:ext uri="{FF2B5EF4-FFF2-40B4-BE49-F238E27FC236}">
                  <a16:creationId xmlns:a16="http://schemas.microsoft.com/office/drawing/2014/main" id="{2AFD3BC9-1E03-4400-A451-396D947B753B}"/>
                </a:ext>
              </a:extLst>
            </p:cNvPr>
            <p:cNvSpPr>
              <a:spLocks/>
            </p:cNvSpPr>
            <p:nvPr/>
          </p:nvSpPr>
          <p:spPr bwMode="auto">
            <a:xfrm>
              <a:off x="4162" y="2768"/>
              <a:ext cx="15" cy="1"/>
            </a:xfrm>
            <a:custGeom>
              <a:avLst/>
              <a:gdLst>
                <a:gd name="T0" fmla="*/ 0 w 60"/>
                <a:gd name="T1" fmla="*/ 59 w 60"/>
                <a:gd name="T2" fmla="*/ 60 w 6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60">
                  <a:moveTo>
                    <a:pt x="0" y="0"/>
                  </a:moveTo>
                  <a:lnTo>
                    <a:pt x="59" y="0"/>
                  </a:lnTo>
                  <a:lnTo>
                    <a:pt x="60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1834" name="Freeform 42">
              <a:extLst>
                <a:ext uri="{FF2B5EF4-FFF2-40B4-BE49-F238E27FC236}">
                  <a16:creationId xmlns:a16="http://schemas.microsoft.com/office/drawing/2014/main" id="{CF6DCB9F-9323-4E06-A60E-707EECA2F640}"/>
                </a:ext>
              </a:extLst>
            </p:cNvPr>
            <p:cNvSpPr>
              <a:spLocks/>
            </p:cNvSpPr>
            <p:nvPr/>
          </p:nvSpPr>
          <p:spPr bwMode="auto">
            <a:xfrm>
              <a:off x="4308" y="2577"/>
              <a:ext cx="111" cy="110"/>
            </a:xfrm>
            <a:custGeom>
              <a:avLst/>
              <a:gdLst>
                <a:gd name="T0" fmla="*/ 0 w 443"/>
                <a:gd name="T1" fmla="*/ 441 h 441"/>
                <a:gd name="T2" fmla="*/ 442 w 443"/>
                <a:gd name="T3" fmla="*/ 0 h 441"/>
                <a:gd name="T4" fmla="*/ 443 w 443"/>
                <a:gd name="T5" fmla="*/ 0 h 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3" h="441">
                  <a:moveTo>
                    <a:pt x="0" y="441"/>
                  </a:moveTo>
                  <a:lnTo>
                    <a:pt x="442" y="0"/>
                  </a:lnTo>
                  <a:lnTo>
                    <a:pt x="443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1835" name="Freeform 43">
              <a:extLst>
                <a:ext uri="{FF2B5EF4-FFF2-40B4-BE49-F238E27FC236}">
                  <a16:creationId xmlns:a16="http://schemas.microsoft.com/office/drawing/2014/main" id="{E3D6BC52-55C3-40A9-A20D-62A864DE8F72}"/>
                </a:ext>
              </a:extLst>
            </p:cNvPr>
            <p:cNvSpPr>
              <a:spLocks/>
            </p:cNvSpPr>
            <p:nvPr/>
          </p:nvSpPr>
          <p:spPr bwMode="auto">
            <a:xfrm>
              <a:off x="4654" y="2075"/>
              <a:ext cx="276" cy="267"/>
            </a:xfrm>
            <a:custGeom>
              <a:avLst/>
              <a:gdLst>
                <a:gd name="T0" fmla="*/ 0 w 276"/>
                <a:gd name="T1" fmla="*/ 0 h 267"/>
                <a:gd name="T2" fmla="*/ 276 w 276"/>
                <a:gd name="T3" fmla="*/ 267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76" h="267">
                  <a:moveTo>
                    <a:pt x="0" y="0"/>
                  </a:moveTo>
                  <a:lnTo>
                    <a:pt x="276" y="267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1836" name="Freeform 44">
              <a:extLst>
                <a:ext uri="{FF2B5EF4-FFF2-40B4-BE49-F238E27FC236}">
                  <a16:creationId xmlns:a16="http://schemas.microsoft.com/office/drawing/2014/main" id="{00791D13-DD09-4876-A08E-499FB27D6684}"/>
                </a:ext>
              </a:extLst>
            </p:cNvPr>
            <p:cNvSpPr>
              <a:spLocks/>
            </p:cNvSpPr>
            <p:nvPr/>
          </p:nvSpPr>
          <p:spPr bwMode="auto">
            <a:xfrm>
              <a:off x="3418" y="2529"/>
              <a:ext cx="782" cy="88"/>
            </a:xfrm>
            <a:custGeom>
              <a:avLst/>
              <a:gdLst>
                <a:gd name="T0" fmla="*/ 0 w 3128"/>
                <a:gd name="T1" fmla="*/ 351 h 351"/>
                <a:gd name="T2" fmla="*/ 3127 w 3128"/>
                <a:gd name="T3" fmla="*/ 0 h 351"/>
                <a:gd name="T4" fmla="*/ 3128 w 3128"/>
                <a:gd name="T5" fmla="*/ 0 h 3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128" h="351">
                  <a:moveTo>
                    <a:pt x="0" y="351"/>
                  </a:moveTo>
                  <a:lnTo>
                    <a:pt x="3127" y="0"/>
                  </a:lnTo>
                  <a:lnTo>
                    <a:pt x="3128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1837" name="Freeform 45">
              <a:extLst>
                <a:ext uri="{FF2B5EF4-FFF2-40B4-BE49-F238E27FC236}">
                  <a16:creationId xmlns:a16="http://schemas.microsoft.com/office/drawing/2014/main" id="{EC9391AA-40C9-40FD-93F5-33A0270E903A}"/>
                </a:ext>
              </a:extLst>
            </p:cNvPr>
            <p:cNvSpPr>
              <a:spLocks/>
            </p:cNvSpPr>
            <p:nvPr/>
          </p:nvSpPr>
          <p:spPr bwMode="auto">
            <a:xfrm>
              <a:off x="4251" y="2100"/>
              <a:ext cx="428" cy="429"/>
            </a:xfrm>
            <a:custGeom>
              <a:avLst/>
              <a:gdLst>
                <a:gd name="T0" fmla="*/ 1713 w 1713"/>
                <a:gd name="T1" fmla="*/ 0 h 1714"/>
                <a:gd name="T2" fmla="*/ 0 w 1713"/>
                <a:gd name="T3" fmla="*/ 1714 h 1714"/>
                <a:gd name="T4" fmla="*/ 1 w 1713"/>
                <a:gd name="T5" fmla="*/ 1714 h 17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13" h="1714">
                  <a:moveTo>
                    <a:pt x="1713" y="0"/>
                  </a:moveTo>
                  <a:lnTo>
                    <a:pt x="0" y="1714"/>
                  </a:lnTo>
                  <a:lnTo>
                    <a:pt x="1" y="1714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1838" name="Freeform 46">
              <a:extLst>
                <a:ext uri="{FF2B5EF4-FFF2-40B4-BE49-F238E27FC236}">
                  <a16:creationId xmlns:a16="http://schemas.microsoft.com/office/drawing/2014/main" id="{684CA4F7-E1D1-48C0-8CB3-DE574CDED30A}"/>
                </a:ext>
              </a:extLst>
            </p:cNvPr>
            <p:cNvSpPr>
              <a:spLocks/>
            </p:cNvSpPr>
            <p:nvPr/>
          </p:nvSpPr>
          <p:spPr bwMode="auto">
            <a:xfrm>
              <a:off x="4466" y="2315"/>
              <a:ext cx="428" cy="429"/>
            </a:xfrm>
            <a:custGeom>
              <a:avLst/>
              <a:gdLst>
                <a:gd name="T0" fmla="*/ 1714 w 1714"/>
                <a:gd name="T1" fmla="*/ 0 h 1715"/>
                <a:gd name="T2" fmla="*/ 0 w 1714"/>
                <a:gd name="T3" fmla="*/ 1715 h 1715"/>
                <a:gd name="T4" fmla="*/ 1 w 1714"/>
                <a:gd name="T5" fmla="*/ 1715 h 17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14" h="1715">
                  <a:moveTo>
                    <a:pt x="1714" y="0"/>
                  </a:moveTo>
                  <a:lnTo>
                    <a:pt x="0" y="1715"/>
                  </a:lnTo>
                  <a:lnTo>
                    <a:pt x="1" y="1715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1839" name="Freeform 47">
              <a:extLst>
                <a:ext uri="{FF2B5EF4-FFF2-40B4-BE49-F238E27FC236}">
                  <a16:creationId xmlns:a16="http://schemas.microsoft.com/office/drawing/2014/main" id="{A51661F5-546B-4575-97BE-1E1E0B024573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1" y="2231"/>
              <a:ext cx="275" cy="275"/>
            </a:xfrm>
            <a:custGeom>
              <a:avLst/>
              <a:gdLst>
                <a:gd name="T0" fmla="*/ 0 w 275"/>
                <a:gd name="T1" fmla="*/ 0 h 275"/>
                <a:gd name="T2" fmla="*/ 275 w 275"/>
                <a:gd name="T3" fmla="*/ 275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75" h="275">
                  <a:moveTo>
                    <a:pt x="0" y="0"/>
                  </a:moveTo>
                  <a:lnTo>
                    <a:pt x="275" y="275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1840" name="Freeform 48">
              <a:extLst>
                <a:ext uri="{FF2B5EF4-FFF2-40B4-BE49-F238E27FC236}">
                  <a16:creationId xmlns:a16="http://schemas.microsoft.com/office/drawing/2014/main" id="{9CE5D7FB-99B8-4966-8A0D-6618AB2B67F0}"/>
                </a:ext>
              </a:extLst>
            </p:cNvPr>
            <p:cNvSpPr>
              <a:spLocks/>
            </p:cNvSpPr>
            <p:nvPr/>
          </p:nvSpPr>
          <p:spPr bwMode="auto">
            <a:xfrm>
              <a:off x="4688" y="2268"/>
              <a:ext cx="159" cy="160"/>
            </a:xfrm>
            <a:custGeom>
              <a:avLst/>
              <a:gdLst>
                <a:gd name="T0" fmla="*/ 638 w 638"/>
                <a:gd name="T1" fmla="*/ 0 h 639"/>
                <a:gd name="T2" fmla="*/ 0 w 638"/>
                <a:gd name="T3" fmla="*/ 639 h 639"/>
                <a:gd name="T4" fmla="*/ 1 w 638"/>
                <a:gd name="T5" fmla="*/ 639 h 6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38" h="639">
                  <a:moveTo>
                    <a:pt x="638" y="0"/>
                  </a:moveTo>
                  <a:lnTo>
                    <a:pt x="0" y="639"/>
                  </a:lnTo>
                  <a:lnTo>
                    <a:pt x="1" y="639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1841" name="Freeform 49">
              <a:extLst>
                <a:ext uri="{FF2B5EF4-FFF2-40B4-BE49-F238E27FC236}">
                  <a16:creationId xmlns:a16="http://schemas.microsoft.com/office/drawing/2014/main" id="{C8E90CDE-7B2F-487A-B5B3-C5A1F161B766}"/>
                </a:ext>
              </a:extLst>
            </p:cNvPr>
            <p:cNvSpPr>
              <a:spLocks/>
            </p:cNvSpPr>
            <p:nvPr/>
          </p:nvSpPr>
          <p:spPr bwMode="auto">
            <a:xfrm>
              <a:off x="4567" y="2147"/>
              <a:ext cx="159" cy="160"/>
            </a:xfrm>
            <a:custGeom>
              <a:avLst/>
              <a:gdLst>
                <a:gd name="T0" fmla="*/ 638 w 638"/>
                <a:gd name="T1" fmla="*/ 0 h 640"/>
                <a:gd name="T2" fmla="*/ 0 w 638"/>
                <a:gd name="T3" fmla="*/ 640 h 640"/>
                <a:gd name="T4" fmla="*/ 1 w 638"/>
                <a:gd name="T5" fmla="*/ 640 h 6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38" h="640">
                  <a:moveTo>
                    <a:pt x="638" y="0"/>
                  </a:moveTo>
                  <a:lnTo>
                    <a:pt x="0" y="640"/>
                  </a:lnTo>
                  <a:lnTo>
                    <a:pt x="1" y="64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1842" name="Freeform 50">
              <a:extLst>
                <a:ext uri="{FF2B5EF4-FFF2-40B4-BE49-F238E27FC236}">
                  <a16:creationId xmlns:a16="http://schemas.microsoft.com/office/drawing/2014/main" id="{05EFDAB2-39B5-49F9-BA0A-48FD79EE3E11}"/>
                </a:ext>
              </a:extLst>
            </p:cNvPr>
            <p:cNvSpPr>
              <a:spLocks/>
            </p:cNvSpPr>
            <p:nvPr/>
          </p:nvSpPr>
          <p:spPr bwMode="auto">
            <a:xfrm>
              <a:off x="4726" y="2309"/>
              <a:ext cx="123" cy="124"/>
            </a:xfrm>
            <a:custGeom>
              <a:avLst/>
              <a:gdLst>
                <a:gd name="T0" fmla="*/ 0 w 494"/>
                <a:gd name="T1" fmla="*/ 0 h 494"/>
                <a:gd name="T2" fmla="*/ 493 w 494"/>
                <a:gd name="T3" fmla="*/ 494 h 494"/>
                <a:gd name="T4" fmla="*/ 494 w 494"/>
                <a:gd name="T5" fmla="*/ 494 h 4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94" h="494">
                  <a:moveTo>
                    <a:pt x="0" y="0"/>
                  </a:moveTo>
                  <a:lnTo>
                    <a:pt x="493" y="494"/>
                  </a:lnTo>
                  <a:lnTo>
                    <a:pt x="494" y="494"/>
                  </a:lnTo>
                </a:path>
              </a:pathLst>
            </a:custGeom>
            <a:noFill/>
            <a:ln w="127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1843" name="Freeform 51">
              <a:extLst>
                <a:ext uri="{FF2B5EF4-FFF2-40B4-BE49-F238E27FC236}">
                  <a16:creationId xmlns:a16="http://schemas.microsoft.com/office/drawing/2014/main" id="{1B9298B8-EFF7-455A-A809-99E6B500AC77}"/>
                </a:ext>
              </a:extLst>
            </p:cNvPr>
            <p:cNvSpPr>
              <a:spLocks/>
            </p:cNvSpPr>
            <p:nvPr/>
          </p:nvSpPr>
          <p:spPr bwMode="auto">
            <a:xfrm>
              <a:off x="4782" y="2333"/>
              <a:ext cx="47" cy="47"/>
            </a:xfrm>
            <a:custGeom>
              <a:avLst/>
              <a:gdLst>
                <a:gd name="T0" fmla="*/ 0 w 189"/>
                <a:gd name="T1" fmla="*/ 0 h 188"/>
                <a:gd name="T2" fmla="*/ 188 w 189"/>
                <a:gd name="T3" fmla="*/ 188 h 188"/>
                <a:gd name="T4" fmla="*/ 189 w 189"/>
                <a:gd name="T5" fmla="*/ 188 h 1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89" h="188">
                  <a:moveTo>
                    <a:pt x="0" y="0"/>
                  </a:moveTo>
                  <a:lnTo>
                    <a:pt x="188" y="188"/>
                  </a:lnTo>
                  <a:lnTo>
                    <a:pt x="189" y="188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1844" name="Freeform 52">
              <a:extLst>
                <a:ext uri="{FF2B5EF4-FFF2-40B4-BE49-F238E27FC236}">
                  <a16:creationId xmlns:a16="http://schemas.microsoft.com/office/drawing/2014/main" id="{B81A4E86-9C12-478E-A1F7-04829C41E420}"/>
                </a:ext>
              </a:extLst>
            </p:cNvPr>
            <p:cNvSpPr>
              <a:spLocks/>
            </p:cNvSpPr>
            <p:nvPr/>
          </p:nvSpPr>
          <p:spPr bwMode="auto">
            <a:xfrm>
              <a:off x="4749" y="2366"/>
              <a:ext cx="48" cy="47"/>
            </a:xfrm>
            <a:custGeom>
              <a:avLst/>
              <a:gdLst>
                <a:gd name="T0" fmla="*/ 0 w 190"/>
                <a:gd name="T1" fmla="*/ 0 h 189"/>
                <a:gd name="T2" fmla="*/ 188 w 190"/>
                <a:gd name="T3" fmla="*/ 189 h 189"/>
                <a:gd name="T4" fmla="*/ 190 w 190"/>
                <a:gd name="T5" fmla="*/ 189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0" h="189">
                  <a:moveTo>
                    <a:pt x="0" y="0"/>
                  </a:moveTo>
                  <a:lnTo>
                    <a:pt x="188" y="189"/>
                  </a:lnTo>
                  <a:lnTo>
                    <a:pt x="190" y="189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1845" name="Freeform 53">
              <a:extLst>
                <a:ext uri="{FF2B5EF4-FFF2-40B4-BE49-F238E27FC236}">
                  <a16:creationId xmlns:a16="http://schemas.microsoft.com/office/drawing/2014/main" id="{50885226-2781-457F-BD72-61BB12AED41E}"/>
                </a:ext>
              </a:extLst>
            </p:cNvPr>
            <p:cNvSpPr>
              <a:spLocks/>
            </p:cNvSpPr>
            <p:nvPr/>
          </p:nvSpPr>
          <p:spPr bwMode="auto">
            <a:xfrm>
              <a:off x="4784" y="3369"/>
              <a:ext cx="1" cy="106"/>
            </a:xfrm>
            <a:custGeom>
              <a:avLst/>
              <a:gdLst>
                <a:gd name="T0" fmla="*/ 0 w 1"/>
                <a:gd name="T1" fmla="*/ 0 h 424"/>
                <a:gd name="T2" fmla="*/ 0 w 1"/>
                <a:gd name="T3" fmla="*/ 424 h 424"/>
                <a:gd name="T4" fmla="*/ 1 w 1"/>
                <a:gd name="T5" fmla="*/ 424 h 4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424">
                  <a:moveTo>
                    <a:pt x="0" y="0"/>
                  </a:moveTo>
                  <a:lnTo>
                    <a:pt x="0" y="424"/>
                  </a:lnTo>
                  <a:lnTo>
                    <a:pt x="1" y="424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1846" name="Freeform 54">
              <a:extLst>
                <a:ext uri="{FF2B5EF4-FFF2-40B4-BE49-F238E27FC236}">
                  <a16:creationId xmlns:a16="http://schemas.microsoft.com/office/drawing/2014/main" id="{0C11309C-6C98-4C15-8F69-2FB7CE447ADC}"/>
                </a:ext>
              </a:extLst>
            </p:cNvPr>
            <p:cNvSpPr>
              <a:spLocks/>
            </p:cNvSpPr>
            <p:nvPr/>
          </p:nvSpPr>
          <p:spPr bwMode="auto">
            <a:xfrm>
              <a:off x="4904" y="3358"/>
              <a:ext cx="1" cy="303"/>
            </a:xfrm>
            <a:custGeom>
              <a:avLst/>
              <a:gdLst>
                <a:gd name="T0" fmla="*/ 0 w 1"/>
                <a:gd name="T1" fmla="*/ 0 h 1214"/>
                <a:gd name="T2" fmla="*/ 0 w 1"/>
                <a:gd name="T3" fmla="*/ 1214 h 1214"/>
                <a:gd name="T4" fmla="*/ 1 w 1"/>
                <a:gd name="T5" fmla="*/ 1214 h 12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1214">
                  <a:moveTo>
                    <a:pt x="0" y="0"/>
                  </a:moveTo>
                  <a:lnTo>
                    <a:pt x="0" y="1214"/>
                  </a:lnTo>
                  <a:lnTo>
                    <a:pt x="1" y="1214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1847" name="Freeform 55">
              <a:extLst>
                <a:ext uri="{FF2B5EF4-FFF2-40B4-BE49-F238E27FC236}">
                  <a16:creationId xmlns:a16="http://schemas.microsoft.com/office/drawing/2014/main" id="{47A07456-E9B4-4F4D-9F51-3E257DFF1BD0}"/>
                </a:ext>
              </a:extLst>
            </p:cNvPr>
            <p:cNvSpPr>
              <a:spLocks/>
            </p:cNvSpPr>
            <p:nvPr/>
          </p:nvSpPr>
          <p:spPr bwMode="auto">
            <a:xfrm>
              <a:off x="4636" y="3409"/>
              <a:ext cx="535" cy="1"/>
            </a:xfrm>
            <a:custGeom>
              <a:avLst/>
              <a:gdLst>
                <a:gd name="T0" fmla="*/ 2138 w 2138"/>
                <a:gd name="T1" fmla="*/ 0 w 2138"/>
                <a:gd name="T2" fmla="*/ 1 w 2138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2138">
                  <a:moveTo>
                    <a:pt x="2138" y="0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1848" name="Freeform 56">
              <a:extLst>
                <a:ext uri="{FF2B5EF4-FFF2-40B4-BE49-F238E27FC236}">
                  <a16:creationId xmlns:a16="http://schemas.microsoft.com/office/drawing/2014/main" id="{E9DBBD4A-D21C-4723-9B8B-0ACEB7397CF1}"/>
                </a:ext>
              </a:extLst>
            </p:cNvPr>
            <p:cNvSpPr>
              <a:spLocks/>
            </p:cNvSpPr>
            <p:nvPr/>
          </p:nvSpPr>
          <p:spPr bwMode="auto">
            <a:xfrm>
              <a:off x="4636" y="3613"/>
              <a:ext cx="535" cy="1"/>
            </a:xfrm>
            <a:custGeom>
              <a:avLst/>
              <a:gdLst>
                <a:gd name="T0" fmla="*/ 2138 w 2138"/>
                <a:gd name="T1" fmla="*/ 0 w 2138"/>
                <a:gd name="T2" fmla="*/ 1 w 2138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2138">
                  <a:moveTo>
                    <a:pt x="2138" y="0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1849" name="Freeform 57">
              <a:extLst>
                <a:ext uri="{FF2B5EF4-FFF2-40B4-BE49-F238E27FC236}">
                  <a16:creationId xmlns:a16="http://schemas.microsoft.com/office/drawing/2014/main" id="{6E13F31E-EAC8-4729-A37F-477558E78D5D}"/>
                </a:ext>
              </a:extLst>
            </p:cNvPr>
            <p:cNvSpPr>
              <a:spLocks/>
            </p:cNvSpPr>
            <p:nvPr/>
          </p:nvSpPr>
          <p:spPr bwMode="auto">
            <a:xfrm>
              <a:off x="4703" y="3409"/>
              <a:ext cx="1" cy="204"/>
            </a:xfrm>
            <a:custGeom>
              <a:avLst/>
              <a:gdLst>
                <a:gd name="T0" fmla="*/ 0 w 1"/>
                <a:gd name="T1" fmla="*/ 0 h 815"/>
                <a:gd name="T2" fmla="*/ 0 w 1"/>
                <a:gd name="T3" fmla="*/ 815 h 815"/>
                <a:gd name="T4" fmla="*/ 1 w 1"/>
                <a:gd name="T5" fmla="*/ 815 h 8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815">
                  <a:moveTo>
                    <a:pt x="0" y="0"/>
                  </a:moveTo>
                  <a:lnTo>
                    <a:pt x="0" y="815"/>
                  </a:lnTo>
                  <a:lnTo>
                    <a:pt x="1" y="815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1850" name="Freeform 58">
              <a:extLst>
                <a:ext uri="{FF2B5EF4-FFF2-40B4-BE49-F238E27FC236}">
                  <a16:creationId xmlns:a16="http://schemas.microsoft.com/office/drawing/2014/main" id="{49D16421-C3CB-4287-AF81-0BA972C39AB5}"/>
                </a:ext>
              </a:extLst>
            </p:cNvPr>
            <p:cNvSpPr>
              <a:spLocks/>
            </p:cNvSpPr>
            <p:nvPr/>
          </p:nvSpPr>
          <p:spPr bwMode="auto">
            <a:xfrm>
              <a:off x="4817" y="3511"/>
              <a:ext cx="158" cy="1"/>
            </a:xfrm>
            <a:custGeom>
              <a:avLst/>
              <a:gdLst>
                <a:gd name="T0" fmla="*/ 0 w 632"/>
                <a:gd name="T1" fmla="*/ 631 w 632"/>
                <a:gd name="T2" fmla="*/ 632 w 63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632">
                  <a:moveTo>
                    <a:pt x="0" y="0"/>
                  </a:moveTo>
                  <a:lnTo>
                    <a:pt x="631" y="0"/>
                  </a:lnTo>
                  <a:lnTo>
                    <a:pt x="632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1851" name="Freeform 59">
              <a:extLst>
                <a:ext uri="{FF2B5EF4-FFF2-40B4-BE49-F238E27FC236}">
                  <a16:creationId xmlns:a16="http://schemas.microsoft.com/office/drawing/2014/main" id="{EEEC1439-66DE-4386-99CD-81ED39E30A64}"/>
                </a:ext>
              </a:extLst>
            </p:cNvPr>
            <p:cNvSpPr>
              <a:spLocks/>
            </p:cNvSpPr>
            <p:nvPr/>
          </p:nvSpPr>
          <p:spPr bwMode="auto">
            <a:xfrm>
              <a:off x="4857" y="3464"/>
              <a:ext cx="93" cy="93"/>
            </a:xfrm>
            <a:custGeom>
              <a:avLst/>
              <a:gdLst>
                <a:gd name="T0" fmla="*/ 185 w 371"/>
                <a:gd name="T1" fmla="*/ 371 h 371"/>
                <a:gd name="T2" fmla="*/ 317 w 371"/>
                <a:gd name="T3" fmla="*/ 318 h 371"/>
                <a:gd name="T4" fmla="*/ 371 w 371"/>
                <a:gd name="T5" fmla="*/ 186 h 371"/>
                <a:gd name="T6" fmla="*/ 317 w 371"/>
                <a:gd name="T7" fmla="*/ 55 h 371"/>
                <a:gd name="T8" fmla="*/ 185 w 371"/>
                <a:gd name="T9" fmla="*/ 0 h 371"/>
                <a:gd name="T10" fmla="*/ 54 w 371"/>
                <a:gd name="T11" fmla="*/ 55 h 371"/>
                <a:gd name="T12" fmla="*/ 0 w 371"/>
                <a:gd name="T13" fmla="*/ 186 h 371"/>
                <a:gd name="T14" fmla="*/ 1 w 371"/>
                <a:gd name="T15" fmla="*/ 186 h 3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71" h="371">
                  <a:moveTo>
                    <a:pt x="185" y="371"/>
                  </a:moveTo>
                  <a:lnTo>
                    <a:pt x="317" y="318"/>
                  </a:lnTo>
                  <a:lnTo>
                    <a:pt x="371" y="186"/>
                  </a:lnTo>
                  <a:lnTo>
                    <a:pt x="317" y="55"/>
                  </a:lnTo>
                  <a:lnTo>
                    <a:pt x="185" y="0"/>
                  </a:lnTo>
                  <a:lnTo>
                    <a:pt x="54" y="55"/>
                  </a:lnTo>
                  <a:lnTo>
                    <a:pt x="0" y="186"/>
                  </a:lnTo>
                  <a:lnTo>
                    <a:pt x="1" y="186"/>
                  </a:lnTo>
                </a:path>
              </a:pathLst>
            </a:custGeom>
            <a:noFill/>
            <a:ln w="127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1852" name="Freeform 60">
              <a:extLst>
                <a:ext uri="{FF2B5EF4-FFF2-40B4-BE49-F238E27FC236}">
                  <a16:creationId xmlns:a16="http://schemas.microsoft.com/office/drawing/2014/main" id="{32DE5DE6-0F2F-481D-8345-FF51F84FB8D8}"/>
                </a:ext>
              </a:extLst>
            </p:cNvPr>
            <p:cNvSpPr>
              <a:spLocks/>
            </p:cNvSpPr>
            <p:nvPr/>
          </p:nvSpPr>
          <p:spPr bwMode="auto">
            <a:xfrm>
              <a:off x="4880" y="3488"/>
              <a:ext cx="47" cy="46"/>
            </a:xfrm>
            <a:custGeom>
              <a:avLst/>
              <a:gdLst>
                <a:gd name="T0" fmla="*/ 185 w 186"/>
                <a:gd name="T1" fmla="*/ 92 h 185"/>
                <a:gd name="T2" fmla="*/ 157 w 186"/>
                <a:gd name="T3" fmla="*/ 26 h 185"/>
                <a:gd name="T4" fmla="*/ 92 w 186"/>
                <a:gd name="T5" fmla="*/ 0 h 185"/>
                <a:gd name="T6" fmla="*/ 27 w 186"/>
                <a:gd name="T7" fmla="*/ 26 h 185"/>
                <a:gd name="T8" fmla="*/ 0 w 186"/>
                <a:gd name="T9" fmla="*/ 92 h 185"/>
                <a:gd name="T10" fmla="*/ 27 w 186"/>
                <a:gd name="T11" fmla="*/ 157 h 185"/>
                <a:gd name="T12" fmla="*/ 92 w 186"/>
                <a:gd name="T13" fmla="*/ 185 h 185"/>
                <a:gd name="T14" fmla="*/ 157 w 186"/>
                <a:gd name="T15" fmla="*/ 157 h 185"/>
                <a:gd name="T16" fmla="*/ 185 w 186"/>
                <a:gd name="T17" fmla="*/ 92 h 185"/>
                <a:gd name="T18" fmla="*/ 186 w 186"/>
                <a:gd name="T19" fmla="*/ 92 h 1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86" h="185">
                  <a:moveTo>
                    <a:pt x="185" y="92"/>
                  </a:moveTo>
                  <a:lnTo>
                    <a:pt x="157" y="26"/>
                  </a:lnTo>
                  <a:lnTo>
                    <a:pt x="92" y="0"/>
                  </a:lnTo>
                  <a:lnTo>
                    <a:pt x="27" y="26"/>
                  </a:lnTo>
                  <a:lnTo>
                    <a:pt x="0" y="92"/>
                  </a:lnTo>
                  <a:lnTo>
                    <a:pt x="27" y="157"/>
                  </a:lnTo>
                  <a:lnTo>
                    <a:pt x="92" y="185"/>
                  </a:lnTo>
                  <a:lnTo>
                    <a:pt x="157" y="157"/>
                  </a:lnTo>
                  <a:lnTo>
                    <a:pt x="185" y="92"/>
                  </a:lnTo>
                  <a:lnTo>
                    <a:pt x="186" y="92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1853" name="Freeform 61">
              <a:extLst>
                <a:ext uri="{FF2B5EF4-FFF2-40B4-BE49-F238E27FC236}">
                  <a16:creationId xmlns:a16="http://schemas.microsoft.com/office/drawing/2014/main" id="{75D1C5D3-6309-45F8-AC17-80F7F092A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4784" y="3538"/>
              <a:ext cx="1" cy="115"/>
            </a:xfrm>
            <a:custGeom>
              <a:avLst/>
              <a:gdLst>
                <a:gd name="T0" fmla="*/ 0 w 1"/>
                <a:gd name="T1" fmla="*/ 0 h 456"/>
                <a:gd name="T2" fmla="*/ 0 w 1"/>
                <a:gd name="T3" fmla="*/ 456 h 456"/>
                <a:gd name="T4" fmla="*/ 1 w 1"/>
                <a:gd name="T5" fmla="*/ 456 h 4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456">
                  <a:moveTo>
                    <a:pt x="0" y="0"/>
                  </a:moveTo>
                  <a:lnTo>
                    <a:pt x="0" y="456"/>
                  </a:lnTo>
                  <a:lnTo>
                    <a:pt x="1" y="456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1854" name="Freeform 62">
              <a:extLst>
                <a:ext uri="{FF2B5EF4-FFF2-40B4-BE49-F238E27FC236}">
                  <a16:creationId xmlns:a16="http://schemas.microsoft.com/office/drawing/2014/main" id="{DD6E4651-ABFF-4EDA-ACA7-2539404A8EC9}"/>
                </a:ext>
              </a:extLst>
            </p:cNvPr>
            <p:cNvSpPr>
              <a:spLocks/>
            </p:cNvSpPr>
            <p:nvPr/>
          </p:nvSpPr>
          <p:spPr bwMode="auto">
            <a:xfrm>
              <a:off x="4784" y="3501"/>
              <a:ext cx="1" cy="11"/>
            </a:xfrm>
            <a:custGeom>
              <a:avLst/>
              <a:gdLst>
                <a:gd name="T0" fmla="*/ 0 w 1"/>
                <a:gd name="T1" fmla="*/ 0 h 46"/>
                <a:gd name="T2" fmla="*/ 0 w 1"/>
                <a:gd name="T3" fmla="*/ 46 h 46"/>
                <a:gd name="T4" fmla="*/ 1 w 1"/>
                <a:gd name="T5" fmla="*/ 46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46">
                  <a:moveTo>
                    <a:pt x="0" y="0"/>
                  </a:moveTo>
                  <a:lnTo>
                    <a:pt x="0" y="46"/>
                  </a:lnTo>
                  <a:lnTo>
                    <a:pt x="1" y="46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1855" name="Freeform 63">
              <a:extLst>
                <a:ext uri="{FF2B5EF4-FFF2-40B4-BE49-F238E27FC236}">
                  <a16:creationId xmlns:a16="http://schemas.microsoft.com/office/drawing/2014/main" id="{B2D7A157-31D5-451F-BB38-876B56A72CF5}"/>
                </a:ext>
              </a:extLst>
            </p:cNvPr>
            <p:cNvSpPr>
              <a:spLocks/>
            </p:cNvSpPr>
            <p:nvPr/>
          </p:nvSpPr>
          <p:spPr bwMode="auto">
            <a:xfrm>
              <a:off x="3283" y="3409"/>
              <a:ext cx="304" cy="1"/>
            </a:xfrm>
            <a:custGeom>
              <a:avLst/>
              <a:gdLst>
                <a:gd name="T0" fmla="*/ 1217 w 1217"/>
                <a:gd name="T1" fmla="*/ 0 w 1217"/>
                <a:gd name="T2" fmla="*/ 1 w 1217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1217">
                  <a:moveTo>
                    <a:pt x="1217" y="0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1856" name="Freeform 64">
              <a:extLst>
                <a:ext uri="{FF2B5EF4-FFF2-40B4-BE49-F238E27FC236}">
                  <a16:creationId xmlns:a16="http://schemas.microsoft.com/office/drawing/2014/main" id="{C4C87D87-A7DC-43D3-A252-73AF73EC249D}"/>
                </a:ext>
              </a:extLst>
            </p:cNvPr>
            <p:cNvSpPr>
              <a:spLocks/>
            </p:cNvSpPr>
            <p:nvPr/>
          </p:nvSpPr>
          <p:spPr bwMode="auto">
            <a:xfrm>
              <a:off x="3283" y="3609"/>
              <a:ext cx="304" cy="1"/>
            </a:xfrm>
            <a:custGeom>
              <a:avLst/>
              <a:gdLst>
                <a:gd name="T0" fmla="*/ 1217 w 1217"/>
                <a:gd name="T1" fmla="*/ 0 w 1217"/>
                <a:gd name="T2" fmla="*/ 1 w 1217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1217">
                  <a:moveTo>
                    <a:pt x="1217" y="0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1857" name="Rectangle 65">
              <a:extLst>
                <a:ext uri="{FF2B5EF4-FFF2-40B4-BE49-F238E27FC236}">
                  <a16:creationId xmlns:a16="http://schemas.microsoft.com/office/drawing/2014/main" id="{5AC644E9-D2BC-483C-905E-F0AFA0332D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22" y="2839"/>
              <a:ext cx="226" cy="1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zh-CN" altLang="en-US" sz="1400">
                  <a:solidFill>
                    <a:srgbClr val="000000"/>
                  </a:solidFill>
                  <a:latin typeface="宋体" panose="02010600030101010101" pitchFamily="2" charset="-122"/>
                </a:rPr>
                <a:t>螺孔</a:t>
              </a:r>
              <a:endParaRPr lang="zh-CN" altLang="en-US"/>
            </a:p>
          </p:txBody>
        </p:sp>
        <p:sp>
          <p:nvSpPr>
            <p:cNvPr id="161858" name="Freeform 66">
              <a:extLst>
                <a:ext uri="{FF2B5EF4-FFF2-40B4-BE49-F238E27FC236}">
                  <a16:creationId xmlns:a16="http://schemas.microsoft.com/office/drawing/2014/main" id="{E491BBAF-65A6-477E-8A73-814F65AA9408}"/>
                </a:ext>
              </a:extLst>
            </p:cNvPr>
            <p:cNvSpPr>
              <a:spLocks/>
            </p:cNvSpPr>
            <p:nvPr/>
          </p:nvSpPr>
          <p:spPr bwMode="auto">
            <a:xfrm>
              <a:off x="4840" y="2275"/>
              <a:ext cx="50" cy="45"/>
            </a:xfrm>
            <a:custGeom>
              <a:avLst/>
              <a:gdLst>
                <a:gd name="T0" fmla="*/ 0 w 202"/>
                <a:gd name="T1" fmla="*/ 0 h 177"/>
                <a:gd name="T2" fmla="*/ 69 w 202"/>
                <a:gd name="T3" fmla="*/ 120 h 177"/>
                <a:gd name="T4" fmla="*/ 200 w 202"/>
                <a:gd name="T5" fmla="*/ 177 h 177"/>
                <a:gd name="T6" fmla="*/ 202 w 202"/>
                <a:gd name="T7" fmla="*/ 177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2" h="177">
                  <a:moveTo>
                    <a:pt x="0" y="0"/>
                  </a:moveTo>
                  <a:lnTo>
                    <a:pt x="69" y="120"/>
                  </a:lnTo>
                  <a:lnTo>
                    <a:pt x="200" y="177"/>
                  </a:lnTo>
                  <a:lnTo>
                    <a:pt x="202" y="177"/>
                  </a:lnTo>
                </a:path>
              </a:pathLst>
            </a:custGeom>
            <a:noFill/>
            <a:ln w="127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1859" name="Freeform 67">
              <a:extLst>
                <a:ext uri="{FF2B5EF4-FFF2-40B4-BE49-F238E27FC236}">
                  <a16:creationId xmlns:a16="http://schemas.microsoft.com/office/drawing/2014/main" id="{1C05E85C-CE16-418E-9A0E-F841DFCFC926}"/>
                </a:ext>
              </a:extLst>
            </p:cNvPr>
            <p:cNvSpPr>
              <a:spLocks/>
            </p:cNvSpPr>
            <p:nvPr/>
          </p:nvSpPr>
          <p:spPr bwMode="auto">
            <a:xfrm>
              <a:off x="4700" y="2416"/>
              <a:ext cx="59" cy="35"/>
            </a:xfrm>
            <a:custGeom>
              <a:avLst/>
              <a:gdLst>
                <a:gd name="T0" fmla="*/ 0 w 238"/>
                <a:gd name="T1" fmla="*/ 0 h 140"/>
                <a:gd name="T2" fmla="*/ 237 w 238"/>
                <a:gd name="T3" fmla="*/ 140 h 140"/>
                <a:gd name="T4" fmla="*/ 238 w 238"/>
                <a:gd name="T5" fmla="*/ 140 h 1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38" h="140">
                  <a:moveTo>
                    <a:pt x="0" y="0"/>
                  </a:moveTo>
                  <a:lnTo>
                    <a:pt x="237" y="140"/>
                  </a:lnTo>
                  <a:lnTo>
                    <a:pt x="238" y="140"/>
                  </a:lnTo>
                </a:path>
              </a:pathLst>
            </a:custGeom>
            <a:noFill/>
            <a:ln w="127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1860" name="Freeform 68">
              <a:extLst>
                <a:ext uri="{FF2B5EF4-FFF2-40B4-BE49-F238E27FC236}">
                  <a16:creationId xmlns:a16="http://schemas.microsoft.com/office/drawing/2014/main" id="{3025AAC9-33E7-4D31-8DC6-D07FCB401B48}"/>
                </a:ext>
              </a:extLst>
            </p:cNvPr>
            <p:cNvSpPr>
              <a:spLocks/>
            </p:cNvSpPr>
            <p:nvPr/>
          </p:nvSpPr>
          <p:spPr bwMode="auto">
            <a:xfrm>
              <a:off x="4227" y="2687"/>
              <a:ext cx="81" cy="81"/>
            </a:xfrm>
            <a:custGeom>
              <a:avLst/>
              <a:gdLst>
                <a:gd name="T0" fmla="*/ 323 w 323"/>
                <a:gd name="T1" fmla="*/ 0 h 324"/>
                <a:gd name="T2" fmla="*/ 0 w 323"/>
                <a:gd name="T3" fmla="*/ 324 h 324"/>
                <a:gd name="T4" fmla="*/ 1 w 323"/>
                <a:gd name="T5" fmla="*/ 324 h 3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23" h="324">
                  <a:moveTo>
                    <a:pt x="323" y="0"/>
                  </a:moveTo>
                  <a:lnTo>
                    <a:pt x="0" y="324"/>
                  </a:lnTo>
                  <a:lnTo>
                    <a:pt x="1" y="324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1861" name="Freeform 69">
              <a:extLst>
                <a:ext uri="{FF2B5EF4-FFF2-40B4-BE49-F238E27FC236}">
                  <a16:creationId xmlns:a16="http://schemas.microsoft.com/office/drawing/2014/main" id="{28B3843C-DE96-411A-BFA3-9F871EE3B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4737" y="2068"/>
              <a:ext cx="190" cy="189"/>
            </a:xfrm>
            <a:custGeom>
              <a:avLst/>
              <a:gdLst>
                <a:gd name="T0" fmla="*/ 0 w 760"/>
                <a:gd name="T1" fmla="*/ 760 h 760"/>
                <a:gd name="T2" fmla="*/ 759 w 760"/>
                <a:gd name="T3" fmla="*/ 0 h 760"/>
                <a:gd name="T4" fmla="*/ 760 w 760"/>
                <a:gd name="T5" fmla="*/ 0 h 7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760" h="760">
                  <a:moveTo>
                    <a:pt x="0" y="760"/>
                  </a:moveTo>
                  <a:lnTo>
                    <a:pt x="759" y="0"/>
                  </a:lnTo>
                  <a:lnTo>
                    <a:pt x="760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1862" name="Freeform 70">
              <a:extLst>
                <a:ext uri="{FF2B5EF4-FFF2-40B4-BE49-F238E27FC236}">
                  <a16:creationId xmlns:a16="http://schemas.microsoft.com/office/drawing/2014/main" id="{CAAB44ED-4054-4DA7-BF6E-4CD81E751711}"/>
                </a:ext>
              </a:extLst>
            </p:cNvPr>
            <p:cNvSpPr>
              <a:spLocks/>
            </p:cNvSpPr>
            <p:nvPr/>
          </p:nvSpPr>
          <p:spPr bwMode="auto">
            <a:xfrm>
              <a:off x="4704" y="2400"/>
              <a:ext cx="12" cy="20"/>
            </a:xfrm>
            <a:custGeom>
              <a:avLst/>
              <a:gdLst>
                <a:gd name="T0" fmla="*/ 0 w 46"/>
                <a:gd name="T1" fmla="*/ 76 h 76"/>
                <a:gd name="T2" fmla="*/ 45 w 46"/>
                <a:gd name="T3" fmla="*/ 0 h 76"/>
                <a:gd name="T4" fmla="*/ 46 w 46"/>
                <a:gd name="T5" fmla="*/ 0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6" h="76">
                  <a:moveTo>
                    <a:pt x="0" y="76"/>
                  </a:moveTo>
                  <a:lnTo>
                    <a:pt x="45" y="0"/>
                  </a:lnTo>
                  <a:lnTo>
                    <a:pt x="46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1863" name="Freeform 71">
              <a:extLst>
                <a:ext uri="{FF2B5EF4-FFF2-40B4-BE49-F238E27FC236}">
                  <a16:creationId xmlns:a16="http://schemas.microsoft.com/office/drawing/2014/main" id="{13050AFA-8248-4D2E-A06D-DDA39D7454BE}"/>
                </a:ext>
              </a:extLst>
            </p:cNvPr>
            <p:cNvSpPr>
              <a:spLocks/>
            </p:cNvSpPr>
            <p:nvPr/>
          </p:nvSpPr>
          <p:spPr bwMode="auto">
            <a:xfrm>
              <a:off x="4748" y="2393"/>
              <a:ext cx="29" cy="49"/>
            </a:xfrm>
            <a:custGeom>
              <a:avLst/>
              <a:gdLst>
                <a:gd name="T0" fmla="*/ 0 w 114"/>
                <a:gd name="T1" fmla="*/ 195 h 195"/>
                <a:gd name="T2" fmla="*/ 113 w 114"/>
                <a:gd name="T3" fmla="*/ 0 h 195"/>
                <a:gd name="T4" fmla="*/ 114 w 114"/>
                <a:gd name="T5" fmla="*/ 0 h 1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14" h="195">
                  <a:moveTo>
                    <a:pt x="0" y="195"/>
                  </a:moveTo>
                  <a:lnTo>
                    <a:pt x="113" y="0"/>
                  </a:lnTo>
                  <a:lnTo>
                    <a:pt x="114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1864" name="Freeform 72">
              <a:extLst>
                <a:ext uri="{FF2B5EF4-FFF2-40B4-BE49-F238E27FC236}">
                  <a16:creationId xmlns:a16="http://schemas.microsoft.com/office/drawing/2014/main" id="{2F79226E-1C19-4D32-AFF3-7AA22099BDAB}"/>
                </a:ext>
              </a:extLst>
            </p:cNvPr>
            <p:cNvSpPr>
              <a:spLocks/>
            </p:cNvSpPr>
            <p:nvPr/>
          </p:nvSpPr>
          <p:spPr bwMode="auto">
            <a:xfrm>
              <a:off x="4800" y="2278"/>
              <a:ext cx="43" cy="73"/>
            </a:xfrm>
            <a:custGeom>
              <a:avLst/>
              <a:gdLst>
                <a:gd name="T0" fmla="*/ 0 w 171"/>
                <a:gd name="T1" fmla="*/ 293 h 293"/>
                <a:gd name="T2" fmla="*/ 170 w 171"/>
                <a:gd name="T3" fmla="*/ 0 h 293"/>
                <a:gd name="T4" fmla="*/ 171 w 171"/>
                <a:gd name="T5" fmla="*/ 0 h 2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1" h="293">
                  <a:moveTo>
                    <a:pt x="0" y="293"/>
                  </a:moveTo>
                  <a:lnTo>
                    <a:pt x="170" y="0"/>
                  </a:lnTo>
                  <a:lnTo>
                    <a:pt x="171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1865" name="Freeform 73">
              <a:extLst>
                <a:ext uri="{FF2B5EF4-FFF2-40B4-BE49-F238E27FC236}">
                  <a16:creationId xmlns:a16="http://schemas.microsoft.com/office/drawing/2014/main" id="{4338652C-6334-48D6-86BC-F24F4EFF7C90}"/>
                </a:ext>
              </a:extLst>
            </p:cNvPr>
            <p:cNvSpPr>
              <a:spLocks/>
            </p:cNvSpPr>
            <p:nvPr/>
          </p:nvSpPr>
          <p:spPr bwMode="auto">
            <a:xfrm>
              <a:off x="4855" y="2312"/>
              <a:ext cx="25" cy="43"/>
            </a:xfrm>
            <a:custGeom>
              <a:avLst/>
              <a:gdLst>
                <a:gd name="T0" fmla="*/ 0 w 99"/>
                <a:gd name="T1" fmla="*/ 171 h 171"/>
                <a:gd name="T2" fmla="*/ 98 w 99"/>
                <a:gd name="T3" fmla="*/ 0 h 171"/>
                <a:gd name="T4" fmla="*/ 99 w 99"/>
                <a:gd name="T5" fmla="*/ 0 h 1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9" h="171">
                  <a:moveTo>
                    <a:pt x="0" y="171"/>
                  </a:moveTo>
                  <a:lnTo>
                    <a:pt x="98" y="0"/>
                  </a:lnTo>
                  <a:lnTo>
                    <a:pt x="99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1866" name="Freeform 74">
              <a:extLst>
                <a:ext uri="{FF2B5EF4-FFF2-40B4-BE49-F238E27FC236}">
                  <a16:creationId xmlns:a16="http://schemas.microsoft.com/office/drawing/2014/main" id="{758662CE-43AF-421F-B16A-BAA34CAD30BC}"/>
                </a:ext>
              </a:extLst>
            </p:cNvPr>
            <p:cNvSpPr>
              <a:spLocks/>
            </p:cNvSpPr>
            <p:nvPr/>
          </p:nvSpPr>
          <p:spPr bwMode="auto">
            <a:xfrm>
              <a:off x="4733" y="2383"/>
              <a:ext cx="47" cy="47"/>
            </a:xfrm>
            <a:custGeom>
              <a:avLst/>
              <a:gdLst>
                <a:gd name="T0" fmla="*/ 0 w 189"/>
                <a:gd name="T1" fmla="*/ 0 h 187"/>
                <a:gd name="T2" fmla="*/ 188 w 189"/>
                <a:gd name="T3" fmla="*/ 187 h 187"/>
                <a:gd name="T4" fmla="*/ 189 w 189"/>
                <a:gd name="T5" fmla="*/ 187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89" h="187">
                  <a:moveTo>
                    <a:pt x="0" y="0"/>
                  </a:moveTo>
                  <a:lnTo>
                    <a:pt x="188" y="187"/>
                  </a:lnTo>
                  <a:lnTo>
                    <a:pt x="189" y="187"/>
                  </a:lnTo>
                </a:path>
              </a:pathLst>
            </a:custGeom>
            <a:noFill/>
            <a:ln w="127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1867" name="Freeform 75">
              <a:extLst>
                <a:ext uri="{FF2B5EF4-FFF2-40B4-BE49-F238E27FC236}">
                  <a16:creationId xmlns:a16="http://schemas.microsoft.com/office/drawing/2014/main" id="{0B1BC08B-6A97-4288-9898-0DD180B95DEE}"/>
                </a:ext>
              </a:extLst>
            </p:cNvPr>
            <p:cNvSpPr>
              <a:spLocks/>
            </p:cNvSpPr>
            <p:nvPr/>
          </p:nvSpPr>
          <p:spPr bwMode="auto">
            <a:xfrm>
              <a:off x="4799" y="2317"/>
              <a:ext cx="47" cy="47"/>
            </a:xfrm>
            <a:custGeom>
              <a:avLst/>
              <a:gdLst>
                <a:gd name="T0" fmla="*/ 0 w 190"/>
                <a:gd name="T1" fmla="*/ 0 h 188"/>
                <a:gd name="T2" fmla="*/ 189 w 190"/>
                <a:gd name="T3" fmla="*/ 188 h 188"/>
                <a:gd name="T4" fmla="*/ 190 w 190"/>
                <a:gd name="T5" fmla="*/ 188 h 1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0" h="188">
                  <a:moveTo>
                    <a:pt x="0" y="0"/>
                  </a:moveTo>
                  <a:lnTo>
                    <a:pt x="189" y="188"/>
                  </a:lnTo>
                  <a:lnTo>
                    <a:pt x="190" y="188"/>
                  </a:lnTo>
                </a:path>
              </a:pathLst>
            </a:custGeom>
            <a:noFill/>
            <a:ln w="127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1868" name="Freeform 76">
              <a:extLst>
                <a:ext uri="{FF2B5EF4-FFF2-40B4-BE49-F238E27FC236}">
                  <a16:creationId xmlns:a16="http://schemas.microsoft.com/office/drawing/2014/main" id="{866DDD9C-B4B4-48DA-8648-EBCC96BBCFA4}"/>
                </a:ext>
              </a:extLst>
            </p:cNvPr>
            <p:cNvSpPr>
              <a:spLocks/>
            </p:cNvSpPr>
            <p:nvPr/>
          </p:nvSpPr>
          <p:spPr bwMode="auto">
            <a:xfrm>
              <a:off x="4658" y="2398"/>
              <a:ext cx="2" cy="2"/>
            </a:xfrm>
            <a:custGeom>
              <a:avLst/>
              <a:gdLst>
                <a:gd name="T0" fmla="*/ 0 w 10"/>
                <a:gd name="T1" fmla="*/ 0 h 8"/>
                <a:gd name="T2" fmla="*/ 8 w 10"/>
                <a:gd name="T3" fmla="*/ 8 h 8"/>
                <a:gd name="T4" fmla="*/ 10 w 10"/>
                <a:gd name="T5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0" h="8">
                  <a:moveTo>
                    <a:pt x="0" y="0"/>
                  </a:moveTo>
                  <a:lnTo>
                    <a:pt x="8" y="8"/>
                  </a:lnTo>
                  <a:lnTo>
                    <a:pt x="10" y="8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1869" name="Freeform 77">
              <a:extLst>
                <a:ext uri="{FF2B5EF4-FFF2-40B4-BE49-F238E27FC236}">
                  <a16:creationId xmlns:a16="http://schemas.microsoft.com/office/drawing/2014/main" id="{9F82BF3F-38F3-40EE-B78B-1C56A965C47F}"/>
                </a:ext>
              </a:extLst>
            </p:cNvPr>
            <p:cNvSpPr>
              <a:spLocks/>
            </p:cNvSpPr>
            <p:nvPr/>
          </p:nvSpPr>
          <p:spPr bwMode="auto">
            <a:xfrm>
              <a:off x="4227" y="2880"/>
              <a:ext cx="1" cy="198"/>
            </a:xfrm>
            <a:custGeom>
              <a:avLst/>
              <a:gdLst>
                <a:gd name="T0" fmla="*/ 0 w 1"/>
                <a:gd name="T1" fmla="*/ 0 h 791"/>
                <a:gd name="T2" fmla="*/ 0 w 1"/>
                <a:gd name="T3" fmla="*/ 791 h 791"/>
                <a:gd name="T4" fmla="*/ 1 w 1"/>
                <a:gd name="T5" fmla="*/ 791 h 7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791">
                  <a:moveTo>
                    <a:pt x="0" y="0"/>
                  </a:moveTo>
                  <a:lnTo>
                    <a:pt x="0" y="791"/>
                  </a:lnTo>
                  <a:lnTo>
                    <a:pt x="1" y="791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1870" name="Freeform 78">
              <a:extLst>
                <a:ext uri="{FF2B5EF4-FFF2-40B4-BE49-F238E27FC236}">
                  <a16:creationId xmlns:a16="http://schemas.microsoft.com/office/drawing/2014/main" id="{2F7E838F-3AD8-450F-8A18-13F57DDDECB9}"/>
                </a:ext>
              </a:extLst>
            </p:cNvPr>
            <p:cNvSpPr>
              <a:spLocks/>
            </p:cNvSpPr>
            <p:nvPr/>
          </p:nvSpPr>
          <p:spPr bwMode="auto">
            <a:xfrm>
              <a:off x="3283" y="3421"/>
              <a:ext cx="67" cy="67"/>
            </a:xfrm>
            <a:custGeom>
              <a:avLst/>
              <a:gdLst>
                <a:gd name="T0" fmla="*/ 0 w 267"/>
                <a:gd name="T1" fmla="*/ 267 h 267"/>
                <a:gd name="T2" fmla="*/ 266 w 267"/>
                <a:gd name="T3" fmla="*/ 0 h 267"/>
                <a:gd name="T4" fmla="*/ 267 w 267"/>
                <a:gd name="T5" fmla="*/ 0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67" h="267">
                  <a:moveTo>
                    <a:pt x="0" y="267"/>
                  </a:moveTo>
                  <a:lnTo>
                    <a:pt x="266" y="0"/>
                  </a:lnTo>
                  <a:lnTo>
                    <a:pt x="267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1871" name="Freeform 79">
              <a:extLst>
                <a:ext uri="{FF2B5EF4-FFF2-40B4-BE49-F238E27FC236}">
                  <a16:creationId xmlns:a16="http://schemas.microsoft.com/office/drawing/2014/main" id="{193D294D-D0B8-478D-89D1-9FF14947B04F}"/>
                </a:ext>
              </a:extLst>
            </p:cNvPr>
            <p:cNvSpPr>
              <a:spLocks/>
            </p:cNvSpPr>
            <p:nvPr/>
          </p:nvSpPr>
          <p:spPr bwMode="auto">
            <a:xfrm>
              <a:off x="3283" y="3491"/>
              <a:ext cx="67" cy="66"/>
            </a:xfrm>
            <a:custGeom>
              <a:avLst/>
              <a:gdLst>
                <a:gd name="T0" fmla="*/ 0 w 267"/>
                <a:gd name="T1" fmla="*/ 266 h 266"/>
                <a:gd name="T2" fmla="*/ 266 w 267"/>
                <a:gd name="T3" fmla="*/ 0 h 266"/>
                <a:gd name="T4" fmla="*/ 267 w 267"/>
                <a:gd name="T5" fmla="*/ 0 h 2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67" h="266">
                  <a:moveTo>
                    <a:pt x="0" y="266"/>
                  </a:moveTo>
                  <a:lnTo>
                    <a:pt x="266" y="0"/>
                  </a:lnTo>
                  <a:lnTo>
                    <a:pt x="267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1872" name="Freeform 80">
              <a:extLst>
                <a:ext uri="{FF2B5EF4-FFF2-40B4-BE49-F238E27FC236}">
                  <a16:creationId xmlns:a16="http://schemas.microsoft.com/office/drawing/2014/main" id="{38E5AF64-F52A-411F-9C04-D76A0C64339E}"/>
                </a:ext>
              </a:extLst>
            </p:cNvPr>
            <p:cNvSpPr>
              <a:spLocks/>
            </p:cNvSpPr>
            <p:nvPr/>
          </p:nvSpPr>
          <p:spPr bwMode="auto">
            <a:xfrm>
              <a:off x="3297" y="3560"/>
              <a:ext cx="53" cy="53"/>
            </a:xfrm>
            <a:custGeom>
              <a:avLst/>
              <a:gdLst>
                <a:gd name="T0" fmla="*/ 0 w 211"/>
                <a:gd name="T1" fmla="*/ 210 h 210"/>
                <a:gd name="T2" fmla="*/ 210 w 211"/>
                <a:gd name="T3" fmla="*/ 0 h 210"/>
                <a:gd name="T4" fmla="*/ 211 w 211"/>
                <a:gd name="T5" fmla="*/ 0 h 2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1" h="210">
                  <a:moveTo>
                    <a:pt x="0" y="210"/>
                  </a:moveTo>
                  <a:lnTo>
                    <a:pt x="210" y="0"/>
                  </a:lnTo>
                  <a:lnTo>
                    <a:pt x="211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1873" name="Freeform 81">
              <a:extLst>
                <a:ext uri="{FF2B5EF4-FFF2-40B4-BE49-F238E27FC236}">
                  <a16:creationId xmlns:a16="http://schemas.microsoft.com/office/drawing/2014/main" id="{FF3836E2-4453-43E7-AE81-B1C792E939E9}"/>
                </a:ext>
              </a:extLst>
            </p:cNvPr>
            <p:cNvSpPr>
              <a:spLocks/>
            </p:cNvSpPr>
            <p:nvPr/>
          </p:nvSpPr>
          <p:spPr bwMode="auto">
            <a:xfrm>
              <a:off x="3521" y="3409"/>
              <a:ext cx="50" cy="50"/>
            </a:xfrm>
            <a:custGeom>
              <a:avLst/>
              <a:gdLst>
                <a:gd name="T0" fmla="*/ 0 w 200"/>
                <a:gd name="T1" fmla="*/ 199 h 199"/>
                <a:gd name="T2" fmla="*/ 199 w 200"/>
                <a:gd name="T3" fmla="*/ 0 h 199"/>
                <a:gd name="T4" fmla="*/ 200 w 200"/>
                <a:gd name="T5" fmla="*/ 0 h 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0" h="199">
                  <a:moveTo>
                    <a:pt x="0" y="199"/>
                  </a:moveTo>
                  <a:lnTo>
                    <a:pt x="199" y="0"/>
                  </a:lnTo>
                  <a:lnTo>
                    <a:pt x="200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1874" name="Freeform 82">
              <a:extLst>
                <a:ext uri="{FF2B5EF4-FFF2-40B4-BE49-F238E27FC236}">
                  <a16:creationId xmlns:a16="http://schemas.microsoft.com/office/drawing/2014/main" id="{75A5BCB8-B889-436D-961C-49892ABB4334}"/>
                </a:ext>
              </a:extLst>
            </p:cNvPr>
            <p:cNvSpPr>
              <a:spLocks/>
            </p:cNvSpPr>
            <p:nvPr/>
          </p:nvSpPr>
          <p:spPr bwMode="auto">
            <a:xfrm>
              <a:off x="3521" y="3455"/>
              <a:ext cx="73" cy="73"/>
            </a:xfrm>
            <a:custGeom>
              <a:avLst/>
              <a:gdLst>
                <a:gd name="T0" fmla="*/ 0 w 294"/>
                <a:gd name="T1" fmla="*/ 294 h 294"/>
                <a:gd name="T2" fmla="*/ 293 w 294"/>
                <a:gd name="T3" fmla="*/ 0 h 294"/>
                <a:gd name="T4" fmla="*/ 294 w 294"/>
                <a:gd name="T5" fmla="*/ 0 h 2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94" h="294">
                  <a:moveTo>
                    <a:pt x="0" y="294"/>
                  </a:moveTo>
                  <a:lnTo>
                    <a:pt x="293" y="0"/>
                  </a:lnTo>
                  <a:lnTo>
                    <a:pt x="294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1875" name="Freeform 83">
              <a:extLst>
                <a:ext uri="{FF2B5EF4-FFF2-40B4-BE49-F238E27FC236}">
                  <a16:creationId xmlns:a16="http://schemas.microsoft.com/office/drawing/2014/main" id="{5E141B6A-DEC8-4C98-A5B3-114D5291FCE5}"/>
                </a:ext>
              </a:extLst>
            </p:cNvPr>
            <p:cNvSpPr>
              <a:spLocks/>
            </p:cNvSpPr>
            <p:nvPr/>
          </p:nvSpPr>
          <p:spPr bwMode="auto">
            <a:xfrm>
              <a:off x="3521" y="3460"/>
              <a:ext cx="138" cy="138"/>
            </a:xfrm>
            <a:custGeom>
              <a:avLst/>
              <a:gdLst>
                <a:gd name="T0" fmla="*/ 0 w 553"/>
                <a:gd name="T1" fmla="*/ 552 h 552"/>
                <a:gd name="T2" fmla="*/ 552 w 553"/>
                <a:gd name="T3" fmla="*/ 0 h 552"/>
                <a:gd name="T4" fmla="*/ 553 w 553"/>
                <a:gd name="T5" fmla="*/ 0 h 5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53" h="552">
                  <a:moveTo>
                    <a:pt x="0" y="552"/>
                  </a:moveTo>
                  <a:lnTo>
                    <a:pt x="552" y="0"/>
                  </a:lnTo>
                  <a:lnTo>
                    <a:pt x="553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1876" name="Freeform 84">
              <a:extLst>
                <a:ext uri="{FF2B5EF4-FFF2-40B4-BE49-F238E27FC236}">
                  <a16:creationId xmlns:a16="http://schemas.microsoft.com/office/drawing/2014/main" id="{F8385FBD-7A8E-4407-8599-21BF0CF7D233}"/>
                </a:ext>
              </a:extLst>
            </p:cNvPr>
            <p:cNvSpPr>
              <a:spLocks/>
            </p:cNvSpPr>
            <p:nvPr/>
          </p:nvSpPr>
          <p:spPr bwMode="auto">
            <a:xfrm>
              <a:off x="3626" y="3460"/>
              <a:ext cx="102" cy="102"/>
            </a:xfrm>
            <a:custGeom>
              <a:avLst/>
              <a:gdLst>
                <a:gd name="T0" fmla="*/ 0 w 411"/>
                <a:gd name="T1" fmla="*/ 410 h 410"/>
                <a:gd name="T2" fmla="*/ 410 w 411"/>
                <a:gd name="T3" fmla="*/ 0 h 410"/>
                <a:gd name="T4" fmla="*/ 411 w 411"/>
                <a:gd name="T5" fmla="*/ 0 h 4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1" h="410">
                  <a:moveTo>
                    <a:pt x="0" y="410"/>
                  </a:moveTo>
                  <a:lnTo>
                    <a:pt x="410" y="0"/>
                  </a:lnTo>
                  <a:lnTo>
                    <a:pt x="411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1877" name="Freeform 85">
              <a:extLst>
                <a:ext uri="{FF2B5EF4-FFF2-40B4-BE49-F238E27FC236}">
                  <a16:creationId xmlns:a16="http://schemas.microsoft.com/office/drawing/2014/main" id="{FCC115D6-972B-471C-9CB5-6CF875212D05}"/>
                </a:ext>
              </a:extLst>
            </p:cNvPr>
            <p:cNvSpPr>
              <a:spLocks/>
            </p:cNvSpPr>
            <p:nvPr/>
          </p:nvSpPr>
          <p:spPr bwMode="auto">
            <a:xfrm>
              <a:off x="3695" y="3460"/>
              <a:ext cx="102" cy="102"/>
            </a:xfrm>
            <a:custGeom>
              <a:avLst/>
              <a:gdLst>
                <a:gd name="T0" fmla="*/ 0 w 410"/>
                <a:gd name="T1" fmla="*/ 410 h 410"/>
                <a:gd name="T2" fmla="*/ 408 w 410"/>
                <a:gd name="T3" fmla="*/ 0 h 410"/>
                <a:gd name="T4" fmla="*/ 410 w 410"/>
                <a:gd name="T5" fmla="*/ 0 h 4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0" h="410">
                  <a:moveTo>
                    <a:pt x="0" y="410"/>
                  </a:moveTo>
                  <a:lnTo>
                    <a:pt x="408" y="0"/>
                  </a:lnTo>
                  <a:lnTo>
                    <a:pt x="410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1878" name="Freeform 86">
              <a:extLst>
                <a:ext uri="{FF2B5EF4-FFF2-40B4-BE49-F238E27FC236}">
                  <a16:creationId xmlns:a16="http://schemas.microsoft.com/office/drawing/2014/main" id="{AAC7ABC8-DCFD-41E6-AD28-B640B8459AEE}"/>
                </a:ext>
              </a:extLst>
            </p:cNvPr>
            <p:cNvSpPr>
              <a:spLocks/>
            </p:cNvSpPr>
            <p:nvPr/>
          </p:nvSpPr>
          <p:spPr bwMode="auto">
            <a:xfrm>
              <a:off x="3765" y="3460"/>
              <a:ext cx="102" cy="102"/>
            </a:xfrm>
            <a:custGeom>
              <a:avLst/>
              <a:gdLst>
                <a:gd name="T0" fmla="*/ 0 w 410"/>
                <a:gd name="T1" fmla="*/ 410 h 410"/>
                <a:gd name="T2" fmla="*/ 408 w 410"/>
                <a:gd name="T3" fmla="*/ 0 h 410"/>
                <a:gd name="T4" fmla="*/ 410 w 410"/>
                <a:gd name="T5" fmla="*/ 0 h 4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0" h="410">
                  <a:moveTo>
                    <a:pt x="0" y="410"/>
                  </a:moveTo>
                  <a:lnTo>
                    <a:pt x="408" y="0"/>
                  </a:lnTo>
                  <a:lnTo>
                    <a:pt x="410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1879" name="Freeform 87">
              <a:extLst>
                <a:ext uri="{FF2B5EF4-FFF2-40B4-BE49-F238E27FC236}">
                  <a16:creationId xmlns:a16="http://schemas.microsoft.com/office/drawing/2014/main" id="{E9BD55EB-9D7B-478C-ABC2-A244F4A7C4FC}"/>
                </a:ext>
              </a:extLst>
            </p:cNvPr>
            <p:cNvSpPr>
              <a:spLocks/>
            </p:cNvSpPr>
            <p:nvPr/>
          </p:nvSpPr>
          <p:spPr bwMode="auto">
            <a:xfrm>
              <a:off x="3987" y="3296"/>
              <a:ext cx="43" cy="44"/>
            </a:xfrm>
            <a:custGeom>
              <a:avLst/>
              <a:gdLst>
                <a:gd name="T0" fmla="*/ 0 w 175"/>
                <a:gd name="T1" fmla="*/ 175 h 175"/>
                <a:gd name="T2" fmla="*/ 174 w 175"/>
                <a:gd name="T3" fmla="*/ 0 h 175"/>
                <a:gd name="T4" fmla="*/ 175 w 175"/>
                <a:gd name="T5" fmla="*/ 0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5" h="175">
                  <a:moveTo>
                    <a:pt x="0" y="175"/>
                  </a:moveTo>
                  <a:lnTo>
                    <a:pt x="174" y="0"/>
                  </a:lnTo>
                  <a:lnTo>
                    <a:pt x="175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1880" name="Freeform 88">
              <a:extLst>
                <a:ext uri="{FF2B5EF4-FFF2-40B4-BE49-F238E27FC236}">
                  <a16:creationId xmlns:a16="http://schemas.microsoft.com/office/drawing/2014/main" id="{53ED8116-285E-4701-93C3-F4B48393D7F5}"/>
                </a:ext>
              </a:extLst>
            </p:cNvPr>
            <p:cNvSpPr>
              <a:spLocks/>
            </p:cNvSpPr>
            <p:nvPr/>
          </p:nvSpPr>
          <p:spPr bwMode="auto">
            <a:xfrm>
              <a:off x="3834" y="3460"/>
              <a:ext cx="102" cy="102"/>
            </a:xfrm>
            <a:custGeom>
              <a:avLst/>
              <a:gdLst>
                <a:gd name="T0" fmla="*/ 0 w 411"/>
                <a:gd name="T1" fmla="*/ 410 h 410"/>
                <a:gd name="T2" fmla="*/ 409 w 411"/>
                <a:gd name="T3" fmla="*/ 0 h 410"/>
                <a:gd name="T4" fmla="*/ 411 w 411"/>
                <a:gd name="T5" fmla="*/ 0 h 4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1" h="410">
                  <a:moveTo>
                    <a:pt x="0" y="410"/>
                  </a:moveTo>
                  <a:lnTo>
                    <a:pt x="409" y="0"/>
                  </a:lnTo>
                  <a:lnTo>
                    <a:pt x="411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1881" name="Freeform 89">
              <a:extLst>
                <a:ext uri="{FF2B5EF4-FFF2-40B4-BE49-F238E27FC236}">
                  <a16:creationId xmlns:a16="http://schemas.microsoft.com/office/drawing/2014/main" id="{A1B48717-EBB4-4E27-9103-B3F5BC59ADBE}"/>
                </a:ext>
              </a:extLst>
            </p:cNvPr>
            <p:cNvSpPr>
              <a:spLocks/>
            </p:cNvSpPr>
            <p:nvPr/>
          </p:nvSpPr>
          <p:spPr bwMode="auto">
            <a:xfrm>
              <a:off x="3987" y="3326"/>
              <a:ext cx="83" cy="83"/>
            </a:xfrm>
            <a:custGeom>
              <a:avLst/>
              <a:gdLst>
                <a:gd name="T0" fmla="*/ 0 w 334"/>
                <a:gd name="T1" fmla="*/ 334 h 334"/>
                <a:gd name="T2" fmla="*/ 333 w 334"/>
                <a:gd name="T3" fmla="*/ 0 h 334"/>
                <a:gd name="T4" fmla="*/ 334 w 334"/>
                <a:gd name="T5" fmla="*/ 0 h 3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34" h="334">
                  <a:moveTo>
                    <a:pt x="0" y="334"/>
                  </a:moveTo>
                  <a:lnTo>
                    <a:pt x="333" y="0"/>
                  </a:lnTo>
                  <a:lnTo>
                    <a:pt x="334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1882" name="Freeform 90">
              <a:extLst>
                <a:ext uri="{FF2B5EF4-FFF2-40B4-BE49-F238E27FC236}">
                  <a16:creationId xmlns:a16="http://schemas.microsoft.com/office/drawing/2014/main" id="{C8A3A099-D33F-4872-9342-993DAA4E5420}"/>
                </a:ext>
              </a:extLst>
            </p:cNvPr>
            <p:cNvSpPr>
              <a:spLocks/>
            </p:cNvSpPr>
            <p:nvPr/>
          </p:nvSpPr>
          <p:spPr bwMode="auto">
            <a:xfrm>
              <a:off x="3903" y="3395"/>
              <a:ext cx="167" cy="167"/>
            </a:xfrm>
            <a:custGeom>
              <a:avLst/>
              <a:gdLst>
                <a:gd name="T0" fmla="*/ 0 w 668"/>
                <a:gd name="T1" fmla="*/ 668 h 668"/>
                <a:gd name="T2" fmla="*/ 667 w 668"/>
                <a:gd name="T3" fmla="*/ 0 h 668"/>
                <a:gd name="T4" fmla="*/ 668 w 668"/>
                <a:gd name="T5" fmla="*/ 0 h 6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68" h="668">
                  <a:moveTo>
                    <a:pt x="0" y="668"/>
                  </a:moveTo>
                  <a:lnTo>
                    <a:pt x="667" y="0"/>
                  </a:lnTo>
                  <a:lnTo>
                    <a:pt x="668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1883" name="Freeform 91">
              <a:extLst>
                <a:ext uri="{FF2B5EF4-FFF2-40B4-BE49-F238E27FC236}">
                  <a16:creationId xmlns:a16="http://schemas.microsoft.com/office/drawing/2014/main" id="{76E60D88-3FF7-4C90-A992-0C0FA658CB57}"/>
                </a:ext>
              </a:extLst>
            </p:cNvPr>
            <p:cNvSpPr>
              <a:spLocks/>
            </p:cNvSpPr>
            <p:nvPr/>
          </p:nvSpPr>
          <p:spPr bwMode="auto">
            <a:xfrm>
              <a:off x="3972" y="3465"/>
              <a:ext cx="98" cy="98"/>
            </a:xfrm>
            <a:custGeom>
              <a:avLst/>
              <a:gdLst>
                <a:gd name="T0" fmla="*/ 0 w 392"/>
                <a:gd name="T1" fmla="*/ 392 h 392"/>
                <a:gd name="T2" fmla="*/ 391 w 392"/>
                <a:gd name="T3" fmla="*/ 0 h 392"/>
                <a:gd name="T4" fmla="*/ 392 w 392"/>
                <a:gd name="T5" fmla="*/ 0 h 3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2" h="392">
                  <a:moveTo>
                    <a:pt x="0" y="392"/>
                  </a:moveTo>
                  <a:lnTo>
                    <a:pt x="391" y="0"/>
                  </a:lnTo>
                  <a:lnTo>
                    <a:pt x="392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1884" name="Freeform 92">
              <a:extLst>
                <a:ext uri="{FF2B5EF4-FFF2-40B4-BE49-F238E27FC236}">
                  <a16:creationId xmlns:a16="http://schemas.microsoft.com/office/drawing/2014/main" id="{CCD40817-3E01-46EE-807A-9BC66F1E9F60}"/>
                </a:ext>
              </a:extLst>
            </p:cNvPr>
            <p:cNvSpPr>
              <a:spLocks/>
            </p:cNvSpPr>
            <p:nvPr/>
          </p:nvSpPr>
          <p:spPr bwMode="auto">
            <a:xfrm>
              <a:off x="3987" y="3534"/>
              <a:ext cx="83" cy="84"/>
            </a:xfrm>
            <a:custGeom>
              <a:avLst/>
              <a:gdLst>
                <a:gd name="T0" fmla="*/ 0 w 334"/>
                <a:gd name="T1" fmla="*/ 334 h 334"/>
                <a:gd name="T2" fmla="*/ 333 w 334"/>
                <a:gd name="T3" fmla="*/ 0 h 334"/>
                <a:gd name="T4" fmla="*/ 334 w 334"/>
                <a:gd name="T5" fmla="*/ 0 h 3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34" h="334">
                  <a:moveTo>
                    <a:pt x="0" y="334"/>
                  </a:moveTo>
                  <a:lnTo>
                    <a:pt x="333" y="0"/>
                  </a:lnTo>
                  <a:lnTo>
                    <a:pt x="334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1885" name="Freeform 93">
              <a:extLst>
                <a:ext uri="{FF2B5EF4-FFF2-40B4-BE49-F238E27FC236}">
                  <a16:creationId xmlns:a16="http://schemas.microsoft.com/office/drawing/2014/main" id="{7A7AEA37-20D9-4BA0-9A11-63CD28451AD7}"/>
                </a:ext>
              </a:extLst>
            </p:cNvPr>
            <p:cNvSpPr>
              <a:spLocks/>
            </p:cNvSpPr>
            <p:nvPr/>
          </p:nvSpPr>
          <p:spPr bwMode="auto">
            <a:xfrm>
              <a:off x="3987" y="3604"/>
              <a:ext cx="83" cy="83"/>
            </a:xfrm>
            <a:custGeom>
              <a:avLst/>
              <a:gdLst>
                <a:gd name="T0" fmla="*/ 0 w 334"/>
                <a:gd name="T1" fmla="*/ 334 h 334"/>
                <a:gd name="T2" fmla="*/ 333 w 334"/>
                <a:gd name="T3" fmla="*/ 0 h 334"/>
                <a:gd name="T4" fmla="*/ 334 w 334"/>
                <a:gd name="T5" fmla="*/ 0 h 3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34" h="334">
                  <a:moveTo>
                    <a:pt x="0" y="334"/>
                  </a:moveTo>
                  <a:lnTo>
                    <a:pt x="333" y="0"/>
                  </a:lnTo>
                  <a:lnTo>
                    <a:pt x="334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1886" name="Freeform 94">
              <a:extLst>
                <a:ext uri="{FF2B5EF4-FFF2-40B4-BE49-F238E27FC236}">
                  <a16:creationId xmlns:a16="http://schemas.microsoft.com/office/drawing/2014/main" id="{5D4C5D75-2A22-4696-BD57-D3A6E201B36A}"/>
                </a:ext>
              </a:extLst>
            </p:cNvPr>
            <p:cNvSpPr>
              <a:spLocks/>
            </p:cNvSpPr>
            <p:nvPr/>
          </p:nvSpPr>
          <p:spPr bwMode="auto">
            <a:xfrm>
              <a:off x="4018" y="3673"/>
              <a:ext cx="52" cy="53"/>
            </a:xfrm>
            <a:custGeom>
              <a:avLst/>
              <a:gdLst>
                <a:gd name="T0" fmla="*/ 0 w 211"/>
                <a:gd name="T1" fmla="*/ 210 h 210"/>
                <a:gd name="T2" fmla="*/ 210 w 211"/>
                <a:gd name="T3" fmla="*/ 0 h 210"/>
                <a:gd name="T4" fmla="*/ 211 w 211"/>
                <a:gd name="T5" fmla="*/ 0 h 2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1" h="210">
                  <a:moveTo>
                    <a:pt x="0" y="210"/>
                  </a:moveTo>
                  <a:lnTo>
                    <a:pt x="210" y="0"/>
                  </a:lnTo>
                  <a:lnTo>
                    <a:pt x="211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1887" name="Freeform 95">
              <a:extLst>
                <a:ext uri="{FF2B5EF4-FFF2-40B4-BE49-F238E27FC236}">
                  <a16:creationId xmlns:a16="http://schemas.microsoft.com/office/drawing/2014/main" id="{77932F62-06CA-40A1-9269-DB08F1D98A11}"/>
                </a:ext>
              </a:extLst>
            </p:cNvPr>
            <p:cNvSpPr>
              <a:spLocks/>
            </p:cNvSpPr>
            <p:nvPr/>
          </p:nvSpPr>
          <p:spPr bwMode="auto">
            <a:xfrm>
              <a:off x="4387" y="3296"/>
              <a:ext cx="60" cy="60"/>
            </a:xfrm>
            <a:custGeom>
              <a:avLst/>
              <a:gdLst>
                <a:gd name="T0" fmla="*/ 0 w 242"/>
                <a:gd name="T1" fmla="*/ 242 h 242"/>
                <a:gd name="T2" fmla="*/ 240 w 242"/>
                <a:gd name="T3" fmla="*/ 0 h 242"/>
                <a:gd name="T4" fmla="*/ 242 w 242"/>
                <a:gd name="T5" fmla="*/ 0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42" h="242">
                  <a:moveTo>
                    <a:pt x="0" y="242"/>
                  </a:moveTo>
                  <a:lnTo>
                    <a:pt x="240" y="0"/>
                  </a:lnTo>
                  <a:lnTo>
                    <a:pt x="242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1888" name="Freeform 96">
              <a:extLst>
                <a:ext uri="{FF2B5EF4-FFF2-40B4-BE49-F238E27FC236}">
                  <a16:creationId xmlns:a16="http://schemas.microsoft.com/office/drawing/2014/main" id="{7D904DC4-5793-4EEF-BA50-E495FB53A6DF}"/>
                </a:ext>
              </a:extLst>
            </p:cNvPr>
            <p:cNvSpPr>
              <a:spLocks/>
            </p:cNvSpPr>
            <p:nvPr/>
          </p:nvSpPr>
          <p:spPr bwMode="auto">
            <a:xfrm>
              <a:off x="4387" y="3345"/>
              <a:ext cx="80" cy="81"/>
            </a:xfrm>
            <a:custGeom>
              <a:avLst/>
              <a:gdLst>
                <a:gd name="T0" fmla="*/ 0 w 323"/>
                <a:gd name="T1" fmla="*/ 322 h 322"/>
                <a:gd name="T2" fmla="*/ 322 w 323"/>
                <a:gd name="T3" fmla="*/ 0 h 322"/>
                <a:gd name="T4" fmla="*/ 323 w 323"/>
                <a:gd name="T5" fmla="*/ 0 h 3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23" h="322">
                  <a:moveTo>
                    <a:pt x="0" y="322"/>
                  </a:moveTo>
                  <a:lnTo>
                    <a:pt x="322" y="0"/>
                  </a:lnTo>
                  <a:lnTo>
                    <a:pt x="323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1889" name="Freeform 97">
              <a:extLst>
                <a:ext uri="{FF2B5EF4-FFF2-40B4-BE49-F238E27FC236}">
                  <a16:creationId xmlns:a16="http://schemas.microsoft.com/office/drawing/2014/main" id="{0CC0CF1E-6381-426A-8769-246B3FEE38DC}"/>
                </a:ext>
              </a:extLst>
            </p:cNvPr>
            <p:cNvSpPr>
              <a:spLocks/>
            </p:cNvSpPr>
            <p:nvPr/>
          </p:nvSpPr>
          <p:spPr bwMode="auto">
            <a:xfrm>
              <a:off x="4387" y="3415"/>
              <a:ext cx="80" cy="80"/>
            </a:xfrm>
            <a:custGeom>
              <a:avLst/>
              <a:gdLst>
                <a:gd name="T0" fmla="*/ 0 w 323"/>
                <a:gd name="T1" fmla="*/ 322 h 322"/>
                <a:gd name="T2" fmla="*/ 322 w 323"/>
                <a:gd name="T3" fmla="*/ 0 h 322"/>
                <a:gd name="T4" fmla="*/ 323 w 323"/>
                <a:gd name="T5" fmla="*/ 0 h 3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23" h="322">
                  <a:moveTo>
                    <a:pt x="0" y="322"/>
                  </a:moveTo>
                  <a:lnTo>
                    <a:pt x="322" y="0"/>
                  </a:lnTo>
                  <a:lnTo>
                    <a:pt x="323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1890" name="Freeform 98">
              <a:extLst>
                <a:ext uri="{FF2B5EF4-FFF2-40B4-BE49-F238E27FC236}">
                  <a16:creationId xmlns:a16="http://schemas.microsoft.com/office/drawing/2014/main" id="{2257075B-E81F-43EB-812D-69295C03470F}"/>
                </a:ext>
              </a:extLst>
            </p:cNvPr>
            <p:cNvSpPr>
              <a:spLocks/>
            </p:cNvSpPr>
            <p:nvPr/>
          </p:nvSpPr>
          <p:spPr bwMode="auto">
            <a:xfrm>
              <a:off x="4387" y="3460"/>
              <a:ext cx="105" cy="105"/>
            </a:xfrm>
            <a:custGeom>
              <a:avLst/>
              <a:gdLst>
                <a:gd name="T0" fmla="*/ 0 w 421"/>
                <a:gd name="T1" fmla="*/ 420 h 420"/>
                <a:gd name="T2" fmla="*/ 420 w 421"/>
                <a:gd name="T3" fmla="*/ 0 h 420"/>
                <a:gd name="T4" fmla="*/ 421 w 421"/>
                <a:gd name="T5" fmla="*/ 0 h 4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21" h="420">
                  <a:moveTo>
                    <a:pt x="0" y="420"/>
                  </a:moveTo>
                  <a:lnTo>
                    <a:pt x="420" y="0"/>
                  </a:lnTo>
                  <a:lnTo>
                    <a:pt x="421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1891" name="Freeform 99">
              <a:extLst>
                <a:ext uri="{FF2B5EF4-FFF2-40B4-BE49-F238E27FC236}">
                  <a16:creationId xmlns:a16="http://schemas.microsoft.com/office/drawing/2014/main" id="{59B76DDC-862F-4D72-8B7F-52DAABE95BA5}"/>
                </a:ext>
              </a:extLst>
            </p:cNvPr>
            <p:cNvSpPr>
              <a:spLocks/>
            </p:cNvSpPr>
            <p:nvPr/>
          </p:nvSpPr>
          <p:spPr bwMode="auto">
            <a:xfrm>
              <a:off x="4387" y="3460"/>
              <a:ext cx="174" cy="174"/>
            </a:xfrm>
            <a:custGeom>
              <a:avLst/>
              <a:gdLst>
                <a:gd name="T0" fmla="*/ 0 w 698"/>
                <a:gd name="T1" fmla="*/ 698 h 698"/>
                <a:gd name="T2" fmla="*/ 697 w 698"/>
                <a:gd name="T3" fmla="*/ 0 h 698"/>
                <a:gd name="T4" fmla="*/ 698 w 698"/>
                <a:gd name="T5" fmla="*/ 0 h 6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98" h="698">
                  <a:moveTo>
                    <a:pt x="0" y="698"/>
                  </a:moveTo>
                  <a:lnTo>
                    <a:pt x="697" y="0"/>
                  </a:lnTo>
                  <a:lnTo>
                    <a:pt x="698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1892" name="Freeform 100">
              <a:extLst>
                <a:ext uri="{FF2B5EF4-FFF2-40B4-BE49-F238E27FC236}">
                  <a16:creationId xmlns:a16="http://schemas.microsoft.com/office/drawing/2014/main" id="{61785EF7-95A8-4DF1-9756-664082CF8710}"/>
                </a:ext>
              </a:extLst>
            </p:cNvPr>
            <p:cNvSpPr>
              <a:spLocks/>
            </p:cNvSpPr>
            <p:nvPr/>
          </p:nvSpPr>
          <p:spPr bwMode="auto">
            <a:xfrm>
              <a:off x="4387" y="3623"/>
              <a:ext cx="80" cy="81"/>
            </a:xfrm>
            <a:custGeom>
              <a:avLst/>
              <a:gdLst>
                <a:gd name="T0" fmla="*/ 0 w 323"/>
                <a:gd name="T1" fmla="*/ 323 h 323"/>
                <a:gd name="T2" fmla="*/ 322 w 323"/>
                <a:gd name="T3" fmla="*/ 0 h 323"/>
                <a:gd name="T4" fmla="*/ 323 w 323"/>
                <a:gd name="T5" fmla="*/ 0 h 3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23" h="323">
                  <a:moveTo>
                    <a:pt x="0" y="323"/>
                  </a:moveTo>
                  <a:lnTo>
                    <a:pt x="322" y="0"/>
                  </a:lnTo>
                  <a:lnTo>
                    <a:pt x="323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1893" name="Freeform 101">
              <a:extLst>
                <a:ext uri="{FF2B5EF4-FFF2-40B4-BE49-F238E27FC236}">
                  <a16:creationId xmlns:a16="http://schemas.microsoft.com/office/drawing/2014/main" id="{7572E0D8-3E9B-4F2E-BD65-48011EA103D4}"/>
                </a:ext>
              </a:extLst>
            </p:cNvPr>
            <p:cNvSpPr>
              <a:spLocks/>
            </p:cNvSpPr>
            <p:nvPr/>
          </p:nvSpPr>
          <p:spPr bwMode="auto">
            <a:xfrm>
              <a:off x="4528" y="3409"/>
              <a:ext cx="154" cy="153"/>
            </a:xfrm>
            <a:custGeom>
              <a:avLst/>
              <a:gdLst>
                <a:gd name="T0" fmla="*/ 0 w 614"/>
                <a:gd name="T1" fmla="*/ 613 h 613"/>
                <a:gd name="T2" fmla="*/ 612 w 614"/>
                <a:gd name="T3" fmla="*/ 0 h 613"/>
                <a:gd name="T4" fmla="*/ 614 w 614"/>
                <a:gd name="T5" fmla="*/ 0 h 6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14" h="613">
                  <a:moveTo>
                    <a:pt x="0" y="613"/>
                  </a:moveTo>
                  <a:lnTo>
                    <a:pt x="612" y="0"/>
                  </a:lnTo>
                  <a:lnTo>
                    <a:pt x="614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1894" name="Freeform 102">
              <a:extLst>
                <a:ext uri="{FF2B5EF4-FFF2-40B4-BE49-F238E27FC236}">
                  <a16:creationId xmlns:a16="http://schemas.microsoft.com/office/drawing/2014/main" id="{0F52951E-A7E3-452D-9E56-9015B2443032}"/>
                </a:ext>
              </a:extLst>
            </p:cNvPr>
            <p:cNvSpPr>
              <a:spLocks/>
            </p:cNvSpPr>
            <p:nvPr/>
          </p:nvSpPr>
          <p:spPr bwMode="auto">
            <a:xfrm>
              <a:off x="4434" y="3689"/>
              <a:ext cx="33" cy="33"/>
            </a:xfrm>
            <a:custGeom>
              <a:avLst/>
              <a:gdLst>
                <a:gd name="T0" fmla="*/ 0 w 134"/>
                <a:gd name="T1" fmla="*/ 132 h 132"/>
                <a:gd name="T2" fmla="*/ 133 w 134"/>
                <a:gd name="T3" fmla="*/ 0 h 132"/>
                <a:gd name="T4" fmla="*/ 134 w 134"/>
                <a:gd name="T5" fmla="*/ 0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34" h="132">
                  <a:moveTo>
                    <a:pt x="0" y="132"/>
                  </a:moveTo>
                  <a:lnTo>
                    <a:pt x="133" y="0"/>
                  </a:lnTo>
                  <a:lnTo>
                    <a:pt x="134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1895" name="Freeform 103">
              <a:extLst>
                <a:ext uri="{FF2B5EF4-FFF2-40B4-BE49-F238E27FC236}">
                  <a16:creationId xmlns:a16="http://schemas.microsoft.com/office/drawing/2014/main" id="{DC90A090-D39E-4A1B-A009-89E751ACDAE9}"/>
                </a:ext>
              </a:extLst>
            </p:cNvPr>
            <p:cNvSpPr>
              <a:spLocks/>
            </p:cNvSpPr>
            <p:nvPr/>
          </p:nvSpPr>
          <p:spPr bwMode="auto">
            <a:xfrm>
              <a:off x="4598" y="3457"/>
              <a:ext cx="105" cy="105"/>
            </a:xfrm>
            <a:custGeom>
              <a:avLst/>
              <a:gdLst>
                <a:gd name="T0" fmla="*/ 0 w 421"/>
                <a:gd name="T1" fmla="*/ 421 h 421"/>
                <a:gd name="T2" fmla="*/ 420 w 421"/>
                <a:gd name="T3" fmla="*/ 0 h 421"/>
                <a:gd name="T4" fmla="*/ 421 w 421"/>
                <a:gd name="T5" fmla="*/ 0 h 4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21" h="421">
                  <a:moveTo>
                    <a:pt x="0" y="421"/>
                  </a:moveTo>
                  <a:lnTo>
                    <a:pt x="420" y="0"/>
                  </a:lnTo>
                  <a:lnTo>
                    <a:pt x="421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1896" name="Freeform 104">
              <a:extLst>
                <a:ext uri="{FF2B5EF4-FFF2-40B4-BE49-F238E27FC236}">
                  <a16:creationId xmlns:a16="http://schemas.microsoft.com/office/drawing/2014/main" id="{21BFC031-624A-4E1E-8C9E-874661D40F20}"/>
                </a:ext>
              </a:extLst>
            </p:cNvPr>
            <p:cNvSpPr>
              <a:spLocks/>
            </p:cNvSpPr>
            <p:nvPr/>
          </p:nvSpPr>
          <p:spPr bwMode="auto">
            <a:xfrm>
              <a:off x="4636" y="3526"/>
              <a:ext cx="67" cy="67"/>
            </a:xfrm>
            <a:custGeom>
              <a:avLst/>
              <a:gdLst>
                <a:gd name="T0" fmla="*/ 0 w 266"/>
                <a:gd name="T1" fmla="*/ 266 h 266"/>
                <a:gd name="T2" fmla="*/ 265 w 266"/>
                <a:gd name="T3" fmla="*/ 0 h 266"/>
                <a:gd name="T4" fmla="*/ 266 w 266"/>
                <a:gd name="T5" fmla="*/ 0 h 2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66" h="266">
                  <a:moveTo>
                    <a:pt x="0" y="266"/>
                  </a:moveTo>
                  <a:lnTo>
                    <a:pt x="265" y="0"/>
                  </a:lnTo>
                  <a:lnTo>
                    <a:pt x="266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1897" name="Freeform 105">
              <a:extLst>
                <a:ext uri="{FF2B5EF4-FFF2-40B4-BE49-F238E27FC236}">
                  <a16:creationId xmlns:a16="http://schemas.microsoft.com/office/drawing/2014/main" id="{0A1F8CB4-A4EC-4845-8A2A-9DE69A5F8D48}"/>
                </a:ext>
              </a:extLst>
            </p:cNvPr>
            <p:cNvSpPr>
              <a:spLocks/>
            </p:cNvSpPr>
            <p:nvPr/>
          </p:nvSpPr>
          <p:spPr bwMode="auto">
            <a:xfrm>
              <a:off x="4686" y="3596"/>
              <a:ext cx="17" cy="17"/>
            </a:xfrm>
            <a:custGeom>
              <a:avLst/>
              <a:gdLst>
                <a:gd name="T0" fmla="*/ 0 w 68"/>
                <a:gd name="T1" fmla="*/ 67 h 67"/>
                <a:gd name="T2" fmla="*/ 67 w 68"/>
                <a:gd name="T3" fmla="*/ 0 h 67"/>
                <a:gd name="T4" fmla="*/ 68 w 68"/>
                <a:gd name="T5" fmla="*/ 0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8" h="67">
                  <a:moveTo>
                    <a:pt x="0" y="67"/>
                  </a:moveTo>
                  <a:lnTo>
                    <a:pt x="67" y="0"/>
                  </a:lnTo>
                  <a:lnTo>
                    <a:pt x="68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1898" name="Freeform 106">
              <a:extLst>
                <a:ext uri="{FF2B5EF4-FFF2-40B4-BE49-F238E27FC236}">
                  <a16:creationId xmlns:a16="http://schemas.microsoft.com/office/drawing/2014/main" id="{D8B8BCDF-C8D5-4BED-BF04-6A3CDF14A84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04" y="3409"/>
              <a:ext cx="64" cy="63"/>
            </a:xfrm>
            <a:custGeom>
              <a:avLst/>
              <a:gdLst>
                <a:gd name="T0" fmla="*/ 0 w 253"/>
                <a:gd name="T1" fmla="*/ 253 h 253"/>
                <a:gd name="T2" fmla="*/ 252 w 253"/>
                <a:gd name="T3" fmla="*/ 0 h 253"/>
                <a:gd name="T4" fmla="*/ 253 w 253"/>
                <a:gd name="T5" fmla="*/ 0 h 2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53" h="253">
                  <a:moveTo>
                    <a:pt x="0" y="253"/>
                  </a:moveTo>
                  <a:lnTo>
                    <a:pt x="252" y="0"/>
                  </a:lnTo>
                  <a:lnTo>
                    <a:pt x="253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1899" name="Freeform 107">
              <a:extLst>
                <a:ext uri="{FF2B5EF4-FFF2-40B4-BE49-F238E27FC236}">
                  <a16:creationId xmlns:a16="http://schemas.microsoft.com/office/drawing/2014/main" id="{0FE5E9D5-8FC8-463D-960E-2E003355AC8E}"/>
                </a:ext>
              </a:extLst>
            </p:cNvPr>
            <p:cNvSpPr>
              <a:spLocks/>
            </p:cNvSpPr>
            <p:nvPr/>
          </p:nvSpPr>
          <p:spPr bwMode="auto">
            <a:xfrm>
              <a:off x="5104" y="3475"/>
              <a:ext cx="67" cy="67"/>
            </a:xfrm>
            <a:custGeom>
              <a:avLst/>
              <a:gdLst>
                <a:gd name="T0" fmla="*/ 0 w 268"/>
                <a:gd name="T1" fmla="*/ 267 h 267"/>
                <a:gd name="T2" fmla="*/ 267 w 268"/>
                <a:gd name="T3" fmla="*/ 0 h 267"/>
                <a:gd name="T4" fmla="*/ 268 w 268"/>
                <a:gd name="T5" fmla="*/ 0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68" h="267">
                  <a:moveTo>
                    <a:pt x="0" y="267"/>
                  </a:moveTo>
                  <a:lnTo>
                    <a:pt x="267" y="0"/>
                  </a:lnTo>
                  <a:lnTo>
                    <a:pt x="268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1900" name="Freeform 108">
              <a:extLst>
                <a:ext uri="{FF2B5EF4-FFF2-40B4-BE49-F238E27FC236}">
                  <a16:creationId xmlns:a16="http://schemas.microsoft.com/office/drawing/2014/main" id="{5B427C2F-5153-4C2B-AEC6-69D80CDBB3B8}"/>
                </a:ext>
              </a:extLst>
            </p:cNvPr>
            <p:cNvSpPr>
              <a:spLocks/>
            </p:cNvSpPr>
            <p:nvPr/>
          </p:nvSpPr>
          <p:spPr bwMode="auto">
            <a:xfrm>
              <a:off x="5104" y="3544"/>
              <a:ext cx="67" cy="67"/>
            </a:xfrm>
            <a:custGeom>
              <a:avLst/>
              <a:gdLst>
                <a:gd name="T0" fmla="*/ 0 w 268"/>
                <a:gd name="T1" fmla="*/ 266 h 266"/>
                <a:gd name="T2" fmla="*/ 267 w 268"/>
                <a:gd name="T3" fmla="*/ 0 h 266"/>
                <a:gd name="T4" fmla="*/ 268 w 268"/>
                <a:gd name="T5" fmla="*/ 0 h 2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68" h="266">
                  <a:moveTo>
                    <a:pt x="0" y="266"/>
                  </a:moveTo>
                  <a:lnTo>
                    <a:pt x="267" y="0"/>
                  </a:lnTo>
                  <a:lnTo>
                    <a:pt x="268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1901" name="Freeform 109">
              <a:extLst>
                <a:ext uri="{FF2B5EF4-FFF2-40B4-BE49-F238E27FC236}">
                  <a16:creationId xmlns:a16="http://schemas.microsoft.com/office/drawing/2014/main" id="{D469D529-83BF-4E9E-93DF-14BE2D129896}"/>
                </a:ext>
              </a:extLst>
            </p:cNvPr>
            <p:cNvSpPr>
              <a:spLocks/>
            </p:cNvSpPr>
            <p:nvPr/>
          </p:nvSpPr>
          <p:spPr bwMode="auto">
            <a:xfrm>
              <a:off x="4639" y="2434"/>
              <a:ext cx="178" cy="545"/>
            </a:xfrm>
            <a:custGeom>
              <a:avLst/>
              <a:gdLst>
                <a:gd name="T0" fmla="*/ 712 w 712"/>
                <a:gd name="T1" fmla="*/ 0 h 2180"/>
                <a:gd name="T2" fmla="*/ 0 w 712"/>
                <a:gd name="T3" fmla="*/ 2180 h 2180"/>
                <a:gd name="T4" fmla="*/ 1 w 712"/>
                <a:gd name="T5" fmla="*/ 2180 h 2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712" h="2180">
                  <a:moveTo>
                    <a:pt x="712" y="0"/>
                  </a:moveTo>
                  <a:lnTo>
                    <a:pt x="0" y="2180"/>
                  </a:lnTo>
                  <a:lnTo>
                    <a:pt x="1" y="218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1902" name="Freeform 110">
              <a:extLst>
                <a:ext uri="{FF2B5EF4-FFF2-40B4-BE49-F238E27FC236}">
                  <a16:creationId xmlns:a16="http://schemas.microsoft.com/office/drawing/2014/main" id="{EB7A4ACE-0BE4-4912-8FA7-91E7588D34ED}"/>
                </a:ext>
              </a:extLst>
            </p:cNvPr>
            <p:cNvSpPr>
              <a:spLocks/>
            </p:cNvSpPr>
            <p:nvPr/>
          </p:nvSpPr>
          <p:spPr bwMode="auto">
            <a:xfrm>
              <a:off x="4639" y="2979"/>
              <a:ext cx="218" cy="475"/>
            </a:xfrm>
            <a:custGeom>
              <a:avLst/>
              <a:gdLst>
                <a:gd name="T0" fmla="*/ 0 w 873"/>
                <a:gd name="T1" fmla="*/ 0 h 1903"/>
                <a:gd name="T2" fmla="*/ 872 w 873"/>
                <a:gd name="T3" fmla="*/ 1903 h 1903"/>
                <a:gd name="T4" fmla="*/ 873 w 873"/>
                <a:gd name="T5" fmla="*/ 1903 h 19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873" h="1903">
                  <a:moveTo>
                    <a:pt x="0" y="0"/>
                  </a:moveTo>
                  <a:lnTo>
                    <a:pt x="872" y="1903"/>
                  </a:lnTo>
                  <a:lnTo>
                    <a:pt x="873" y="1903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1903" name="Freeform 111">
              <a:extLst>
                <a:ext uri="{FF2B5EF4-FFF2-40B4-BE49-F238E27FC236}">
                  <a16:creationId xmlns:a16="http://schemas.microsoft.com/office/drawing/2014/main" id="{59409D28-DC73-4012-AD3B-72D3FE041610}"/>
                </a:ext>
              </a:extLst>
            </p:cNvPr>
            <p:cNvSpPr>
              <a:spLocks/>
            </p:cNvSpPr>
            <p:nvPr/>
          </p:nvSpPr>
          <p:spPr bwMode="auto">
            <a:xfrm>
              <a:off x="4639" y="2979"/>
              <a:ext cx="339" cy="1"/>
            </a:xfrm>
            <a:custGeom>
              <a:avLst/>
              <a:gdLst>
                <a:gd name="T0" fmla="*/ 0 w 1355"/>
                <a:gd name="T1" fmla="*/ 1353 w 1355"/>
                <a:gd name="T2" fmla="*/ 1355 w 135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1355">
                  <a:moveTo>
                    <a:pt x="0" y="0"/>
                  </a:moveTo>
                  <a:lnTo>
                    <a:pt x="1353" y="0"/>
                  </a:lnTo>
                  <a:lnTo>
                    <a:pt x="1355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1904" name="Rectangle 112">
              <a:extLst>
                <a:ext uri="{FF2B5EF4-FFF2-40B4-BE49-F238E27FC236}">
                  <a16:creationId xmlns:a16="http://schemas.microsoft.com/office/drawing/2014/main" id="{7F034901-EEBD-4FAA-87E6-5D867DA72A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94" y="2585"/>
              <a:ext cx="73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800" i="1">
                  <a:latin typeface="宋体" panose="02010600030101010101" pitchFamily="2" charset="-122"/>
                </a:rPr>
                <a:t>A</a:t>
              </a:r>
              <a:endParaRPr lang="en-US" altLang="zh-CN" sz="1800"/>
            </a:p>
          </p:txBody>
        </p:sp>
        <p:sp>
          <p:nvSpPr>
            <p:cNvPr id="161905" name="Freeform 113">
              <a:extLst>
                <a:ext uri="{FF2B5EF4-FFF2-40B4-BE49-F238E27FC236}">
                  <a16:creationId xmlns:a16="http://schemas.microsoft.com/office/drawing/2014/main" id="{3556A6BC-92FB-4A20-B102-DD29B2DDCB87}"/>
                </a:ext>
              </a:extLst>
            </p:cNvPr>
            <p:cNvSpPr>
              <a:spLocks/>
            </p:cNvSpPr>
            <p:nvPr/>
          </p:nvSpPr>
          <p:spPr bwMode="auto">
            <a:xfrm>
              <a:off x="3081" y="2767"/>
              <a:ext cx="100" cy="1"/>
            </a:xfrm>
            <a:custGeom>
              <a:avLst/>
              <a:gdLst>
                <a:gd name="T0" fmla="*/ 400 w 400"/>
                <a:gd name="T1" fmla="*/ 4 h 4"/>
                <a:gd name="T2" fmla="*/ 0 w 400"/>
                <a:gd name="T3" fmla="*/ 0 h 4"/>
                <a:gd name="T4" fmla="*/ 1 w 400"/>
                <a:gd name="T5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0" h="4">
                  <a:moveTo>
                    <a:pt x="400" y="4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1906" name="Rectangle 114">
              <a:extLst>
                <a:ext uri="{FF2B5EF4-FFF2-40B4-BE49-F238E27FC236}">
                  <a16:creationId xmlns:a16="http://schemas.microsoft.com/office/drawing/2014/main" id="{06BCF1BB-8239-44FD-9131-95B1375B75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31" y="2606"/>
              <a:ext cx="73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800" i="1">
                  <a:latin typeface="宋体" panose="02010600030101010101" pitchFamily="2" charset="-122"/>
                </a:rPr>
                <a:t>A</a:t>
              </a:r>
              <a:endParaRPr lang="en-US" altLang="zh-CN" sz="1800"/>
            </a:p>
          </p:txBody>
        </p:sp>
        <p:sp>
          <p:nvSpPr>
            <p:cNvPr id="161907" name="Rectangle 115">
              <a:extLst>
                <a:ext uri="{FF2B5EF4-FFF2-40B4-BE49-F238E27FC236}">
                  <a16:creationId xmlns:a16="http://schemas.microsoft.com/office/drawing/2014/main" id="{F03DC6E2-5314-42A6-B484-D60A52C27C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45" y="1896"/>
              <a:ext cx="73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800" i="1">
                  <a:latin typeface="宋体" panose="02010600030101010101" pitchFamily="2" charset="-122"/>
                </a:rPr>
                <a:t>A</a:t>
              </a:r>
              <a:endParaRPr lang="en-US" altLang="zh-CN" sz="1800"/>
            </a:p>
          </p:txBody>
        </p:sp>
        <p:sp>
          <p:nvSpPr>
            <p:cNvPr id="161908" name="Freeform 116">
              <a:extLst>
                <a:ext uri="{FF2B5EF4-FFF2-40B4-BE49-F238E27FC236}">
                  <a16:creationId xmlns:a16="http://schemas.microsoft.com/office/drawing/2014/main" id="{6949F004-352D-459F-8581-CDCA23A090C0}"/>
                </a:ext>
              </a:extLst>
            </p:cNvPr>
            <p:cNvSpPr>
              <a:spLocks/>
            </p:cNvSpPr>
            <p:nvPr/>
          </p:nvSpPr>
          <p:spPr bwMode="auto">
            <a:xfrm>
              <a:off x="4227" y="2709"/>
              <a:ext cx="60" cy="59"/>
            </a:xfrm>
            <a:custGeom>
              <a:avLst/>
              <a:gdLst>
                <a:gd name="T0" fmla="*/ 0 w 60"/>
                <a:gd name="T1" fmla="*/ 59 h 59"/>
                <a:gd name="T2" fmla="*/ 60 w 60"/>
                <a:gd name="T3" fmla="*/ 0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60" h="59">
                  <a:moveTo>
                    <a:pt x="0" y="59"/>
                  </a:moveTo>
                  <a:lnTo>
                    <a:pt x="60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1909" name="Freeform 117">
              <a:extLst>
                <a:ext uri="{FF2B5EF4-FFF2-40B4-BE49-F238E27FC236}">
                  <a16:creationId xmlns:a16="http://schemas.microsoft.com/office/drawing/2014/main" id="{058FBD15-3A01-4255-ACF9-910B989F4AFF}"/>
                </a:ext>
              </a:extLst>
            </p:cNvPr>
            <p:cNvSpPr>
              <a:spLocks/>
            </p:cNvSpPr>
            <p:nvPr/>
          </p:nvSpPr>
          <p:spPr bwMode="auto">
            <a:xfrm>
              <a:off x="4927" y="2002"/>
              <a:ext cx="66" cy="66"/>
            </a:xfrm>
            <a:custGeom>
              <a:avLst/>
              <a:gdLst>
                <a:gd name="T0" fmla="*/ 0 w 264"/>
                <a:gd name="T1" fmla="*/ 263 h 263"/>
                <a:gd name="T2" fmla="*/ 263 w 264"/>
                <a:gd name="T3" fmla="*/ 0 h 263"/>
                <a:gd name="T4" fmla="*/ 264 w 264"/>
                <a:gd name="T5" fmla="*/ 0 h 2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64" h="263">
                  <a:moveTo>
                    <a:pt x="0" y="263"/>
                  </a:moveTo>
                  <a:lnTo>
                    <a:pt x="263" y="0"/>
                  </a:lnTo>
                  <a:lnTo>
                    <a:pt x="264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1910" name="Rectangle 118">
              <a:extLst>
                <a:ext uri="{FF2B5EF4-FFF2-40B4-BE49-F238E27FC236}">
                  <a16:creationId xmlns:a16="http://schemas.microsoft.com/office/drawing/2014/main" id="{AE2DC32F-932E-4977-8BD9-84380B236B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97" y="3105"/>
              <a:ext cx="259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600" i="1">
                  <a:latin typeface="宋体" panose="02010600030101010101" pitchFamily="2" charset="-122"/>
                </a:rPr>
                <a:t>A</a:t>
              </a:r>
              <a:r>
                <a:rPr lang="zh-CN" altLang="en-US" sz="1600">
                  <a:latin typeface="宋体" panose="02010600030101010101" pitchFamily="2" charset="-122"/>
                </a:rPr>
                <a:t>－</a:t>
              </a:r>
              <a:r>
                <a:rPr lang="en-US" altLang="zh-CN" sz="1600" i="1">
                  <a:latin typeface="宋体" panose="02010600030101010101" pitchFamily="2" charset="-122"/>
                </a:rPr>
                <a:t>A</a:t>
              </a:r>
              <a:endParaRPr lang="en-US" altLang="zh-CN" sz="1600"/>
            </a:p>
          </p:txBody>
        </p:sp>
        <p:sp>
          <p:nvSpPr>
            <p:cNvPr id="161911" name="Freeform 119">
              <a:extLst>
                <a:ext uri="{FF2B5EF4-FFF2-40B4-BE49-F238E27FC236}">
                  <a16:creationId xmlns:a16="http://schemas.microsoft.com/office/drawing/2014/main" id="{A0C586B2-294E-4E63-83A1-A6E565173D28}"/>
                </a:ext>
              </a:extLst>
            </p:cNvPr>
            <p:cNvSpPr>
              <a:spLocks/>
            </p:cNvSpPr>
            <p:nvPr/>
          </p:nvSpPr>
          <p:spPr bwMode="auto">
            <a:xfrm>
              <a:off x="4993" y="2002"/>
              <a:ext cx="109" cy="109"/>
            </a:xfrm>
            <a:custGeom>
              <a:avLst/>
              <a:gdLst>
                <a:gd name="T0" fmla="*/ 0 w 438"/>
                <a:gd name="T1" fmla="*/ 0 h 438"/>
                <a:gd name="T2" fmla="*/ 437 w 438"/>
                <a:gd name="T3" fmla="*/ 438 h 438"/>
                <a:gd name="T4" fmla="*/ 438 w 438"/>
                <a:gd name="T5" fmla="*/ 438 h 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38" h="438">
                  <a:moveTo>
                    <a:pt x="0" y="0"/>
                  </a:moveTo>
                  <a:lnTo>
                    <a:pt x="437" y="438"/>
                  </a:lnTo>
                  <a:lnTo>
                    <a:pt x="438" y="438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1912" name="Freeform 120">
              <a:extLst>
                <a:ext uri="{FF2B5EF4-FFF2-40B4-BE49-F238E27FC236}">
                  <a16:creationId xmlns:a16="http://schemas.microsoft.com/office/drawing/2014/main" id="{73C08187-AD6F-4566-9E47-01C21A70B7ED}"/>
                </a:ext>
              </a:extLst>
            </p:cNvPr>
            <p:cNvSpPr>
              <a:spLocks/>
            </p:cNvSpPr>
            <p:nvPr/>
          </p:nvSpPr>
          <p:spPr bwMode="auto">
            <a:xfrm>
              <a:off x="3081" y="2767"/>
              <a:ext cx="1" cy="155"/>
            </a:xfrm>
            <a:custGeom>
              <a:avLst/>
              <a:gdLst>
                <a:gd name="T0" fmla="*/ 0 w 1"/>
                <a:gd name="T1" fmla="*/ 0 h 618"/>
                <a:gd name="T2" fmla="*/ 0 w 1"/>
                <a:gd name="T3" fmla="*/ 618 h 618"/>
                <a:gd name="T4" fmla="*/ 1 w 1"/>
                <a:gd name="T5" fmla="*/ 618 h 6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618">
                  <a:moveTo>
                    <a:pt x="0" y="0"/>
                  </a:moveTo>
                  <a:lnTo>
                    <a:pt x="0" y="618"/>
                  </a:lnTo>
                  <a:lnTo>
                    <a:pt x="1" y="618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1913" name="Line 121">
              <a:extLst>
                <a:ext uri="{FF2B5EF4-FFF2-40B4-BE49-F238E27FC236}">
                  <a16:creationId xmlns:a16="http://schemas.microsoft.com/office/drawing/2014/main" id="{436C2A1C-7297-462F-AC9B-D71B377CE1F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27" y="2830"/>
              <a:ext cx="0" cy="2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1914" name="Line 122">
              <a:extLst>
                <a:ext uri="{FF2B5EF4-FFF2-40B4-BE49-F238E27FC236}">
                  <a16:creationId xmlns:a16="http://schemas.microsoft.com/office/drawing/2014/main" id="{38CFD61C-75BE-407A-BFB5-E3BCE5C9299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431" y="2537"/>
              <a:ext cx="28" cy="2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1915" name="Line 123">
              <a:extLst>
                <a:ext uri="{FF2B5EF4-FFF2-40B4-BE49-F238E27FC236}">
                  <a16:creationId xmlns:a16="http://schemas.microsoft.com/office/drawing/2014/main" id="{8272A9BA-CF3E-4890-9991-F558C8DB995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471" y="2299"/>
              <a:ext cx="229" cy="22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1916" name="Line 124">
              <a:extLst>
                <a:ext uri="{FF2B5EF4-FFF2-40B4-BE49-F238E27FC236}">
                  <a16:creationId xmlns:a16="http://schemas.microsoft.com/office/drawing/2014/main" id="{77A9AF10-BAEC-45E9-BDCB-152F6BBB7CB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709" y="2266"/>
              <a:ext cx="22" cy="2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1917" name="Line 125">
              <a:extLst>
                <a:ext uri="{FF2B5EF4-FFF2-40B4-BE49-F238E27FC236}">
                  <a16:creationId xmlns:a16="http://schemas.microsoft.com/office/drawing/2014/main" id="{250987F8-A3F8-4DAD-ABB4-83C9C66BF12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87" y="3399"/>
              <a:ext cx="0" cy="6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1918" name="Line 126">
              <a:extLst>
                <a:ext uri="{FF2B5EF4-FFF2-40B4-BE49-F238E27FC236}">
                  <a16:creationId xmlns:a16="http://schemas.microsoft.com/office/drawing/2014/main" id="{6FDC8D79-5388-4AD7-BC14-1BE1D0AED3F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87" y="3550"/>
              <a:ext cx="0" cy="6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1919" name="Line 127">
              <a:extLst>
                <a:ext uri="{FF2B5EF4-FFF2-40B4-BE49-F238E27FC236}">
                  <a16:creationId xmlns:a16="http://schemas.microsoft.com/office/drawing/2014/main" id="{DB01B6AA-FBAF-4060-98A4-521D7AA8B6A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987" y="3558"/>
              <a:ext cx="0" cy="16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1920" name="Line 128">
              <a:extLst>
                <a:ext uri="{FF2B5EF4-FFF2-40B4-BE49-F238E27FC236}">
                  <a16:creationId xmlns:a16="http://schemas.microsoft.com/office/drawing/2014/main" id="{A46C54F3-7F4E-44E7-8E81-504DBAAFC28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86" y="3294"/>
              <a:ext cx="0" cy="17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1921" name="Line 129">
              <a:extLst>
                <a:ext uri="{FF2B5EF4-FFF2-40B4-BE49-F238E27FC236}">
                  <a16:creationId xmlns:a16="http://schemas.microsoft.com/office/drawing/2014/main" id="{85BDC523-1243-4F25-BC2E-AFF3CAE60FC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66" y="3294"/>
              <a:ext cx="0" cy="17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1922" name="Line 130">
              <a:extLst>
                <a:ext uri="{FF2B5EF4-FFF2-40B4-BE49-F238E27FC236}">
                  <a16:creationId xmlns:a16="http://schemas.microsoft.com/office/drawing/2014/main" id="{75A7B912-80E4-4CA1-A359-C6820D176F0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466" y="3557"/>
              <a:ext cx="0" cy="169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1923" name="Line 131">
              <a:extLst>
                <a:ext uri="{FF2B5EF4-FFF2-40B4-BE49-F238E27FC236}">
                  <a16:creationId xmlns:a16="http://schemas.microsoft.com/office/drawing/2014/main" id="{9221AEFF-F8B4-47DD-9B41-E51AA0CDDD3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39" y="3405"/>
              <a:ext cx="0" cy="6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1924" name="Line 132">
              <a:extLst>
                <a:ext uri="{FF2B5EF4-FFF2-40B4-BE49-F238E27FC236}">
                  <a16:creationId xmlns:a16="http://schemas.microsoft.com/office/drawing/2014/main" id="{76D674BE-6884-45DD-AA11-93C1027EB5C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636" y="3561"/>
              <a:ext cx="0" cy="6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61925" name="Text Box 133">
            <a:extLst>
              <a:ext uri="{FF2B5EF4-FFF2-40B4-BE49-F238E27FC236}">
                <a16:creationId xmlns:a16="http://schemas.microsoft.com/office/drawing/2014/main" id="{A578A25D-A788-483C-BB19-7E8C88ED7B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520" y="565151"/>
            <a:ext cx="9051925" cy="15541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 eaLnBrk="1" hangingPunct="1"/>
            <a:r>
              <a:rPr lang="en-US" altLang="zh-CN" sz="3200" dirty="0">
                <a:latin typeface="宋体" panose="02010600030101010101" pitchFamily="2" charset="-122"/>
              </a:rPr>
              <a:t>⑷ </a:t>
            </a:r>
            <a:r>
              <a:rPr lang="zh-CN" altLang="en-US" sz="3200" dirty="0">
                <a:latin typeface="宋体" panose="02010600030101010101" pitchFamily="2" charset="-122"/>
              </a:rPr>
              <a:t>位于剖切平面后，与被切结构有直接联系</a:t>
            </a:r>
          </a:p>
          <a:p>
            <a:pPr algn="l" eaLnBrk="1" hangingPunct="1"/>
            <a:r>
              <a:rPr lang="zh-CN" altLang="en-US" sz="3200" dirty="0">
                <a:latin typeface="宋体" panose="02010600030101010101" pitchFamily="2" charset="-122"/>
              </a:rPr>
              <a:t>   且密切相关的结构，或不一起旋转难以表</a:t>
            </a:r>
          </a:p>
          <a:p>
            <a:pPr algn="l" eaLnBrk="1" hangingPunct="1"/>
            <a:r>
              <a:rPr lang="zh-CN" altLang="en-US" sz="3200" dirty="0">
                <a:latin typeface="宋体" panose="02010600030101010101" pitchFamily="2" charset="-122"/>
              </a:rPr>
              <a:t>   达的结构，应“先旋转后投射</a:t>
            </a:r>
            <a:r>
              <a:rPr lang="zh-CN" altLang="en-US" sz="3200" dirty="0"/>
              <a:t>”</a:t>
            </a:r>
            <a:r>
              <a:rPr lang="zh-CN" altLang="en-US" sz="3200" dirty="0">
                <a:latin typeface="宋体" panose="02010600030101010101" pitchFamily="2" charset="-122"/>
              </a:rPr>
              <a:t>。</a:t>
            </a:r>
          </a:p>
        </p:txBody>
      </p:sp>
      <p:pic>
        <p:nvPicPr>
          <p:cNvPr id="161927" name="Picture 135">
            <a:extLst>
              <a:ext uri="{FF2B5EF4-FFF2-40B4-BE49-F238E27FC236}">
                <a16:creationId xmlns:a16="http://schemas.microsoft.com/office/drawing/2014/main" id="{9856A22B-79BF-4E65-AAE8-157A74A99D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48238" y="2093913"/>
            <a:ext cx="3760787" cy="3141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61926" name="AutoShape 134">
            <a:extLst>
              <a:ext uri="{FF2B5EF4-FFF2-40B4-BE49-F238E27FC236}">
                <a16:creationId xmlns:a16="http://schemas.microsoft.com/office/drawing/2014/main" id="{49E6D95A-6346-4D0A-B4C1-1FFD94706385}"/>
              </a:ext>
            </a:extLst>
          </p:cNvPr>
          <p:cNvSpPr>
            <a:spLocks noChangeArrowheads="1"/>
          </p:cNvSpPr>
          <p:nvPr/>
        </p:nvSpPr>
        <p:spPr bwMode="auto">
          <a:xfrm rot="-3319508">
            <a:off x="8510587" y="3119438"/>
            <a:ext cx="174625" cy="565150"/>
          </a:xfrm>
          <a:prstGeom prst="upArrow">
            <a:avLst>
              <a:gd name="adj1" fmla="val 50000"/>
              <a:gd name="adj2" fmla="val 80909"/>
            </a:avLst>
          </a:prstGeom>
          <a:solidFill>
            <a:srgbClr val="FF0000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1928" name="AutoShape 136">
            <a:extLst>
              <a:ext uri="{FF2B5EF4-FFF2-40B4-BE49-F238E27FC236}">
                <a16:creationId xmlns:a16="http://schemas.microsoft.com/office/drawing/2014/main" id="{645016AA-6B18-456D-9BDA-590D4C0ECAB3}"/>
              </a:ext>
            </a:extLst>
          </p:cNvPr>
          <p:cNvSpPr>
            <a:spLocks noChangeArrowheads="1"/>
          </p:cNvSpPr>
          <p:nvPr/>
        </p:nvSpPr>
        <p:spPr bwMode="auto">
          <a:xfrm rot="-1885552">
            <a:off x="4260850" y="4613275"/>
            <a:ext cx="174625" cy="565150"/>
          </a:xfrm>
          <a:prstGeom prst="upArrow">
            <a:avLst>
              <a:gd name="adj1" fmla="val 50000"/>
              <a:gd name="adj2" fmla="val 80909"/>
            </a:avLst>
          </a:prstGeom>
          <a:solidFill>
            <a:srgbClr val="FF0000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1617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1619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619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619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619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619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Rectangle 2">
            <a:extLst>
              <a:ext uri="{FF2B5EF4-FFF2-40B4-BE49-F238E27FC236}">
                <a16:creationId xmlns:a16="http://schemas.microsoft.com/office/drawing/2014/main" id="{79AA6DE1-D156-4F00-B726-C4FAA60E55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75" y="3756025"/>
            <a:ext cx="1082675" cy="441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r>
              <a:rPr lang="zh-CN" altLang="en-US" sz="2900">
                <a:solidFill>
                  <a:srgbClr val="FF0000"/>
                </a:solidFill>
                <a:latin typeface="宋体" panose="02010600030101010101" pitchFamily="2" charset="-122"/>
              </a:rPr>
              <a:t>正 确</a:t>
            </a:r>
            <a:endParaRPr lang="zh-CN" altLang="en-US" sz="4000">
              <a:solidFill>
                <a:srgbClr val="FF0000"/>
              </a:solidFill>
            </a:endParaRPr>
          </a:p>
        </p:txBody>
      </p:sp>
      <p:sp>
        <p:nvSpPr>
          <p:cNvPr id="131075" name="Rectangle 3">
            <a:extLst>
              <a:ext uri="{FF2B5EF4-FFF2-40B4-BE49-F238E27FC236}">
                <a16:creationId xmlns:a16="http://schemas.microsoft.com/office/drawing/2014/main" id="{1FB3B4A9-0C8E-49AA-853D-B2B8F97F13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9638" y="3752850"/>
            <a:ext cx="2073275" cy="441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r>
              <a:rPr lang="en-US" altLang="zh-CN" sz="2900">
                <a:solidFill>
                  <a:srgbClr val="FF0000"/>
                </a:solidFill>
                <a:latin typeface="宋体" panose="02010600030101010101" pitchFamily="2" charset="-122"/>
              </a:rPr>
              <a:t> </a:t>
            </a:r>
            <a:r>
              <a:rPr lang="zh-CN" altLang="en-US" sz="2900">
                <a:solidFill>
                  <a:srgbClr val="FF0000"/>
                </a:solidFill>
                <a:latin typeface="宋体" panose="02010600030101010101" pitchFamily="2" charset="-122"/>
              </a:rPr>
              <a:t>错 误</a:t>
            </a:r>
            <a:endParaRPr lang="zh-CN" altLang="en-US" sz="4000">
              <a:solidFill>
                <a:srgbClr val="FF0000"/>
              </a:solidFill>
            </a:endParaRPr>
          </a:p>
        </p:txBody>
      </p:sp>
      <p:grpSp>
        <p:nvGrpSpPr>
          <p:cNvPr id="131386" name="Group 314">
            <a:extLst>
              <a:ext uri="{FF2B5EF4-FFF2-40B4-BE49-F238E27FC236}">
                <a16:creationId xmlns:a16="http://schemas.microsoft.com/office/drawing/2014/main" id="{EB332187-E176-441D-8F96-392EB87B8C51}"/>
              </a:ext>
            </a:extLst>
          </p:cNvPr>
          <p:cNvGrpSpPr>
            <a:grpSpLocks/>
          </p:cNvGrpSpPr>
          <p:nvPr/>
        </p:nvGrpSpPr>
        <p:grpSpPr bwMode="auto">
          <a:xfrm>
            <a:off x="557337" y="599054"/>
            <a:ext cx="3789362" cy="3624263"/>
            <a:chOff x="214" y="276"/>
            <a:chExt cx="2602" cy="2489"/>
          </a:xfrm>
        </p:grpSpPr>
        <p:grpSp>
          <p:nvGrpSpPr>
            <p:cNvPr id="131077" name="Group 5">
              <a:extLst>
                <a:ext uri="{FF2B5EF4-FFF2-40B4-BE49-F238E27FC236}">
                  <a16:creationId xmlns:a16="http://schemas.microsoft.com/office/drawing/2014/main" id="{577811DB-3709-4011-9260-07934759AAD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9" y="276"/>
              <a:ext cx="2120" cy="1290"/>
              <a:chOff x="646" y="756"/>
              <a:chExt cx="2120" cy="1290"/>
            </a:xfrm>
          </p:grpSpPr>
          <p:sp>
            <p:nvSpPr>
              <p:cNvPr id="131078" name="Arc 6">
                <a:extLst>
                  <a:ext uri="{FF2B5EF4-FFF2-40B4-BE49-F238E27FC236}">
                    <a16:creationId xmlns:a16="http://schemas.microsoft.com/office/drawing/2014/main" id="{6BCBB824-9E40-43D6-BE42-0D6540F066EA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729" y="1430"/>
                <a:ext cx="183" cy="364"/>
              </a:xfrm>
              <a:custGeom>
                <a:avLst/>
                <a:gdLst>
                  <a:gd name="G0" fmla="+- 112 0 0"/>
                  <a:gd name="G1" fmla="+- 21600 0 0"/>
                  <a:gd name="G2" fmla="+- 21600 0 0"/>
                  <a:gd name="T0" fmla="*/ 112 w 21712"/>
                  <a:gd name="T1" fmla="*/ 0 h 43200"/>
                  <a:gd name="T2" fmla="*/ 0 w 21712"/>
                  <a:gd name="T3" fmla="*/ 43200 h 43200"/>
                  <a:gd name="T4" fmla="*/ 112 w 21712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712" h="43200" fill="none" extrusionOk="0">
                    <a:moveTo>
                      <a:pt x="112" y="0"/>
                    </a:moveTo>
                    <a:cubicBezTo>
                      <a:pt x="12041" y="0"/>
                      <a:pt x="21712" y="9670"/>
                      <a:pt x="21712" y="21600"/>
                    </a:cubicBezTo>
                    <a:cubicBezTo>
                      <a:pt x="21712" y="33529"/>
                      <a:pt x="12041" y="43200"/>
                      <a:pt x="112" y="43200"/>
                    </a:cubicBezTo>
                    <a:cubicBezTo>
                      <a:pt x="74" y="43199"/>
                      <a:pt x="37" y="43199"/>
                      <a:pt x="0" y="43199"/>
                    </a:cubicBezTo>
                  </a:path>
                  <a:path w="21712" h="43200" stroke="0" extrusionOk="0">
                    <a:moveTo>
                      <a:pt x="112" y="0"/>
                    </a:moveTo>
                    <a:cubicBezTo>
                      <a:pt x="12041" y="0"/>
                      <a:pt x="21712" y="9670"/>
                      <a:pt x="21712" y="21600"/>
                    </a:cubicBezTo>
                    <a:cubicBezTo>
                      <a:pt x="21712" y="33529"/>
                      <a:pt x="12041" y="43200"/>
                      <a:pt x="112" y="43200"/>
                    </a:cubicBezTo>
                    <a:cubicBezTo>
                      <a:pt x="74" y="43199"/>
                      <a:pt x="37" y="43199"/>
                      <a:pt x="0" y="43199"/>
                    </a:cubicBezTo>
                    <a:lnTo>
                      <a:pt x="112" y="21600"/>
                    </a:lnTo>
                    <a:close/>
                  </a:path>
                </a:pathLst>
              </a:cu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1079" name="Oval 7">
                <a:extLst>
                  <a:ext uri="{FF2B5EF4-FFF2-40B4-BE49-F238E27FC236}">
                    <a16:creationId xmlns:a16="http://schemas.microsoft.com/office/drawing/2014/main" id="{236713C6-62F2-4716-8CD9-828B547A65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21" y="1528"/>
                <a:ext cx="174" cy="174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1080" name="Freeform 8">
                <a:extLst>
                  <a:ext uri="{FF2B5EF4-FFF2-40B4-BE49-F238E27FC236}">
                    <a16:creationId xmlns:a16="http://schemas.microsoft.com/office/drawing/2014/main" id="{5107A9CD-B30F-49F2-AE38-458B0A56277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39" y="1004"/>
                <a:ext cx="756" cy="1"/>
              </a:xfrm>
              <a:custGeom>
                <a:avLst/>
                <a:gdLst>
                  <a:gd name="T0" fmla="*/ 0 w 2270"/>
                  <a:gd name="T1" fmla="*/ 2269 w 2270"/>
                  <a:gd name="T2" fmla="*/ 2270 w 2270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2270">
                    <a:moveTo>
                      <a:pt x="0" y="0"/>
                    </a:moveTo>
                    <a:lnTo>
                      <a:pt x="2269" y="0"/>
                    </a:lnTo>
                    <a:lnTo>
                      <a:pt x="2270" y="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1081" name="Freeform 9">
                <a:extLst>
                  <a:ext uri="{FF2B5EF4-FFF2-40B4-BE49-F238E27FC236}">
                    <a16:creationId xmlns:a16="http://schemas.microsoft.com/office/drawing/2014/main" id="{4B941BB2-85C5-42A6-AE32-86EBC5026EE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29" y="1971"/>
                <a:ext cx="772" cy="4"/>
              </a:xfrm>
              <a:custGeom>
                <a:avLst/>
                <a:gdLst>
                  <a:gd name="T0" fmla="*/ 0 w 772"/>
                  <a:gd name="T1" fmla="*/ 0 h 4"/>
                  <a:gd name="T2" fmla="*/ 772 w 772"/>
                  <a:gd name="T3" fmla="*/ 4 h 4"/>
                  <a:gd name="T4" fmla="*/ 772 w 772"/>
                  <a:gd name="T5" fmla="*/ 4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772" h="4">
                    <a:moveTo>
                      <a:pt x="0" y="0"/>
                    </a:moveTo>
                    <a:lnTo>
                      <a:pt x="772" y="4"/>
                    </a:lnTo>
                    <a:lnTo>
                      <a:pt x="772" y="4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1082" name="Freeform 10">
                <a:extLst>
                  <a:ext uri="{FF2B5EF4-FFF2-40B4-BE49-F238E27FC236}">
                    <a16:creationId xmlns:a16="http://schemas.microsoft.com/office/drawing/2014/main" id="{D1F47032-2F87-457F-A7B7-DF17B793729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94" y="1004"/>
                <a:ext cx="1" cy="971"/>
              </a:xfrm>
              <a:custGeom>
                <a:avLst/>
                <a:gdLst>
                  <a:gd name="T0" fmla="*/ 0 w 1"/>
                  <a:gd name="T1" fmla="*/ 2915 h 2915"/>
                  <a:gd name="T2" fmla="*/ 0 w 1"/>
                  <a:gd name="T3" fmla="*/ 0 h 2915"/>
                  <a:gd name="T4" fmla="*/ 1 w 1"/>
                  <a:gd name="T5" fmla="*/ 0 h 29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915">
                    <a:moveTo>
                      <a:pt x="0" y="2915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1083" name="Freeform 11">
                <a:extLst>
                  <a:ext uri="{FF2B5EF4-FFF2-40B4-BE49-F238E27FC236}">
                    <a16:creationId xmlns:a16="http://schemas.microsoft.com/office/drawing/2014/main" id="{4BD4E3DF-22C1-4FC6-9C6E-72843AA9501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7" y="1252"/>
                <a:ext cx="1" cy="467"/>
              </a:xfrm>
              <a:custGeom>
                <a:avLst/>
                <a:gdLst>
                  <a:gd name="T0" fmla="*/ 0 w 2"/>
                  <a:gd name="T1" fmla="*/ 0 h 1403"/>
                  <a:gd name="T2" fmla="*/ 0 w 2"/>
                  <a:gd name="T3" fmla="*/ 1403 h 1403"/>
                  <a:gd name="T4" fmla="*/ 2 w 2"/>
                  <a:gd name="T5" fmla="*/ 1403 h 14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1403">
                    <a:moveTo>
                      <a:pt x="0" y="0"/>
                    </a:moveTo>
                    <a:lnTo>
                      <a:pt x="0" y="1403"/>
                    </a:lnTo>
                    <a:lnTo>
                      <a:pt x="2" y="1403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1084" name="Freeform 12">
                <a:extLst>
                  <a:ext uri="{FF2B5EF4-FFF2-40B4-BE49-F238E27FC236}">
                    <a16:creationId xmlns:a16="http://schemas.microsoft.com/office/drawing/2014/main" id="{E555AEF5-E075-467D-BF0E-6E9CDBC2C56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12" y="1363"/>
                <a:ext cx="1" cy="525"/>
              </a:xfrm>
              <a:custGeom>
                <a:avLst/>
                <a:gdLst>
                  <a:gd name="T0" fmla="*/ 0 w 1"/>
                  <a:gd name="T1" fmla="*/ 0 h 1573"/>
                  <a:gd name="T2" fmla="*/ 0 w 1"/>
                  <a:gd name="T3" fmla="*/ 1573 h 1573"/>
                  <a:gd name="T4" fmla="*/ 1 w 1"/>
                  <a:gd name="T5" fmla="*/ 1573 h 15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573">
                    <a:moveTo>
                      <a:pt x="0" y="0"/>
                    </a:moveTo>
                    <a:lnTo>
                      <a:pt x="0" y="1573"/>
                    </a:lnTo>
                    <a:lnTo>
                      <a:pt x="1" y="1573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1085" name="Freeform 13">
                <a:extLst>
                  <a:ext uri="{FF2B5EF4-FFF2-40B4-BE49-F238E27FC236}">
                    <a16:creationId xmlns:a16="http://schemas.microsoft.com/office/drawing/2014/main" id="{666FDA27-6595-4B4E-864D-A2BD7AAAC1D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40" y="1004"/>
                <a:ext cx="1" cy="971"/>
              </a:xfrm>
              <a:custGeom>
                <a:avLst/>
                <a:gdLst>
                  <a:gd name="T0" fmla="*/ 0 w 2"/>
                  <a:gd name="T1" fmla="*/ 2915 h 2915"/>
                  <a:gd name="T2" fmla="*/ 0 w 2"/>
                  <a:gd name="T3" fmla="*/ 0 h 2915"/>
                  <a:gd name="T4" fmla="*/ 2 w 2"/>
                  <a:gd name="T5" fmla="*/ 0 h 29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2915">
                    <a:moveTo>
                      <a:pt x="0" y="2915"/>
                    </a:moveTo>
                    <a:lnTo>
                      <a:pt x="0" y="0"/>
                    </a:lnTo>
                    <a:lnTo>
                      <a:pt x="2" y="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1086" name="Freeform 14">
                <a:extLst>
                  <a:ext uri="{FF2B5EF4-FFF2-40B4-BE49-F238E27FC236}">
                    <a16:creationId xmlns:a16="http://schemas.microsoft.com/office/drawing/2014/main" id="{FE4404EF-79F2-4E66-8F3C-C37CF9E3ABA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46" y="1614"/>
                <a:ext cx="464" cy="1"/>
              </a:xfrm>
              <a:custGeom>
                <a:avLst/>
                <a:gdLst>
                  <a:gd name="T0" fmla="*/ 0 w 1393"/>
                  <a:gd name="T1" fmla="*/ 1391 w 1393"/>
                  <a:gd name="T2" fmla="*/ 1393 w 1393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393">
                    <a:moveTo>
                      <a:pt x="0" y="0"/>
                    </a:moveTo>
                    <a:lnTo>
                      <a:pt x="1391" y="0"/>
                    </a:lnTo>
                    <a:lnTo>
                      <a:pt x="1393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1087" name="Freeform 15">
                <a:extLst>
                  <a:ext uri="{FF2B5EF4-FFF2-40B4-BE49-F238E27FC236}">
                    <a16:creationId xmlns:a16="http://schemas.microsoft.com/office/drawing/2014/main" id="{B91E56A5-09EE-4FD7-84BD-BE6800996DC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38" y="1788"/>
                <a:ext cx="1" cy="187"/>
              </a:xfrm>
              <a:custGeom>
                <a:avLst/>
                <a:gdLst>
                  <a:gd name="T0" fmla="*/ 1 w 1"/>
                  <a:gd name="T1" fmla="*/ 187 h 187"/>
                  <a:gd name="T2" fmla="*/ 0 w 1"/>
                  <a:gd name="T3" fmla="*/ 0 h 1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" h="187">
                    <a:moveTo>
                      <a:pt x="1" y="187"/>
                    </a:moveTo>
                    <a:lnTo>
                      <a:pt x="0" y="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1088" name="Freeform 16">
                <a:extLst>
                  <a:ext uri="{FF2B5EF4-FFF2-40B4-BE49-F238E27FC236}">
                    <a16:creationId xmlns:a16="http://schemas.microsoft.com/office/drawing/2014/main" id="{D4C9AA49-4132-4206-8B44-1C68603FFCC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12" y="1791"/>
                <a:ext cx="123" cy="4"/>
              </a:xfrm>
              <a:custGeom>
                <a:avLst/>
                <a:gdLst>
                  <a:gd name="T0" fmla="*/ 0 w 123"/>
                  <a:gd name="T1" fmla="*/ 4 h 4"/>
                  <a:gd name="T2" fmla="*/ 123 w 123"/>
                  <a:gd name="T3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23" h="4">
                    <a:moveTo>
                      <a:pt x="0" y="4"/>
                    </a:moveTo>
                    <a:lnTo>
                      <a:pt x="123" y="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1089" name="Freeform 17">
                <a:extLst>
                  <a:ext uri="{FF2B5EF4-FFF2-40B4-BE49-F238E27FC236}">
                    <a16:creationId xmlns:a16="http://schemas.microsoft.com/office/drawing/2014/main" id="{46D6E205-4A8C-4A29-B399-C580146109A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7" y="1822"/>
                <a:ext cx="1" cy="224"/>
              </a:xfrm>
              <a:custGeom>
                <a:avLst/>
                <a:gdLst>
                  <a:gd name="T0" fmla="*/ 0 w 2"/>
                  <a:gd name="T1" fmla="*/ 0 h 672"/>
                  <a:gd name="T2" fmla="*/ 0 w 2"/>
                  <a:gd name="T3" fmla="*/ 672 h 672"/>
                  <a:gd name="T4" fmla="*/ 2 w 2"/>
                  <a:gd name="T5" fmla="*/ 672 h 6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672">
                    <a:moveTo>
                      <a:pt x="0" y="0"/>
                    </a:moveTo>
                    <a:lnTo>
                      <a:pt x="0" y="672"/>
                    </a:lnTo>
                    <a:lnTo>
                      <a:pt x="2" y="672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1090" name="Freeform 18">
                <a:extLst>
                  <a:ext uri="{FF2B5EF4-FFF2-40B4-BE49-F238E27FC236}">
                    <a16:creationId xmlns:a16="http://schemas.microsoft.com/office/drawing/2014/main" id="{0A887AD6-C5EC-443B-8DA0-127970CA6FF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7" y="1744"/>
                <a:ext cx="1" cy="23"/>
              </a:xfrm>
              <a:custGeom>
                <a:avLst/>
                <a:gdLst>
                  <a:gd name="T0" fmla="*/ 0 w 2"/>
                  <a:gd name="T1" fmla="*/ 0 h 70"/>
                  <a:gd name="T2" fmla="*/ 0 w 2"/>
                  <a:gd name="T3" fmla="*/ 70 h 70"/>
                  <a:gd name="T4" fmla="*/ 2 w 2"/>
                  <a:gd name="T5" fmla="*/ 7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70">
                    <a:moveTo>
                      <a:pt x="0" y="0"/>
                    </a:moveTo>
                    <a:lnTo>
                      <a:pt x="0" y="70"/>
                    </a:lnTo>
                    <a:lnTo>
                      <a:pt x="2" y="7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1091" name="Freeform 19">
                <a:extLst>
                  <a:ext uri="{FF2B5EF4-FFF2-40B4-BE49-F238E27FC236}">
                    <a16:creationId xmlns:a16="http://schemas.microsoft.com/office/drawing/2014/main" id="{58BEE054-68C9-4A91-B304-8A3F02B51E4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38" y="1004"/>
                <a:ext cx="2" cy="430"/>
              </a:xfrm>
              <a:custGeom>
                <a:avLst/>
                <a:gdLst>
                  <a:gd name="T0" fmla="*/ 0 w 2"/>
                  <a:gd name="T1" fmla="*/ 430 h 430"/>
                  <a:gd name="T2" fmla="*/ 1 w 2"/>
                  <a:gd name="T3" fmla="*/ 0 h 430"/>
                  <a:gd name="T4" fmla="*/ 2 w 2"/>
                  <a:gd name="T5" fmla="*/ 0 h 4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430">
                    <a:moveTo>
                      <a:pt x="0" y="430"/>
                    </a:moveTo>
                    <a:lnTo>
                      <a:pt x="1" y="0"/>
                    </a:lnTo>
                    <a:lnTo>
                      <a:pt x="2" y="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1092" name="Freeform 20">
                <a:extLst>
                  <a:ext uri="{FF2B5EF4-FFF2-40B4-BE49-F238E27FC236}">
                    <a16:creationId xmlns:a16="http://schemas.microsoft.com/office/drawing/2014/main" id="{225599E5-F7D4-475F-AE94-C29D4B62869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12" y="1431"/>
                <a:ext cx="123" cy="3"/>
              </a:xfrm>
              <a:custGeom>
                <a:avLst/>
                <a:gdLst>
                  <a:gd name="T0" fmla="*/ 0 w 123"/>
                  <a:gd name="T1" fmla="*/ 0 h 3"/>
                  <a:gd name="T2" fmla="*/ 123 w 123"/>
                  <a:gd name="T3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23" h="3">
                    <a:moveTo>
                      <a:pt x="0" y="0"/>
                    </a:moveTo>
                    <a:lnTo>
                      <a:pt x="123" y="3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1093" name="Freeform 21">
                <a:extLst>
                  <a:ext uri="{FF2B5EF4-FFF2-40B4-BE49-F238E27FC236}">
                    <a16:creationId xmlns:a16="http://schemas.microsoft.com/office/drawing/2014/main" id="{E66E5254-F9A2-47B6-AA03-FB9A781217D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7" y="1204"/>
                <a:ext cx="1" cy="15"/>
              </a:xfrm>
              <a:custGeom>
                <a:avLst/>
                <a:gdLst>
                  <a:gd name="T0" fmla="*/ 0 w 2"/>
                  <a:gd name="T1" fmla="*/ 0 h 46"/>
                  <a:gd name="T2" fmla="*/ 0 w 2"/>
                  <a:gd name="T3" fmla="*/ 46 h 46"/>
                  <a:gd name="T4" fmla="*/ 2 w 2"/>
                  <a:gd name="T5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46">
                    <a:moveTo>
                      <a:pt x="0" y="0"/>
                    </a:moveTo>
                    <a:lnTo>
                      <a:pt x="0" y="46"/>
                    </a:lnTo>
                    <a:lnTo>
                      <a:pt x="2" y="46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1094" name="Freeform 22">
                <a:extLst>
                  <a:ext uri="{FF2B5EF4-FFF2-40B4-BE49-F238E27FC236}">
                    <a16:creationId xmlns:a16="http://schemas.microsoft.com/office/drawing/2014/main" id="{88657090-A64A-49E0-9DBA-07C7EB4172D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7" y="953"/>
                <a:ext cx="1" cy="211"/>
              </a:xfrm>
              <a:custGeom>
                <a:avLst/>
                <a:gdLst>
                  <a:gd name="T0" fmla="*/ 0 w 2"/>
                  <a:gd name="T1" fmla="*/ 0 h 631"/>
                  <a:gd name="T2" fmla="*/ 0 w 2"/>
                  <a:gd name="T3" fmla="*/ 631 h 631"/>
                  <a:gd name="T4" fmla="*/ 2 w 2"/>
                  <a:gd name="T5" fmla="*/ 631 h 6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631">
                    <a:moveTo>
                      <a:pt x="0" y="0"/>
                    </a:moveTo>
                    <a:lnTo>
                      <a:pt x="0" y="631"/>
                    </a:lnTo>
                    <a:lnTo>
                      <a:pt x="2" y="631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1095" name="Freeform 23">
                <a:extLst>
                  <a:ext uri="{FF2B5EF4-FFF2-40B4-BE49-F238E27FC236}">
                    <a16:creationId xmlns:a16="http://schemas.microsoft.com/office/drawing/2014/main" id="{2DE3703C-83CE-4118-823F-DF3791C8429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35" y="1416"/>
                <a:ext cx="1" cy="138"/>
              </a:xfrm>
              <a:custGeom>
                <a:avLst/>
                <a:gdLst>
                  <a:gd name="T0" fmla="*/ 0 w 1"/>
                  <a:gd name="T1" fmla="*/ 412 h 412"/>
                  <a:gd name="T2" fmla="*/ 0 w 1"/>
                  <a:gd name="T3" fmla="*/ 0 h 412"/>
                  <a:gd name="T4" fmla="*/ 1 w 1"/>
                  <a:gd name="T5" fmla="*/ 0 h 4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412">
                    <a:moveTo>
                      <a:pt x="0" y="412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1096" name="Freeform 24">
                <a:extLst>
                  <a:ext uri="{FF2B5EF4-FFF2-40B4-BE49-F238E27FC236}">
                    <a16:creationId xmlns:a16="http://schemas.microsoft.com/office/drawing/2014/main" id="{AF3C7A7E-21FA-4274-95E6-791C3921A3B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4" y="1554"/>
                <a:ext cx="2" cy="162"/>
              </a:xfrm>
              <a:custGeom>
                <a:avLst/>
                <a:gdLst>
                  <a:gd name="T0" fmla="*/ 0 w 2"/>
                  <a:gd name="T1" fmla="*/ 162 h 162"/>
                  <a:gd name="T2" fmla="*/ 1 w 2"/>
                  <a:gd name="T3" fmla="*/ 0 h 162"/>
                  <a:gd name="T4" fmla="*/ 2 w 2"/>
                  <a:gd name="T5" fmla="*/ 0 h 1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162">
                    <a:moveTo>
                      <a:pt x="0" y="162"/>
                    </a:moveTo>
                    <a:lnTo>
                      <a:pt x="1" y="0"/>
                    </a:lnTo>
                    <a:lnTo>
                      <a:pt x="2" y="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1097" name="Freeform 25">
                <a:extLst>
                  <a:ext uri="{FF2B5EF4-FFF2-40B4-BE49-F238E27FC236}">
                    <a16:creationId xmlns:a16="http://schemas.microsoft.com/office/drawing/2014/main" id="{051DB70B-C3AB-4B5D-82AC-381871AC569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39" y="1670"/>
                <a:ext cx="327" cy="1"/>
              </a:xfrm>
              <a:custGeom>
                <a:avLst/>
                <a:gdLst>
                  <a:gd name="T0" fmla="*/ 0 w 980"/>
                  <a:gd name="T1" fmla="*/ 979 w 980"/>
                  <a:gd name="T2" fmla="*/ 980 w 980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980">
                    <a:moveTo>
                      <a:pt x="0" y="0"/>
                    </a:moveTo>
                    <a:lnTo>
                      <a:pt x="979" y="0"/>
                    </a:lnTo>
                    <a:lnTo>
                      <a:pt x="980" y="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1098" name="Freeform 26">
                <a:extLst>
                  <a:ext uri="{FF2B5EF4-FFF2-40B4-BE49-F238E27FC236}">
                    <a16:creationId xmlns:a16="http://schemas.microsoft.com/office/drawing/2014/main" id="{8FC97DC3-7BB8-4E96-A114-8FF19636E49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39" y="1902"/>
                <a:ext cx="327" cy="1"/>
              </a:xfrm>
              <a:custGeom>
                <a:avLst/>
                <a:gdLst>
                  <a:gd name="T0" fmla="*/ 0 w 980"/>
                  <a:gd name="T1" fmla="*/ 979 w 980"/>
                  <a:gd name="T2" fmla="*/ 980 w 980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980">
                    <a:moveTo>
                      <a:pt x="0" y="0"/>
                    </a:moveTo>
                    <a:lnTo>
                      <a:pt x="979" y="0"/>
                    </a:lnTo>
                    <a:lnTo>
                      <a:pt x="980" y="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1099" name="Freeform 27">
                <a:extLst>
                  <a:ext uri="{FF2B5EF4-FFF2-40B4-BE49-F238E27FC236}">
                    <a16:creationId xmlns:a16="http://schemas.microsoft.com/office/drawing/2014/main" id="{7AFDAD66-F9BB-4D46-96CC-99912E5476C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5" y="1554"/>
                <a:ext cx="941" cy="1"/>
              </a:xfrm>
              <a:custGeom>
                <a:avLst/>
                <a:gdLst>
                  <a:gd name="T0" fmla="*/ 0 w 2822"/>
                  <a:gd name="T1" fmla="*/ 2821 w 2822"/>
                  <a:gd name="T2" fmla="*/ 2822 w 2822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2822">
                    <a:moveTo>
                      <a:pt x="0" y="0"/>
                    </a:moveTo>
                    <a:lnTo>
                      <a:pt x="2821" y="0"/>
                    </a:lnTo>
                    <a:lnTo>
                      <a:pt x="2822" y="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1100" name="Freeform 28">
                <a:extLst>
                  <a:ext uri="{FF2B5EF4-FFF2-40B4-BE49-F238E27FC236}">
                    <a16:creationId xmlns:a16="http://schemas.microsoft.com/office/drawing/2014/main" id="{9B419820-F4C4-4CF8-B0B6-22894E1BC0C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7" y="1709"/>
                <a:ext cx="638" cy="1"/>
              </a:xfrm>
              <a:custGeom>
                <a:avLst/>
                <a:gdLst>
                  <a:gd name="T0" fmla="*/ 0 w 638"/>
                  <a:gd name="T1" fmla="*/ 1 h 1"/>
                  <a:gd name="T2" fmla="*/ 638 w 638"/>
                  <a:gd name="T3" fmla="*/ 0 h 1"/>
                  <a:gd name="T4" fmla="*/ 638 w 638"/>
                  <a:gd name="T5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638" h="1">
                    <a:moveTo>
                      <a:pt x="0" y="1"/>
                    </a:moveTo>
                    <a:lnTo>
                      <a:pt x="638" y="0"/>
                    </a:lnTo>
                    <a:lnTo>
                      <a:pt x="638" y="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1101" name="Freeform 29">
                <a:extLst>
                  <a:ext uri="{FF2B5EF4-FFF2-40B4-BE49-F238E27FC236}">
                    <a16:creationId xmlns:a16="http://schemas.microsoft.com/office/drawing/2014/main" id="{56EE0ADA-7678-4103-9938-54D00A524AA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7" y="1863"/>
                <a:ext cx="638" cy="1"/>
              </a:xfrm>
              <a:custGeom>
                <a:avLst/>
                <a:gdLst>
                  <a:gd name="T0" fmla="*/ 0 w 638"/>
                  <a:gd name="T1" fmla="*/ 0 h 1"/>
                  <a:gd name="T2" fmla="*/ 638 w 638"/>
                  <a:gd name="T3" fmla="*/ 1 h 1"/>
                  <a:gd name="T4" fmla="*/ 638 w 638"/>
                  <a:gd name="T5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638" h="1">
                    <a:moveTo>
                      <a:pt x="0" y="0"/>
                    </a:moveTo>
                    <a:lnTo>
                      <a:pt x="638" y="1"/>
                    </a:lnTo>
                    <a:lnTo>
                      <a:pt x="638" y="1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1102" name="Freeform 30">
                <a:extLst>
                  <a:ext uri="{FF2B5EF4-FFF2-40B4-BE49-F238E27FC236}">
                    <a16:creationId xmlns:a16="http://schemas.microsoft.com/office/drawing/2014/main" id="{D5D21DC2-B9CB-4C2E-B0E4-036E919FE13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4" y="1863"/>
                <a:ext cx="1" cy="112"/>
              </a:xfrm>
              <a:custGeom>
                <a:avLst/>
                <a:gdLst>
                  <a:gd name="T0" fmla="*/ 1 w 1"/>
                  <a:gd name="T1" fmla="*/ 112 h 112"/>
                  <a:gd name="T2" fmla="*/ 0 w 1"/>
                  <a:gd name="T3" fmla="*/ 0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" h="112">
                    <a:moveTo>
                      <a:pt x="1" y="112"/>
                    </a:moveTo>
                    <a:lnTo>
                      <a:pt x="0" y="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1103" name="Freeform 31">
                <a:extLst>
                  <a:ext uri="{FF2B5EF4-FFF2-40B4-BE49-F238E27FC236}">
                    <a16:creationId xmlns:a16="http://schemas.microsoft.com/office/drawing/2014/main" id="{EC8BE7B6-A2DE-49D7-AF12-3515DD010F2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25" y="1670"/>
                <a:ext cx="1" cy="232"/>
              </a:xfrm>
              <a:custGeom>
                <a:avLst/>
                <a:gdLst>
                  <a:gd name="T0" fmla="*/ 0 w 1"/>
                  <a:gd name="T1" fmla="*/ 698 h 698"/>
                  <a:gd name="T2" fmla="*/ 0 w 1"/>
                  <a:gd name="T3" fmla="*/ 0 h 698"/>
                  <a:gd name="T4" fmla="*/ 1 w 1"/>
                  <a:gd name="T5" fmla="*/ 0 h 6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698">
                    <a:moveTo>
                      <a:pt x="0" y="698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1104" name="Freeform 32">
                <a:extLst>
                  <a:ext uri="{FF2B5EF4-FFF2-40B4-BE49-F238E27FC236}">
                    <a16:creationId xmlns:a16="http://schemas.microsoft.com/office/drawing/2014/main" id="{79A3A3A5-89E3-4995-A9D6-24C88FBAADD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02" y="1822"/>
                <a:ext cx="1" cy="152"/>
              </a:xfrm>
              <a:custGeom>
                <a:avLst/>
                <a:gdLst>
                  <a:gd name="T0" fmla="*/ 0 w 1"/>
                  <a:gd name="T1" fmla="*/ 457 h 457"/>
                  <a:gd name="T2" fmla="*/ 0 w 1"/>
                  <a:gd name="T3" fmla="*/ 0 h 457"/>
                  <a:gd name="T4" fmla="*/ 1 w 1"/>
                  <a:gd name="T5" fmla="*/ 0 h 4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457">
                    <a:moveTo>
                      <a:pt x="0" y="457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1105" name="Freeform 33">
                <a:extLst>
                  <a:ext uri="{FF2B5EF4-FFF2-40B4-BE49-F238E27FC236}">
                    <a16:creationId xmlns:a16="http://schemas.microsoft.com/office/drawing/2014/main" id="{CE652DCB-C59E-4451-972E-C03E8835116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02" y="1612"/>
                <a:ext cx="1" cy="107"/>
              </a:xfrm>
              <a:custGeom>
                <a:avLst/>
                <a:gdLst>
                  <a:gd name="T0" fmla="*/ 0 w 1"/>
                  <a:gd name="T1" fmla="*/ 323 h 323"/>
                  <a:gd name="T2" fmla="*/ 0 w 1"/>
                  <a:gd name="T3" fmla="*/ 0 h 323"/>
                  <a:gd name="T4" fmla="*/ 1 w 1"/>
                  <a:gd name="T5" fmla="*/ 0 h 3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323">
                    <a:moveTo>
                      <a:pt x="0" y="323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1106" name="Freeform 34">
                <a:extLst>
                  <a:ext uri="{FF2B5EF4-FFF2-40B4-BE49-F238E27FC236}">
                    <a16:creationId xmlns:a16="http://schemas.microsoft.com/office/drawing/2014/main" id="{F3B5A2D4-D4B0-4CF9-8987-288F4E84174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02" y="1759"/>
                <a:ext cx="1" cy="23"/>
              </a:xfrm>
              <a:custGeom>
                <a:avLst/>
                <a:gdLst>
                  <a:gd name="T0" fmla="*/ 0 w 1"/>
                  <a:gd name="T1" fmla="*/ 70 h 70"/>
                  <a:gd name="T2" fmla="*/ 0 w 1"/>
                  <a:gd name="T3" fmla="*/ 0 h 70"/>
                  <a:gd name="T4" fmla="*/ 1 w 1"/>
                  <a:gd name="T5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70">
                    <a:moveTo>
                      <a:pt x="0" y="70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1107" name="Freeform 35">
                <a:extLst>
                  <a:ext uri="{FF2B5EF4-FFF2-40B4-BE49-F238E27FC236}">
                    <a16:creationId xmlns:a16="http://schemas.microsoft.com/office/drawing/2014/main" id="{2139F995-0638-4618-8B8A-129535D0892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65" y="1670"/>
                <a:ext cx="1" cy="232"/>
              </a:xfrm>
              <a:custGeom>
                <a:avLst/>
                <a:gdLst>
                  <a:gd name="T0" fmla="*/ 0 w 1"/>
                  <a:gd name="T1" fmla="*/ 698 h 698"/>
                  <a:gd name="T2" fmla="*/ 0 w 1"/>
                  <a:gd name="T3" fmla="*/ 0 h 698"/>
                  <a:gd name="T4" fmla="*/ 1 w 1"/>
                  <a:gd name="T5" fmla="*/ 0 h 6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698">
                    <a:moveTo>
                      <a:pt x="0" y="698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1108" name="Freeform 36">
                <a:extLst>
                  <a:ext uri="{FF2B5EF4-FFF2-40B4-BE49-F238E27FC236}">
                    <a16:creationId xmlns:a16="http://schemas.microsoft.com/office/drawing/2014/main" id="{7B686CA9-AD94-44F5-91A3-0C6D935D70C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79" y="1670"/>
                <a:ext cx="1" cy="232"/>
              </a:xfrm>
              <a:custGeom>
                <a:avLst/>
                <a:gdLst>
                  <a:gd name="T0" fmla="*/ 0 w 1"/>
                  <a:gd name="T1" fmla="*/ 698 h 698"/>
                  <a:gd name="T2" fmla="*/ 0 w 1"/>
                  <a:gd name="T3" fmla="*/ 0 h 698"/>
                  <a:gd name="T4" fmla="*/ 1 w 1"/>
                  <a:gd name="T5" fmla="*/ 0 h 6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698">
                    <a:moveTo>
                      <a:pt x="0" y="698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1109" name="Freeform 37">
                <a:extLst>
                  <a:ext uri="{FF2B5EF4-FFF2-40B4-BE49-F238E27FC236}">
                    <a16:creationId xmlns:a16="http://schemas.microsoft.com/office/drawing/2014/main" id="{0F32C80B-1385-4227-868B-2EF2FB5C460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39" y="1076"/>
                <a:ext cx="327" cy="1"/>
              </a:xfrm>
              <a:custGeom>
                <a:avLst/>
                <a:gdLst>
                  <a:gd name="T0" fmla="*/ 0 w 980"/>
                  <a:gd name="T1" fmla="*/ 979 w 980"/>
                  <a:gd name="T2" fmla="*/ 980 w 980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980">
                    <a:moveTo>
                      <a:pt x="0" y="0"/>
                    </a:moveTo>
                    <a:lnTo>
                      <a:pt x="979" y="0"/>
                    </a:lnTo>
                    <a:lnTo>
                      <a:pt x="980" y="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1110" name="Freeform 38">
                <a:extLst>
                  <a:ext uri="{FF2B5EF4-FFF2-40B4-BE49-F238E27FC236}">
                    <a16:creationId xmlns:a16="http://schemas.microsoft.com/office/drawing/2014/main" id="{88CD3BAE-040E-412A-97FA-8F9856393EB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39" y="1309"/>
                <a:ext cx="327" cy="1"/>
              </a:xfrm>
              <a:custGeom>
                <a:avLst/>
                <a:gdLst>
                  <a:gd name="T0" fmla="*/ 0 w 980"/>
                  <a:gd name="T1" fmla="*/ 979 w 980"/>
                  <a:gd name="T2" fmla="*/ 980 w 980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980">
                    <a:moveTo>
                      <a:pt x="0" y="0"/>
                    </a:moveTo>
                    <a:lnTo>
                      <a:pt x="979" y="0"/>
                    </a:lnTo>
                    <a:lnTo>
                      <a:pt x="980" y="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1111" name="Freeform 39">
                <a:extLst>
                  <a:ext uri="{FF2B5EF4-FFF2-40B4-BE49-F238E27FC236}">
                    <a16:creationId xmlns:a16="http://schemas.microsoft.com/office/drawing/2014/main" id="{77004319-E9E3-41CA-BB89-0646DDCF1BE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5" y="1416"/>
                <a:ext cx="941" cy="1"/>
              </a:xfrm>
              <a:custGeom>
                <a:avLst/>
                <a:gdLst>
                  <a:gd name="T0" fmla="*/ 0 w 2822"/>
                  <a:gd name="T1" fmla="*/ 2821 w 2822"/>
                  <a:gd name="T2" fmla="*/ 2822 w 2822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2822">
                    <a:moveTo>
                      <a:pt x="0" y="0"/>
                    </a:moveTo>
                    <a:lnTo>
                      <a:pt x="2821" y="0"/>
                    </a:lnTo>
                    <a:lnTo>
                      <a:pt x="2822" y="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1112" name="Freeform 40">
                <a:extLst>
                  <a:ext uri="{FF2B5EF4-FFF2-40B4-BE49-F238E27FC236}">
                    <a16:creationId xmlns:a16="http://schemas.microsoft.com/office/drawing/2014/main" id="{88931978-6E46-4E79-8DEE-3BE80249CCF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00" y="1266"/>
                <a:ext cx="636" cy="1"/>
              </a:xfrm>
              <a:custGeom>
                <a:avLst/>
                <a:gdLst>
                  <a:gd name="T0" fmla="*/ 0 w 636"/>
                  <a:gd name="T1" fmla="*/ 0 h 1"/>
                  <a:gd name="T2" fmla="*/ 636 w 636"/>
                  <a:gd name="T3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636" h="1">
                    <a:moveTo>
                      <a:pt x="0" y="0"/>
                    </a:moveTo>
                    <a:lnTo>
                      <a:pt x="636" y="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1113" name="Freeform 41">
                <a:extLst>
                  <a:ext uri="{FF2B5EF4-FFF2-40B4-BE49-F238E27FC236}">
                    <a16:creationId xmlns:a16="http://schemas.microsoft.com/office/drawing/2014/main" id="{9F7F2677-AB91-4743-A9E7-192E7745A97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1" y="1110"/>
                <a:ext cx="648" cy="6"/>
              </a:xfrm>
              <a:custGeom>
                <a:avLst/>
                <a:gdLst>
                  <a:gd name="T0" fmla="*/ 0 w 648"/>
                  <a:gd name="T1" fmla="*/ 0 h 6"/>
                  <a:gd name="T2" fmla="*/ 648 w 648"/>
                  <a:gd name="T3" fmla="*/ 6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648" h="6">
                    <a:moveTo>
                      <a:pt x="0" y="0"/>
                    </a:moveTo>
                    <a:lnTo>
                      <a:pt x="648" y="6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1114" name="Freeform 42">
                <a:extLst>
                  <a:ext uri="{FF2B5EF4-FFF2-40B4-BE49-F238E27FC236}">
                    <a16:creationId xmlns:a16="http://schemas.microsoft.com/office/drawing/2014/main" id="{461C6EA1-6F63-441E-AF3E-4E3320C4500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4" y="1004"/>
                <a:ext cx="2" cy="106"/>
              </a:xfrm>
              <a:custGeom>
                <a:avLst/>
                <a:gdLst>
                  <a:gd name="T0" fmla="*/ 0 w 2"/>
                  <a:gd name="T1" fmla="*/ 106 h 106"/>
                  <a:gd name="T2" fmla="*/ 1 w 2"/>
                  <a:gd name="T3" fmla="*/ 0 h 106"/>
                  <a:gd name="T4" fmla="*/ 2 w 2"/>
                  <a:gd name="T5" fmla="*/ 0 h 1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106">
                    <a:moveTo>
                      <a:pt x="0" y="106"/>
                    </a:moveTo>
                    <a:lnTo>
                      <a:pt x="1" y="0"/>
                    </a:lnTo>
                    <a:lnTo>
                      <a:pt x="2" y="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1115" name="Freeform 43">
                <a:extLst>
                  <a:ext uri="{FF2B5EF4-FFF2-40B4-BE49-F238E27FC236}">
                    <a16:creationId xmlns:a16="http://schemas.microsoft.com/office/drawing/2014/main" id="{114AC2DB-6A7A-4983-8F71-C880DA81216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25" y="1076"/>
                <a:ext cx="1" cy="233"/>
              </a:xfrm>
              <a:custGeom>
                <a:avLst/>
                <a:gdLst>
                  <a:gd name="T0" fmla="*/ 0 w 1"/>
                  <a:gd name="T1" fmla="*/ 698 h 698"/>
                  <a:gd name="T2" fmla="*/ 0 w 1"/>
                  <a:gd name="T3" fmla="*/ 0 h 698"/>
                  <a:gd name="T4" fmla="*/ 1 w 1"/>
                  <a:gd name="T5" fmla="*/ 0 h 6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698">
                    <a:moveTo>
                      <a:pt x="0" y="698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1116" name="Freeform 44">
                <a:extLst>
                  <a:ext uri="{FF2B5EF4-FFF2-40B4-BE49-F238E27FC236}">
                    <a16:creationId xmlns:a16="http://schemas.microsoft.com/office/drawing/2014/main" id="{3314136C-FB81-4D87-91D2-4FE3C9F4A1B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02" y="1229"/>
                <a:ext cx="1" cy="161"/>
              </a:xfrm>
              <a:custGeom>
                <a:avLst/>
                <a:gdLst>
                  <a:gd name="T0" fmla="*/ 0 w 1"/>
                  <a:gd name="T1" fmla="*/ 482 h 482"/>
                  <a:gd name="T2" fmla="*/ 0 w 1"/>
                  <a:gd name="T3" fmla="*/ 0 h 482"/>
                  <a:gd name="T4" fmla="*/ 1 w 1"/>
                  <a:gd name="T5" fmla="*/ 0 h 4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482">
                    <a:moveTo>
                      <a:pt x="0" y="482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1117" name="Freeform 45">
                <a:extLst>
                  <a:ext uri="{FF2B5EF4-FFF2-40B4-BE49-F238E27FC236}">
                    <a16:creationId xmlns:a16="http://schemas.microsoft.com/office/drawing/2014/main" id="{1639280B-D629-474F-80AA-933BE288970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02" y="1189"/>
                <a:ext cx="1" cy="16"/>
              </a:xfrm>
              <a:custGeom>
                <a:avLst/>
                <a:gdLst>
                  <a:gd name="T0" fmla="*/ 0 w 1"/>
                  <a:gd name="T1" fmla="*/ 47 h 47"/>
                  <a:gd name="T2" fmla="*/ 0 w 1"/>
                  <a:gd name="T3" fmla="*/ 0 h 47"/>
                  <a:gd name="T4" fmla="*/ 1 w 1"/>
                  <a:gd name="T5" fmla="*/ 0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47">
                    <a:moveTo>
                      <a:pt x="0" y="47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1118" name="Freeform 46">
                <a:extLst>
                  <a:ext uri="{FF2B5EF4-FFF2-40B4-BE49-F238E27FC236}">
                    <a16:creationId xmlns:a16="http://schemas.microsoft.com/office/drawing/2014/main" id="{B209A972-11BF-4E7E-9692-5E057341C97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02" y="979"/>
                <a:ext cx="1" cy="171"/>
              </a:xfrm>
              <a:custGeom>
                <a:avLst/>
                <a:gdLst>
                  <a:gd name="T0" fmla="*/ 0 w 1"/>
                  <a:gd name="T1" fmla="*/ 513 h 513"/>
                  <a:gd name="T2" fmla="*/ 0 w 1"/>
                  <a:gd name="T3" fmla="*/ 0 h 513"/>
                  <a:gd name="T4" fmla="*/ 1 w 1"/>
                  <a:gd name="T5" fmla="*/ 0 h 5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513">
                    <a:moveTo>
                      <a:pt x="0" y="513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1119" name="Freeform 47">
                <a:extLst>
                  <a:ext uri="{FF2B5EF4-FFF2-40B4-BE49-F238E27FC236}">
                    <a16:creationId xmlns:a16="http://schemas.microsoft.com/office/drawing/2014/main" id="{0E28F9D4-D96E-49CC-8678-FDA2BE5F05C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65" y="1076"/>
                <a:ext cx="1" cy="233"/>
              </a:xfrm>
              <a:custGeom>
                <a:avLst/>
                <a:gdLst>
                  <a:gd name="T0" fmla="*/ 0 w 1"/>
                  <a:gd name="T1" fmla="*/ 698 h 698"/>
                  <a:gd name="T2" fmla="*/ 0 w 1"/>
                  <a:gd name="T3" fmla="*/ 0 h 698"/>
                  <a:gd name="T4" fmla="*/ 1 w 1"/>
                  <a:gd name="T5" fmla="*/ 0 h 6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698">
                    <a:moveTo>
                      <a:pt x="0" y="698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1120" name="Freeform 48">
                <a:extLst>
                  <a:ext uri="{FF2B5EF4-FFF2-40B4-BE49-F238E27FC236}">
                    <a16:creationId xmlns:a16="http://schemas.microsoft.com/office/drawing/2014/main" id="{89E8D201-4A92-4184-9679-77C8A942AD6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79" y="1076"/>
                <a:ext cx="1" cy="233"/>
              </a:xfrm>
              <a:custGeom>
                <a:avLst/>
                <a:gdLst>
                  <a:gd name="T0" fmla="*/ 0 w 1"/>
                  <a:gd name="T1" fmla="*/ 698 h 698"/>
                  <a:gd name="T2" fmla="*/ 0 w 1"/>
                  <a:gd name="T3" fmla="*/ 0 h 698"/>
                  <a:gd name="T4" fmla="*/ 1 w 1"/>
                  <a:gd name="T5" fmla="*/ 0 h 6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698">
                    <a:moveTo>
                      <a:pt x="0" y="698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1121" name="Freeform 49">
                <a:extLst>
                  <a:ext uri="{FF2B5EF4-FFF2-40B4-BE49-F238E27FC236}">
                    <a16:creationId xmlns:a16="http://schemas.microsoft.com/office/drawing/2014/main" id="{AAF865BE-36EB-437F-8FA2-125224F6118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35" y="1416"/>
                <a:ext cx="1" cy="138"/>
              </a:xfrm>
              <a:custGeom>
                <a:avLst/>
                <a:gdLst>
                  <a:gd name="T0" fmla="*/ 0 w 1"/>
                  <a:gd name="T1" fmla="*/ 412 h 412"/>
                  <a:gd name="T2" fmla="*/ 0 w 1"/>
                  <a:gd name="T3" fmla="*/ 0 h 412"/>
                  <a:gd name="T4" fmla="*/ 1 w 1"/>
                  <a:gd name="T5" fmla="*/ 0 h 4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412">
                    <a:moveTo>
                      <a:pt x="0" y="412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1122" name="Freeform 50">
                <a:extLst>
                  <a:ext uri="{FF2B5EF4-FFF2-40B4-BE49-F238E27FC236}">
                    <a16:creationId xmlns:a16="http://schemas.microsoft.com/office/drawing/2014/main" id="{A9D19900-4812-4F77-870F-37A6EC3E5A6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4" y="1263"/>
                <a:ext cx="1" cy="153"/>
              </a:xfrm>
              <a:custGeom>
                <a:avLst/>
                <a:gdLst>
                  <a:gd name="T0" fmla="*/ 1 w 1"/>
                  <a:gd name="T1" fmla="*/ 153 h 153"/>
                  <a:gd name="T2" fmla="*/ 0 w 1"/>
                  <a:gd name="T3" fmla="*/ 0 h 1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" h="153">
                    <a:moveTo>
                      <a:pt x="1" y="153"/>
                    </a:moveTo>
                    <a:lnTo>
                      <a:pt x="0" y="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1123" name="Freeform 51">
                <a:extLst>
                  <a:ext uri="{FF2B5EF4-FFF2-40B4-BE49-F238E27FC236}">
                    <a16:creationId xmlns:a16="http://schemas.microsoft.com/office/drawing/2014/main" id="{93B687E1-DC84-4567-9888-4C59C4C76F3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40" y="1004"/>
                <a:ext cx="43" cy="42"/>
              </a:xfrm>
              <a:custGeom>
                <a:avLst/>
                <a:gdLst>
                  <a:gd name="T0" fmla="*/ 0 w 129"/>
                  <a:gd name="T1" fmla="*/ 127 h 127"/>
                  <a:gd name="T2" fmla="*/ 128 w 129"/>
                  <a:gd name="T3" fmla="*/ 0 h 127"/>
                  <a:gd name="T4" fmla="*/ 129 w 129"/>
                  <a:gd name="T5" fmla="*/ 0 h 1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29" h="127">
                    <a:moveTo>
                      <a:pt x="0" y="127"/>
                    </a:moveTo>
                    <a:lnTo>
                      <a:pt x="128" y="0"/>
                    </a:lnTo>
                    <a:lnTo>
                      <a:pt x="129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1124" name="Freeform 52">
                <a:extLst>
                  <a:ext uri="{FF2B5EF4-FFF2-40B4-BE49-F238E27FC236}">
                    <a16:creationId xmlns:a16="http://schemas.microsoft.com/office/drawing/2014/main" id="{72871C6B-5C6A-4FB5-8986-48DB5B59F9D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40" y="1004"/>
                <a:ext cx="130" cy="129"/>
              </a:xfrm>
              <a:custGeom>
                <a:avLst/>
                <a:gdLst>
                  <a:gd name="T0" fmla="*/ 0 w 389"/>
                  <a:gd name="T1" fmla="*/ 389 h 389"/>
                  <a:gd name="T2" fmla="*/ 388 w 389"/>
                  <a:gd name="T3" fmla="*/ 0 h 389"/>
                  <a:gd name="T4" fmla="*/ 389 w 389"/>
                  <a:gd name="T5" fmla="*/ 0 h 3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89" h="389">
                    <a:moveTo>
                      <a:pt x="0" y="389"/>
                    </a:moveTo>
                    <a:lnTo>
                      <a:pt x="388" y="0"/>
                    </a:lnTo>
                    <a:lnTo>
                      <a:pt x="389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1125" name="Freeform 53">
                <a:extLst>
                  <a:ext uri="{FF2B5EF4-FFF2-40B4-BE49-F238E27FC236}">
                    <a16:creationId xmlns:a16="http://schemas.microsoft.com/office/drawing/2014/main" id="{086EAC74-9EDB-4B87-AB7C-7FE4C39FE41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40" y="1066"/>
                <a:ext cx="155" cy="154"/>
              </a:xfrm>
              <a:custGeom>
                <a:avLst/>
                <a:gdLst>
                  <a:gd name="T0" fmla="*/ 0 w 466"/>
                  <a:gd name="T1" fmla="*/ 464 h 464"/>
                  <a:gd name="T2" fmla="*/ 465 w 466"/>
                  <a:gd name="T3" fmla="*/ 0 h 464"/>
                  <a:gd name="T4" fmla="*/ 466 w 466"/>
                  <a:gd name="T5" fmla="*/ 0 h 4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66" h="464">
                    <a:moveTo>
                      <a:pt x="0" y="464"/>
                    </a:moveTo>
                    <a:lnTo>
                      <a:pt x="465" y="0"/>
                    </a:lnTo>
                    <a:lnTo>
                      <a:pt x="466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1126" name="Freeform 54">
                <a:extLst>
                  <a:ext uri="{FF2B5EF4-FFF2-40B4-BE49-F238E27FC236}">
                    <a16:creationId xmlns:a16="http://schemas.microsoft.com/office/drawing/2014/main" id="{FF760F56-BC8C-44E4-B484-E4B46C77349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40" y="1116"/>
                <a:ext cx="193" cy="192"/>
              </a:xfrm>
              <a:custGeom>
                <a:avLst/>
                <a:gdLst>
                  <a:gd name="T0" fmla="*/ 0 w 578"/>
                  <a:gd name="T1" fmla="*/ 576 h 576"/>
                  <a:gd name="T2" fmla="*/ 577 w 578"/>
                  <a:gd name="T3" fmla="*/ 0 h 576"/>
                  <a:gd name="T4" fmla="*/ 578 w 578"/>
                  <a:gd name="T5" fmla="*/ 0 h 5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578" h="576">
                    <a:moveTo>
                      <a:pt x="0" y="576"/>
                    </a:moveTo>
                    <a:lnTo>
                      <a:pt x="577" y="0"/>
                    </a:lnTo>
                    <a:lnTo>
                      <a:pt x="578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1127" name="Freeform 55">
                <a:extLst>
                  <a:ext uri="{FF2B5EF4-FFF2-40B4-BE49-F238E27FC236}">
                    <a16:creationId xmlns:a16="http://schemas.microsoft.com/office/drawing/2014/main" id="{75F8C363-A5BB-4A61-A7F3-9C8F0C85DCD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40" y="1116"/>
                <a:ext cx="280" cy="279"/>
              </a:xfrm>
              <a:custGeom>
                <a:avLst/>
                <a:gdLst>
                  <a:gd name="T0" fmla="*/ 0 w 840"/>
                  <a:gd name="T1" fmla="*/ 837 h 837"/>
                  <a:gd name="T2" fmla="*/ 838 w 840"/>
                  <a:gd name="T3" fmla="*/ 0 h 837"/>
                  <a:gd name="T4" fmla="*/ 840 w 840"/>
                  <a:gd name="T5" fmla="*/ 0 h 8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840" h="837">
                    <a:moveTo>
                      <a:pt x="0" y="837"/>
                    </a:moveTo>
                    <a:lnTo>
                      <a:pt x="838" y="0"/>
                    </a:lnTo>
                    <a:lnTo>
                      <a:pt x="840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1128" name="Freeform 56">
                <a:extLst>
                  <a:ext uri="{FF2B5EF4-FFF2-40B4-BE49-F238E27FC236}">
                    <a16:creationId xmlns:a16="http://schemas.microsoft.com/office/drawing/2014/main" id="{8DBBE2F3-C97A-4244-9129-667979D87EF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40" y="1328"/>
                <a:ext cx="155" cy="154"/>
              </a:xfrm>
              <a:custGeom>
                <a:avLst/>
                <a:gdLst>
                  <a:gd name="T0" fmla="*/ 0 w 466"/>
                  <a:gd name="T1" fmla="*/ 464 h 464"/>
                  <a:gd name="T2" fmla="*/ 465 w 466"/>
                  <a:gd name="T3" fmla="*/ 0 h 464"/>
                  <a:gd name="T4" fmla="*/ 466 w 466"/>
                  <a:gd name="T5" fmla="*/ 0 h 4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66" h="464">
                    <a:moveTo>
                      <a:pt x="0" y="464"/>
                    </a:moveTo>
                    <a:lnTo>
                      <a:pt x="465" y="0"/>
                    </a:lnTo>
                    <a:lnTo>
                      <a:pt x="466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1129" name="Freeform 57">
                <a:extLst>
                  <a:ext uri="{FF2B5EF4-FFF2-40B4-BE49-F238E27FC236}">
                    <a16:creationId xmlns:a16="http://schemas.microsoft.com/office/drawing/2014/main" id="{18601F35-0E04-4A3C-8867-319DF192385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52" y="1116"/>
                <a:ext cx="155" cy="154"/>
              </a:xfrm>
              <a:custGeom>
                <a:avLst/>
                <a:gdLst>
                  <a:gd name="T0" fmla="*/ 0 w 465"/>
                  <a:gd name="T1" fmla="*/ 464 h 464"/>
                  <a:gd name="T2" fmla="*/ 464 w 465"/>
                  <a:gd name="T3" fmla="*/ 0 h 464"/>
                  <a:gd name="T4" fmla="*/ 465 w 465"/>
                  <a:gd name="T5" fmla="*/ 0 h 4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65" h="464">
                    <a:moveTo>
                      <a:pt x="0" y="464"/>
                    </a:moveTo>
                    <a:lnTo>
                      <a:pt x="464" y="0"/>
                    </a:lnTo>
                    <a:lnTo>
                      <a:pt x="465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1130" name="Freeform 58">
                <a:extLst>
                  <a:ext uri="{FF2B5EF4-FFF2-40B4-BE49-F238E27FC236}">
                    <a16:creationId xmlns:a16="http://schemas.microsoft.com/office/drawing/2014/main" id="{4AF1753A-1AEC-4ECE-9238-B4D00CAEB61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40" y="1415"/>
                <a:ext cx="155" cy="155"/>
              </a:xfrm>
              <a:custGeom>
                <a:avLst/>
                <a:gdLst>
                  <a:gd name="T0" fmla="*/ 0 w 466"/>
                  <a:gd name="T1" fmla="*/ 464 h 464"/>
                  <a:gd name="T2" fmla="*/ 465 w 466"/>
                  <a:gd name="T3" fmla="*/ 0 h 464"/>
                  <a:gd name="T4" fmla="*/ 466 w 466"/>
                  <a:gd name="T5" fmla="*/ 0 h 4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66" h="464">
                    <a:moveTo>
                      <a:pt x="0" y="464"/>
                    </a:moveTo>
                    <a:lnTo>
                      <a:pt x="465" y="0"/>
                    </a:lnTo>
                    <a:lnTo>
                      <a:pt x="466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1131" name="Freeform 59">
                <a:extLst>
                  <a:ext uri="{FF2B5EF4-FFF2-40B4-BE49-F238E27FC236}">
                    <a16:creationId xmlns:a16="http://schemas.microsoft.com/office/drawing/2014/main" id="{76F69A97-4193-4848-AA1F-593CF99AE7B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39" y="1116"/>
                <a:ext cx="155" cy="154"/>
              </a:xfrm>
              <a:custGeom>
                <a:avLst/>
                <a:gdLst>
                  <a:gd name="T0" fmla="*/ 0 w 464"/>
                  <a:gd name="T1" fmla="*/ 464 h 464"/>
                  <a:gd name="T2" fmla="*/ 463 w 464"/>
                  <a:gd name="T3" fmla="*/ 0 h 464"/>
                  <a:gd name="T4" fmla="*/ 464 w 464"/>
                  <a:gd name="T5" fmla="*/ 0 h 4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64" h="464">
                    <a:moveTo>
                      <a:pt x="0" y="464"/>
                    </a:moveTo>
                    <a:lnTo>
                      <a:pt x="463" y="0"/>
                    </a:lnTo>
                    <a:lnTo>
                      <a:pt x="464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1132" name="Freeform 60">
                <a:extLst>
                  <a:ext uri="{FF2B5EF4-FFF2-40B4-BE49-F238E27FC236}">
                    <a16:creationId xmlns:a16="http://schemas.microsoft.com/office/drawing/2014/main" id="{F907274C-D21D-4C2B-9A17-BD2B74CAC8B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40" y="1416"/>
                <a:ext cx="241" cy="241"/>
              </a:xfrm>
              <a:custGeom>
                <a:avLst/>
                <a:gdLst>
                  <a:gd name="T0" fmla="*/ 0 w 722"/>
                  <a:gd name="T1" fmla="*/ 721 h 721"/>
                  <a:gd name="T2" fmla="*/ 721 w 722"/>
                  <a:gd name="T3" fmla="*/ 0 h 721"/>
                  <a:gd name="T4" fmla="*/ 722 w 722"/>
                  <a:gd name="T5" fmla="*/ 0 h 7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722" h="721">
                    <a:moveTo>
                      <a:pt x="0" y="721"/>
                    </a:moveTo>
                    <a:lnTo>
                      <a:pt x="721" y="0"/>
                    </a:lnTo>
                    <a:lnTo>
                      <a:pt x="722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1133" name="Freeform 61">
                <a:extLst>
                  <a:ext uri="{FF2B5EF4-FFF2-40B4-BE49-F238E27FC236}">
                    <a16:creationId xmlns:a16="http://schemas.microsoft.com/office/drawing/2014/main" id="{CA785A87-BBE4-4689-8CFA-8FBF9B7BA28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26" y="1116"/>
                <a:ext cx="155" cy="154"/>
              </a:xfrm>
              <a:custGeom>
                <a:avLst/>
                <a:gdLst>
                  <a:gd name="T0" fmla="*/ 0 w 465"/>
                  <a:gd name="T1" fmla="*/ 464 h 464"/>
                  <a:gd name="T2" fmla="*/ 464 w 465"/>
                  <a:gd name="T3" fmla="*/ 0 h 464"/>
                  <a:gd name="T4" fmla="*/ 465 w 465"/>
                  <a:gd name="T5" fmla="*/ 0 h 4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65" h="464">
                    <a:moveTo>
                      <a:pt x="0" y="464"/>
                    </a:moveTo>
                    <a:lnTo>
                      <a:pt x="464" y="0"/>
                    </a:lnTo>
                    <a:lnTo>
                      <a:pt x="465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1134" name="Freeform 62">
                <a:extLst>
                  <a:ext uri="{FF2B5EF4-FFF2-40B4-BE49-F238E27FC236}">
                    <a16:creationId xmlns:a16="http://schemas.microsoft.com/office/drawing/2014/main" id="{567865E8-BD41-4D51-9BC1-93E498C2673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40" y="1589"/>
                <a:ext cx="155" cy="155"/>
              </a:xfrm>
              <a:custGeom>
                <a:avLst/>
                <a:gdLst>
                  <a:gd name="T0" fmla="*/ 0 w 466"/>
                  <a:gd name="T1" fmla="*/ 464 h 464"/>
                  <a:gd name="T2" fmla="*/ 465 w 466"/>
                  <a:gd name="T3" fmla="*/ 0 h 464"/>
                  <a:gd name="T4" fmla="*/ 466 w 466"/>
                  <a:gd name="T5" fmla="*/ 0 h 4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66" h="464">
                    <a:moveTo>
                      <a:pt x="0" y="464"/>
                    </a:moveTo>
                    <a:lnTo>
                      <a:pt x="465" y="0"/>
                    </a:lnTo>
                    <a:lnTo>
                      <a:pt x="466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1135" name="Freeform 63">
                <a:extLst>
                  <a:ext uri="{FF2B5EF4-FFF2-40B4-BE49-F238E27FC236}">
                    <a16:creationId xmlns:a16="http://schemas.microsoft.com/office/drawing/2014/main" id="{80A4AB5F-4C39-429C-B5AF-E10F4AA5129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13" y="1116"/>
                <a:ext cx="155" cy="154"/>
              </a:xfrm>
              <a:custGeom>
                <a:avLst/>
                <a:gdLst>
                  <a:gd name="T0" fmla="*/ 0 w 465"/>
                  <a:gd name="T1" fmla="*/ 464 h 464"/>
                  <a:gd name="T2" fmla="*/ 464 w 465"/>
                  <a:gd name="T3" fmla="*/ 0 h 464"/>
                  <a:gd name="T4" fmla="*/ 465 w 465"/>
                  <a:gd name="T5" fmla="*/ 0 h 4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65" h="464">
                    <a:moveTo>
                      <a:pt x="0" y="464"/>
                    </a:moveTo>
                    <a:lnTo>
                      <a:pt x="464" y="0"/>
                    </a:lnTo>
                    <a:lnTo>
                      <a:pt x="465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1136" name="Freeform 64">
                <a:extLst>
                  <a:ext uri="{FF2B5EF4-FFF2-40B4-BE49-F238E27FC236}">
                    <a16:creationId xmlns:a16="http://schemas.microsoft.com/office/drawing/2014/main" id="{D43AA60B-CB07-4595-92B5-8A7C96E553C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30" y="1449"/>
                <a:ext cx="106" cy="105"/>
              </a:xfrm>
              <a:custGeom>
                <a:avLst/>
                <a:gdLst>
                  <a:gd name="T0" fmla="*/ 0 w 317"/>
                  <a:gd name="T1" fmla="*/ 315 h 315"/>
                  <a:gd name="T2" fmla="*/ 316 w 317"/>
                  <a:gd name="T3" fmla="*/ 0 h 315"/>
                  <a:gd name="T4" fmla="*/ 317 w 317"/>
                  <a:gd name="T5" fmla="*/ 0 h 3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17" h="315">
                    <a:moveTo>
                      <a:pt x="0" y="315"/>
                    </a:moveTo>
                    <a:lnTo>
                      <a:pt x="316" y="0"/>
                    </a:lnTo>
                    <a:lnTo>
                      <a:pt x="317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1137" name="Freeform 65">
                <a:extLst>
                  <a:ext uri="{FF2B5EF4-FFF2-40B4-BE49-F238E27FC236}">
                    <a16:creationId xmlns:a16="http://schemas.microsoft.com/office/drawing/2014/main" id="{68BF1496-0603-49FE-BC5D-8EA776FCEE1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40" y="1677"/>
                <a:ext cx="155" cy="154"/>
              </a:xfrm>
              <a:custGeom>
                <a:avLst/>
                <a:gdLst>
                  <a:gd name="T0" fmla="*/ 0 w 466"/>
                  <a:gd name="T1" fmla="*/ 464 h 464"/>
                  <a:gd name="T2" fmla="*/ 465 w 466"/>
                  <a:gd name="T3" fmla="*/ 0 h 464"/>
                  <a:gd name="T4" fmla="*/ 466 w 466"/>
                  <a:gd name="T5" fmla="*/ 0 h 4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66" h="464">
                    <a:moveTo>
                      <a:pt x="0" y="464"/>
                    </a:moveTo>
                    <a:lnTo>
                      <a:pt x="465" y="0"/>
                    </a:lnTo>
                    <a:lnTo>
                      <a:pt x="466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1138" name="Freeform 66">
                <a:extLst>
                  <a:ext uri="{FF2B5EF4-FFF2-40B4-BE49-F238E27FC236}">
                    <a16:creationId xmlns:a16="http://schemas.microsoft.com/office/drawing/2014/main" id="{4DE92C90-1BCF-4633-8E14-B3A7BD39CD2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01" y="1116"/>
                <a:ext cx="155" cy="154"/>
              </a:xfrm>
              <a:custGeom>
                <a:avLst/>
                <a:gdLst>
                  <a:gd name="T0" fmla="*/ 0 w 465"/>
                  <a:gd name="T1" fmla="*/ 464 h 464"/>
                  <a:gd name="T2" fmla="*/ 464 w 465"/>
                  <a:gd name="T3" fmla="*/ 0 h 464"/>
                  <a:gd name="T4" fmla="*/ 465 w 465"/>
                  <a:gd name="T5" fmla="*/ 0 h 4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65" h="464">
                    <a:moveTo>
                      <a:pt x="0" y="464"/>
                    </a:moveTo>
                    <a:lnTo>
                      <a:pt x="464" y="0"/>
                    </a:lnTo>
                    <a:lnTo>
                      <a:pt x="465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1139" name="Freeform 67">
                <a:extLst>
                  <a:ext uri="{FF2B5EF4-FFF2-40B4-BE49-F238E27FC236}">
                    <a16:creationId xmlns:a16="http://schemas.microsoft.com/office/drawing/2014/main" id="{1FE7BAEC-420B-4F28-B244-BBDC110DB7A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17" y="1536"/>
                <a:ext cx="19" cy="18"/>
              </a:xfrm>
              <a:custGeom>
                <a:avLst/>
                <a:gdLst>
                  <a:gd name="T0" fmla="*/ 0 w 55"/>
                  <a:gd name="T1" fmla="*/ 53 h 53"/>
                  <a:gd name="T2" fmla="*/ 54 w 55"/>
                  <a:gd name="T3" fmla="*/ 0 h 53"/>
                  <a:gd name="T4" fmla="*/ 55 w 55"/>
                  <a:gd name="T5" fmla="*/ 0 h 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55" h="53">
                    <a:moveTo>
                      <a:pt x="0" y="53"/>
                    </a:moveTo>
                    <a:lnTo>
                      <a:pt x="54" y="0"/>
                    </a:lnTo>
                    <a:lnTo>
                      <a:pt x="55" y="0"/>
                    </a:lnTo>
                  </a:path>
                </a:pathLst>
              </a:cu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1140" name="Freeform 68">
                <a:extLst>
                  <a:ext uri="{FF2B5EF4-FFF2-40B4-BE49-F238E27FC236}">
                    <a16:creationId xmlns:a16="http://schemas.microsoft.com/office/drawing/2014/main" id="{7FB1329D-9048-4E27-8E50-5B8E8EED4CB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40" y="1709"/>
                <a:ext cx="210" cy="209"/>
              </a:xfrm>
              <a:custGeom>
                <a:avLst/>
                <a:gdLst>
                  <a:gd name="T0" fmla="*/ 0 w 631"/>
                  <a:gd name="T1" fmla="*/ 629 h 629"/>
                  <a:gd name="T2" fmla="*/ 630 w 631"/>
                  <a:gd name="T3" fmla="*/ 0 h 629"/>
                  <a:gd name="T4" fmla="*/ 631 w 631"/>
                  <a:gd name="T5" fmla="*/ 0 h 6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631" h="629">
                    <a:moveTo>
                      <a:pt x="0" y="629"/>
                    </a:moveTo>
                    <a:lnTo>
                      <a:pt x="630" y="0"/>
                    </a:lnTo>
                    <a:lnTo>
                      <a:pt x="631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1141" name="Freeform 69">
                <a:extLst>
                  <a:ext uri="{FF2B5EF4-FFF2-40B4-BE49-F238E27FC236}">
                    <a16:creationId xmlns:a16="http://schemas.microsoft.com/office/drawing/2014/main" id="{17D9E89C-3456-40A4-B0C7-CC1DFE7C29E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88" y="1076"/>
                <a:ext cx="194" cy="194"/>
              </a:xfrm>
              <a:custGeom>
                <a:avLst/>
                <a:gdLst>
                  <a:gd name="T0" fmla="*/ 0 w 581"/>
                  <a:gd name="T1" fmla="*/ 582 h 582"/>
                  <a:gd name="T2" fmla="*/ 580 w 581"/>
                  <a:gd name="T3" fmla="*/ 0 h 582"/>
                  <a:gd name="T4" fmla="*/ 581 w 581"/>
                  <a:gd name="T5" fmla="*/ 0 h 5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581" h="582">
                    <a:moveTo>
                      <a:pt x="0" y="582"/>
                    </a:moveTo>
                    <a:lnTo>
                      <a:pt x="580" y="0"/>
                    </a:lnTo>
                    <a:lnTo>
                      <a:pt x="581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1142" name="Freeform 70">
                <a:extLst>
                  <a:ext uri="{FF2B5EF4-FFF2-40B4-BE49-F238E27FC236}">
                    <a16:creationId xmlns:a16="http://schemas.microsoft.com/office/drawing/2014/main" id="{5039B96F-F1F1-4892-8547-3416E3EAD8C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71" y="1709"/>
                <a:ext cx="266" cy="266"/>
              </a:xfrm>
              <a:custGeom>
                <a:avLst/>
                <a:gdLst>
                  <a:gd name="T0" fmla="*/ 0 w 800"/>
                  <a:gd name="T1" fmla="*/ 800 h 800"/>
                  <a:gd name="T2" fmla="*/ 799 w 800"/>
                  <a:gd name="T3" fmla="*/ 0 h 800"/>
                  <a:gd name="T4" fmla="*/ 800 w 800"/>
                  <a:gd name="T5" fmla="*/ 0 h 8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800" h="800">
                    <a:moveTo>
                      <a:pt x="0" y="800"/>
                    </a:moveTo>
                    <a:lnTo>
                      <a:pt x="799" y="0"/>
                    </a:lnTo>
                    <a:lnTo>
                      <a:pt x="800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1143" name="Freeform 71">
                <a:extLst>
                  <a:ext uri="{FF2B5EF4-FFF2-40B4-BE49-F238E27FC236}">
                    <a16:creationId xmlns:a16="http://schemas.microsoft.com/office/drawing/2014/main" id="{259CDECE-19D7-4179-9D0C-457A84EC906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75" y="1120"/>
                <a:ext cx="150" cy="150"/>
              </a:xfrm>
              <a:custGeom>
                <a:avLst/>
                <a:gdLst>
                  <a:gd name="T0" fmla="*/ 0 w 451"/>
                  <a:gd name="T1" fmla="*/ 450 h 450"/>
                  <a:gd name="T2" fmla="*/ 450 w 451"/>
                  <a:gd name="T3" fmla="*/ 0 h 450"/>
                  <a:gd name="T4" fmla="*/ 451 w 451"/>
                  <a:gd name="T5" fmla="*/ 0 h 4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51" h="450">
                    <a:moveTo>
                      <a:pt x="0" y="450"/>
                    </a:moveTo>
                    <a:lnTo>
                      <a:pt x="450" y="0"/>
                    </a:lnTo>
                    <a:lnTo>
                      <a:pt x="451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1144" name="Freeform 72">
                <a:extLst>
                  <a:ext uri="{FF2B5EF4-FFF2-40B4-BE49-F238E27FC236}">
                    <a16:creationId xmlns:a16="http://schemas.microsoft.com/office/drawing/2014/main" id="{87299FD8-9E27-455E-B34E-7D4696A418E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39" y="1207"/>
                <a:ext cx="86" cy="87"/>
              </a:xfrm>
              <a:custGeom>
                <a:avLst/>
                <a:gdLst>
                  <a:gd name="T0" fmla="*/ 0 w 259"/>
                  <a:gd name="T1" fmla="*/ 259 h 259"/>
                  <a:gd name="T2" fmla="*/ 258 w 259"/>
                  <a:gd name="T3" fmla="*/ 0 h 259"/>
                  <a:gd name="T4" fmla="*/ 259 w 259"/>
                  <a:gd name="T5" fmla="*/ 0 h 2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59" h="259">
                    <a:moveTo>
                      <a:pt x="0" y="259"/>
                    </a:moveTo>
                    <a:lnTo>
                      <a:pt x="258" y="0"/>
                    </a:lnTo>
                    <a:lnTo>
                      <a:pt x="259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1145" name="Freeform 73">
                <a:extLst>
                  <a:ext uri="{FF2B5EF4-FFF2-40B4-BE49-F238E27FC236}">
                    <a16:creationId xmlns:a16="http://schemas.microsoft.com/office/drawing/2014/main" id="{5614484F-2482-4869-8BB4-9E038C9136B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70" y="1709"/>
                <a:ext cx="155" cy="155"/>
              </a:xfrm>
              <a:custGeom>
                <a:avLst/>
                <a:gdLst>
                  <a:gd name="T0" fmla="*/ 0 w 465"/>
                  <a:gd name="T1" fmla="*/ 465 h 465"/>
                  <a:gd name="T2" fmla="*/ 464 w 465"/>
                  <a:gd name="T3" fmla="*/ 0 h 465"/>
                  <a:gd name="T4" fmla="*/ 465 w 465"/>
                  <a:gd name="T5" fmla="*/ 0 h 4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65" h="465">
                    <a:moveTo>
                      <a:pt x="0" y="465"/>
                    </a:moveTo>
                    <a:lnTo>
                      <a:pt x="464" y="0"/>
                    </a:lnTo>
                    <a:lnTo>
                      <a:pt x="465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1146" name="Freeform 74">
                <a:extLst>
                  <a:ext uri="{FF2B5EF4-FFF2-40B4-BE49-F238E27FC236}">
                    <a16:creationId xmlns:a16="http://schemas.microsoft.com/office/drawing/2014/main" id="{73B8AAE0-9940-4F07-8580-FB2D240AD28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57" y="1709"/>
                <a:ext cx="155" cy="155"/>
              </a:xfrm>
              <a:custGeom>
                <a:avLst/>
                <a:gdLst>
                  <a:gd name="T0" fmla="*/ 0 w 464"/>
                  <a:gd name="T1" fmla="*/ 465 h 465"/>
                  <a:gd name="T2" fmla="*/ 463 w 464"/>
                  <a:gd name="T3" fmla="*/ 0 h 465"/>
                  <a:gd name="T4" fmla="*/ 464 w 464"/>
                  <a:gd name="T5" fmla="*/ 0 h 4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64" h="465">
                    <a:moveTo>
                      <a:pt x="0" y="465"/>
                    </a:moveTo>
                    <a:lnTo>
                      <a:pt x="463" y="0"/>
                    </a:lnTo>
                    <a:lnTo>
                      <a:pt x="464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1147" name="Freeform 75">
                <a:extLst>
                  <a:ext uri="{FF2B5EF4-FFF2-40B4-BE49-F238E27FC236}">
                    <a16:creationId xmlns:a16="http://schemas.microsoft.com/office/drawing/2014/main" id="{189F8F55-3B33-4B0F-8448-909AEDDE96B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79" y="1076"/>
                <a:ext cx="64" cy="64"/>
              </a:xfrm>
              <a:custGeom>
                <a:avLst/>
                <a:gdLst>
                  <a:gd name="T0" fmla="*/ 0 w 191"/>
                  <a:gd name="T1" fmla="*/ 192 h 192"/>
                  <a:gd name="T2" fmla="*/ 190 w 191"/>
                  <a:gd name="T3" fmla="*/ 0 h 192"/>
                  <a:gd name="T4" fmla="*/ 191 w 191"/>
                  <a:gd name="T5" fmla="*/ 0 h 1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91" h="192">
                    <a:moveTo>
                      <a:pt x="0" y="192"/>
                    </a:moveTo>
                    <a:lnTo>
                      <a:pt x="190" y="0"/>
                    </a:lnTo>
                    <a:lnTo>
                      <a:pt x="191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1148" name="Freeform 76">
                <a:extLst>
                  <a:ext uri="{FF2B5EF4-FFF2-40B4-BE49-F238E27FC236}">
                    <a16:creationId xmlns:a16="http://schemas.microsoft.com/office/drawing/2014/main" id="{E60E458B-0483-4E4F-8FE5-EC9EDF43EA5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10" y="1295"/>
                <a:ext cx="15" cy="14"/>
              </a:xfrm>
              <a:custGeom>
                <a:avLst/>
                <a:gdLst>
                  <a:gd name="T0" fmla="*/ 0 w 45"/>
                  <a:gd name="T1" fmla="*/ 43 h 43"/>
                  <a:gd name="T2" fmla="*/ 44 w 45"/>
                  <a:gd name="T3" fmla="*/ 0 h 43"/>
                  <a:gd name="T4" fmla="*/ 45 w 45"/>
                  <a:gd name="T5" fmla="*/ 0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5" h="43">
                    <a:moveTo>
                      <a:pt x="0" y="43"/>
                    </a:moveTo>
                    <a:lnTo>
                      <a:pt x="44" y="0"/>
                    </a:lnTo>
                    <a:lnTo>
                      <a:pt x="45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1149" name="Freeform 77">
                <a:extLst>
                  <a:ext uri="{FF2B5EF4-FFF2-40B4-BE49-F238E27FC236}">
                    <a16:creationId xmlns:a16="http://schemas.microsoft.com/office/drawing/2014/main" id="{1335761F-082C-4B16-8B07-A11961CD74A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44" y="1709"/>
                <a:ext cx="155" cy="155"/>
              </a:xfrm>
              <a:custGeom>
                <a:avLst/>
                <a:gdLst>
                  <a:gd name="T0" fmla="*/ 0 w 464"/>
                  <a:gd name="T1" fmla="*/ 465 h 465"/>
                  <a:gd name="T2" fmla="*/ 463 w 464"/>
                  <a:gd name="T3" fmla="*/ 0 h 465"/>
                  <a:gd name="T4" fmla="*/ 464 w 464"/>
                  <a:gd name="T5" fmla="*/ 0 h 4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64" h="465">
                    <a:moveTo>
                      <a:pt x="0" y="465"/>
                    </a:moveTo>
                    <a:lnTo>
                      <a:pt x="463" y="0"/>
                    </a:lnTo>
                    <a:lnTo>
                      <a:pt x="464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1150" name="Freeform 78">
                <a:extLst>
                  <a:ext uri="{FF2B5EF4-FFF2-40B4-BE49-F238E27FC236}">
                    <a16:creationId xmlns:a16="http://schemas.microsoft.com/office/drawing/2014/main" id="{529ED43D-931E-424D-AD0D-A1C0CAEFBBF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79" y="1141"/>
                <a:ext cx="87" cy="87"/>
              </a:xfrm>
              <a:custGeom>
                <a:avLst/>
                <a:gdLst>
                  <a:gd name="T0" fmla="*/ 0 w 259"/>
                  <a:gd name="T1" fmla="*/ 259 h 259"/>
                  <a:gd name="T2" fmla="*/ 258 w 259"/>
                  <a:gd name="T3" fmla="*/ 0 h 259"/>
                  <a:gd name="T4" fmla="*/ 259 w 259"/>
                  <a:gd name="T5" fmla="*/ 0 h 2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59" h="259">
                    <a:moveTo>
                      <a:pt x="0" y="259"/>
                    </a:moveTo>
                    <a:lnTo>
                      <a:pt x="258" y="0"/>
                    </a:lnTo>
                    <a:lnTo>
                      <a:pt x="259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1151" name="Freeform 79">
                <a:extLst>
                  <a:ext uri="{FF2B5EF4-FFF2-40B4-BE49-F238E27FC236}">
                    <a16:creationId xmlns:a16="http://schemas.microsoft.com/office/drawing/2014/main" id="{F5F8601B-5F0F-414B-BFFA-CFD128CECE6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31" y="1709"/>
                <a:ext cx="155" cy="155"/>
              </a:xfrm>
              <a:custGeom>
                <a:avLst/>
                <a:gdLst>
                  <a:gd name="T0" fmla="*/ 0 w 465"/>
                  <a:gd name="T1" fmla="*/ 465 h 465"/>
                  <a:gd name="T2" fmla="*/ 464 w 465"/>
                  <a:gd name="T3" fmla="*/ 0 h 465"/>
                  <a:gd name="T4" fmla="*/ 465 w 465"/>
                  <a:gd name="T5" fmla="*/ 0 h 4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65" h="465">
                    <a:moveTo>
                      <a:pt x="0" y="465"/>
                    </a:moveTo>
                    <a:lnTo>
                      <a:pt x="464" y="0"/>
                    </a:lnTo>
                    <a:lnTo>
                      <a:pt x="465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1152" name="Freeform 80">
                <a:extLst>
                  <a:ext uri="{FF2B5EF4-FFF2-40B4-BE49-F238E27FC236}">
                    <a16:creationId xmlns:a16="http://schemas.microsoft.com/office/drawing/2014/main" id="{AC1740A2-1F40-4127-863C-5E67FB1B852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85" y="1229"/>
                <a:ext cx="81" cy="80"/>
              </a:xfrm>
              <a:custGeom>
                <a:avLst/>
                <a:gdLst>
                  <a:gd name="T0" fmla="*/ 0 w 242"/>
                  <a:gd name="T1" fmla="*/ 241 h 241"/>
                  <a:gd name="T2" fmla="*/ 241 w 242"/>
                  <a:gd name="T3" fmla="*/ 0 h 241"/>
                  <a:gd name="T4" fmla="*/ 242 w 242"/>
                  <a:gd name="T5" fmla="*/ 0 h 2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42" h="241">
                    <a:moveTo>
                      <a:pt x="0" y="241"/>
                    </a:moveTo>
                    <a:lnTo>
                      <a:pt x="241" y="0"/>
                    </a:lnTo>
                    <a:lnTo>
                      <a:pt x="242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1153" name="Freeform 81">
                <a:extLst>
                  <a:ext uri="{FF2B5EF4-FFF2-40B4-BE49-F238E27FC236}">
                    <a16:creationId xmlns:a16="http://schemas.microsoft.com/office/drawing/2014/main" id="{58082911-1751-4408-BAFD-398F4510089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18" y="1709"/>
                <a:ext cx="155" cy="155"/>
              </a:xfrm>
              <a:custGeom>
                <a:avLst/>
                <a:gdLst>
                  <a:gd name="T0" fmla="*/ 0 w 465"/>
                  <a:gd name="T1" fmla="*/ 465 h 465"/>
                  <a:gd name="T2" fmla="*/ 464 w 465"/>
                  <a:gd name="T3" fmla="*/ 0 h 465"/>
                  <a:gd name="T4" fmla="*/ 465 w 465"/>
                  <a:gd name="T5" fmla="*/ 0 h 4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65" h="465">
                    <a:moveTo>
                      <a:pt x="0" y="465"/>
                    </a:moveTo>
                    <a:lnTo>
                      <a:pt x="464" y="0"/>
                    </a:lnTo>
                    <a:lnTo>
                      <a:pt x="465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1154" name="Freeform 82">
                <a:extLst>
                  <a:ext uri="{FF2B5EF4-FFF2-40B4-BE49-F238E27FC236}">
                    <a16:creationId xmlns:a16="http://schemas.microsoft.com/office/drawing/2014/main" id="{AC752D89-0ABF-4ACC-9F71-304555447F8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05" y="1670"/>
                <a:ext cx="194" cy="194"/>
              </a:xfrm>
              <a:custGeom>
                <a:avLst/>
                <a:gdLst>
                  <a:gd name="T0" fmla="*/ 0 w 582"/>
                  <a:gd name="T1" fmla="*/ 582 h 582"/>
                  <a:gd name="T2" fmla="*/ 581 w 582"/>
                  <a:gd name="T3" fmla="*/ 0 h 582"/>
                  <a:gd name="T4" fmla="*/ 582 w 582"/>
                  <a:gd name="T5" fmla="*/ 0 h 5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582" h="582">
                    <a:moveTo>
                      <a:pt x="0" y="582"/>
                    </a:moveTo>
                    <a:lnTo>
                      <a:pt x="581" y="0"/>
                    </a:lnTo>
                    <a:lnTo>
                      <a:pt x="582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1155" name="Freeform 83">
                <a:extLst>
                  <a:ext uri="{FF2B5EF4-FFF2-40B4-BE49-F238E27FC236}">
                    <a16:creationId xmlns:a16="http://schemas.microsoft.com/office/drawing/2014/main" id="{C91040B7-7850-48AD-9689-F04D71DB521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93" y="1731"/>
                <a:ext cx="132" cy="133"/>
              </a:xfrm>
              <a:custGeom>
                <a:avLst/>
                <a:gdLst>
                  <a:gd name="T0" fmla="*/ 0 w 398"/>
                  <a:gd name="T1" fmla="*/ 398 h 398"/>
                  <a:gd name="T2" fmla="*/ 397 w 398"/>
                  <a:gd name="T3" fmla="*/ 0 h 398"/>
                  <a:gd name="T4" fmla="*/ 398 w 398"/>
                  <a:gd name="T5" fmla="*/ 0 h 3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98" h="398">
                    <a:moveTo>
                      <a:pt x="0" y="398"/>
                    </a:moveTo>
                    <a:lnTo>
                      <a:pt x="397" y="0"/>
                    </a:lnTo>
                    <a:lnTo>
                      <a:pt x="398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1156" name="Freeform 84">
                <a:extLst>
                  <a:ext uri="{FF2B5EF4-FFF2-40B4-BE49-F238E27FC236}">
                    <a16:creationId xmlns:a16="http://schemas.microsoft.com/office/drawing/2014/main" id="{AF0CD0F5-5E65-441D-8DB6-DF4CF31A274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41" y="1818"/>
                <a:ext cx="84" cy="84"/>
              </a:xfrm>
              <a:custGeom>
                <a:avLst/>
                <a:gdLst>
                  <a:gd name="T0" fmla="*/ 0 w 254"/>
                  <a:gd name="T1" fmla="*/ 252 h 252"/>
                  <a:gd name="T2" fmla="*/ 253 w 254"/>
                  <a:gd name="T3" fmla="*/ 0 h 252"/>
                  <a:gd name="T4" fmla="*/ 254 w 254"/>
                  <a:gd name="T5" fmla="*/ 0 h 2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54" h="252">
                    <a:moveTo>
                      <a:pt x="0" y="252"/>
                    </a:moveTo>
                    <a:lnTo>
                      <a:pt x="253" y="0"/>
                    </a:lnTo>
                    <a:lnTo>
                      <a:pt x="254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1157" name="Freeform 85">
                <a:extLst>
                  <a:ext uri="{FF2B5EF4-FFF2-40B4-BE49-F238E27FC236}">
                    <a16:creationId xmlns:a16="http://schemas.microsoft.com/office/drawing/2014/main" id="{5F89C4AB-5EBA-4E78-A5A5-B3F9B3CE8A9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79" y="1670"/>
                <a:ext cx="82" cy="81"/>
              </a:xfrm>
              <a:custGeom>
                <a:avLst/>
                <a:gdLst>
                  <a:gd name="T0" fmla="*/ 0 w 244"/>
                  <a:gd name="T1" fmla="*/ 245 h 245"/>
                  <a:gd name="T2" fmla="*/ 243 w 244"/>
                  <a:gd name="T3" fmla="*/ 0 h 245"/>
                  <a:gd name="T4" fmla="*/ 244 w 244"/>
                  <a:gd name="T5" fmla="*/ 0 h 2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44" h="245">
                    <a:moveTo>
                      <a:pt x="0" y="245"/>
                    </a:moveTo>
                    <a:lnTo>
                      <a:pt x="243" y="0"/>
                    </a:lnTo>
                    <a:lnTo>
                      <a:pt x="244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1158" name="Freeform 86">
                <a:extLst>
                  <a:ext uri="{FF2B5EF4-FFF2-40B4-BE49-F238E27FC236}">
                    <a16:creationId xmlns:a16="http://schemas.microsoft.com/office/drawing/2014/main" id="{82DAED1D-BBD3-4DF7-875B-C839CCE0F91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79" y="1752"/>
                <a:ext cx="87" cy="86"/>
              </a:xfrm>
              <a:custGeom>
                <a:avLst/>
                <a:gdLst>
                  <a:gd name="T0" fmla="*/ 0 w 259"/>
                  <a:gd name="T1" fmla="*/ 258 h 258"/>
                  <a:gd name="T2" fmla="*/ 258 w 259"/>
                  <a:gd name="T3" fmla="*/ 0 h 258"/>
                  <a:gd name="T4" fmla="*/ 259 w 259"/>
                  <a:gd name="T5" fmla="*/ 0 h 2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59" h="258">
                    <a:moveTo>
                      <a:pt x="0" y="258"/>
                    </a:moveTo>
                    <a:lnTo>
                      <a:pt x="258" y="0"/>
                    </a:lnTo>
                    <a:lnTo>
                      <a:pt x="259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1159" name="Freeform 87">
                <a:extLst>
                  <a:ext uri="{FF2B5EF4-FFF2-40B4-BE49-F238E27FC236}">
                    <a16:creationId xmlns:a16="http://schemas.microsoft.com/office/drawing/2014/main" id="{664DA8AC-0AFF-4371-9D67-07F06B490EF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03" y="1840"/>
                <a:ext cx="63" cy="62"/>
              </a:xfrm>
              <a:custGeom>
                <a:avLst/>
                <a:gdLst>
                  <a:gd name="T0" fmla="*/ 0 w 189"/>
                  <a:gd name="T1" fmla="*/ 188 h 188"/>
                  <a:gd name="T2" fmla="*/ 188 w 189"/>
                  <a:gd name="T3" fmla="*/ 0 h 188"/>
                  <a:gd name="T4" fmla="*/ 189 w 189"/>
                  <a:gd name="T5" fmla="*/ 0 h 1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89" h="188">
                    <a:moveTo>
                      <a:pt x="0" y="188"/>
                    </a:moveTo>
                    <a:lnTo>
                      <a:pt x="188" y="0"/>
                    </a:lnTo>
                    <a:lnTo>
                      <a:pt x="189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1160" name="Rectangle 88">
                <a:extLst>
                  <a:ext uri="{FF2B5EF4-FFF2-40B4-BE49-F238E27FC236}">
                    <a16:creationId xmlns:a16="http://schemas.microsoft.com/office/drawing/2014/main" id="{2DA40B11-C0DC-4555-8C5E-A57A9BDAAD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756"/>
                <a:ext cx="352" cy="20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2000" i="1">
                    <a:latin typeface="宋体" panose="02010600030101010101" pitchFamily="2" charset="-122"/>
                  </a:rPr>
                  <a:t>A</a:t>
                </a:r>
                <a:r>
                  <a:rPr lang="zh-CN" altLang="en-US" sz="2000">
                    <a:latin typeface="宋体" panose="02010600030101010101" pitchFamily="2" charset="-122"/>
                  </a:rPr>
                  <a:t>－</a:t>
                </a:r>
                <a:r>
                  <a:rPr lang="en-US" altLang="zh-CN" sz="2000" i="1">
                    <a:latin typeface="宋体" panose="02010600030101010101" pitchFamily="2" charset="-122"/>
                  </a:rPr>
                  <a:t>A</a:t>
                </a:r>
                <a:endParaRPr lang="en-US" altLang="zh-CN" sz="2000"/>
              </a:p>
            </p:txBody>
          </p:sp>
          <p:sp>
            <p:nvSpPr>
              <p:cNvPr id="131161" name="Line 89">
                <a:extLst>
                  <a:ext uri="{FF2B5EF4-FFF2-40B4-BE49-F238E27FC236}">
                    <a16:creationId xmlns:a16="http://schemas.microsoft.com/office/drawing/2014/main" id="{7A245EF1-C8AC-46A5-8838-4D625939771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43" y="1076"/>
                <a:ext cx="0" cy="44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1162" name="Line 90">
                <a:extLst>
                  <a:ext uri="{FF2B5EF4-FFF2-40B4-BE49-F238E27FC236}">
                    <a16:creationId xmlns:a16="http://schemas.microsoft.com/office/drawing/2014/main" id="{808D3A03-2405-42C1-BE09-C96315A8BB6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39" y="1663"/>
                <a:ext cx="0" cy="4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1163" name="Line 91">
                <a:extLst>
                  <a:ext uri="{FF2B5EF4-FFF2-40B4-BE49-F238E27FC236}">
                    <a16:creationId xmlns:a16="http://schemas.microsoft.com/office/drawing/2014/main" id="{D1603646-CCB1-4E20-8A22-15231C488C9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439" y="1266"/>
                <a:ext cx="0" cy="47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1164" name="Line 92">
                <a:extLst>
                  <a:ext uri="{FF2B5EF4-FFF2-40B4-BE49-F238E27FC236}">
                    <a16:creationId xmlns:a16="http://schemas.microsoft.com/office/drawing/2014/main" id="{BEA49187-9E1A-4692-AB3A-5BDD7B4431E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439" y="1864"/>
                <a:ext cx="0" cy="4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31165" name="Group 93">
              <a:extLst>
                <a:ext uri="{FF2B5EF4-FFF2-40B4-BE49-F238E27FC236}">
                  <a16:creationId xmlns:a16="http://schemas.microsoft.com/office/drawing/2014/main" id="{7C8D6F65-5DE3-41C3-A784-74782C43351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4" y="1621"/>
              <a:ext cx="2602" cy="1144"/>
              <a:chOff x="401" y="2216"/>
              <a:chExt cx="2602" cy="1144"/>
            </a:xfrm>
          </p:grpSpPr>
          <p:sp>
            <p:nvSpPr>
              <p:cNvPr id="131166" name="Arc 94">
                <a:extLst>
                  <a:ext uri="{FF2B5EF4-FFF2-40B4-BE49-F238E27FC236}">
                    <a16:creationId xmlns:a16="http://schemas.microsoft.com/office/drawing/2014/main" id="{47E1A072-1ADF-45B5-B056-A877A8523D34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2601" y="2554"/>
                <a:ext cx="134" cy="268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1600"/>
                  <a:gd name="T1" fmla="*/ 0 h 43172"/>
                  <a:gd name="T2" fmla="*/ 1094 w 21600"/>
                  <a:gd name="T3" fmla="*/ 43172 h 43172"/>
                  <a:gd name="T4" fmla="*/ 0 w 21600"/>
                  <a:gd name="T5" fmla="*/ 21600 h 431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43172" fill="none" extrusionOk="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33104"/>
                      <a:pt x="12583" y="42589"/>
                      <a:pt x="1094" y="43172"/>
                    </a:cubicBezTo>
                  </a:path>
                  <a:path w="21600" h="43172" stroke="0" extrusionOk="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33104"/>
                      <a:pt x="12583" y="42589"/>
                      <a:pt x="1094" y="43172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1167" name="Oval 95">
                <a:extLst>
                  <a:ext uri="{FF2B5EF4-FFF2-40B4-BE49-F238E27FC236}">
                    <a16:creationId xmlns:a16="http://schemas.microsoft.com/office/drawing/2014/main" id="{9B0D9CA0-DE19-47BE-B141-3C4CAE86A6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73" y="2935"/>
                <a:ext cx="322" cy="320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1168" name="Oval 96">
                <a:extLst>
                  <a:ext uri="{FF2B5EF4-FFF2-40B4-BE49-F238E27FC236}">
                    <a16:creationId xmlns:a16="http://schemas.microsoft.com/office/drawing/2014/main" id="{890A8E5E-1FA8-4E2E-8F13-8E5E8BCCFC9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61" y="3021"/>
                <a:ext cx="142" cy="142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1169" name="Line 97">
                <a:extLst>
                  <a:ext uri="{FF2B5EF4-FFF2-40B4-BE49-F238E27FC236}">
                    <a16:creationId xmlns:a16="http://schemas.microsoft.com/office/drawing/2014/main" id="{0D5F2DF6-34B4-4012-983F-4A2080A225C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734" y="2839"/>
                <a:ext cx="623" cy="5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prstDash val="lg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1170" name="Arc 98">
                <a:extLst>
                  <a:ext uri="{FF2B5EF4-FFF2-40B4-BE49-F238E27FC236}">
                    <a16:creationId xmlns:a16="http://schemas.microsoft.com/office/drawing/2014/main" id="{70CECE13-5ADC-49BF-BE8E-07A85D00094C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1082" y="2314"/>
                <a:ext cx="719" cy="746"/>
              </a:xfrm>
              <a:custGeom>
                <a:avLst/>
                <a:gdLst>
                  <a:gd name="G0" fmla="+- 18979 0 0"/>
                  <a:gd name="G1" fmla="+- 21600 0 0"/>
                  <a:gd name="G2" fmla="+- 21600 0 0"/>
                  <a:gd name="T0" fmla="*/ 116 w 40579"/>
                  <a:gd name="T1" fmla="*/ 11077 h 43200"/>
                  <a:gd name="T2" fmla="*/ 0 w 40579"/>
                  <a:gd name="T3" fmla="*/ 31913 h 43200"/>
                  <a:gd name="T4" fmla="*/ 18979 w 40579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0579" h="43200" fill="none" extrusionOk="0">
                    <a:moveTo>
                      <a:pt x="115" y="11076"/>
                    </a:moveTo>
                    <a:cubicBezTo>
                      <a:pt x="3930" y="4238"/>
                      <a:pt x="11148" y="0"/>
                      <a:pt x="18979" y="0"/>
                    </a:cubicBezTo>
                    <a:cubicBezTo>
                      <a:pt x="30908" y="0"/>
                      <a:pt x="40579" y="9670"/>
                      <a:pt x="40579" y="21600"/>
                    </a:cubicBezTo>
                    <a:cubicBezTo>
                      <a:pt x="40579" y="33529"/>
                      <a:pt x="30908" y="43200"/>
                      <a:pt x="18979" y="43200"/>
                    </a:cubicBezTo>
                    <a:cubicBezTo>
                      <a:pt x="11062" y="43199"/>
                      <a:pt x="3779" y="38869"/>
                      <a:pt x="0" y="31912"/>
                    </a:cubicBezTo>
                  </a:path>
                  <a:path w="40579" h="43200" stroke="0" extrusionOk="0">
                    <a:moveTo>
                      <a:pt x="115" y="11076"/>
                    </a:moveTo>
                    <a:cubicBezTo>
                      <a:pt x="3930" y="4238"/>
                      <a:pt x="11148" y="0"/>
                      <a:pt x="18979" y="0"/>
                    </a:cubicBezTo>
                    <a:cubicBezTo>
                      <a:pt x="30908" y="0"/>
                      <a:pt x="40579" y="9670"/>
                      <a:pt x="40579" y="21600"/>
                    </a:cubicBezTo>
                    <a:cubicBezTo>
                      <a:pt x="40579" y="33529"/>
                      <a:pt x="30908" y="43200"/>
                      <a:pt x="18979" y="43200"/>
                    </a:cubicBezTo>
                    <a:cubicBezTo>
                      <a:pt x="11062" y="43199"/>
                      <a:pt x="3779" y="38869"/>
                      <a:pt x="0" y="31912"/>
                    </a:cubicBezTo>
                    <a:lnTo>
                      <a:pt x="18979" y="21600"/>
                    </a:lnTo>
                    <a:close/>
                  </a:path>
                </a:pathLst>
              </a:cu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1171" name="Arc 99">
                <a:extLst>
                  <a:ext uri="{FF2B5EF4-FFF2-40B4-BE49-F238E27FC236}">
                    <a16:creationId xmlns:a16="http://schemas.microsoft.com/office/drawing/2014/main" id="{F0B3D99E-3A0E-4164-8D92-846D9EB324D6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1206" y="2460"/>
                <a:ext cx="435" cy="446"/>
              </a:xfrm>
              <a:custGeom>
                <a:avLst/>
                <a:gdLst>
                  <a:gd name="G0" fmla="+- 20529 0 0"/>
                  <a:gd name="G1" fmla="+- 21600 0 0"/>
                  <a:gd name="G2" fmla="+- 21600 0 0"/>
                  <a:gd name="T0" fmla="*/ 6 w 42129"/>
                  <a:gd name="T1" fmla="*/ 14865 h 43200"/>
                  <a:gd name="T2" fmla="*/ 0 w 42129"/>
                  <a:gd name="T3" fmla="*/ 28316 h 43200"/>
                  <a:gd name="T4" fmla="*/ 20529 w 42129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2129" h="43200" fill="none" extrusionOk="0">
                    <a:moveTo>
                      <a:pt x="5" y="14864"/>
                    </a:moveTo>
                    <a:cubicBezTo>
                      <a:pt x="2916" y="5995"/>
                      <a:pt x="11194" y="0"/>
                      <a:pt x="20529" y="0"/>
                    </a:cubicBezTo>
                    <a:cubicBezTo>
                      <a:pt x="32458" y="0"/>
                      <a:pt x="42129" y="9670"/>
                      <a:pt x="42129" y="21600"/>
                    </a:cubicBezTo>
                    <a:cubicBezTo>
                      <a:pt x="42129" y="33529"/>
                      <a:pt x="32458" y="43200"/>
                      <a:pt x="20529" y="43200"/>
                    </a:cubicBezTo>
                    <a:cubicBezTo>
                      <a:pt x="11187" y="43199"/>
                      <a:pt x="2904" y="37194"/>
                      <a:pt x="-1" y="28316"/>
                    </a:cubicBezTo>
                  </a:path>
                  <a:path w="42129" h="43200" stroke="0" extrusionOk="0">
                    <a:moveTo>
                      <a:pt x="5" y="14864"/>
                    </a:moveTo>
                    <a:cubicBezTo>
                      <a:pt x="2916" y="5995"/>
                      <a:pt x="11194" y="0"/>
                      <a:pt x="20529" y="0"/>
                    </a:cubicBezTo>
                    <a:cubicBezTo>
                      <a:pt x="32458" y="0"/>
                      <a:pt x="42129" y="9670"/>
                      <a:pt x="42129" y="21600"/>
                    </a:cubicBezTo>
                    <a:cubicBezTo>
                      <a:pt x="42129" y="33529"/>
                      <a:pt x="32458" y="43200"/>
                      <a:pt x="20529" y="43200"/>
                    </a:cubicBezTo>
                    <a:cubicBezTo>
                      <a:pt x="11187" y="43199"/>
                      <a:pt x="2904" y="37194"/>
                      <a:pt x="-1" y="28316"/>
                    </a:cubicBezTo>
                    <a:lnTo>
                      <a:pt x="20529" y="21600"/>
                    </a:lnTo>
                    <a:close/>
                  </a:path>
                </a:pathLst>
              </a:cu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1172" name="Rectangle 100">
                <a:extLst>
                  <a:ext uri="{FF2B5EF4-FFF2-40B4-BE49-F238E27FC236}">
                    <a16:creationId xmlns:a16="http://schemas.microsoft.com/office/drawing/2014/main" id="{260B5C69-6CDC-4A92-8A7A-05A0643990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97" y="2470"/>
                <a:ext cx="106" cy="25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i="1">
                    <a:latin typeface="宋体" panose="02010600030101010101" pitchFamily="2" charset="-122"/>
                  </a:rPr>
                  <a:t>A</a:t>
                </a:r>
                <a:endParaRPr lang="en-US" altLang="zh-CN" i="1"/>
              </a:p>
            </p:txBody>
          </p:sp>
          <p:sp>
            <p:nvSpPr>
              <p:cNvPr id="131173" name="Freeform 101">
                <a:extLst>
                  <a:ext uri="{FF2B5EF4-FFF2-40B4-BE49-F238E27FC236}">
                    <a16:creationId xmlns:a16="http://schemas.microsoft.com/office/drawing/2014/main" id="{A9C0C08B-D42A-4269-9DCC-AF7B63A4B04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58" y="2687"/>
                <a:ext cx="620" cy="1"/>
              </a:xfrm>
              <a:custGeom>
                <a:avLst/>
                <a:gdLst>
                  <a:gd name="T0" fmla="*/ 0 w 620"/>
                  <a:gd name="T1" fmla="*/ 0 h 1"/>
                  <a:gd name="T2" fmla="*/ 620 w 620"/>
                  <a:gd name="T3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620" h="1">
                    <a:moveTo>
                      <a:pt x="0" y="0"/>
                    </a:moveTo>
                    <a:lnTo>
                      <a:pt x="620" y="1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1174" name="Freeform 102">
                <a:extLst>
                  <a:ext uri="{FF2B5EF4-FFF2-40B4-BE49-F238E27FC236}">
                    <a16:creationId xmlns:a16="http://schemas.microsoft.com/office/drawing/2014/main" id="{FEF001C2-DE36-410E-BCC4-8109EE22148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01" y="3016"/>
                <a:ext cx="888" cy="234"/>
              </a:xfrm>
              <a:custGeom>
                <a:avLst/>
                <a:gdLst>
                  <a:gd name="T0" fmla="*/ 0 w 2664"/>
                  <a:gd name="T1" fmla="*/ 0 h 701"/>
                  <a:gd name="T2" fmla="*/ 2663 w 2664"/>
                  <a:gd name="T3" fmla="*/ 701 h 701"/>
                  <a:gd name="T4" fmla="*/ 2664 w 2664"/>
                  <a:gd name="T5" fmla="*/ 701 h 7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664" h="701">
                    <a:moveTo>
                      <a:pt x="0" y="0"/>
                    </a:moveTo>
                    <a:lnTo>
                      <a:pt x="2663" y="701"/>
                    </a:lnTo>
                    <a:lnTo>
                      <a:pt x="2664" y="701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1175" name="Freeform 103">
                <a:extLst>
                  <a:ext uri="{FF2B5EF4-FFF2-40B4-BE49-F238E27FC236}">
                    <a16:creationId xmlns:a16="http://schemas.microsoft.com/office/drawing/2014/main" id="{1FEFDC7B-B569-442B-A17C-8F9EE73E63A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4" y="2481"/>
                <a:ext cx="880" cy="73"/>
              </a:xfrm>
              <a:custGeom>
                <a:avLst/>
                <a:gdLst>
                  <a:gd name="T0" fmla="*/ 0 w 2639"/>
                  <a:gd name="T1" fmla="*/ 0 h 218"/>
                  <a:gd name="T2" fmla="*/ 2638 w 2639"/>
                  <a:gd name="T3" fmla="*/ 218 h 218"/>
                  <a:gd name="T4" fmla="*/ 2639 w 2639"/>
                  <a:gd name="T5" fmla="*/ 218 h 2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639" h="218">
                    <a:moveTo>
                      <a:pt x="0" y="0"/>
                    </a:moveTo>
                    <a:lnTo>
                      <a:pt x="2638" y="218"/>
                    </a:lnTo>
                    <a:lnTo>
                      <a:pt x="2639" y="218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1176" name="Freeform 104">
                <a:extLst>
                  <a:ext uri="{FF2B5EF4-FFF2-40B4-BE49-F238E27FC236}">
                    <a16:creationId xmlns:a16="http://schemas.microsoft.com/office/drawing/2014/main" id="{5B041FC4-8E30-4059-8354-12C0FB7B175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29" y="2505"/>
                <a:ext cx="56" cy="55"/>
              </a:xfrm>
              <a:custGeom>
                <a:avLst/>
                <a:gdLst>
                  <a:gd name="T0" fmla="*/ 0 w 166"/>
                  <a:gd name="T1" fmla="*/ 166 h 166"/>
                  <a:gd name="T2" fmla="*/ 165 w 166"/>
                  <a:gd name="T3" fmla="*/ 0 h 166"/>
                  <a:gd name="T4" fmla="*/ 166 w 166"/>
                  <a:gd name="T5" fmla="*/ 0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66" h="166">
                    <a:moveTo>
                      <a:pt x="0" y="166"/>
                    </a:moveTo>
                    <a:lnTo>
                      <a:pt x="165" y="0"/>
                    </a:lnTo>
                    <a:lnTo>
                      <a:pt x="166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1177" name="Freeform 105">
                <a:extLst>
                  <a:ext uri="{FF2B5EF4-FFF2-40B4-BE49-F238E27FC236}">
                    <a16:creationId xmlns:a16="http://schemas.microsoft.com/office/drawing/2014/main" id="{401C6B43-C15C-435E-A6FF-CB76C4EC82A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5" y="2556"/>
                <a:ext cx="56" cy="55"/>
              </a:xfrm>
              <a:custGeom>
                <a:avLst/>
                <a:gdLst>
                  <a:gd name="T0" fmla="*/ 0 w 167"/>
                  <a:gd name="T1" fmla="*/ 165 h 165"/>
                  <a:gd name="T2" fmla="*/ 166 w 167"/>
                  <a:gd name="T3" fmla="*/ 0 h 165"/>
                  <a:gd name="T4" fmla="*/ 167 w 167"/>
                  <a:gd name="T5" fmla="*/ 0 h 1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67" h="165">
                    <a:moveTo>
                      <a:pt x="0" y="165"/>
                    </a:moveTo>
                    <a:lnTo>
                      <a:pt x="166" y="0"/>
                    </a:lnTo>
                    <a:lnTo>
                      <a:pt x="167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1178" name="Freeform 106">
                <a:extLst>
                  <a:ext uri="{FF2B5EF4-FFF2-40B4-BE49-F238E27FC236}">
                    <a16:creationId xmlns:a16="http://schemas.microsoft.com/office/drawing/2014/main" id="{5C083A82-2A0F-4E63-B093-953388EB47D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29" y="2762"/>
                <a:ext cx="60" cy="59"/>
              </a:xfrm>
              <a:custGeom>
                <a:avLst/>
                <a:gdLst>
                  <a:gd name="T0" fmla="*/ 0 w 179"/>
                  <a:gd name="T1" fmla="*/ 178 h 178"/>
                  <a:gd name="T2" fmla="*/ 178 w 179"/>
                  <a:gd name="T3" fmla="*/ 0 h 178"/>
                  <a:gd name="T4" fmla="*/ 179 w 179"/>
                  <a:gd name="T5" fmla="*/ 0 h 1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79" h="178">
                    <a:moveTo>
                      <a:pt x="0" y="178"/>
                    </a:moveTo>
                    <a:lnTo>
                      <a:pt x="178" y="0"/>
                    </a:lnTo>
                    <a:lnTo>
                      <a:pt x="179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1179" name="Freeform 107">
                <a:extLst>
                  <a:ext uri="{FF2B5EF4-FFF2-40B4-BE49-F238E27FC236}">
                    <a16:creationId xmlns:a16="http://schemas.microsoft.com/office/drawing/2014/main" id="{307DD666-0ACA-4976-8285-25F9E51D680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03" y="2505"/>
                <a:ext cx="43" cy="43"/>
              </a:xfrm>
              <a:custGeom>
                <a:avLst/>
                <a:gdLst>
                  <a:gd name="T0" fmla="*/ 0 w 130"/>
                  <a:gd name="T1" fmla="*/ 129 h 129"/>
                  <a:gd name="T2" fmla="*/ 129 w 130"/>
                  <a:gd name="T3" fmla="*/ 0 h 129"/>
                  <a:gd name="T4" fmla="*/ 130 w 130"/>
                  <a:gd name="T5" fmla="*/ 0 h 1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30" h="129">
                    <a:moveTo>
                      <a:pt x="0" y="129"/>
                    </a:moveTo>
                    <a:lnTo>
                      <a:pt x="129" y="0"/>
                    </a:lnTo>
                    <a:lnTo>
                      <a:pt x="130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1180" name="Freeform 108">
                <a:extLst>
                  <a:ext uri="{FF2B5EF4-FFF2-40B4-BE49-F238E27FC236}">
                    <a16:creationId xmlns:a16="http://schemas.microsoft.com/office/drawing/2014/main" id="{FA0CD7E7-4DDD-41DF-AFA4-8B2719F86EA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9" y="2818"/>
                <a:ext cx="52" cy="51"/>
              </a:xfrm>
              <a:custGeom>
                <a:avLst/>
                <a:gdLst>
                  <a:gd name="T0" fmla="*/ 0 w 154"/>
                  <a:gd name="T1" fmla="*/ 153 h 153"/>
                  <a:gd name="T2" fmla="*/ 153 w 154"/>
                  <a:gd name="T3" fmla="*/ 0 h 153"/>
                  <a:gd name="T4" fmla="*/ 154 w 154"/>
                  <a:gd name="T5" fmla="*/ 0 h 1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54" h="153">
                    <a:moveTo>
                      <a:pt x="0" y="153"/>
                    </a:moveTo>
                    <a:lnTo>
                      <a:pt x="153" y="0"/>
                    </a:lnTo>
                    <a:lnTo>
                      <a:pt x="154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1181" name="Freeform 109">
                <a:extLst>
                  <a:ext uri="{FF2B5EF4-FFF2-40B4-BE49-F238E27FC236}">
                    <a16:creationId xmlns:a16="http://schemas.microsoft.com/office/drawing/2014/main" id="{F89E6FAB-AE62-483E-8017-88D1E386818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27" y="2436"/>
                <a:ext cx="174" cy="175"/>
              </a:xfrm>
              <a:custGeom>
                <a:avLst/>
                <a:gdLst>
                  <a:gd name="T0" fmla="*/ 0 w 524"/>
                  <a:gd name="T1" fmla="*/ 524 h 524"/>
                  <a:gd name="T2" fmla="*/ 523 w 524"/>
                  <a:gd name="T3" fmla="*/ 0 h 524"/>
                  <a:gd name="T4" fmla="*/ 524 w 524"/>
                  <a:gd name="T5" fmla="*/ 0 h 5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524" h="524">
                    <a:moveTo>
                      <a:pt x="0" y="524"/>
                    </a:moveTo>
                    <a:lnTo>
                      <a:pt x="523" y="0"/>
                    </a:lnTo>
                    <a:lnTo>
                      <a:pt x="524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1182" name="Freeform 110">
                <a:extLst>
                  <a:ext uri="{FF2B5EF4-FFF2-40B4-BE49-F238E27FC236}">
                    <a16:creationId xmlns:a16="http://schemas.microsoft.com/office/drawing/2014/main" id="{29E4D46F-F89F-4A97-A972-AAAE99906E9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14" y="2495"/>
                <a:ext cx="116" cy="116"/>
              </a:xfrm>
              <a:custGeom>
                <a:avLst/>
                <a:gdLst>
                  <a:gd name="T0" fmla="*/ 0 w 349"/>
                  <a:gd name="T1" fmla="*/ 347 h 347"/>
                  <a:gd name="T2" fmla="*/ 348 w 349"/>
                  <a:gd name="T3" fmla="*/ 0 h 347"/>
                  <a:gd name="T4" fmla="*/ 349 w 349"/>
                  <a:gd name="T5" fmla="*/ 0 h 3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49" h="347">
                    <a:moveTo>
                      <a:pt x="0" y="347"/>
                    </a:moveTo>
                    <a:lnTo>
                      <a:pt x="348" y="0"/>
                    </a:lnTo>
                    <a:lnTo>
                      <a:pt x="349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1183" name="Freeform 111">
                <a:extLst>
                  <a:ext uri="{FF2B5EF4-FFF2-40B4-BE49-F238E27FC236}">
                    <a16:creationId xmlns:a16="http://schemas.microsoft.com/office/drawing/2014/main" id="{CE9996D5-452A-42C5-A3F8-419C6066861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03" y="2762"/>
                <a:ext cx="48" cy="47"/>
              </a:xfrm>
              <a:custGeom>
                <a:avLst/>
                <a:gdLst>
                  <a:gd name="T0" fmla="*/ 0 w 143"/>
                  <a:gd name="T1" fmla="*/ 142 h 142"/>
                  <a:gd name="T2" fmla="*/ 142 w 143"/>
                  <a:gd name="T3" fmla="*/ 0 h 142"/>
                  <a:gd name="T4" fmla="*/ 143 w 143"/>
                  <a:gd name="T5" fmla="*/ 0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43" h="142">
                    <a:moveTo>
                      <a:pt x="0" y="142"/>
                    </a:moveTo>
                    <a:lnTo>
                      <a:pt x="142" y="0"/>
                    </a:lnTo>
                    <a:lnTo>
                      <a:pt x="143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1184" name="Freeform 112">
                <a:extLst>
                  <a:ext uri="{FF2B5EF4-FFF2-40B4-BE49-F238E27FC236}">
                    <a16:creationId xmlns:a16="http://schemas.microsoft.com/office/drawing/2014/main" id="{29C57AC3-CCE9-4A91-8DD9-0DC74812E31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01" y="2602"/>
                <a:ext cx="9" cy="9"/>
              </a:xfrm>
              <a:custGeom>
                <a:avLst/>
                <a:gdLst>
                  <a:gd name="T0" fmla="*/ 0 w 28"/>
                  <a:gd name="T1" fmla="*/ 26 h 26"/>
                  <a:gd name="T2" fmla="*/ 27 w 28"/>
                  <a:gd name="T3" fmla="*/ 0 h 26"/>
                  <a:gd name="T4" fmla="*/ 28 w 28"/>
                  <a:gd name="T5" fmla="*/ 0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8" h="26">
                    <a:moveTo>
                      <a:pt x="0" y="26"/>
                    </a:moveTo>
                    <a:lnTo>
                      <a:pt x="27" y="0"/>
                    </a:lnTo>
                    <a:lnTo>
                      <a:pt x="28" y="0"/>
                    </a:lnTo>
                  </a:path>
                </a:pathLst>
              </a:cu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1185" name="Freeform 113">
                <a:extLst>
                  <a:ext uri="{FF2B5EF4-FFF2-40B4-BE49-F238E27FC236}">
                    <a16:creationId xmlns:a16="http://schemas.microsoft.com/office/drawing/2014/main" id="{36089D01-EB30-47C2-A892-4688F57FC87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31" y="2762"/>
                <a:ext cx="107" cy="107"/>
              </a:xfrm>
              <a:custGeom>
                <a:avLst/>
                <a:gdLst>
                  <a:gd name="T0" fmla="*/ 0 w 320"/>
                  <a:gd name="T1" fmla="*/ 320 h 320"/>
                  <a:gd name="T2" fmla="*/ 318 w 320"/>
                  <a:gd name="T3" fmla="*/ 0 h 320"/>
                  <a:gd name="T4" fmla="*/ 320 w 320"/>
                  <a:gd name="T5" fmla="*/ 0 h 3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20" h="320">
                    <a:moveTo>
                      <a:pt x="0" y="320"/>
                    </a:moveTo>
                    <a:lnTo>
                      <a:pt x="318" y="0"/>
                    </a:lnTo>
                    <a:lnTo>
                      <a:pt x="320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1186" name="Freeform 114">
                <a:extLst>
                  <a:ext uri="{FF2B5EF4-FFF2-40B4-BE49-F238E27FC236}">
                    <a16:creationId xmlns:a16="http://schemas.microsoft.com/office/drawing/2014/main" id="{1C0EF234-55BA-492E-BB28-7B403B2740B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98" y="2775"/>
                <a:ext cx="114" cy="114"/>
              </a:xfrm>
              <a:custGeom>
                <a:avLst/>
                <a:gdLst>
                  <a:gd name="T0" fmla="*/ 0 w 344"/>
                  <a:gd name="T1" fmla="*/ 343 h 343"/>
                  <a:gd name="T2" fmla="*/ 342 w 344"/>
                  <a:gd name="T3" fmla="*/ 0 h 343"/>
                  <a:gd name="T4" fmla="*/ 344 w 344"/>
                  <a:gd name="T5" fmla="*/ 0 h 3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44" h="343">
                    <a:moveTo>
                      <a:pt x="0" y="343"/>
                    </a:moveTo>
                    <a:lnTo>
                      <a:pt x="342" y="0"/>
                    </a:lnTo>
                    <a:lnTo>
                      <a:pt x="344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1187" name="Freeform 115">
                <a:extLst>
                  <a:ext uri="{FF2B5EF4-FFF2-40B4-BE49-F238E27FC236}">
                    <a16:creationId xmlns:a16="http://schemas.microsoft.com/office/drawing/2014/main" id="{9309A864-A9B0-4FD0-A7CE-C3DC46DE1F0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35" y="2829"/>
                <a:ext cx="110" cy="110"/>
              </a:xfrm>
              <a:custGeom>
                <a:avLst/>
                <a:gdLst>
                  <a:gd name="T0" fmla="*/ 0 w 330"/>
                  <a:gd name="T1" fmla="*/ 330 h 330"/>
                  <a:gd name="T2" fmla="*/ 329 w 330"/>
                  <a:gd name="T3" fmla="*/ 0 h 330"/>
                  <a:gd name="T4" fmla="*/ 330 w 330"/>
                  <a:gd name="T5" fmla="*/ 0 h 3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30" h="330">
                    <a:moveTo>
                      <a:pt x="0" y="330"/>
                    </a:moveTo>
                    <a:lnTo>
                      <a:pt x="329" y="0"/>
                    </a:lnTo>
                    <a:lnTo>
                      <a:pt x="330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1188" name="Freeform 116">
                <a:extLst>
                  <a:ext uri="{FF2B5EF4-FFF2-40B4-BE49-F238E27FC236}">
                    <a16:creationId xmlns:a16="http://schemas.microsoft.com/office/drawing/2014/main" id="{46763BDD-BE0C-4237-AD3A-8C07E590971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80" y="2871"/>
                <a:ext cx="111" cy="110"/>
              </a:xfrm>
              <a:custGeom>
                <a:avLst/>
                <a:gdLst>
                  <a:gd name="T0" fmla="*/ 0 w 332"/>
                  <a:gd name="T1" fmla="*/ 332 h 332"/>
                  <a:gd name="T2" fmla="*/ 331 w 332"/>
                  <a:gd name="T3" fmla="*/ 0 h 332"/>
                  <a:gd name="T4" fmla="*/ 332 w 332"/>
                  <a:gd name="T5" fmla="*/ 0 h 3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32" h="332">
                    <a:moveTo>
                      <a:pt x="0" y="332"/>
                    </a:moveTo>
                    <a:lnTo>
                      <a:pt x="331" y="0"/>
                    </a:lnTo>
                    <a:lnTo>
                      <a:pt x="332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1189" name="Freeform 117">
                <a:extLst>
                  <a:ext uri="{FF2B5EF4-FFF2-40B4-BE49-F238E27FC236}">
                    <a16:creationId xmlns:a16="http://schemas.microsoft.com/office/drawing/2014/main" id="{B3B57599-325A-423E-9707-F5EB8E56D7E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12" y="2717"/>
                <a:ext cx="1" cy="235"/>
              </a:xfrm>
              <a:custGeom>
                <a:avLst/>
                <a:gdLst>
                  <a:gd name="T0" fmla="*/ 0 w 1"/>
                  <a:gd name="T1" fmla="*/ 0 h 705"/>
                  <a:gd name="T2" fmla="*/ 0 w 1"/>
                  <a:gd name="T3" fmla="*/ 705 h 705"/>
                  <a:gd name="T4" fmla="*/ 1 w 1"/>
                  <a:gd name="T5" fmla="*/ 705 h 7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705">
                    <a:moveTo>
                      <a:pt x="0" y="0"/>
                    </a:moveTo>
                    <a:lnTo>
                      <a:pt x="0" y="705"/>
                    </a:lnTo>
                    <a:lnTo>
                      <a:pt x="1" y="705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1190" name="Freeform 118">
                <a:extLst>
                  <a:ext uri="{FF2B5EF4-FFF2-40B4-BE49-F238E27FC236}">
                    <a16:creationId xmlns:a16="http://schemas.microsoft.com/office/drawing/2014/main" id="{B1440FEF-C7BA-4536-8603-EDCC91C56E5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7" y="2619"/>
                <a:ext cx="1" cy="350"/>
              </a:xfrm>
              <a:custGeom>
                <a:avLst/>
                <a:gdLst>
                  <a:gd name="T0" fmla="*/ 0 w 2"/>
                  <a:gd name="T1" fmla="*/ 0 h 1048"/>
                  <a:gd name="T2" fmla="*/ 0 w 2"/>
                  <a:gd name="T3" fmla="*/ 1048 h 1048"/>
                  <a:gd name="T4" fmla="*/ 2 w 2"/>
                  <a:gd name="T5" fmla="*/ 1048 h 10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1048">
                    <a:moveTo>
                      <a:pt x="0" y="0"/>
                    </a:moveTo>
                    <a:lnTo>
                      <a:pt x="0" y="1048"/>
                    </a:lnTo>
                    <a:lnTo>
                      <a:pt x="2" y="1048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1191" name="Freeform 119">
                <a:extLst>
                  <a:ext uri="{FF2B5EF4-FFF2-40B4-BE49-F238E27FC236}">
                    <a16:creationId xmlns:a16="http://schemas.microsoft.com/office/drawing/2014/main" id="{6D50349E-1CB2-4D94-8EEA-2A0A5A5AE56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23" y="2868"/>
                <a:ext cx="363" cy="1"/>
              </a:xfrm>
              <a:custGeom>
                <a:avLst/>
                <a:gdLst>
                  <a:gd name="T0" fmla="*/ 0 w 363"/>
                  <a:gd name="T1" fmla="*/ 1 h 1"/>
                  <a:gd name="T2" fmla="*/ 363 w 363"/>
                  <a:gd name="T3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363" h="1">
                    <a:moveTo>
                      <a:pt x="0" y="1"/>
                    </a:moveTo>
                    <a:lnTo>
                      <a:pt x="363" y="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1192" name="Freeform 120">
                <a:extLst>
                  <a:ext uri="{FF2B5EF4-FFF2-40B4-BE49-F238E27FC236}">
                    <a16:creationId xmlns:a16="http://schemas.microsoft.com/office/drawing/2014/main" id="{D0C67EF0-E2AB-4E18-9A76-CAB3E919149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29" y="2762"/>
                <a:ext cx="478" cy="1"/>
              </a:xfrm>
              <a:custGeom>
                <a:avLst/>
                <a:gdLst>
                  <a:gd name="T0" fmla="*/ 0 w 1433"/>
                  <a:gd name="T1" fmla="*/ 1432 w 1433"/>
                  <a:gd name="T2" fmla="*/ 1433 w 1433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433">
                    <a:moveTo>
                      <a:pt x="0" y="0"/>
                    </a:moveTo>
                    <a:lnTo>
                      <a:pt x="1432" y="0"/>
                    </a:lnTo>
                    <a:lnTo>
                      <a:pt x="1433" y="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1193" name="Freeform 121">
                <a:extLst>
                  <a:ext uri="{FF2B5EF4-FFF2-40B4-BE49-F238E27FC236}">
                    <a16:creationId xmlns:a16="http://schemas.microsoft.com/office/drawing/2014/main" id="{0C652A59-B2D9-444A-929D-66638DF2C15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29" y="2762"/>
                <a:ext cx="1" cy="107"/>
              </a:xfrm>
              <a:custGeom>
                <a:avLst/>
                <a:gdLst>
                  <a:gd name="T0" fmla="*/ 0 w 1"/>
                  <a:gd name="T1" fmla="*/ 0 h 320"/>
                  <a:gd name="T2" fmla="*/ 0 w 1"/>
                  <a:gd name="T3" fmla="*/ 320 h 320"/>
                  <a:gd name="T4" fmla="*/ 1 w 1"/>
                  <a:gd name="T5" fmla="*/ 320 h 3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320">
                    <a:moveTo>
                      <a:pt x="0" y="0"/>
                    </a:moveTo>
                    <a:lnTo>
                      <a:pt x="0" y="320"/>
                    </a:lnTo>
                    <a:lnTo>
                      <a:pt x="1" y="32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1194" name="Freeform 122">
                <a:extLst>
                  <a:ext uri="{FF2B5EF4-FFF2-40B4-BE49-F238E27FC236}">
                    <a16:creationId xmlns:a16="http://schemas.microsoft.com/office/drawing/2014/main" id="{11A4035B-1463-4759-B01A-1830981E575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20" y="2762"/>
                <a:ext cx="1" cy="107"/>
              </a:xfrm>
              <a:custGeom>
                <a:avLst/>
                <a:gdLst>
                  <a:gd name="T0" fmla="*/ 0 w 1"/>
                  <a:gd name="T1" fmla="*/ 0 h 320"/>
                  <a:gd name="T2" fmla="*/ 0 w 1"/>
                  <a:gd name="T3" fmla="*/ 320 h 320"/>
                  <a:gd name="T4" fmla="*/ 1 w 1"/>
                  <a:gd name="T5" fmla="*/ 320 h 3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320">
                    <a:moveTo>
                      <a:pt x="0" y="0"/>
                    </a:moveTo>
                    <a:lnTo>
                      <a:pt x="0" y="320"/>
                    </a:lnTo>
                    <a:lnTo>
                      <a:pt x="1" y="32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1195" name="Freeform 123">
                <a:extLst>
                  <a:ext uri="{FF2B5EF4-FFF2-40B4-BE49-F238E27FC236}">
                    <a16:creationId xmlns:a16="http://schemas.microsoft.com/office/drawing/2014/main" id="{EFF01046-4190-40BD-8862-589026E1748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99" y="2901"/>
                <a:ext cx="154" cy="95"/>
              </a:xfrm>
              <a:custGeom>
                <a:avLst/>
                <a:gdLst>
                  <a:gd name="T0" fmla="*/ 154 w 154"/>
                  <a:gd name="T1" fmla="*/ 0 h 95"/>
                  <a:gd name="T2" fmla="*/ 118 w 154"/>
                  <a:gd name="T3" fmla="*/ 24 h 95"/>
                  <a:gd name="T4" fmla="*/ 88 w 154"/>
                  <a:gd name="T5" fmla="*/ 62 h 95"/>
                  <a:gd name="T6" fmla="*/ 38 w 154"/>
                  <a:gd name="T7" fmla="*/ 69 h 95"/>
                  <a:gd name="T8" fmla="*/ 0 w 154"/>
                  <a:gd name="T9" fmla="*/ 95 h 95"/>
                  <a:gd name="T10" fmla="*/ 0 w 154"/>
                  <a:gd name="T11" fmla="*/ 95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54" h="95">
                    <a:moveTo>
                      <a:pt x="154" y="0"/>
                    </a:moveTo>
                    <a:lnTo>
                      <a:pt x="118" y="24"/>
                    </a:lnTo>
                    <a:lnTo>
                      <a:pt x="88" y="62"/>
                    </a:lnTo>
                    <a:lnTo>
                      <a:pt x="38" y="69"/>
                    </a:lnTo>
                    <a:lnTo>
                      <a:pt x="0" y="95"/>
                    </a:lnTo>
                    <a:lnTo>
                      <a:pt x="0" y="95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1196" name="Freeform 124">
                <a:extLst>
                  <a:ext uri="{FF2B5EF4-FFF2-40B4-BE49-F238E27FC236}">
                    <a16:creationId xmlns:a16="http://schemas.microsoft.com/office/drawing/2014/main" id="{0F472E36-D97E-410E-8DBC-ED257463B52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03" y="2762"/>
                <a:ext cx="1" cy="107"/>
              </a:xfrm>
              <a:custGeom>
                <a:avLst/>
                <a:gdLst>
                  <a:gd name="T0" fmla="*/ 0 w 1"/>
                  <a:gd name="T1" fmla="*/ 0 h 320"/>
                  <a:gd name="T2" fmla="*/ 0 w 1"/>
                  <a:gd name="T3" fmla="*/ 320 h 320"/>
                  <a:gd name="T4" fmla="*/ 1 w 1"/>
                  <a:gd name="T5" fmla="*/ 320 h 3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320">
                    <a:moveTo>
                      <a:pt x="0" y="0"/>
                    </a:moveTo>
                    <a:lnTo>
                      <a:pt x="0" y="320"/>
                    </a:lnTo>
                    <a:lnTo>
                      <a:pt x="1" y="32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1197" name="Freeform 125">
                <a:extLst>
                  <a:ext uri="{FF2B5EF4-FFF2-40B4-BE49-F238E27FC236}">
                    <a16:creationId xmlns:a16="http://schemas.microsoft.com/office/drawing/2014/main" id="{16111F72-5BCB-4187-976C-B510C8D3956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7" y="3025"/>
                <a:ext cx="1" cy="131"/>
              </a:xfrm>
              <a:custGeom>
                <a:avLst/>
                <a:gdLst>
                  <a:gd name="T0" fmla="*/ 0 w 2"/>
                  <a:gd name="T1" fmla="*/ 0 h 391"/>
                  <a:gd name="T2" fmla="*/ 0 w 2"/>
                  <a:gd name="T3" fmla="*/ 391 h 391"/>
                  <a:gd name="T4" fmla="*/ 2 w 2"/>
                  <a:gd name="T5" fmla="*/ 391 h 3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391">
                    <a:moveTo>
                      <a:pt x="0" y="0"/>
                    </a:moveTo>
                    <a:lnTo>
                      <a:pt x="0" y="391"/>
                    </a:lnTo>
                    <a:lnTo>
                      <a:pt x="2" y="391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1198" name="Freeform 126">
                <a:extLst>
                  <a:ext uri="{FF2B5EF4-FFF2-40B4-BE49-F238E27FC236}">
                    <a16:creationId xmlns:a16="http://schemas.microsoft.com/office/drawing/2014/main" id="{16099CB9-113C-4274-A943-8A0DBC05773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7" y="2993"/>
                <a:ext cx="1" cy="11"/>
              </a:xfrm>
              <a:custGeom>
                <a:avLst/>
                <a:gdLst>
                  <a:gd name="T0" fmla="*/ 0 w 2"/>
                  <a:gd name="T1" fmla="*/ 0 h 33"/>
                  <a:gd name="T2" fmla="*/ 0 w 2"/>
                  <a:gd name="T3" fmla="*/ 33 h 33"/>
                  <a:gd name="T4" fmla="*/ 2 w 2"/>
                  <a:gd name="T5" fmla="*/ 33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33">
                    <a:moveTo>
                      <a:pt x="0" y="0"/>
                    </a:moveTo>
                    <a:lnTo>
                      <a:pt x="0" y="33"/>
                    </a:lnTo>
                    <a:lnTo>
                      <a:pt x="2" y="33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1199" name="Freeform 127">
                <a:extLst>
                  <a:ext uri="{FF2B5EF4-FFF2-40B4-BE49-F238E27FC236}">
                    <a16:creationId xmlns:a16="http://schemas.microsoft.com/office/drawing/2014/main" id="{19953BE6-BE19-4C0B-9412-AF9E692B644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25" y="2687"/>
                <a:ext cx="443" cy="1"/>
              </a:xfrm>
              <a:custGeom>
                <a:avLst/>
                <a:gdLst>
                  <a:gd name="T0" fmla="*/ 0 w 1329"/>
                  <a:gd name="T1" fmla="*/ 1328 w 1329"/>
                  <a:gd name="T2" fmla="*/ 1329 w 1329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329">
                    <a:moveTo>
                      <a:pt x="0" y="0"/>
                    </a:moveTo>
                    <a:lnTo>
                      <a:pt x="1328" y="0"/>
                    </a:lnTo>
                    <a:lnTo>
                      <a:pt x="1329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1200" name="Freeform 128">
                <a:extLst>
                  <a:ext uri="{FF2B5EF4-FFF2-40B4-BE49-F238E27FC236}">
                    <a16:creationId xmlns:a16="http://schemas.microsoft.com/office/drawing/2014/main" id="{AE4D3275-34A5-49DD-AA13-44F14449B6C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29" y="2611"/>
                <a:ext cx="478" cy="1"/>
              </a:xfrm>
              <a:custGeom>
                <a:avLst/>
                <a:gdLst>
                  <a:gd name="T0" fmla="*/ 0 w 1433"/>
                  <a:gd name="T1" fmla="*/ 1432 w 1433"/>
                  <a:gd name="T2" fmla="*/ 1433 w 1433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433">
                    <a:moveTo>
                      <a:pt x="0" y="0"/>
                    </a:moveTo>
                    <a:lnTo>
                      <a:pt x="1432" y="0"/>
                    </a:lnTo>
                    <a:lnTo>
                      <a:pt x="1433" y="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1201" name="Freeform 129">
                <a:extLst>
                  <a:ext uri="{FF2B5EF4-FFF2-40B4-BE49-F238E27FC236}">
                    <a16:creationId xmlns:a16="http://schemas.microsoft.com/office/drawing/2014/main" id="{A1AF0F2F-0D8F-4B65-BAA9-710F4721640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29" y="2505"/>
                <a:ext cx="357" cy="1"/>
              </a:xfrm>
              <a:custGeom>
                <a:avLst/>
                <a:gdLst>
                  <a:gd name="T0" fmla="*/ 0 w 357"/>
                  <a:gd name="T1" fmla="*/ 0 h 1"/>
                  <a:gd name="T2" fmla="*/ 357 w 357"/>
                  <a:gd name="T3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357" h="1">
                    <a:moveTo>
                      <a:pt x="0" y="0"/>
                    </a:moveTo>
                    <a:lnTo>
                      <a:pt x="357" y="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1202" name="Freeform 130">
                <a:extLst>
                  <a:ext uri="{FF2B5EF4-FFF2-40B4-BE49-F238E27FC236}">
                    <a16:creationId xmlns:a16="http://schemas.microsoft.com/office/drawing/2014/main" id="{081D89FE-1537-446C-B5BC-6BDCC22DA72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20" y="2505"/>
                <a:ext cx="1" cy="106"/>
              </a:xfrm>
              <a:custGeom>
                <a:avLst/>
                <a:gdLst>
                  <a:gd name="T0" fmla="*/ 0 w 1"/>
                  <a:gd name="T1" fmla="*/ 319 h 319"/>
                  <a:gd name="T2" fmla="*/ 0 w 1"/>
                  <a:gd name="T3" fmla="*/ 0 h 319"/>
                  <a:gd name="T4" fmla="*/ 1 w 1"/>
                  <a:gd name="T5" fmla="*/ 0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319">
                    <a:moveTo>
                      <a:pt x="0" y="319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1203" name="Freeform 131">
                <a:extLst>
                  <a:ext uri="{FF2B5EF4-FFF2-40B4-BE49-F238E27FC236}">
                    <a16:creationId xmlns:a16="http://schemas.microsoft.com/office/drawing/2014/main" id="{4C518C96-E5CD-4172-82C2-08A0379940A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29" y="2505"/>
                <a:ext cx="1" cy="106"/>
              </a:xfrm>
              <a:custGeom>
                <a:avLst/>
                <a:gdLst>
                  <a:gd name="T0" fmla="*/ 0 w 1"/>
                  <a:gd name="T1" fmla="*/ 319 h 319"/>
                  <a:gd name="T2" fmla="*/ 0 w 1"/>
                  <a:gd name="T3" fmla="*/ 0 h 319"/>
                  <a:gd name="T4" fmla="*/ 1 w 1"/>
                  <a:gd name="T5" fmla="*/ 0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319">
                    <a:moveTo>
                      <a:pt x="0" y="319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1204" name="Freeform 132">
                <a:extLst>
                  <a:ext uri="{FF2B5EF4-FFF2-40B4-BE49-F238E27FC236}">
                    <a16:creationId xmlns:a16="http://schemas.microsoft.com/office/drawing/2014/main" id="{9034C48D-ED23-47D2-96DB-AAAB518E950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72" y="2398"/>
                <a:ext cx="102" cy="117"/>
              </a:xfrm>
              <a:custGeom>
                <a:avLst/>
                <a:gdLst>
                  <a:gd name="T0" fmla="*/ 0 w 102"/>
                  <a:gd name="T1" fmla="*/ 0 h 117"/>
                  <a:gd name="T2" fmla="*/ 49 w 102"/>
                  <a:gd name="T3" fmla="*/ 50 h 117"/>
                  <a:gd name="T4" fmla="*/ 63 w 102"/>
                  <a:gd name="T5" fmla="*/ 101 h 117"/>
                  <a:gd name="T6" fmla="*/ 102 w 102"/>
                  <a:gd name="T7" fmla="*/ 117 h 117"/>
                  <a:gd name="T8" fmla="*/ 102 w 102"/>
                  <a:gd name="T9" fmla="*/ 117 h 1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2" h="117">
                    <a:moveTo>
                      <a:pt x="0" y="0"/>
                    </a:moveTo>
                    <a:lnTo>
                      <a:pt x="49" y="50"/>
                    </a:lnTo>
                    <a:lnTo>
                      <a:pt x="63" y="101"/>
                    </a:lnTo>
                    <a:lnTo>
                      <a:pt x="102" y="117"/>
                    </a:lnTo>
                    <a:lnTo>
                      <a:pt x="102" y="117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1205" name="Freeform 133">
                <a:extLst>
                  <a:ext uri="{FF2B5EF4-FFF2-40B4-BE49-F238E27FC236}">
                    <a16:creationId xmlns:a16="http://schemas.microsoft.com/office/drawing/2014/main" id="{179BC908-505B-4ACF-B3B2-B394EAE27BF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12" y="2443"/>
                <a:ext cx="1" cy="230"/>
              </a:xfrm>
              <a:custGeom>
                <a:avLst/>
                <a:gdLst>
                  <a:gd name="T0" fmla="*/ 0 w 1"/>
                  <a:gd name="T1" fmla="*/ 0 h 689"/>
                  <a:gd name="T2" fmla="*/ 0 w 1"/>
                  <a:gd name="T3" fmla="*/ 689 h 689"/>
                  <a:gd name="T4" fmla="*/ 1 w 1"/>
                  <a:gd name="T5" fmla="*/ 689 h 6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689">
                    <a:moveTo>
                      <a:pt x="0" y="0"/>
                    </a:moveTo>
                    <a:lnTo>
                      <a:pt x="0" y="689"/>
                    </a:lnTo>
                    <a:lnTo>
                      <a:pt x="1" y="689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1206" name="Freeform 134">
                <a:extLst>
                  <a:ext uri="{FF2B5EF4-FFF2-40B4-BE49-F238E27FC236}">
                    <a16:creationId xmlns:a16="http://schemas.microsoft.com/office/drawing/2014/main" id="{56121E72-61BE-4107-963A-0E844BE220B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03" y="2505"/>
                <a:ext cx="1" cy="106"/>
              </a:xfrm>
              <a:custGeom>
                <a:avLst/>
                <a:gdLst>
                  <a:gd name="T0" fmla="*/ 0 w 1"/>
                  <a:gd name="T1" fmla="*/ 319 h 319"/>
                  <a:gd name="T2" fmla="*/ 0 w 1"/>
                  <a:gd name="T3" fmla="*/ 0 h 319"/>
                  <a:gd name="T4" fmla="*/ 1 w 1"/>
                  <a:gd name="T5" fmla="*/ 0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319">
                    <a:moveTo>
                      <a:pt x="0" y="319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1207" name="Freeform 135">
                <a:extLst>
                  <a:ext uri="{FF2B5EF4-FFF2-40B4-BE49-F238E27FC236}">
                    <a16:creationId xmlns:a16="http://schemas.microsoft.com/office/drawing/2014/main" id="{9039C314-CFB0-4706-8B19-8C57900319F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99" y="2687"/>
                <a:ext cx="31" cy="1"/>
              </a:xfrm>
              <a:custGeom>
                <a:avLst/>
                <a:gdLst>
                  <a:gd name="T0" fmla="*/ 0 w 94"/>
                  <a:gd name="T1" fmla="*/ 93 w 94"/>
                  <a:gd name="T2" fmla="*/ 94 w 94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94">
                    <a:moveTo>
                      <a:pt x="0" y="0"/>
                    </a:moveTo>
                    <a:lnTo>
                      <a:pt x="93" y="0"/>
                    </a:lnTo>
                    <a:lnTo>
                      <a:pt x="94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1208" name="Freeform 136">
                <a:extLst>
                  <a:ext uri="{FF2B5EF4-FFF2-40B4-BE49-F238E27FC236}">
                    <a16:creationId xmlns:a16="http://schemas.microsoft.com/office/drawing/2014/main" id="{259E7CEB-CB84-4E7C-886E-815E358969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7" y="2216"/>
                <a:ext cx="1" cy="322"/>
              </a:xfrm>
              <a:custGeom>
                <a:avLst/>
                <a:gdLst>
                  <a:gd name="T0" fmla="*/ 0 w 2"/>
                  <a:gd name="T1" fmla="*/ 0 h 966"/>
                  <a:gd name="T2" fmla="*/ 0 w 2"/>
                  <a:gd name="T3" fmla="*/ 966 h 966"/>
                  <a:gd name="T4" fmla="*/ 2 w 2"/>
                  <a:gd name="T5" fmla="*/ 966 h 9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966">
                    <a:moveTo>
                      <a:pt x="0" y="0"/>
                    </a:moveTo>
                    <a:lnTo>
                      <a:pt x="0" y="966"/>
                    </a:lnTo>
                    <a:lnTo>
                      <a:pt x="2" y="966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1209" name="Freeform 137">
                <a:extLst>
                  <a:ext uri="{FF2B5EF4-FFF2-40B4-BE49-F238E27FC236}">
                    <a16:creationId xmlns:a16="http://schemas.microsoft.com/office/drawing/2014/main" id="{F2CF1843-63C8-44A9-9D6F-4CA937AFFB0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7" y="2575"/>
                <a:ext cx="1" cy="15"/>
              </a:xfrm>
              <a:custGeom>
                <a:avLst/>
                <a:gdLst>
                  <a:gd name="T0" fmla="*/ 0 w 2"/>
                  <a:gd name="T1" fmla="*/ 0 h 44"/>
                  <a:gd name="T2" fmla="*/ 0 w 2"/>
                  <a:gd name="T3" fmla="*/ 44 h 44"/>
                  <a:gd name="T4" fmla="*/ 2 w 2"/>
                  <a:gd name="T5" fmla="*/ 44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44">
                    <a:moveTo>
                      <a:pt x="0" y="0"/>
                    </a:moveTo>
                    <a:lnTo>
                      <a:pt x="0" y="44"/>
                    </a:lnTo>
                    <a:lnTo>
                      <a:pt x="2" y="44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1210" name="Freeform 138">
                <a:extLst>
                  <a:ext uri="{FF2B5EF4-FFF2-40B4-BE49-F238E27FC236}">
                    <a16:creationId xmlns:a16="http://schemas.microsoft.com/office/drawing/2014/main" id="{13DC7BC9-A00C-452E-B5FC-C9982B24BFD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02" y="2497"/>
                <a:ext cx="1" cy="378"/>
              </a:xfrm>
              <a:custGeom>
                <a:avLst/>
                <a:gdLst>
                  <a:gd name="T0" fmla="*/ 0 w 1"/>
                  <a:gd name="T1" fmla="*/ 0 h 1132"/>
                  <a:gd name="T2" fmla="*/ 0 w 1"/>
                  <a:gd name="T3" fmla="*/ 1132 h 1132"/>
                  <a:gd name="T4" fmla="*/ 1 w 1"/>
                  <a:gd name="T5" fmla="*/ 1132 h 11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132">
                    <a:moveTo>
                      <a:pt x="0" y="0"/>
                    </a:moveTo>
                    <a:lnTo>
                      <a:pt x="0" y="1132"/>
                    </a:lnTo>
                    <a:lnTo>
                      <a:pt x="1" y="1132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1211" name="Freeform 139">
                <a:extLst>
                  <a:ext uri="{FF2B5EF4-FFF2-40B4-BE49-F238E27FC236}">
                    <a16:creationId xmlns:a16="http://schemas.microsoft.com/office/drawing/2014/main" id="{DCC1FA2C-0A69-421F-9D00-8BFD0CF56C7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70" y="2553"/>
                <a:ext cx="831" cy="392"/>
              </a:xfrm>
              <a:custGeom>
                <a:avLst/>
                <a:gdLst>
                  <a:gd name="T0" fmla="*/ 0 w 2492"/>
                  <a:gd name="T1" fmla="*/ 0 h 1176"/>
                  <a:gd name="T2" fmla="*/ 2491 w 2492"/>
                  <a:gd name="T3" fmla="*/ 1176 h 1176"/>
                  <a:gd name="T4" fmla="*/ 2492 w 2492"/>
                  <a:gd name="T5" fmla="*/ 1176 h 11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492" h="1176">
                    <a:moveTo>
                      <a:pt x="0" y="0"/>
                    </a:moveTo>
                    <a:lnTo>
                      <a:pt x="2491" y="1176"/>
                    </a:lnTo>
                    <a:lnTo>
                      <a:pt x="2492" y="1176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1212" name="Freeform 140">
                <a:extLst>
                  <a:ext uri="{FF2B5EF4-FFF2-40B4-BE49-F238E27FC236}">
                    <a16:creationId xmlns:a16="http://schemas.microsoft.com/office/drawing/2014/main" id="{8D52F421-72C4-493D-8009-C2C0F87B931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78" y="2964"/>
                <a:ext cx="546" cy="199"/>
              </a:xfrm>
              <a:custGeom>
                <a:avLst/>
                <a:gdLst>
                  <a:gd name="T0" fmla="*/ 0 w 1639"/>
                  <a:gd name="T1" fmla="*/ 0 h 597"/>
                  <a:gd name="T2" fmla="*/ 1638 w 1639"/>
                  <a:gd name="T3" fmla="*/ 597 h 597"/>
                  <a:gd name="T4" fmla="*/ 1639 w 1639"/>
                  <a:gd name="T5" fmla="*/ 597 h 5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639" h="597">
                    <a:moveTo>
                      <a:pt x="0" y="0"/>
                    </a:moveTo>
                    <a:lnTo>
                      <a:pt x="1638" y="597"/>
                    </a:lnTo>
                    <a:lnTo>
                      <a:pt x="1639" y="597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1213" name="Freeform 141">
                <a:extLst>
                  <a:ext uri="{FF2B5EF4-FFF2-40B4-BE49-F238E27FC236}">
                    <a16:creationId xmlns:a16="http://schemas.microsoft.com/office/drawing/2014/main" id="{71A8ABFB-4B31-48D3-B183-E6F1EA88836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23" y="2944"/>
                <a:ext cx="19" cy="7"/>
              </a:xfrm>
              <a:custGeom>
                <a:avLst/>
                <a:gdLst>
                  <a:gd name="T0" fmla="*/ 0 w 57"/>
                  <a:gd name="T1" fmla="*/ 0 h 20"/>
                  <a:gd name="T2" fmla="*/ 56 w 57"/>
                  <a:gd name="T3" fmla="*/ 20 h 20"/>
                  <a:gd name="T4" fmla="*/ 57 w 57"/>
                  <a:gd name="T5" fmla="*/ 2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57" h="20">
                    <a:moveTo>
                      <a:pt x="0" y="0"/>
                    </a:moveTo>
                    <a:lnTo>
                      <a:pt x="56" y="20"/>
                    </a:lnTo>
                    <a:lnTo>
                      <a:pt x="57" y="2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1214" name="Freeform 142">
                <a:extLst>
                  <a:ext uri="{FF2B5EF4-FFF2-40B4-BE49-F238E27FC236}">
                    <a16:creationId xmlns:a16="http://schemas.microsoft.com/office/drawing/2014/main" id="{2CFE9CFD-2EB3-4022-9498-8E309C5AD3B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45" y="2873"/>
                <a:ext cx="165" cy="453"/>
              </a:xfrm>
              <a:custGeom>
                <a:avLst/>
                <a:gdLst>
                  <a:gd name="T0" fmla="*/ 495 w 495"/>
                  <a:gd name="T1" fmla="*/ 0 h 1361"/>
                  <a:gd name="T2" fmla="*/ 0 w 495"/>
                  <a:gd name="T3" fmla="*/ 1361 h 1361"/>
                  <a:gd name="T4" fmla="*/ 2 w 495"/>
                  <a:gd name="T5" fmla="*/ 1361 h 13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95" h="1361">
                    <a:moveTo>
                      <a:pt x="495" y="0"/>
                    </a:moveTo>
                    <a:lnTo>
                      <a:pt x="0" y="1361"/>
                    </a:lnTo>
                    <a:lnTo>
                      <a:pt x="2" y="1361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1215" name="Freeform 143">
                <a:extLst>
                  <a:ext uri="{FF2B5EF4-FFF2-40B4-BE49-F238E27FC236}">
                    <a16:creationId xmlns:a16="http://schemas.microsoft.com/office/drawing/2014/main" id="{F023F5EF-E6E9-4C8C-B81D-7FD9CA3ABC4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77" y="2819"/>
                <a:ext cx="237" cy="20"/>
              </a:xfrm>
              <a:custGeom>
                <a:avLst/>
                <a:gdLst>
                  <a:gd name="T0" fmla="*/ 0 w 711"/>
                  <a:gd name="T1" fmla="*/ 58 h 58"/>
                  <a:gd name="T2" fmla="*/ 710 w 711"/>
                  <a:gd name="T3" fmla="*/ 0 h 58"/>
                  <a:gd name="T4" fmla="*/ 711 w 711"/>
                  <a:gd name="T5" fmla="*/ 0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711" h="58">
                    <a:moveTo>
                      <a:pt x="0" y="58"/>
                    </a:moveTo>
                    <a:lnTo>
                      <a:pt x="710" y="0"/>
                    </a:lnTo>
                    <a:lnTo>
                      <a:pt x="711" y="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1216" name="Freeform 144">
                <a:extLst>
                  <a:ext uri="{FF2B5EF4-FFF2-40B4-BE49-F238E27FC236}">
                    <a16:creationId xmlns:a16="http://schemas.microsoft.com/office/drawing/2014/main" id="{AEFD46FC-DE6F-45CA-8B04-999ABA2B400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84" y="2687"/>
                <a:ext cx="292" cy="1"/>
              </a:xfrm>
              <a:custGeom>
                <a:avLst/>
                <a:gdLst>
                  <a:gd name="T0" fmla="*/ 0 w 878"/>
                  <a:gd name="T1" fmla="*/ 877 w 878"/>
                  <a:gd name="T2" fmla="*/ 878 w 878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878">
                    <a:moveTo>
                      <a:pt x="0" y="0"/>
                    </a:moveTo>
                    <a:lnTo>
                      <a:pt x="877" y="0"/>
                    </a:lnTo>
                    <a:lnTo>
                      <a:pt x="878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1217" name="Freeform 145">
                <a:extLst>
                  <a:ext uri="{FF2B5EF4-FFF2-40B4-BE49-F238E27FC236}">
                    <a16:creationId xmlns:a16="http://schemas.microsoft.com/office/drawing/2014/main" id="{E5EDD940-5382-44E4-864B-1EC5C168B83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67" y="2687"/>
                <a:ext cx="429" cy="1"/>
              </a:xfrm>
              <a:custGeom>
                <a:avLst/>
                <a:gdLst>
                  <a:gd name="T0" fmla="*/ 0 w 1288"/>
                  <a:gd name="T1" fmla="*/ 1287 w 1288"/>
                  <a:gd name="T2" fmla="*/ 1288 w 1288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288">
                    <a:moveTo>
                      <a:pt x="0" y="0"/>
                    </a:moveTo>
                    <a:lnTo>
                      <a:pt x="1287" y="0"/>
                    </a:lnTo>
                    <a:lnTo>
                      <a:pt x="1288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1218" name="Freeform 146">
                <a:extLst>
                  <a:ext uri="{FF2B5EF4-FFF2-40B4-BE49-F238E27FC236}">
                    <a16:creationId xmlns:a16="http://schemas.microsoft.com/office/drawing/2014/main" id="{3DD3F464-F663-4398-B0B8-46167AD225B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07" y="2687"/>
                <a:ext cx="24" cy="1"/>
              </a:xfrm>
              <a:custGeom>
                <a:avLst/>
                <a:gdLst>
                  <a:gd name="T0" fmla="*/ 0 w 71"/>
                  <a:gd name="T1" fmla="*/ 70 w 71"/>
                  <a:gd name="T2" fmla="*/ 71 w 7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71">
                    <a:moveTo>
                      <a:pt x="0" y="0"/>
                    </a:moveTo>
                    <a:lnTo>
                      <a:pt x="70" y="0"/>
                    </a:lnTo>
                    <a:lnTo>
                      <a:pt x="71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1219" name="Freeform 147">
                <a:extLst>
                  <a:ext uri="{FF2B5EF4-FFF2-40B4-BE49-F238E27FC236}">
                    <a16:creationId xmlns:a16="http://schemas.microsoft.com/office/drawing/2014/main" id="{DBA91EBD-FEC8-4818-93D5-06081E00840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34" y="2687"/>
                <a:ext cx="17" cy="1"/>
              </a:xfrm>
              <a:custGeom>
                <a:avLst/>
                <a:gdLst>
                  <a:gd name="T0" fmla="*/ 0 w 49"/>
                  <a:gd name="T1" fmla="*/ 47 w 49"/>
                  <a:gd name="T2" fmla="*/ 49 w 49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49">
                    <a:moveTo>
                      <a:pt x="0" y="0"/>
                    </a:moveTo>
                    <a:lnTo>
                      <a:pt x="47" y="0"/>
                    </a:lnTo>
                    <a:lnTo>
                      <a:pt x="49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1220" name="Freeform 148">
                <a:extLst>
                  <a:ext uri="{FF2B5EF4-FFF2-40B4-BE49-F238E27FC236}">
                    <a16:creationId xmlns:a16="http://schemas.microsoft.com/office/drawing/2014/main" id="{11AA28DB-C51D-4D00-AB82-0F5F40A4E24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9" y="2687"/>
                <a:ext cx="117" cy="1"/>
              </a:xfrm>
              <a:custGeom>
                <a:avLst/>
                <a:gdLst>
                  <a:gd name="T0" fmla="*/ 349 w 349"/>
                  <a:gd name="T1" fmla="*/ 0 w 349"/>
                  <a:gd name="T2" fmla="*/ 1 w 349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349">
                    <a:moveTo>
                      <a:pt x="349" y="0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1221" name="Freeform 149">
                <a:extLst>
                  <a:ext uri="{FF2B5EF4-FFF2-40B4-BE49-F238E27FC236}">
                    <a16:creationId xmlns:a16="http://schemas.microsoft.com/office/drawing/2014/main" id="{58AFB39B-5E97-41E2-81B8-251CA1FDC00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7" y="2687"/>
                <a:ext cx="110" cy="39"/>
              </a:xfrm>
              <a:custGeom>
                <a:avLst/>
                <a:gdLst>
                  <a:gd name="T0" fmla="*/ 0 w 330"/>
                  <a:gd name="T1" fmla="*/ 0 h 119"/>
                  <a:gd name="T2" fmla="*/ 329 w 330"/>
                  <a:gd name="T3" fmla="*/ 119 h 119"/>
                  <a:gd name="T4" fmla="*/ 330 w 330"/>
                  <a:gd name="T5" fmla="*/ 119 h 1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30" h="119">
                    <a:moveTo>
                      <a:pt x="0" y="0"/>
                    </a:moveTo>
                    <a:lnTo>
                      <a:pt x="329" y="119"/>
                    </a:lnTo>
                    <a:lnTo>
                      <a:pt x="330" y="119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1222" name="Freeform 150">
                <a:extLst>
                  <a:ext uri="{FF2B5EF4-FFF2-40B4-BE49-F238E27FC236}">
                    <a16:creationId xmlns:a16="http://schemas.microsoft.com/office/drawing/2014/main" id="{BC481911-8370-4418-826D-85C840F5B2A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00" y="2687"/>
                <a:ext cx="117" cy="1"/>
              </a:xfrm>
              <a:custGeom>
                <a:avLst/>
                <a:gdLst>
                  <a:gd name="T0" fmla="*/ 350 w 350"/>
                  <a:gd name="T1" fmla="*/ 0 w 350"/>
                  <a:gd name="T2" fmla="*/ 2 w 350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350">
                    <a:moveTo>
                      <a:pt x="350" y="0"/>
                    </a:moveTo>
                    <a:lnTo>
                      <a:pt x="0" y="0"/>
                    </a:lnTo>
                    <a:lnTo>
                      <a:pt x="2" y="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1223" name="Freeform 151">
                <a:extLst>
                  <a:ext uri="{FF2B5EF4-FFF2-40B4-BE49-F238E27FC236}">
                    <a16:creationId xmlns:a16="http://schemas.microsoft.com/office/drawing/2014/main" id="{D1E7694C-F435-42A9-BD7E-ED54A0EA6E6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52" y="3173"/>
                <a:ext cx="110" cy="40"/>
              </a:xfrm>
              <a:custGeom>
                <a:avLst/>
                <a:gdLst>
                  <a:gd name="T0" fmla="*/ 0 w 330"/>
                  <a:gd name="T1" fmla="*/ 0 h 119"/>
                  <a:gd name="T2" fmla="*/ 329 w 330"/>
                  <a:gd name="T3" fmla="*/ 119 h 119"/>
                  <a:gd name="T4" fmla="*/ 330 w 330"/>
                  <a:gd name="T5" fmla="*/ 119 h 1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30" h="119">
                    <a:moveTo>
                      <a:pt x="0" y="0"/>
                    </a:moveTo>
                    <a:lnTo>
                      <a:pt x="329" y="119"/>
                    </a:lnTo>
                    <a:lnTo>
                      <a:pt x="330" y="119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1224" name="Rectangle 152">
                <a:extLst>
                  <a:ext uri="{FF2B5EF4-FFF2-40B4-BE49-F238E27FC236}">
                    <a16:creationId xmlns:a16="http://schemas.microsoft.com/office/drawing/2014/main" id="{EA252377-1D89-49CD-AF20-20F32A50CA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98" y="3109"/>
                <a:ext cx="105" cy="25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i="1">
                    <a:latin typeface="宋体" panose="02010600030101010101" pitchFamily="2" charset="-122"/>
                  </a:rPr>
                  <a:t>A</a:t>
                </a:r>
                <a:endParaRPr lang="en-US" altLang="zh-CN"/>
              </a:p>
            </p:txBody>
          </p:sp>
          <p:sp>
            <p:nvSpPr>
              <p:cNvPr id="131225" name="Rectangle 153">
                <a:extLst>
                  <a:ext uri="{FF2B5EF4-FFF2-40B4-BE49-F238E27FC236}">
                    <a16:creationId xmlns:a16="http://schemas.microsoft.com/office/drawing/2014/main" id="{A283ABC6-0ACD-44D8-92D5-5E19833FC3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1" y="2514"/>
                <a:ext cx="105" cy="25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i="1">
                    <a:latin typeface="宋体" panose="02010600030101010101" pitchFamily="2" charset="-122"/>
                  </a:rPr>
                  <a:t>A</a:t>
                </a:r>
                <a:endParaRPr lang="en-US" altLang="zh-CN"/>
              </a:p>
            </p:txBody>
          </p:sp>
          <p:sp>
            <p:nvSpPr>
              <p:cNvPr id="131226" name="Freeform 154">
                <a:extLst>
                  <a:ext uri="{FF2B5EF4-FFF2-40B4-BE49-F238E27FC236}">
                    <a16:creationId xmlns:a16="http://schemas.microsoft.com/office/drawing/2014/main" id="{6EE1BD18-DA45-4BE9-BE0F-8C1A17C204C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8" y="2492"/>
                <a:ext cx="1" cy="195"/>
              </a:xfrm>
              <a:custGeom>
                <a:avLst/>
                <a:gdLst>
                  <a:gd name="T0" fmla="*/ 0 w 1"/>
                  <a:gd name="T1" fmla="*/ 583 h 583"/>
                  <a:gd name="T2" fmla="*/ 0 w 1"/>
                  <a:gd name="T3" fmla="*/ 0 h 583"/>
                  <a:gd name="T4" fmla="*/ 1 w 1"/>
                  <a:gd name="T5" fmla="*/ 0 h 5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583">
                    <a:moveTo>
                      <a:pt x="0" y="583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1227" name="Freeform 155">
                <a:extLst>
                  <a:ext uri="{FF2B5EF4-FFF2-40B4-BE49-F238E27FC236}">
                    <a16:creationId xmlns:a16="http://schemas.microsoft.com/office/drawing/2014/main" id="{7260FF45-5406-4593-927A-E862A61E0C9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26" y="2726"/>
                <a:ext cx="139" cy="55"/>
              </a:xfrm>
              <a:custGeom>
                <a:avLst/>
                <a:gdLst>
                  <a:gd name="T0" fmla="*/ 139 w 139"/>
                  <a:gd name="T1" fmla="*/ 55 h 55"/>
                  <a:gd name="T2" fmla="*/ 0 w 139"/>
                  <a:gd name="T3" fmla="*/ 0 h 55"/>
                  <a:gd name="T4" fmla="*/ 0 w 139"/>
                  <a:gd name="T5" fmla="*/ 0 h 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39" h="55">
                    <a:moveTo>
                      <a:pt x="139" y="55"/>
                    </a:move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1228" name="Freeform 156">
                <a:extLst>
                  <a:ext uri="{FF2B5EF4-FFF2-40B4-BE49-F238E27FC236}">
                    <a16:creationId xmlns:a16="http://schemas.microsoft.com/office/drawing/2014/main" id="{AA55A9A9-183E-4E4C-8DC6-8F94762AE53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83" y="2783"/>
                <a:ext cx="14" cy="5"/>
              </a:xfrm>
              <a:custGeom>
                <a:avLst/>
                <a:gdLst>
                  <a:gd name="T0" fmla="*/ 0 w 43"/>
                  <a:gd name="T1" fmla="*/ 0 h 15"/>
                  <a:gd name="T2" fmla="*/ 42 w 43"/>
                  <a:gd name="T3" fmla="*/ 15 h 15"/>
                  <a:gd name="T4" fmla="*/ 43 w 43"/>
                  <a:gd name="T5" fmla="*/ 15 h 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" h="15">
                    <a:moveTo>
                      <a:pt x="0" y="0"/>
                    </a:moveTo>
                    <a:lnTo>
                      <a:pt x="42" y="15"/>
                    </a:lnTo>
                    <a:lnTo>
                      <a:pt x="43" y="15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1229" name="Freeform 157">
                <a:extLst>
                  <a:ext uri="{FF2B5EF4-FFF2-40B4-BE49-F238E27FC236}">
                    <a16:creationId xmlns:a16="http://schemas.microsoft.com/office/drawing/2014/main" id="{D1418516-F8C1-46B2-B042-CEE098BE753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24" y="2799"/>
                <a:ext cx="375" cy="136"/>
              </a:xfrm>
              <a:custGeom>
                <a:avLst/>
                <a:gdLst>
                  <a:gd name="T0" fmla="*/ 0 w 1125"/>
                  <a:gd name="T1" fmla="*/ 0 h 409"/>
                  <a:gd name="T2" fmla="*/ 1124 w 1125"/>
                  <a:gd name="T3" fmla="*/ 409 h 409"/>
                  <a:gd name="T4" fmla="*/ 1125 w 1125"/>
                  <a:gd name="T5" fmla="*/ 409 h 4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125" h="409">
                    <a:moveTo>
                      <a:pt x="0" y="0"/>
                    </a:moveTo>
                    <a:lnTo>
                      <a:pt x="1124" y="409"/>
                    </a:lnTo>
                    <a:lnTo>
                      <a:pt x="1125" y="409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1230" name="Freeform 158">
                <a:extLst>
                  <a:ext uri="{FF2B5EF4-FFF2-40B4-BE49-F238E27FC236}">
                    <a16:creationId xmlns:a16="http://schemas.microsoft.com/office/drawing/2014/main" id="{9CE9986B-C437-45E9-A2E6-3689A0FDD42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61" y="3030"/>
                <a:ext cx="67" cy="183"/>
              </a:xfrm>
              <a:custGeom>
                <a:avLst/>
                <a:gdLst>
                  <a:gd name="T0" fmla="*/ 0 w 200"/>
                  <a:gd name="T1" fmla="*/ 548 h 548"/>
                  <a:gd name="T2" fmla="*/ 199 w 200"/>
                  <a:gd name="T3" fmla="*/ 0 h 548"/>
                  <a:gd name="T4" fmla="*/ 200 w 200"/>
                  <a:gd name="T5" fmla="*/ 0 h 5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00" h="548">
                    <a:moveTo>
                      <a:pt x="0" y="548"/>
                    </a:moveTo>
                    <a:lnTo>
                      <a:pt x="199" y="0"/>
                    </a:lnTo>
                    <a:lnTo>
                      <a:pt x="200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sp>
        <p:nvSpPr>
          <p:cNvPr id="131231" name="Text Box 159">
            <a:extLst>
              <a:ext uri="{FF2B5EF4-FFF2-40B4-BE49-F238E27FC236}">
                <a16:creationId xmlns:a16="http://schemas.microsoft.com/office/drawing/2014/main" id="{9928F7AC-EB92-44FC-B174-B29E0843F3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4679" y="24508"/>
            <a:ext cx="911542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en-US" altLang="zh-CN" dirty="0">
                <a:solidFill>
                  <a:schemeClr val="bg1"/>
                </a:solidFill>
                <a:latin typeface="宋体" panose="02010600030101010101" pitchFamily="2" charset="-122"/>
              </a:rPr>
              <a:t>⑸ </a:t>
            </a:r>
            <a:r>
              <a:rPr lang="zh-CN" altLang="en-US" dirty="0">
                <a:solidFill>
                  <a:schemeClr val="bg1"/>
                </a:solidFill>
                <a:latin typeface="宋体" panose="02010600030101010101" pitchFamily="2" charset="-122"/>
              </a:rPr>
              <a:t>当剖切后产生不完整要素时，该部分按不剖绘制。</a:t>
            </a:r>
          </a:p>
        </p:txBody>
      </p:sp>
      <p:grpSp>
        <p:nvGrpSpPr>
          <p:cNvPr id="131391" name="Group 319">
            <a:extLst>
              <a:ext uri="{FF2B5EF4-FFF2-40B4-BE49-F238E27FC236}">
                <a16:creationId xmlns:a16="http://schemas.microsoft.com/office/drawing/2014/main" id="{6B5B7452-ED16-4197-866F-A8F968A1D807}"/>
              </a:ext>
            </a:extLst>
          </p:cNvPr>
          <p:cNvGrpSpPr>
            <a:grpSpLocks/>
          </p:cNvGrpSpPr>
          <p:nvPr/>
        </p:nvGrpSpPr>
        <p:grpSpPr bwMode="auto">
          <a:xfrm>
            <a:off x="4653983" y="649560"/>
            <a:ext cx="3673475" cy="3524250"/>
            <a:chOff x="2935" y="299"/>
            <a:chExt cx="2314" cy="2220"/>
          </a:xfrm>
        </p:grpSpPr>
        <p:sp>
          <p:nvSpPr>
            <p:cNvPr id="131233" name="Line 161">
              <a:extLst>
                <a:ext uri="{FF2B5EF4-FFF2-40B4-BE49-F238E27FC236}">
                  <a16:creationId xmlns:a16="http://schemas.microsoft.com/office/drawing/2014/main" id="{00AFAB35-170D-4362-BEE6-21968ECEF60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034" y="967"/>
              <a:ext cx="129" cy="129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131390" name="Group 318">
              <a:extLst>
                <a:ext uri="{FF2B5EF4-FFF2-40B4-BE49-F238E27FC236}">
                  <a16:creationId xmlns:a16="http://schemas.microsoft.com/office/drawing/2014/main" id="{C57C41F4-AFA4-4C70-8224-6F2BE86120D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53" y="299"/>
              <a:ext cx="1882" cy="1146"/>
              <a:chOff x="3153" y="299"/>
              <a:chExt cx="1882" cy="1146"/>
            </a:xfrm>
          </p:grpSpPr>
          <p:sp>
            <p:nvSpPr>
              <p:cNvPr id="131235" name="Arc 163">
                <a:extLst>
                  <a:ext uri="{FF2B5EF4-FFF2-40B4-BE49-F238E27FC236}">
                    <a16:creationId xmlns:a16="http://schemas.microsoft.com/office/drawing/2014/main" id="{0F358F1D-EBCC-4DC2-8C75-F03BC86CBC41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227" y="898"/>
                <a:ext cx="162" cy="323"/>
              </a:xfrm>
              <a:custGeom>
                <a:avLst/>
                <a:gdLst>
                  <a:gd name="G0" fmla="+- 112 0 0"/>
                  <a:gd name="G1" fmla="+- 21600 0 0"/>
                  <a:gd name="G2" fmla="+- 21600 0 0"/>
                  <a:gd name="T0" fmla="*/ 112 w 21712"/>
                  <a:gd name="T1" fmla="*/ 0 h 43200"/>
                  <a:gd name="T2" fmla="*/ 0 w 21712"/>
                  <a:gd name="T3" fmla="*/ 43200 h 43200"/>
                  <a:gd name="T4" fmla="*/ 112 w 21712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712" h="43200" fill="none" extrusionOk="0">
                    <a:moveTo>
                      <a:pt x="112" y="0"/>
                    </a:moveTo>
                    <a:cubicBezTo>
                      <a:pt x="12041" y="0"/>
                      <a:pt x="21712" y="9670"/>
                      <a:pt x="21712" y="21600"/>
                    </a:cubicBezTo>
                    <a:cubicBezTo>
                      <a:pt x="21712" y="33529"/>
                      <a:pt x="12041" y="43200"/>
                      <a:pt x="112" y="43200"/>
                    </a:cubicBezTo>
                    <a:cubicBezTo>
                      <a:pt x="74" y="43199"/>
                      <a:pt x="37" y="43199"/>
                      <a:pt x="0" y="43199"/>
                    </a:cubicBezTo>
                  </a:path>
                  <a:path w="21712" h="43200" stroke="0" extrusionOk="0">
                    <a:moveTo>
                      <a:pt x="112" y="0"/>
                    </a:moveTo>
                    <a:cubicBezTo>
                      <a:pt x="12041" y="0"/>
                      <a:pt x="21712" y="9670"/>
                      <a:pt x="21712" y="21600"/>
                    </a:cubicBezTo>
                    <a:cubicBezTo>
                      <a:pt x="21712" y="33529"/>
                      <a:pt x="12041" y="43200"/>
                      <a:pt x="112" y="43200"/>
                    </a:cubicBezTo>
                    <a:cubicBezTo>
                      <a:pt x="74" y="43199"/>
                      <a:pt x="37" y="43199"/>
                      <a:pt x="0" y="43199"/>
                    </a:cubicBezTo>
                    <a:lnTo>
                      <a:pt x="112" y="21600"/>
                    </a:lnTo>
                    <a:close/>
                  </a:path>
                </a:pathLst>
              </a:cu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1236" name="Oval 164">
                <a:extLst>
                  <a:ext uri="{FF2B5EF4-FFF2-40B4-BE49-F238E27FC236}">
                    <a16:creationId xmlns:a16="http://schemas.microsoft.com/office/drawing/2014/main" id="{1ED1A771-B8D3-4DAA-BB52-1DFD72F7AE3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08" y="985"/>
                <a:ext cx="155" cy="154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1237" name="Freeform 165">
                <a:extLst>
                  <a:ext uri="{FF2B5EF4-FFF2-40B4-BE49-F238E27FC236}">
                    <a16:creationId xmlns:a16="http://schemas.microsoft.com/office/drawing/2014/main" id="{A2E22B2B-F6E3-41FE-AB1B-23EDB41A2C6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02" y="519"/>
                <a:ext cx="671" cy="1"/>
              </a:xfrm>
              <a:custGeom>
                <a:avLst/>
                <a:gdLst>
                  <a:gd name="T0" fmla="*/ 0 w 2270"/>
                  <a:gd name="T1" fmla="*/ 2269 w 2270"/>
                  <a:gd name="T2" fmla="*/ 2270 w 2270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2270">
                    <a:moveTo>
                      <a:pt x="0" y="0"/>
                    </a:moveTo>
                    <a:lnTo>
                      <a:pt x="2269" y="0"/>
                    </a:lnTo>
                    <a:lnTo>
                      <a:pt x="2270" y="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1238" name="Freeform 166">
                <a:extLst>
                  <a:ext uri="{FF2B5EF4-FFF2-40B4-BE49-F238E27FC236}">
                    <a16:creationId xmlns:a16="http://schemas.microsoft.com/office/drawing/2014/main" id="{484B72F1-976E-499E-BFA0-0B7B0F40E9A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93" y="1378"/>
                <a:ext cx="685" cy="4"/>
              </a:xfrm>
              <a:custGeom>
                <a:avLst/>
                <a:gdLst>
                  <a:gd name="T0" fmla="*/ 0 w 772"/>
                  <a:gd name="T1" fmla="*/ 0 h 4"/>
                  <a:gd name="T2" fmla="*/ 772 w 772"/>
                  <a:gd name="T3" fmla="*/ 4 h 4"/>
                  <a:gd name="T4" fmla="*/ 772 w 772"/>
                  <a:gd name="T5" fmla="*/ 4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772" h="4">
                    <a:moveTo>
                      <a:pt x="0" y="0"/>
                    </a:moveTo>
                    <a:lnTo>
                      <a:pt x="772" y="4"/>
                    </a:lnTo>
                    <a:lnTo>
                      <a:pt x="772" y="4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1239" name="Freeform 167">
                <a:extLst>
                  <a:ext uri="{FF2B5EF4-FFF2-40B4-BE49-F238E27FC236}">
                    <a16:creationId xmlns:a16="http://schemas.microsoft.com/office/drawing/2014/main" id="{641DFBF4-A20B-4170-96CB-E567B9362DD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39" y="519"/>
                <a:ext cx="1" cy="863"/>
              </a:xfrm>
              <a:custGeom>
                <a:avLst/>
                <a:gdLst>
                  <a:gd name="T0" fmla="*/ 0 w 1"/>
                  <a:gd name="T1" fmla="*/ 2915 h 2915"/>
                  <a:gd name="T2" fmla="*/ 0 w 1"/>
                  <a:gd name="T3" fmla="*/ 0 h 2915"/>
                  <a:gd name="T4" fmla="*/ 1 w 1"/>
                  <a:gd name="T5" fmla="*/ 0 h 29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915">
                    <a:moveTo>
                      <a:pt x="0" y="2915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1240" name="Freeform 168">
                <a:extLst>
                  <a:ext uri="{FF2B5EF4-FFF2-40B4-BE49-F238E27FC236}">
                    <a16:creationId xmlns:a16="http://schemas.microsoft.com/office/drawing/2014/main" id="{4B3ABF13-13CE-42B6-B341-2A609FBCE21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37" y="740"/>
                <a:ext cx="1" cy="415"/>
              </a:xfrm>
              <a:custGeom>
                <a:avLst/>
                <a:gdLst>
                  <a:gd name="T0" fmla="*/ 0 w 2"/>
                  <a:gd name="T1" fmla="*/ 0 h 1403"/>
                  <a:gd name="T2" fmla="*/ 0 w 2"/>
                  <a:gd name="T3" fmla="*/ 1403 h 1403"/>
                  <a:gd name="T4" fmla="*/ 2 w 2"/>
                  <a:gd name="T5" fmla="*/ 1403 h 14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1403">
                    <a:moveTo>
                      <a:pt x="0" y="0"/>
                    </a:moveTo>
                    <a:lnTo>
                      <a:pt x="0" y="1403"/>
                    </a:lnTo>
                    <a:lnTo>
                      <a:pt x="2" y="1403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1241" name="Freeform 169">
                <a:extLst>
                  <a:ext uri="{FF2B5EF4-FFF2-40B4-BE49-F238E27FC236}">
                    <a16:creationId xmlns:a16="http://schemas.microsoft.com/office/drawing/2014/main" id="{68008A24-90B4-4646-A71C-49014A55623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89" y="838"/>
                <a:ext cx="1" cy="467"/>
              </a:xfrm>
              <a:custGeom>
                <a:avLst/>
                <a:gdLst>
                  <a:gd name="T0" fmla="*/ 0 w 1"/>
                  <a:gd name="T1" fmla="*/ 0 h 1573"/>
                  <a:gd name="T2" fmla="*/ 0 w 1"/>
                  <a:gd name="T3" fmla="*/ 1573 h 1573"/>
                  <a:gd name="T4" fmla="*/ 1 w 1"/>
                  <a:gd name="T5" fmla="*/ 1573 h 15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573">
                    <a:moveTo>
                      <a:pt x="0" y="0"/>
                    </a:moveTo>
                    <a:lnTo>
                      <a:pt x="0" y="1573"/>
                    </a:lnTo>
                    <a:lnTo>
                      <a:pt x="1" y="1573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1242" name="Freeform 170">
                <a:extLst>
                  <a:ext uri="{FF2B5EF4-FFF2-40B4-BE49-F238E27FC236}">
                    <a16:creationId xmlns:a16="http://schemas.microsoft.com/office/drawing/2014/main" id="{4F9BB1CF-BBA9-48A6-8DF0-8230FF8BC34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35" y="519"/>
                <a:ext cx="1" cy="863"/>
              </a:xfrm>
              <a:custGeom>
                <a:avLst/>
                <a:gdLst>
                  <a:gd name="T0" fmla="*/ 0 w 2"/>
                  <a:gd name="T1" fmla="*/ 2915 h 2915"/>
                  <a:gd name="T2" fmla="*/ 0 w 2"/>
                  <a:gd name="T3" fmla="*/ 0 h 2915"/>
                  <a:gd name="T4" fmla="*/ 2 w 2"/>
                  <a:gd name="T5" fmla="*/ 0 h 29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2915">
                    <a:moveTo>
                      <a:pt x="0" y="2915"/>
                    </a:moveTo>
                    <a:lnTo>
                      <a:pt x="0" y="0"/>
                    </a:lnTo>
                    <a:lnTo>
                      <a:pt x="2" y="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1243" name="Freeform 171">
                <a:extLst>
                  <a:ext uri="{FF2B5EF4-FFF2-40B4-BE49-F238E27FC236}">
                    <a16:creationId xmlns:a16="http://schemas.microsoft.com/office/drawing/2014/main" id="{3AE16DC9-FD1A-4CAF-A0F0-672A4BCF859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53" y="1061"/>
                <a:ext cx="412" cy="1"/>
              </a:xfrm>
              <a:custGeom>
                <a:avLst/>
                <a:gdLst>
                  <a:gd name="T0" fmla="*/ 0 w 1393"/>
                  <a:gd name="T1" fmla="*/ 1391 w 1393"/>
                  <a:gd name="T2" fmla="*/ 1393 w 1393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393">
                    <a:moveTo>
                      <a:pt x="0" y="0"/>
                    </a:moveTo>
                    <a:lnTo>
                      <a:pt x="1391" y="0"/>
                    </a:lnTo>
                    <a:lnTo>
                      <a:pt x="1393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1244" name="Freeform 172">
                <a:extLst>
                  <a:ext uri="{FF2B5EF4-FFF2-40B4-BE49-F238E27FC236}">
                    <a16:creationId xmlns:a16="http://schemas.microsoft.com/office/drawing/2014/main" id="{1F2E8992-4BFD-464E-9DE4-A8783937064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01" y="1216"/>
                <a:ext cx="1" cy="166"/>
              </a:xfrm>
              <a:custGeom>
                <a:avLst/>
                <a:gdLst>
                  <a:gd name="T0" fmla="*/ 1 w 1"/>
                  <a:gd name="T1" fmla="*/ 187 h 187"/>
                  <a:gd name="T2" fmla="*/ 0 w 1"/>
                  <a:gd name="T3" fmla="*/ 0 h 1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" h="187">
                    <a:moveTo>
                      <a:pt x="1" y="187"/>
                    </a:moveTo>
                    <a:lnTo>
                      <a:pt x="0" y="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1245" name="Freeform 173">
                <a:extLst>
                  <a:ext uri="{FF2B5EF4-FFF2-40B4-BE49-F238E27FC236}">
                    <a16:creationId xmlns:a16="http://schemas.microsoft.com/office/drawing/2014/main" id="{BC8DF9A9-8AF1-4999-A225-91860B31482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89" y="1218"/>
                <a:ext cx="109" cy="4"/>
              </a:xfrm>
              <a:custGeom>
                <a:avLst/>
                <a:gdLst>
                  <a:gd name="T0" fmla="*/ 0 w 123"/>
                  <a:gd name="T1" fmla="*/ 4 h 4"/>
                  <a:gd name="T2" fmla="*/ 123 w 123"/>
                  <a:gd name="T3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23" h="4">
                    <a:moveTo>
                      <a:pt x="0" y="4"/>
                    </a:moveTo>
                    <a:lnTo>
                      <a:pt x="123" y="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1246" name="Freeform 174">
                <a:extLst>
                  <a:ext uri="{FF2B5EF4-FFF2-40B4-BE49-F238E27FC236}">
                    <a16:creationId xmlns:a16="http://schemas.microsoft.com/office/drawing/2014/main" id="{B7DD61B3-3059-4B78-911E-3438FE364BE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37" y="1246"/>
                <a:ext cx="1" cy="199"/>
              </a:xfrm>
              <a:custGeom>
                <a:avLst/>
                <a:gdLst>
                  <a:gd name="T0" fmla="*/ 0 w 2"/>
                  <a:gd name="T1" fmla="*/ 0 h 672"/>
                  <a:gd name="T2" fmla="*/ 0 w 2"/>
                  <a:gd name="T3" fmla="*/ 672 h 672"/>
                  <a:gd name="T4" fmla="*/ 2 w 2"/>
                  <a:gd name="T5" fmla="*/ 672 h 6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672">
                    <a:moveTo>
                      <a:pt x="0" y="0"/>
                    </a:moveTo>
                    <a:lnTo>
                      <a:pt x="0" y="672"/>
                    </a:lnTo>
                    <a:lnTo>
                      <a:pt x="2" y="672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1247" name="Freeform 175">
                <a:extLst>
                  <a:ext uri="{FF2B5EF4-FFF2-40B4-BE49-F238E27FC236}">
                    <a16:creationId xmlns:a16="http://schemas.microsoft.com/office/drawing/2014/main" id="{5CD812D1-5116-4F6F-A0CC-967FF8F0F29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37" y="1177"/>
                <a:ext cx="1" cy="20"/>
              </a:xfrm>
              <a:custGeom>
                <a:avLst/>
                <a:gdLst>
                  <a:gd name="T0" fmla="*/ 0 w 2"/>
                  <a:gd name="T1" fmla="*/ 0 h 70"/>
                  <a:gd name="T2" fmla="*/ 0 w 2"/>
                  <a:gd name="T3" fmla="*/ 70 h 70"/>
                  <a:gd name="T4" fmla="*/ 2 w 2"/>
                  <a:gd name="T5" fmla="*/ 7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70">
                    <a:moveTo>
                      <a:pt x="0" y="0"/>
                    </a:moveTo>
                    <a:lnTo>
                      <a:pt x="0" y="70"/>
                    </a:lnTo>
                    <a:lnTo>
                      <a:pt x="2" y="7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1248" name="Freeform 176">
                <a:extLst>
                  <a:ext uri="{FF2B5EF4-FFF2-40B4-BE49-F238E27FC236}">
                    <a16:creationId xmlns:a16="http://schemas.microsoft.com/office/drawing/2014/main" id="{86C1058D-2047-4D1D-8028-21F54348DEF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01" y="519"/>
                <a:ext cx="2" cy="382"/>
              </a:xfrm>
              <a:custGeom>
                <a:avLst/>
                <a:gdLst>
                  <a:gd name="T0" fmla="*/ 0 w 2"/>
                  <a:gd name="T1" fmla="*/ 430 h 430"/>
                  <a:gd name="T2" fmla="*/ 1 w 2"/>
                  <a:gd name="T3" fmla="*/ 0 h 430"/>
                  <a:gd name="T4" fmla="*/ 2 w 2"/>
                  <a:gd name="T5" fmla="*/ 0 h 4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430">
                    <a:moveTo>
                      <a:pt x="0" y="430"/>
                    </a:moveTo>
                    <a:lnTo>
                      <a:pt x="1" y="0"/>
                    </a:lnTo>
                    <a:lnTo>
                      <a:pt x="2" y="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1249" name="Freeform 177">
                <a:extLst>
                  <a:ext uri="{FF2B5EF4-FFF2-40B4-BE49-F238E27FC236}">
                    <a16:creationId xmlns:a16="http://schemas.microsoft.com/office/drawing/2014/main" id="{61C8A3DC-AC35-4BCF-A125-D1E91D78589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89" y="899"/>
                <a:ext cx="109" cy="2"/>
              </a:xfrm>
              <a:custGeom>
                <a:avLst/>
                <a:gdLst>
                  <a:gd name="T0" fmla="*/ 0 w 123"/>
                  <a:gd name="T1" fmla="*/ 0 h 3"/>
                  <a:gd name="T2" fmla="*/ 123 w 123"/>
                  <a:gd name="T3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23" h="3">
                    <a:moveTo>
                      <a:pt x="0" y="0"/>
                    </a:moveTo>
                    <a:lnTo>
                      <a:pt x="123" y="3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1250" name="Freeform 178">
                <a:extLst>
                  <a:ext uri="{FF2B5EF4-FFF2-40B4-BE49-F238E27FC236}">
                    <a16:creationId xmlns:a16="http://schemas.microsoft.com/office/drawing/2014/main" id="{B64B8D9E-86BE-4A98-A597-D999196B7C7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37" y="697"/>
                <a:ext cx="1" cy="13"/>
              </a:xfrm>
              <a:custGeom>
                <a:avLst/>
                <a:gdLst>
                  <a:gd name="T0" fmla="*/ 0 w 2"/>
                  <a:gd name="T1" fmla="*/ 0 h 46"/>
                  <a:gd name="T2" fmla="*/ 0 w 2"/>
                  <a:gd name="T3" fmla="*/ 46 h 46"/>
                  <a:gd name="T4" fmla="*/ 2 w 2"/>
                  <a:gd name="T5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46">
                    <a:moveTo>
                      <a:pt x="0" y="0"/>
                    </a:moveTo>
                    <a:lnTo>
                      <a:pt x="0" y="46"/>
                    </a:lnTo>
                    <a:lnTo>
                      <a:pt x="2" y="46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1251" name="Freeform 179">
                <a:extLst>
                  <a:ext uri="{FF2B5EF4-FFF2-40B4-BE49-F238E27FC236}">
                    <a16:creationId xmlns:a16="http://schemas.microsoft.com/office/drawing/2014/main" id="{896EDAE9-8931-43E5-818E-8E3ECC685FC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37" y="474"/>
                <a:ext cx="1" cy="187"/>
              </a:xfrm>
              <a:custGeom>
                <a:avLst/>
                <a:gdLst>
                  <a:gd name="T0" fmla="*/ 0 w 2"/>
                  <a:gd name="T1" fmla="*/ 0 h 631"/>
                  <a:gd name="T2" fmla="*/ 0 w 2"/>
                  <a:gd name="T3" fmla="*/ 631 h 631"/>
                  <a:gd name="T4" fmla="*/ 2 w 2"/>
                  <a:gd name="T5" fmla="*/ 631 h 6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631">
                    <a:moveTo>
                      <a:pt x="0" y="0"/>
                    </a:moveTo>
                    <a:lnTo>
                      <a:pt x="0" y="631"/>
                    </a:lnTo>
                    <a:lnTo>
                      <a:pt x="2" y="631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1252" name="Freeform 180">
                <a:extLst>
                  <a:ext uri="{FF2B5EF4-FFF2-40B4-BE49-F238E27FC236}">
                    <a16:creationId xmlns:a16="http://schemas.microsoft.com/office/drawing/2014/main" id="{E3FF7B60-2CE7-4B8C-9707-28929BD83E6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07" y="885"/>
                <a:ext cx="1" cy="123"/>
              </a:xfrm>
              <a:custGeom>
                <a:avLst/>
                <a:gdLst>
                  <a:gd name="T0" fmla="*/ 0 w 1"/>
                  <a:gd name="T1" fmla="*/ 412 h 412"/>
                  <a:gd name="T2" fmla="*/ 0 w 1"/>
                  <a:gd name="T3" fmla="*/ 0 h 412"/>
                  <a:gd name="T4" fmla="*/ 1 w 1"/>
                  <a:gd name="T5" fmla="*/ 0 h 4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412">
                    <a:moveTo>
                      <a:pt x="0" y="412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1253" name="Freeform 181">
                <a:extLst>
                  <a:ext uri="{FF2B5EF4-FFF2-40B4-BE49-F238E27FC236}">
                    <a16:creationId xmlns:a16="http://schemas.microsoft.com/office/drawing/2014/main" id="{AF10C043-1C67-4623-AD15-92D01A3487B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45" y="1111"/>
                <a:ext cx="290" cy="1"/>
              </a:xfrm>
              <a:custGeom>
                <a:avLst/>
                <a:gdLst>
                  <a:gd name="T0" fmla="*/ 0 w 980"/>
                  <a:gd name="T1" fmla="*/ 979 w 980"/>
                  <a:gd name="T2" fmla="*/ 980 w 980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980">
                    <a:moveTo>
                      <a:pt x="0" y="0"/>
                    </a:moveTo>
                    <a:lnTo>
                      <a:pt x="979" y="0"/>
                    </a:lnTo>
                    <a:lnTo>
                      <a:pt x="980" y="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1254" name="Freeform 182">
                <a:extLst>
                  <a:ext uri="{FF2B5EF4-FFF2-40B4-BE49-F238E27FC236}">
                    <a16:creationId xmlns:a16="http://schemas.microsoft.com/office/drawing/2014/main" id="{5CF46E8A-E4E5-4A5F-862B-ACC9FF99D7B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45" y="1317"/>
                <a:ext cx="290" cy="1"/>
              </a:xfrm>
              <a:custGeom>
                <a:avLst/>
                <a:gdLst>
                  <a:gd name="T0" fmla="*/ 0 w 980"/>
                  <a:gd name="T1" fmla="*/ 979 w 980"/>
                  <a:gd name="T2" fmla="*/ 980 w 980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980">
                    <a:moveTo>
                      <a:pt x="0" y="0"/>
                    </a:moveTo>
                    <a:lnTo>
                      <a:pt x="979" y="0"/>
                    </a:lnTo>
                    <a:lnTo>
                      <a:pt x="980" y="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1255" name="Freeform 183">
                <a:extLst>
                  <a:ext uri="{FF2B5EF4-FFF2-40B4-BE49-F238E27FC236}">
                    <a16:creationId xmlns:a16="http://schemas.microsoft.com/office/drawing/2014/main" id="{CC9CBE17-BF52-43FA-B760-8C043093DEB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73" y="1008"/>
                <a:ext cx="835" cy="1"/>
              </a:xfrm>
              <a:custGeom>
                <a:avLst/>
                <a:gdLst>
                  <a:gd name="T0" fmla="*/ 0 w 2822"/>
                  <a:gd name="T1" fmla="*/ 2821 w 2822"/>
                  <a:gd name="T2" fmla="*/ 2822 w 2822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2822">
                    <a:moveTo>
                      <a:pt x="0" y="0"/>
                    </a:moveTo>
                    <a:lnTo>
                      <a:pt x="2821" y="0"/>
                    </a:lnTo>
                    <a:lnTo>
                      <a:pt x="2822" y="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1256" name="Freeform 184">
                <a:extLst>
                  <a:ext uri="{FF2B5EF4-FFF2-40B4-BE49-F238E27FC236}">
                    <a16:creationId xmlns:a16="http://schemas.microsoft.com/office/drawing/2014/main" id="{7D39827E-9EF2-49E7-9F0E-EA7F82911DA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75" y="1146"/>
                <a:ext cx="566" cy="1"/>
              </a:xfrm>
              <a:custGeom>
                <a:avLst/>
                <a:gdLst>
                  <a:gd name="T0" fmla="*/ 0 w 638"/>
                  <a:gd name="T1" fmla="*/ 1 h 1"/>
                  <a:gd name="T2" fmla="*/ 638 w 638"/>
                  <a:gd name="T3" fmla="*/ 0 h 1"/>
                  <a:gd name="T4" fmla="*/ 638 w 638"/>
                  <a:gd name="T5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638" h="1">
                    <a:moveTo>
                      <a:pt x="0" y="1"/>
                    </a:moveTo>
                    <a:lnTo>
                      <a:pt x="638" y="0"/>
                    </a:lnTo>
                    <a:lnTo>
                      <a:pt x="638" y="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1257" name="Freeform 185">
                <a:extLst>
                  <a:ext uri="{FF2B5EF4-FFF2-40B4-BE49-F238E27FC236}">
                    <a16:creationId xmlns:a16="http://schemas.microsoft.com/office/drawing/2014/main" id="{0E77E837-E71D-4FA2-B208-64599E632F6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75" y="1282"/>
                <a:ext cx="566" cy="1"/>
              </a:xfrm>
              <a:custGeom>
                <a:avLst/>
                <a:gdLst>
                  <a:gd name="T0" fmla="*/ 0 w 638"/>
                  <a:gd name="T1" fmla="*/ 0 h 1"/>
                  <a:gd name="T2" fmla="*/ 638 w 638"/>
                  <a:gd name="T3" fmla="*/ 1 h 1"/>
                  <a:gd name="T4" fmla="*/ 638 w 638"/>
                  <a:gd name="T5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638" h="1">
                    <a:moveTo>
                      <a:pt x="0" y="0"/>
                    </a:moveTo>
                    <a:lnTo>
                      <a:pt x="638" y="1"/>
                    </a:lnTo>
                    <a:lnTo>
                      <a:pt x="638" y="1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1258" name="Freeform 186">
                <a:extLst>
                  <a:ext uri="{FF2B5EF4-FFF2-40B4-BE49-F238E27FC236}">
                    <a16:creationId xmlns:a16="http://schemas.microsoft.com/office/drawing/2014/main" id="{4F9D42C6-D65B-466B-ADC4-17373EFC520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72" y="1282"/>
                <a:ext cx="1" cy="100"/>
              </a:xfrm>
              <a:custGeom>
                <a:avLst/>
                <a:gdLst>
                  <a:gd name="T0" fmla="*/ 1 w 1"/>
                  <a:gd name="T1" fmla="*/ 112 h 112"/>
                  <a:gd name="T2" fmla="*/ 0 w 1"/>
                  <a:gd name="T3" fmla="*/ 0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" h="112">
                    <a:moveTo>
                      <a:pt x="1" y="112"/>
                    </a:moveTo>
                    <a:lnTo>
                      <a:pt x="0" y="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1259" name="Freeform 187">
                <a:extLst>
                  <a:ext uri="{FF2B5EF4-FFF2-40B4-BE49-F238E27FC236}">
                    <a16:creationId xmlns:a16="http://schemas.microsoft.com/office/drawing/2014/main" id="{B7F5F116-F214-4BDF-A593-055A77D0A6B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21" y="1111"/>
                <a:ext cx="1" cy="206"/>
              </a:xfrm>
              <a:custGeom>
                <a:avLst/>
                <a:gdLst>
                  <a:gd name="T0" fmla="*/ 0 w 1"/>
                  <a:gd name="T1" fmla="*/ 698 h 698"/>
                  <a:gd name="T2" fmla="*/ 0 w 1"/>
                  <a:gd name="T3" fmla="*/ 0 h 698"/>
                  <a:gd name="T4" fmla="*/ 1 w 1"/>
                  <a:gd name="T5" fmla="*/ 0 h 6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698">
                    <a:moveTo>
                      <a:pt x="0" y="698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1260" name="Freeform 188">
                <a:extLst>
                  <a:ext uri="{FF2B5EF4-FFF2-40B4-BE49-F238E27FC236}">
                    <a16:creationId xmlns:a16="http://schemas.microsoft.com/office/drawing/2014/main" id="{F908482B-D813-4E45-BAC9-EA5C4A71597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89" y="1246"/>
                <a:ext cx="1" cy="135"/>
              </a:xfrm>
              <a:custGeom>
                <a:avLst/>
                <a:gdLst>
                  <a:gd name="T0" fmla="*/ 0 w 1"/>
                  <a:gd name="T1" fmla="*/ 457 h 457"/>
                  <a:gd name="T2" fmla="*/ 0 w 1"/>
                  <a:gd name="T3" fmla="*/ 0 h 457"/>
                  <a:gd name="T4" fmla="*/ 1 w 1"/>
                  <a:gd name="T5" fmla="*/ 0 h 4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457">
                    <a:moveTo>
                      <a:pt x="0" y="457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1261" name="Freeform 189">
                <a:extLst>
                  <a:ext uri="{FF2B5EF4-FFF2-40B4-BE49-F238E27FC236}">
                    <a16:creationId xmlns:a16="http://schemas.microsoft.com/office/drawing/2014/main" id="{FA95A587-6AD5-4451-85F0-B842F0B7873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89" y="1059"/>
                <a:ext cx="1" cy="96"/>
              </a:xfrm>
              <a:custGeom>
                <a:avLst/>
                <a:gdLst>
                  <a:gd name="T0" fmla="*/ 0 w 1"/>
                  <a:gd name="T1" fmla="*/ 323 h 323"/>
                  <a:gd name="T2" fmla="*/ 0 w 1"/>
                  <a:gd name="T3" fmla="*/ 0 h 323"/>
                  <a:gd name="T4" fmla="*/ 1 w 1"/>
                  <a:gd name="T5" fmla="*/ 0 h 3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323">
                    <a:moveTo>
                      <a:pt x="0" y="323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1262" name="Freeform 190">
                <a:extLst>
                  <a:ext uri="{FF2B5EF4-FFF2-40B4-BE49-F238E27FC236}">
                    <a16:creationId xmlns:a16="http://schemas.microsoft.com/office/drawing/2014/main" id="{19664DB1-F8C0-424F-915C-56337BBCFDC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89" y="1190"/>
                <a:ext cx="1" cy="20"/>
              </a:xfrm>
              <a:custGeom>
                <a:avLst/>
                <a:gdLst>
                  <a:gd name="T0" fmla="*/ 0 w 1"/>
                  <a:gd name="T1" fmla="*/ 70 h 70"/>
                  <a:gd name="T2" fmla="*/ 0 w 1"/>
                  <a:gd name="T3" fmla="*/ 0 h 70"/>
                  <a:gd name="T4" fmla="*/ 1 w 1"/>
                  <a:gd name="T5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70">
                    <a:moveTo>
                      <a:pt x="0" y="70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1263" name="Freeform 191">
                <a:extLst>
                  <a:ext uri="{FF2B5EF4-FFF2-40B4-BE49-F238E27FC236}">
                    <a16:creationId xmlns:a16="http://schemas.microsoft.com/office/drawing/2014/main" id="{262797BF-A33F-4B25-916B-2A597633B52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34" y="1111"/>
                <a:ext cx="1" cy="206"/>
              </a:xfrm>
              <a:custGeom>
                <a:avLst/>
                <a:gdLst>
                  <a:gd name="T0" fmla="*/ 0 w 1"/>
                  <a:gd name="T1" fmla="*/ 698 h 698"/>
                  <a:gd name="T2" fmla="*/ 0 w 1"/>
                  <a:gd name="T3" fmla="*/ 0 h 698"/>
                  <a:gd name="T4" fmla="*/ 1 w 1"/>
                  <a:gd name="T5" fmla="*/ 0 h 6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698">
                    <a:moveTo>
                      <a:pt x="0" y="698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1264" name="Freeform 192">
                <a:extLst>
                  <a:ext uri="{FF2B5EF4-FFF2-40B4-BE49-F238E27FC236}">
                    <a16:creationId xmlns:a16="http://schemas.microsoft.com/office/drawing/2014/main" id="{0D612E50-761C-4571-AB0A-917931ECCC7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58" y="1111"/>
                <a:ext cx="1" cy="206"/>
              </a:xfrm>
              <a:custGeom>
                <a:avLst/>
                <a:gdLst>
                  <a:gd name="T0" fmla="*/ 0 w 1"/>
                  <a:gd name="T1" fmla="*/ 698 h 698"/>
                  <a:gd name="T2" fmla="*/ 0 w 1"/>
                  <a:gd name="T3" fmla="*/ 0 h 698"/>
                  <a:gd name="T4" fmla="*/ 1 w 1"/>
                  <a:gd name="T5" fmla="*/ 0 h 6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698">
                    <a:moveTo>
                      <a:pt x="0" y="698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1265" name="Freeform 193">
                <a:extLst>
                  <a:ext uri="{FF2B5EF4-FFF2-40B4-BE49-F238E27FC236}">
                    <a16:creationId xmlns:a16="http://schemas.microsoft.com/office/drawing/2014/main" id="{CDA2280D-BB28-4DE1-AA65-B923C0D937E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45" y="583"/>
                <a:ext cx="290" cy="1"/>
              </a:xfrm>
              <a:custGeom>
                <a:avLst/>
                <a:gdLst>
                  <a:gd name="T0" fmla="*/ 0 w 980"/>
                  <a:gd name="T1" fmla="*/ 979 w 980"/>
                  <a:gd name="T2" fmla="*/ 980 w 980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980">
                    <a:moveTo>
                      <a:pt x="0" y="0"/>
                    </a:moveTo>
                    <a:lnTo>
                      <a:pt x="979" y="0"/>
                    </a:lnTo>
                    <a:lnTo>
                      <a:pt x="980" y="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1266" name="Freeform 194">
                <a:extLst>
                  <a:ext uri="{FF2B5EF4-FFF2-40B4-BE49-F238E27FC236}">
                    <a16:creationId xmlns:a16="http://schemas.microsoft.com/office/drawing/2014/main" id="{11C80840-29CE-4E51-B21C-4863C83B644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45" y="790"/>
                <a:ext cx="290" cy="1"/>
              </a:xfrm>
              <a:custGeom>
                <a:avLst/>
                <a:gdLst>
                  <a:gd name="T0" fmla="*/ 0 w 980"/>
                  <a:gd name="T1" fmla="*/ 979 w 980"/>
                  <a:gd name="T2" fmla="*/ 980 w 980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980">
                    <a:moveTo>
                      <a:pt x="0" y="0"/>
                    </a:moveTo>
                    <a:lnTo>
                      <a:pt x="979" y="0"/>
                    </a:lnTo>
                    <a:lnTo>
                      <a:pt x="980" y="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1267" name="Freeform 195">
                <a:extLst>
                  <a:ext uri="{FF2B5EF4-FFF2-40B4-BE49-F238E27FC236}">
                    <a16:creationId xmlns:a16="http://schemas.microsoft.com/office/drawing/2014/main" id="{776784B5-637C-440E-80DC-243753B2FC0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73" y="885"/>
                <a:ext cx="835" cy="1"/>
              </a:xfrm>
              <a:custGeom>
                <a:avLst/>
                <a:gdLst>
                  <a:gd name="T0" fmla="*/ 0 w 2822"/>
                  <a:gd name="T1" fmla="*/ 2821 w 2822"/>
                  <a:gd name="T2" fmla="*/ 2822 w 2822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2822">
                    <a:moveTo>
                      <a:pt x="0" y="0"/>
                    </a:moveTo>
                    <a:lnTo>
                      <a:pt x="2821" y="0"/>
                    </a:lnTo>
                    <a:lnTo>
                      <a:pt x="2822" y="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1268" name="Freeform 196">
                <a:extLst>
                  <a:ext uri="{FF2B5EF4-FFF2-40B4-BE49-F238E27FC236}">
                    <a16:creationId xmlns:a16="http://schemas.microsoft.com/office/drawing/2014/main" id="{2D8BCDE2-D79C-4E42-A855-A852DCF89E0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77" y="752"/>
                <a:ext cx="565" cy="1"/>
              </a:xfrm>
              <a:custGeom>
                <a:avLst/>
                <a:gdLst>
                  <a:gd name="T0" fmla="*/ 0 w 636"/>
                  <a:gd name="T1" fmla="*/ 0 h 1"/>
                  <a:gd name="T2" fmla="*/ 636 w 636"/>
                  <a:gd name="T3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636" h="1">
                    <a:moveTo>
                      <a:pt x="0" y="0"/>
                    </a:moveTo>
                    <a:lnTo>
                      <a:pt x="636" y="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1269" name="Freeform 197">
                <a:extLst>
                  <a:ext uri="{FF2B5EF4-FFF2-40B4-BE49-F238E27FC236}">
                    <a16:creationId xmlns:a16="http://schemas.microsoft.com/office/drawing/2014/main" id="{0345EAF9-C1DE-4972-B8F0-3E3EB5584CF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69" y="613"/>
                <a:ext cx="576" cy="6"/>
              </a:xfrm>
              <a:custGeom>
                <a:avLst/>
                <a:gdLst>
                  <a:gd name="T0" fmla="*/ 0 w 648"/>
                  <a:gd name="T1" fmla="*/ 0 h 6"/>
                  <a:gd name="T2" fmla="*/ 648 w 648"/>
                  <a:gd name="T3" fmla="*/ 6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648" h="6">
                    <a:moveTo>
                      <a:pt x="0" y="0"/>
                    </a:moveTo>
                    <a:lnTo>
                      <a:pt x="648" y="6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1270" name="Freeform 198">
                <a:extLst>
                  <a:ext uri="{FF2B5EF4-FFF2-40B4-BE49-F238E27FC236}">
                    <a16:creationId xmlns:a16="http://schemas.microsoft.com/office/drawing/2014/main" id="{7ACAF268-8B5A-47EB-8C5C-401C3AAA0EA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72" y="519"/>
                <a:ext cx="2" cy="94"/>
              </a:xfrm>
              <a:custGeom>
                <a:avLst/>
                <a:gdLst>
                  <a:gd name="T0" fmla="*/ 0 w 2"/>
                  <a:gd name="T1" fmla="*/ 106 h 106"/>
                  <a:gd name="T2" fmla="*/ 1 w 2"/>
                  <a:gd name="T3" fmla="*/ 0 h 106"/>
                  <a:gd name="T4" fmla="*/ 2 w 2"/>
                  <a:gd name="T5" fmla="*/ 0 h 1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106">
                    <a:moveTo>
                      <a:pt x="0" y="106"/>
                    </a:moveTo>
                    <a:lnTo>
                      <a:pt x="1" y="0"/>
                    </a:lnTo>
                    <a:lnTo>
                      <a:pt x="2" y="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1271" name="Freeform 199">
                <a:extLst>
                  <a:ext uri="{FF2B5EF4-FFF2-40B4-BE49-F238E27FC236}">
                    <a16:creationId xmlns:a16="http://schemas.microsoft.com/office/drawing/2014/main" id="{7734BB14-0449-4EF4-994E-939698BCC49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21" y="583"/>
                <a:ext cx="1" cy="207"/>
              </a:xfrm>
              <a:custGeom>
                <a:avLst/>
                <a:gdLst>
                  <a:gd name="T0" fmla="*/ 0 w 1"/>
                  <a:gd name="T1" fmla="*/ 698 h 698"/>
                  <a:gd name="T2" fmla="*/ 0 w 1"/>
                  <a:gd name="T3" fmla="*/ 0 h 698"/>
                  <a:gd name="T4" fmla="*/ 1 w 1"/>
                  <a:gd name="T5" fmla="*/ 0 h 6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698">
                    <a:moveTo>
                      <a:pt x="0" y="698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1272" name="Freeform 200">
                <a:extLst>
                  <a:ext uri="{FF2B5EF4-FFF2-40B4-BE49-F238E27FC236}">
                    <a16:creationId xmlns:a16="http://schemas.microsoft.com/office/drawing/2014/main" id="{7BE58242-F440-47D7-881E-71D6F057866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89" y="719"/>
                <a:ext cx="1" cy="143"/>
              </a:xfrm>
              <a:custGeom>
                <a:avLst/>
                <a:gdLst>
                  <a:gd name="T0" fmla="*/ 0 w 1"/>
                  <a:gd name="T1" fmla="*/ 482 h 482"/>
                  <a:gd name="T2" fmla="*/ 0 w 1"/>
                  <a:gd name="T3" fmla="*/ 0 h 482"/>
                  <a:gd name="T4" fmla="*/ 1 w 1"/>
                  <a:gd name="T5" fmla="*/ 0 h 4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482">
                    <a:moveTo>
                      <a:pt x="0" y="482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1273" name="Freeform 201">
                <a:extLst>
                  <a:ext uri="{FF2B5EF4-FFF2-40B4-BE49-F238E27FC236}">
                    <a16:creationId xmlns:a16="http://schemas.microsoft.com/office/drawing/2014/main" id="{1935F614-013C-47CC-BE57-1522B6C2BC6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89" y="684"/>
                <a:ext cx="1" cy="14"/>
              </a:xfrm>
              <a:custGeom>
                <a:avLst/>
                <a:gdLst>
                  <a:gd name="T0" fmla="*/ 0 w 1"/>
                  <a:gd name="T1" fmla="*/ 47 h 47"/>
                  <a:gd name="T2" fmla="*/ 0 w 1"/>
                  <a:gd name="T3" fmla="*/ 0 h 47"/>
                  <a:gd name="T4" fmla="*/ 1 w 1"/>
                  <a:gd name="T5" fmla="*/ 0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47">
                    <a:moveTo>
                      <a:pt x="0" y="47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1274" name="Freeform 202">
                <a:extLst>
                  <a:ext uri="{FF2B5EF4-FFF2-40B4-BE49-F238E27FC236}">
                    <a16:creationId xmlns:a16="http://schemas.microsoft.com/office/drawing/2014/main" id="{F04ABE30-CE65-4C9C-B257-BE10A594F2F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89" y="497"/>
                <a:ext cx="1" cy="152"/>
              </a:xfrm>
              <a:custGeom>
                <a:avLst/>
                <a:gdLst>
                  <a:gd name="T0" fmla="*/ 0 w 1"/>
                  <a:gd name="T1" fmla="*/ 513 h 513"/>
                  <a:gd name="T2" fmla="*/ 0 w 1"/>
                  <a:gd name="T3" fmla="*/ 0 h 513"/>
                  <a:gd name="T4" fmla="*/ 1 w 1"/>
                  <a:gd name="T5" fmla="*/ 0 h 5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513">
                    <a:moveTo>
                      <a:pt x="0" y="513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1275" name="Freeform 203">
                <a:extLst>
                  <a:ext uri="{FF2B5EF4-FFF2-40B4-BE49-F238E27FC236}">
                    <a16:creationId xmlns:a16="http://schemas.microsoft.com/office/drawing/2014/main" id="{8E7C569D-B102-48D9-BBEC-1166CEE5304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34" y="583"/>
                <a:ext cx="1" cy="207"/>
              </a:xfrm>
              <a:custGeom>
                <a:avLst/>
                <a:gdLst>
                  <a:gd name="T0" fmla="*/ 0 w 1"/>
                  <a:gd name="T1" fmla="*/ 698 h 698"/>
                  <a:gd name="T2" fmla="*/ 0 w 1"/>
                  <a:gd name="T3" fmla="*/ 0 h 698"/>
                  <a:gd name="T4" fmla="*/ 1 w 1"/>
                  <a:gd name="T5" fmla="*/ 0 h 6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698">
                    <a:moveTo>
                      <a:pt x="0" y="698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1276" name="Freeform 204">
                <a:extLst>
                  <a:ext uri="{FF2B5EF4-FFF2-40B4-BE49-F238E27FC236}">
                    <a16:creationId xmlns:a16="http://schemas.microsoft.com/office/drawing/2014/main" id="{9A3942C1-8B2A-4599-8235-72E6DB6CDCE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58" y="583"/>
                <a:ext cx="1" cy="207"/>
              </a:xfrm>
              <a:custGeom>
                <a:avLst/>
                <a:gdLst>
                  <a:gd name="T0" fmla="*/ 0 w 1"/>
                  <a:gd name="T1" fmla="*/ 698 h 698"/>
                  <a:gd name="T2" fmla="*/ 0 w 1"/>
                  <a:gd name="T3" fmla="*/ 0 h 698"/>
                  <a:gd name="T4" fmla="*/ 1 w 1"/>
                  <a:gd name="T5" fmla="*/ 0 h 6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698">
                    <a:moveTo>
                      <a:pt x="0" y="698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1277" name="Freeform 205">
                <a:extLst>
                  <a:ext uri="{FF2B5EF4-FFF2-40B4-BE49-F238E27FC236}">
                    <a16:creationId xmlns:a16="http://schemas.microsoft.com/office/drawing/2014/main" id="{CB6752F9-E32A-4129-B2A6-BDDF397EA7C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35" y="519"/>
                <a:ext cx="39" cy="38"/>
              </a:xfrm>
              <a:custGeom>
                <a:avLst/>
                <a:gdLst>
                  <a:gd name="T0" fmla="*/ 0 w 129"/>
                  <a:gd name="T1" fmla="*/ 127 h 127"/>
                  <a:gd name="T2" fmla="*/ 128 w 129"/>
                  <a:gd name="T3" fmla="*/ 0 h 127"/>
                  <a:gd name="T4" fmla="*/ 129 w 129"/>
                  <a:gd name="T5" fmla="*/ 0 h 1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29" h="127">
                    <a:moveTo>
                      <a:pt x="0" y="127"/>
                    </a:moveTo>
                    <a:lnTo>
                      <a:pt x="128" y="0"/>
                    </a:lnTo>
                    <a:lnTo>
                      <a:pt x="129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1278" name="Freeform 206">
                <a:extLst>
                  <a:ext uri="{FF2B5EF4-FFF2-40B4-BE49-F238E27FC236}">
                    <a16:creationId xmlns:a16="http://schemas.microsoft.com/office/drawing/2014/main" id="{AE18382D-65D0-4B40-A154-EF302B078BB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35" y="519"/>
                <a:ext cx="116" cy="115"/>
              </a:xfrm>
              <a:custGeom>
                <a:avLst/>
                <a:gdLst>
                  <a:gd name="T0" fmla="*/ 0 w 389"/>
                  <a:gd name="T1" fmla="*/ 389 h 389"/>
                  <a:gd name="T2" fmla="*/ 388 w 389"/>
                  <a:gd name="T3" fmla="*/ 0 h 389"/>
                  <a:gd name="T4" fmla="*/ 389 w 389"/>
                  <a:gd name="T5" fmla="*/ 0 h 3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89" h="389">
                    <a:moveTo>
                      <a:pt x="0" y="389"/>
                    </a:moveTo>
                    <a:lnTo>
                      <a:pt x="388" y="0"/>
                    </a:lnTo>
                    <a:lnTo>
                      <a:pt x="389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1279" name="Freeform 207">
                <a:extLst>
                  <a:ext uri="{FF2B5EF4-FFF2-40B4-BE49-F238E27FC236}">
                    <a16:creationId xmlns:a16="http://schemas.microsoft.com/office/drawing/2014/main" id="{A2746040-D15D-4EE2-B749-41948123DB0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35" y="574"/>
                <a:ext cx="138" cy="137"/>
              </a:xfrm>
              <a:custGeom>
                <a:avLst/>
                <a:gdLst>
                  <a:gd name="T0" fmla="*/ 0 w 466"/>
                  <a:gd name="T1" fmla="*/ 464 h 464"/>
                  <a:gd name="T2" fmla="*/ 465 w 466"/>
                  <a:gd name="T3" fmla="*/ 0 h 464"/>
                  <a:gd name="T4" fmla="*/ 466 w 466"/>
                  <a:gd name="T5" fmla="*/ 0 h 4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66" h="464">
                    <a:moveTo>
                      <a:pt x="0" y="464"/>
                    </a:moveTo>
                    <a:lnTo>
                      <a:pt x="465" y="0"/>
                    </a:lnTo>
                    <a:lnTo>
                      <a:pt x="466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1280" name="Freeform 208">
                <a:extLst>
                  <a:ext uri="{FF2B5EF4-FFF2-40B4-BE49-F238E27FC236}">
                    <a16:creationId xmlns:a16="http://schemas.microsoft.com/office/drawing/2014/main" id="{EA864E9B-2E03-49D1-8E7E-1C67DB030F5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35" y="619"/>
                <a:ext cx="172" cy="170"/>
              </a:xfrm>
              <a:custGeom>
                <a:avLst/>
                <a:gdLst>
                  <a:gd name="T0" fmla="*/ 0 w 578"/>
                  <a:gd name="T1" fmla="*/ 576 h 576"/>
                  <a:gd name="T2" fmla="*/ 577 w 578"/>
                  <a:gd name="T3" fmla="*/ 0 h 576"/>
                  <a:gd name="T4" fmla="*/ 578 w 578"/>
                  <a:gd name="T5" fmla="*/ 0 h 5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578" h="576">
                    <a:moveTo>
                      <a:pt x="0" y="576"/>
                    </a:moveTo>
                    <a:lnTo>
                      <a:pt x="577" y="0"/>
                    </a:lnTo>
                    <a:lnTo>
                      <a:pt x="578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1281" name="Freeform 209">
                <a:extLst>
                  <a:ext uri="{FF2B5EF4-FFF2-40B4-BE49-F238E27FC236}">
                    <a16:creationId xmlns:a16="http://schemas.microsoft.com/office/drawing/2014/main" id="{41268DB0-CDFF-44B0-9874-0B47A8BFE98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35" y="619"/>
                <a:ext cx="249" cy="248"/>
              </a:xfrm>
              <a:custGeom>
                <a:avLst/>
                <a:gdLst>
                  <a:gd name="T0" fmla="*/ 0 w 840"/>
                  <a:gd name="T1" fmla="*/ 837 h 837"/>
                  <a:gd name="T2" fmla="*/ 838 w 840"/>
                  <a:gd name="T3" fmla="*/ 0 h 837"/>
                  <a:gd name="T4" fmla="*/ 840 w 840"/>
                  <a:gd name="T5" fmla="*/ 0 h 8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840" h="837">
                    <a:moveTo>
                      <a:pt x="0" y="837"/>
                    </a:moveTo>
                    <a:lnTo>
                      <a:pt x="838" y="0"/>
                    </a:lnTo>
                    <a:lnTo>
                      <a:pt x="840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1282" name="Freeform 210">
                <a:extLst>
                  <a:ext uri="{FF2B5EF4-FFF2-40B4-BE49-F238E27FC236}">
                    <a16:creationId xmlns:a16="http://schemas.microsoft.com/office/drawing/2014/main" id="{A6E127E7-E8E3-415C-BDC7-8580242658A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24" y="619"/>
                <a:ext cx="137" cy="137"/>
              </a:xfrm>
              <a:custGeom>
                <a:avLst/>
                <a:gdLst>
                  <a:gd name="T0" fmla="*/ 0 w 465"/>
                  <a:gd name="T1" fmla="*/ 464 h 464"/>
                  <a:gd name="T2" fmla="*/ 464 w 465"/>
                  <a:gd name="T3" fmla="*/ 0 h 464"/>
                  <a:gd name="T4" fmla="*/ 465 w 465"/>
                  <a:gd name="T5" fmla="*/ 0 h 4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65" h="464">
                    <a:moveTo>
                      <a:pt x="0" y="464"/>
                    </a:moveTo>
                    <a:lnTo>
                      <a:pt x="464" y="0"/>
                    </a:lnTo>
                    <a:lnTo>
                      <a:pt x="465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1283" name="Freeform 211">
                <a:extLst>
                  <a:ext uri="{FF2B5EF4-FFF2-40B4-BE49-F238E27FC236}">
                    <a16:creationId xmlns:a16="http://schemas.microsoft.com/office/drawing/2014/main" id="{2C458978-8709-4BC8-81CD-C8071D58227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01" y="619"/>
                <a:ext cx="137" cy="137"/>
              </a:xfrm>
              <a:custGeom>
                <a:avLst/>
                <a:gdLst>
                  <a:gd name="T0" fmla="*/ 0 w 464"/>
                  <a:gd name="T1" fmla="*/ 464 h 464"/>
                  <a:gd name="T2" fmla="*/ 463 w 464"/>
                  <a:gd name="T3" fmla="*/ 0 h 464"/>
                  <a:gd name="T4" fmla="*/ 464 w 464"/>
                  <a:gd name="T5" fmla="*/ 0 h 4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64" h="464">
                    <a:moveTo>
                      <a:pt x="0" y="464"/>
                    </a:moveTo>
                    <a:lnTo>
                      <a:pt x="463" y="0"/>
                    </a:lnTo>
                    <a:lnTo>
                      <a:pt x="464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1284" name="Freeform 212">
                <a:extLst>
                  <a:ext uri="{FF2B5EF4-FFF2-40B4-BE49-F238E27FC236}">
                    <a16:creationId xmlns:a16="http://schemas.microsoft.com/office/drawing/2014/main" id="{0B7FE746-BDAC-4006-8A70-80EEC96AE76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78" y="619"/>
                <a:ext cx="138" cy="137"/>
              </a:xfrm>
              <a:custGeom>
                <a:avLst/>
                <a:gdLst>
                  <a:gd name="T0" fmla="*/ 0 w 465"/>
                  <a:gd name="T1" fmla="*/ 464 h 464"/>
                  <a:gd name="T2" fmla="*/ 464 w 465"/>
                  <a:gd name="T3" fmla="*/ 0 h 464"/>
                  <a:gd name="T4" fmla="*/ 465 w 465"/>
                  <a:gd name="T5" fmla="*/ 0 h 4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65" h="464">
                    <a:moveTo>
                      <a:pt x="0" y="464"/>
                    </a:moveTo>
                    <a:lnTo>
                      <a:pt x="464" y="0"/>
                    </a:lnTo>
                    <a:lnTo>
                      <a:pt x="465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1285" name="Freeform 213">
                <a:extLst>
                  <a:ext uri="{FF2B5EF4-FFF2-40B4-BE49-F238E27FC236}">
                    <a16:creationId xmlns:a16="http://schemas.microsoft.com/office/drawing/2014/main" id="{B474C740-EA93-4116-A499-0D5B50F1358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35" y="1039"/>
                <a:ext cx="138" cy="138"/>
              </a:xfrm>
              <a:custGeom>
                <a:avLst/>
                <a:gdLst>
                  <a:gd name="T0" fmla="*/ 0 w 466"/>
                  <a:gd name="T1" fmla="*/ 464 h 464"/>
                  <a:gd name="T2" fmla="*/ 465 w 466"/>
                  <a:gd name="T3" fmla="*/ 0 h 464"/>
                  <a:gd name="T4" fmla="*/ 466 w 466"/>
                  <a:gd name="T5" fmla="*/ 0 h 4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66" h="464">
                    <a:moveTo>
                      <a:pt x="0" y="464"/>
                    </a:moveTo>
                    <a:lnTo>
                      <a:pt x="465" y="0"/>
                    </a:lnTo>
                    <a:lnTo>
                      <a:pt x="466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1286" name="Freeform 214">
                <a:extLst>
                  <a:ext uri="{FF2B5EF4-FFF2-40B4-BE49-F238E27FC236}">
                    <a16:creationId xmlns:a16="http://schemas.microsoft.com/office/drawing/2014/main" id="{E1D11A7C-B175-4519-9643-8A0FA1CD8BF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55" y="619"/>
                <a:ext cx="138" cy="137"/>
              </a:xfrm>
              <a:custGeom>
                <a:avLst/>
                <a:gdLst>
                  <a:gd name="T0" fmla="*/ 0 w 465"/>
                  <a:gd name="T1" fmla="*/ 464 h 464"/>
                  <a:gd name="T2" fmla="*/ 464 w 465"/>
                  <a:gd name="T3" fmla="*/ 0 h 464"/>
                  <a:gd name="T4" fmla="*/ 465 w 465"/>
                  <a:gd name="T5" fmla="*/ 0 h 4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65" h="464">
                    <a:moveTo>
                      <a:pt x="0" y="464"/>
                    </a:moveTo>
                    <a:lnTo>
                      <a:pt x="464" y="0"/>
                    </a:lnTo>
                    <a:lnTo>
                      <a:pt x="465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1287" name="Freeform 215">
                <a:extLst>
                  <a:ext uri="{FF2B5EF4-FFF2-40B4-BE49-F238E27FC236}">
                    <a16:creationId xmlns:a16="http://schemas.microsoft.com/office/drawing/2014/main" id="{C10AF4AF-62A1-404D-A3BD-5D82C95E42C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35" y="1117"/>
                <a:ext cx="138" cy="137"/>
              </a:xfrm>
              <a:custGeom>
                <a:avLst/>
                <a:gdLst>
                  <a:gd name="T0" fmla="*/ 0 w 466"/>
                  <a:gd name="T1" fmla="*/ 464 h 464"/>
                  <a:gd name="T2" fmla="*/ 465 w 466"/>
                  <a:gd name="T3" fmla="*/ 0 h 464"/>
                  <a:gd name="T4" fmla="*/ 466 w 466"/>
                  <a:gd name="T5" fmla="*/ 0 h 4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66" h="464">
                    <a:moveTo>
                      <a:pt x="0" y="464"/>
                    </a:moveTo>
                    <a:lnTo>
                      <a:pt x="465" y="0"/>
                    </a:lnTo>
                    <a:lnTo>
                      <a:pt x="466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1288" name="Freeform 216">
                <a:extLst>
                  <a:ext uri="{FF2B5EF4-FFF2-40B4-BE49-F238E27FC236}">
                    <a16:creationId xmlns:a16="http://schemas.microsoft.com/office/drawing/2014/main" id="{6AADD93C-71DF-42A6-B05B-C78726EA97E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33" y="619"/>
                <a:ext cx="138" cy="137"/>
              </a:xfrm>
              <a:custGeom>
                <a:avLst/>
                <a:gdLst>
                  <a:gd name="T0" fmla="*/ 0 w 465"/>
                  <a:gd name="T1" fmla="*/ 464 h 464"/>
                  <a:gd name="T2" fmla="*/ 464 w 465"/>
                  <a:gd name="T3" fmla="*/ 0 h 464"/>
                  <a:gd name="T4" fmla="*/ 465 w 465"/>
                  <a:gd name="T5" fmla="*/ 0 h 4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65" h="464">
                    <a:moveTo>
                      <a:pt x="0" y="464"/>
                    </a:moveTo>
                    <a:lnTo>
                      <a:pt x="464" y="0"/>
                    </a:lnTo>
                    <a:lnTo>
                      <a:pt x="465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1289" name="Freeform 217">
                <a:extLst>
                  <a:ext uri="{FF2B5EF4-FFF2-40B4-BE49-F238E27FC236}">
                    <a16:creationId xmlns:a16="http://schemas.microsoft.com/office/drawing/2014/main" id="{9F915E56-9292-4792-811E-A5E2BFE2483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81" y="992"/>
                <a:ext cx="17" cy="16"/>
              </a:xfrm>
              <a:custGeom>
                <a:avLst/>
                <a:gdLst>
                  <a:gd name="T0" fmla="*/ 0 w 55"/>
                  <a:gd name="T1" fmla="*/ 53 h 53"/>
                  <a:gd name="T2" fmla="*/ 54 w 55"/>
                  <a:gd name="T3" fmla="*/ 0 h 53"/>
                  <a:gd name="T4" fmla="*/ 55 w 55"/>
                  <a:gd name="T5" fmla="*/ 0 h 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55" h="53">
                    <a:moveTo>
                      <a:pt x="0" y="53"/>
                    </a:moveTo>
                    <a:lnTo>
                      <a:pt x="54" y="0"/>
                    </a:lnTo>
                    <a:lnTo>
                      <a:pt x="55" y="0"/>
                    </a:lnTo>
                  </a:path>
                </a:pathLst>
              </a:cu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1290" name="Freeform 218">
                <a:extLst>
                  <a:ext uri="{FF2B5EF4-FFF2-40B4-BE49-F238E27FC236}">
                    <a16:creationId xmlns:a16="http://schemas.microsoft.com/office/drawing/2014/main" id="{A173315D-E98B-4928-8B62-156A2D797E8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35" y="1146"/>
                <a:ext cx="187" cy="185"/>
              </a:xfrm>
              <a:custGeom>
                <a:avLst/>
                <a:gdLst>
                  <a:gd name="T0" fmla="*/ 0 w 631"/>
                  <a:gd name="T1" fmla="*/ 629 h 629"/>
                  <a:gd name="T2" fmla="*/ 630 w 631"/>
                  <a:gd name="T3" fmla="*/ 0 h 629"/>
                  <a:gd name="T4" fmla="*/ 631 w 631"/>
                  <a:gd name="T5" fmla="*/ 0 h 6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631" h="629">
                    <a:moveTo>
                      <a:pt x="0" y="629"/>
                    </a:moveTo>
                    <a:lnTo>
                      <a:pt x="630" y="0"/>
                    </a:lnTo>
                    <a:lnTo>
                      <a:pt x="631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1291" name="Freeform 219">
                <a:extLst>
                  <a:ext uri="{FF2B5EF4-FFF2-40B4-BE49-F238E27FC236}">
                    <a16:creationId xmlns:a16="http://schemas.microsoft.com/office/drawing/2014/main" id="{38F356E3-C0D1-416A-8C18-68DF81F108A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11" y="583"/>
                <a:ext cx="172" cy="173"/>
              </a:xfrm>
              <a:custGeom>
                <a:avLst/>
                <a:gdLst>
                  <a:gd name="T0" fmla="*/ 0 w 581"/>
                  <a:gd name="T1" fmla="*/ 582 h 582"/>
                  <a:gd name="T2" fmla="*/ 580 w 581"/>
                  <a:gd name="T3" fmla="*/ 0 h 582"/>
                  <a:gd name="T4" fmla="*/ 581 w 581"/>
                  <a:gd name="T5" fmla="*/ 0 h 5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581" h="582">
                    <a:moveTo>
                      <a:pt x="0" y="582"/>
                    </a:moveTo>
                    <a:lnTo>
                      <a:pt x="580" y="0"/>
                    </a:lnTo>
                    <a:lnTo>
                      <a:pt x="581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1292" name="Freeform 220">
                <a:extLst>
                  <a:ext uri="{FF2B5EF4-FFF2-40B4-BE49-F238E27FC236}">
                    <a16:creationId xmlns:a16="http://schemas.microsoft.com/office/drawing/2014/main" id="{E6143A28-4ED5-4BC4-8CB4-5C1782A4535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63" y="1146"/>
                <a:ext cx="236" cy="236"/>
              </a:xfrm>
              <a:custGeom>
                <a:avLst/>
                <a:gdLst>
                  <a:gd name="T0" fmla="*/ 0 w 800"/>
                  <a:gd name="T1" fmla="*/ 800 h 800"/>
                  <a:gd name="T2" fmla="*/ 799 w 800"/>
                  <a:gd name="T3" fmla="*/ 0 h 800"/>
                  <a:gd name="T4" fmla="*/ 800 w 800"/>
                  <a:gd name="T5" fmla="*/ 0 h 8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800" h="800">
                    <a:moveTo>
                      <a:pt x="0" y="800"/>
                    </a:moveTo>
                    <a:lnTo>
                      <a:pt x="799" y="0"/>
                    </a:lnTo>
                    <a:lnTo>
                      <a:pt x="800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1293" name="Freeform 221">
                <a:extLst>
                  <a:ext uri="{FF2B5EF4-FFF2-40B4-BE49-F238E27FC236}">
                    <a16:creationId xmlns:a16="http://schemas.microsoft.com/office/drawing/2014/main" id="{732322B2-07CA-462B-9091-96F4374B256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88" y="622"/>
                <a:ext cx="133" cy="134"/>
              </a:xfrm>
              <a:custGeom>
                <a:avLst/>
                <a:gdLst>
                  <a:gd name="T0" fmla="*/ 0 w 451"/>
                  <a:gd name="T1" fmla="*/ 450 h 450"/>
                  <a:gd name="T2" fmla="*/ 450 w 451"/>
                  <a:gd name="T3" fmla="*/ 0 h 450"/>
                  <a:gd name="T4" fmla="*/ 451 w 451"/>
                  <a:gd name="T5" fmla="*/ 0 h 4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51" h="450">
                    <a:moveTo>
                      <a:pt x="0" y="450"/>
                    </a:moveTo>
                    <a:lnTo>
                      <a:pt x="450" y="0"/>
                    </a:lnTo>
                    <a:lnTo>
                      <a:pt x="451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1294" name="Freeform 222">
                <a:extLst>
                  <a:ext uri="{FF2B5EF4-FFF2-40B4-BE49-F238E27FC236}">
                    <a16:creationId xmlns:a16="http://schemas.microsoft.com/office/drawing/2014/main" id="{C1ECE39F-8A51-4C80-8200-546B345DFDA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45" y="700"/>
                <a:ext cx="76" cy="77"/>
              </a:xfrm>
              <a:custGeom>
                <a:avLst/>
                <a:gdLst>
                  <a:gd name="T0" fmla="*/ 0 w 259"/>
                  <a:gd name="T1" fmla="*/ 259 h 259"/>
                  <a:gd name="T2" fmla="*/ 258 w 259"/>
                  <a:gd name="T3" fmla="*/ 0 h 259"/>
                  <a:gd name="T4" fmla="*/ 259 w 259"/>
                  <a:gd name="T5" fmla="*/ 0 h 2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59" h="259">
                    <a:moveTo>
                      <a:pt x="0" y="259"/>
                    </a:moveTo>
                    <a:lnTo>
                      <a:pt x="258" y="0"/>
                    </a:lnTo>
                    <a:lnTo>
                      <a:pt x="259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1295" name="Freeform 223">
                <a:extLst>
                  <a:ext uri="{FF2B5EF4-FFF2-40B4-BE49-F238E27FC236}">
                    <a16:creationId xmlns:a16="http://schemas.microsoft.com/office/drawing/2014/main" id="{EF3506BE-C70E-45CD-8005-2CECC8F253B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40" y="1146"/>
                <a:ext cx="137" cy="137"/>
              </a:xfrm>
              <a:custGeom>
                <a:avLst/>
                <a:gdLst>
                  <a:gd name="T0" fmla="*/ 0 w 465"/>
                  <a:gd name="T1" fmla="*/ 465 h 465"/>
                  <a:gd name="T2" fmla="*/ 464 w 465"/>
                  <a:gd name="T3" fmla="*/ 0 h 465"/>
                  <a:gd name="T4" fmla="*/ 465 w 465"/>
                  <a:gd name="T5" fmla="*/ 0 h 4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65" h="465">
                    <a:moveTo>
                      <a:pt x="0" y="465"/>
                    </a:moveTo>
                    <a:lnTo>
                      <a:pt x="464" y="0"/>
                    </a:lnTo>
                    <a:lnTo>
                      <a:pt x="465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1296" name="Freeform 224">
                <a:extLst>
                  <a:ext uri="{FF2B5EF4-FFF2-40B4-BE49-F238E27FC236}">
                    <a16:creationId xmlns:a16="http://schemas.microsoft.com/office/drawing/2014/main" id="{478CFA2C-6F8F-4C81-A12D-FB95254CC90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17" y="1146"/>
                <a:ext cx="137" cy="137"/>
              </a:xfrm>
              <a:custGeom>
                <a:avLst/>
                <a:gdLst>
                  <a:gd name="T0" fmla="*/ 0 w 464"/>
                  <a:gd name="T1" fmla="*/ 465 h 465"/>
                  <a:gd name="T2" fmla="*/ 463 w 464"/>
                  <a:gd name="T3" fmla="*/ 0 h 465"/>
                  <a:gd name="T4" fmla="*/ 464 w 464"/>
                  <a:gd name="T5" fmla="*/ 0 h 4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64" h="465">
                    <a:moveTo>
                      <a:pt x="0" y="465"/>
                    </a:moveTo>
                    <a:lnTo>
                      <a:pt x="463" y="0"/>
                    </a:lnTo>
                    <a:lnTo>
                      <a:pt x="464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1297" name="Freeform 225">
                <a:extLst>
                  <a:ext uri="{FF2B5EF4-FFF2-40B4-BE49-F238E27FC236}">
                    <a16:creationId xmlns:a16="http://schemas.microsoft.com/office/drawing/2014/main" id="{990270A7-C1A6-4F0F-AF87-296199F7935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58" y="583"/>
                <a:ext cx="57" cy="57"/>
              </a:xfrm>
              <a:custGeom>
                <a:avLst/>
                <a:gdLst>
                  <a:gd name="T0" fmla="*/ 0 w 191"/>
                  <a:gd name="T1" fmla="*/ 192 h 192"/>
                  <a:gd name="T2" fmla="*/ 190 w 191"/>
                  <a:gd name="T3" fmla="*/ 0 h 192"/>
                  <a:gd name="T4" fmla="*/ 191 w 191"/>
                  <a:gd name="T5" fmla="*/ 0 h 1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91" h="192">
                    <a:moveTo>
                      <a:pt x="0" y="192"/>
                    </a:moveTo>
                    <a:lnTo>
                      <a:pt x="190" y="0"/>
                    </a:lnTo>
                    <a:lnTo>
                      <a:pt x="191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1298" name="Freeform 226">
                <a:extLst>
                  <a:ext uri="{FF2B5EF4-FFF2-40B4-BE49-F238E27FC236}">
                    <a16:creationId xmlns:a16="http://schemas.microsoft.com/office/drawing/2014/main" id="{12843D84-8F3A-4AEC-A501-77D9CF1FB9B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08" y="778"/>
                <a:ext cx="13" cy="12"/>
              </a:xfrm>
              <a:custGeom>
                <a:avLst/>
                <a:gdLst>
                  <a:gd name="T0" fmla="*/ 0 w 45"/>
                  <a:gd name="T1" fmla="*/ 43 h 43"/>
                  <a:gd name="T2" fmla="*/ 44 w 45"/>
                  <a:gd name="T3" fmla="*/ 0 h 43"/>
                  <a:gd name="T4" fmla="*/ 45 w 45"/>
                  <a:gd name="T5" fmla="*/ 0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5" h="43">
                    <a:moveTo>
                      <a:pt x="0" y="43"/>
                    </a:moveTo>
                    <a:lnTo>
                      <a:pt x="44" y="0"/>
                    </a:lnTo>
                    <a:lnTo>
                      <a:pt x="45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1299" name="Freeform 227">
                <a:extLst>
                  <a:ext uri="{FF2B5EF4-FFF2-40B4-BE49-F238E27FC236}">
                    <a16:creationId xmlns:a16="http://schemas.microsoft.com/office/drawing/2014/main" id="{D97F0020-0383-4D83-9AF8-4633F1EAA19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94" y="1146"/>
                <a:ext cx="138" cy="137"/>
              </a:xfrm>
              <a:custGeom>
                <a:avLst/>
                <a:gdLst>
                  <a:gd name="T0" fmla="*/ 0 w 464"/>
                  <a:gd name="T1" fmla="*/ 465 h 465"/>
                  <a:gd name="T2" fmla="*/ 463 w 464"/>
                  <a:gd name="T3" fmla="*/ 0 h 465"/>
                  <a:gd name="T4" fmla="*/ 464 w 464"/>
                  <a:gd name="T5" fmla="*/ 0 h 4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64" h="465">
                    <a:moveTo>
                      <a:pt x="0" y="465"/>
                    </a:moveTo>
                    <a:lnTo>
                      <a:pt x="463" y="0"/>
                    </a:lnTo>
                    <a:lnTo>
                      <a:pt x="464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1300" name="Freeform 228">
                <a:extLst>
                  <a:ext uri="{FF2B5EF4-FFF2-40B4-BE49-F238E27FC236}">
                    <a16:creationId xmlns:a16="http://schemas.microsoft.com/office/drawing/2014/main" id="{5072D558-9BB9-4171-8F63-9D163D84ECB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58" y="641"/>
                <a:ext cx="77" cy="77"/>
              </a:xfrm>
              <a:custGeom>
                <a:avLst/>
                <a:gdLst>
                  <a:gd name="T0" fmla="*/ 0 w 259"/>
                  <a:gd name="T1" fmla="*/ 259 h 259"/>
                  <a:gd name="T2" fmla="*/ 258 w 259"/>
                  <a:gd name="T3" fmla="*/ 0 h 259"/>
                  <a:gd name="T4" fmla="*/ 259 w 259"/>
                  <a:gd name="T5" fmla="*/ 0 h 2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59" h="259">
                    <a:moveTo>
                      <a:pt x="0" y="259"/>
                    </a:moveTo>
                    <a:lnTo>
                      <a:pt x="258" y="0"/>
                    </a:lnTo>
                    <a:lnTo>
                      <a:pt x="259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1301" name="Freeform 229">
                <a:extLst>
                  <a:ext uri="{FF2B5EF4-FFF2-40B4-BE49-F238E27FC236}">
                    <a16:creationId xmlns:a16="http://schemas.microsoft.com/office/drawing/2014/main" id="{795F8036-483D-4981-916B-A1E2D5D7902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71" y="1146"/>
                <a:ext cx="138" cy="137"/>
              </a:xfrm>
              <a:custGeom>
                <a:avLst/>
                <a:gdLst>
                  <a:gd name="T0" fmla="*/ 0 w 465"/>
                  <a:gd name="T1" fmla="*/ 465 h 465"/>
                  <a:gd name="T2" fmla="*/ 464 w 465"/>
                  <a:gd name="T3" fmla="*/ 0 h 465"/>
                  <a:gd name="T4" fmla="*/ 465 w 465"/>
                  <a:gd name="T5" fmla="*/ 0 h 4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65" h="465">
                    <a:moveTo>
                      <a:pt x="0" y="465"/>
                    </a:moveTo>
                    <a:lnTo>
                      <a:pt x="464" y="0"/>
                    </a:lnTo>
                    <a:lnTo>
                      <a:pt x="465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1302" name="Freeform 230">
                <a:extLst>
                  <a:ext uri="{FF2B5EF4-FFF2-40B4-BE49-F238E27FC236}">
                    <a16:creationId xmlns:a16="http://schemas.microsoft.com/office/drawing/2014/main" id="{CC31A3FF-6107-47BD-B8B0-70BA6C4A59B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63" y="719"/>
                <a:ext cx="72" cy="71"/>
              </a:xfrm>
              <a:custGeom>
                <a:avLst/>
                <a:gdLst>
                  <a:gd name="T0" fmla="*/ 0 w 242"/>
                  <a:gd name="T1" fmla="*/ 241 h 241"/>
                  <a:gd name="T2" fmla="*/ 241 w 242"/>
                  <a:gd name="T3" fmla="*/ 0 h 241"/>
                  <a:gd name="T4" fmla="*/ 242 w 242"/>
                  <a:gd name="T5" fmla="*/ 0 h 2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42" h="241">
                    <a:moveTo>
                      <a:pt x="0" y="241"/>
                    </a:moveTo>
                    <a:lnTo>
                      <a:pt x="241" y="0"/>
                    </a:lnTo>
                    <a:lnTo>
                      <a:pt x="242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1303" name="Freeform 231">
                <a:extLst>
                  <a:ext uri="{FF2B5EF4-FFF2-40B4-BE49-F238E27FC236}">
                    <a16:creationId xmlns:a16="http://schemas.microsoft.com/office/drawing/2014/main" id="{7A1062E3-EB46-4F5C-AFA7-1AF72317588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49" y="1146"/>
                <a:ext cx="137" cy="137"/>
              </a:xfrm>
              <a:custGeom>
                <a:avLst/>
                <a:gdLst>
                  <a:gd name="T0" fmla="*/ 0 w 465"/>
                  <a:gd name="T1" fmla="*/ 465 h 465"/>
                  <a:gd name="T2" fmla="*/ 464 w 465"/>
                  <a:gd name="T3" fmla="*/ 0 h 465"/>
                  <a:gd name="T4" fmla="*/ 465 w 465"/>
                  <a:gd name="T5" fmla="*/ 0 h 4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65" h="465">
                    <a:moveTo>
                      <a:pt x="0" y="465"/>
                    </a:moveTo>
                    <a:lnTo>
                      <a:pt x="464" y="0"/>
                    </a:lnTo>
                    <a:lnTo>
                      <a:pt x="465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1304" name="Freeform 232">
                <a:extLst>
                  <a:ext uri="{FF2B5EF4-FFF2-40B4-BE49-F238E27FC236}">
                    <a16:creationId xmlns:a16="http://schemas.microsoft.com/office/drawing/2014/main" id="{BD9C9BAB-7400-4E94-835E-A27456F5AA0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26" y="1111"/>
                <a:ext cx="172" cy="172"/>
              </a:xfrm>
              <a:custGeom>
                <a:avLst/>
                <a:gdLst>
                  <a:gd name="T0" fmla="*/ 0 w 582"/>
                  <a:gd name="T1" fmla="*/ 582 h 582"/>
                  <a:gd name="T2" fmla="*/ 581 w 582"/>
                  <a:gd name="T3" fmla="*/ 0 h 582"/>
                  <a:gd name="T4" fmla="*/ 582 w 582"/>
                  <a:gd name="T5" fmla="*/ 0 h 5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582" h="582">
                    <a:moveTo>
                      <a:pt x="0" y="582"/>
                    </a:moveTo>
                    <a:lnTo>
                      <a:pt x="581" y="0"/>
                    </a:lnTo>
                    <a:lnTo>
                      <a:pt x="582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1305" name="Freeform 233">
                <a:extLst>
                  <a:ext uri="{FF2B5EF4-FFF2-40B4-BE49-F238E27FC236}">
                    <a16:creationId xmlns:a16="http://schemas.microsoft.com/office/drawing/2014/main" id="{44DC380C-6367-4102-8B41-0CC5955FCA0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04" y="1165"/>
                <a:ext cx="117" cy="118"/>
              </a:xfrm>
              <a:custGeom>
                <a:avLst/>
                <a:gdLst>
                  <a:gd name="T0" fmla="*/ 0 w 398"/>
                  <a:gd name="T1" fmla="*/ 398 h 398"/>
                  <a:gd name="T2" fmla="*/ 397 w 398"/>
                  <a:gd name="T3" fmla="*/ 0 h 398"/>
                  <a:gd name="T4" fmla="*/ 398 w 398"/>
                  <a:gd name="T5" fmla="*/ 0 h 3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98" h="398">
                    <a:moveTo>
                      <a:pt x="0" y="398"/>
                    </a:moveTo>
                    <a:lnTo>
                      <a:pt x="397" y="0"/>
                    </a:lnTo>
                    <a:lnTo>
                      <a:pt x="398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1306" name="Freeform 234">
                <a:extLst>
                  <a:ext uri="{FF2B5EF4-FFF2-40B4-BE49-F238E27FC236}">
                    <a16:creationId xmlns:a16="http://schemas.microsoft.com/office/drawing/2014/main" id="{C1F58B77-0798-4813-AFE9-7B1C8D59BE9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46" y="1242"/>
                <a:ext cx="75" cy="75"/>
              </a:xfrm>
              <a:custGeom>
                <a:avLst/>
                <a:gdLst>
                  <a:gd name="T0" fmla="*/ 0 w 254"/>
                  <a:gd name="T1" fmla="*/ 252 h 252"/>
                  <a:gd name="T2" fmla="*/ 253 w 254"/>
                  <a:gd name="T3" fmla="*/ 0 h 252"/>
                  <a:gd name="T4" fmla="*/ 254 w 254"/>
                  <a:gd name="T5" fmla="*/ 0 h 2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54" h="252">
                    <a:moveTo>
                      <a:pt x="0" y="252"/>
                    </a:moveTo>
                    <a:lnTo>
                      <a:pt x="253" y="0"/>
                    </a:lnTo>
                    <a:lnTo>
                      <a:pt x="254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1307" name="Freeform 235">
                <a:extLst>
                  <a:ext uri="{FF2B5EF4-FFF2-40B4-BE49-F238E27FC236}">
                    <a16:creationId xmlns:a16="http://schemas.microsoft.com/office/drawing/2014/main" id="{2CA368A3-70B9-4280-B9E8-A5DAFD9825D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58" y="1111"/>
                <a:ext cx="73" cy="72"/>
              </a:xfrm>
              <a:custGeom>
                <a:avLst/>
                <a:gdLst>
                  <a:gd name="T0" fmla="*/ 0 w 244"/>
                  <a:gd name="T1" fmla="*/ 245 h 245"/>
                  <a:gd name="T2" fmla="*/ 243 w 244"/>
                  <a:gd name="T3" fmla="*/ 0 h 245"/>
                  <a:gd name="T4" fmla="*/ 244 w 244"/>
                  <a:gd name="T5" fmla="*/ 0 h 2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44" h="245">
                    <a:moveTo>
                      <a:pt x="0" y="245"/>
                    </a:moveTo>
                    <a:lnTo>
                      <a:pt x="243" y="0"/>
                    </a:lnTo>
                    <a:lnTo>
                      <a:pt x="244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1308" name="Freeform 236">
                <a:extLst>
                  <a:ext uri="{FF2B5EF4-FFF2-40B4-BE49-F238E27FC236}">
                    <a16:creationId xmlns:a16="http://schemas.microsoft.com/office/drawing/2014/main" id="{7C4E6FB1-2E51-46EB-8B6A-3B758201C70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58" y="1184"/>
                <a:ext cx="77" cy="76"/>
              </a:xfrm>
              <a:custGeom>
                <a:avLst/>
                <a:gdLst>
                  <a:gd name="T0" fmla="*/ 0 w 259"/>
                  <a:gd name="T1" fmla="*/ 258 h 258"/>
                  <a:gd name="T2" fmla="*/ 258 w 259"/>
                  <a:gd name="T3" fmla="*/ 0 h 258"/>
                  <a:gd name="T4" fmla="*/ 259 w 259"/>
                  <a:gd name="T5" fmla="*/ 0 h 2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59" h="258">
                    <a:moveTo>
                      <a:pt x="0" y="258"/>
                    </a:moveTo>
                    <a:lnTo>
                      <a:pt x="258" y="0"/>
                    </a:lnTo>
                    <a:lnTo>
                      <a:pt x="259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1309" name="Freeform 237">
                <a:extLst>
                  <a:ext uri="{FF2B5EF4-FFF2-40B4-BE49-F238E27FC236}">
                    <a16:creationId xmlns:a16="http://schemas.microsoft.com/office/drawing/2014/main" id="{5DA9D484-A6D3-4A0B-9D92-2E6982A0372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79" y="1262"/>
                <a:ext cx="56" cy="55"/>
              </a:xfrm>
              <a:custGeom>
                <a:avLst/>
                <a:gdLst>
                  <a:gd name="T0" fmla="*/ 0 w 189"/>
                  <a:gd name="T1" fmla="*/ 188 h 188"/>
                  <a:gd name="T2" fmla="*/ 188 w 189"/>
                  <a:gd name="T3" fmla="*/ 0 h 188"/>
                  <a:gd name="T4" fmla="*/ 189 w 189"/>
                  <a:gd name="T5" fmla="*/ 0 h 1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89" h="188">
                    <a:moveTo>
                      <a:pt x="0" y="188"/>
                    </a:moveTo>
                    <a:lnTo>
                      <a:pt x="188" y="0"/>
                    </a:lnTo>
                    <a:lnTo>
                      <a:pt x="189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1310" name="Rectangle 238">
                <a:extLst>
                  <a:ext uri="{FF2B5EF4-FFF2-40B4-BE49-F238E27FC236}">
                    <a16:creationId xmlns:a16="http://schemas.microsoft.com/office/drawing/2014/main" id="{F42742C9-BB1C-4C58-8301-FB1689439A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24" y="299"/>
                <a:ext cx="323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2000" i="1">
                    <a:latin typeface="宋体" panose="02010600030101010101" pitchFamily="2" charset="-122"/>
                  </a:rPr>
                  <a:t>A</a:t>
                </a:r>
                <a:r>
                  <a:rPr lang="zh-CN" altLang="en-US" sz="2000">
                    <a:latin typeface="宋体" panose="02010600030101010101" pitchFamily="2" charset="-122"/>
                  </a:rPr>
                  <a:t>－</a:t>
                </a:r>
                <a:r>
                  <a:rPr lang="en-US" altLang="zh-CN" sz="2000" i="1">
                    <a:latin typeface="宋体" panose="02010600030101010101" pitchFamily="2" charset="-122"/>
                  </a:rPr>
                  <a:t>A</a:t>
                </a:r>
                <a:endParaRPr lang="en-US" altLang="zh-CN" sz="2000"/>
              </a:p>
            </p:txBody>
          </p:sp>
          <p:sp>
            <p:nvSpPr>
              <p:cNvPr id="131311" name="Line 239">
                <a:extLst>
                  <a:ext uri="{FF2B5EF4-FFF2-40B4-BE49-F238E27FC236}">
                    <a16:creationId xmlns:a16="http://schemas.microsoft.com/office/drawing/2014/main" id="{5B428641-CD26-4E70-BB72-6F3824BC27B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48" y="583"/>
                <a:ext cx="0" cy="39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1312" name="Line 240">
                <a:extLst>
                  <a:ext uri="{FF2B5EF4-FFF2-40B4-BE49-F238E27FC236}">
                    <a16:creationId xmlns:a16="http://schemas.microsoft.com/office/drawing/2014/main" id="{5C900DC6-643F-41B7-8C47-0788D4457E1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45" y="1105"/>
                <a:ext cx="0" cy="41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1313" name="Line 241">
                <a:extLst>
                  <a:ext uri="{FF2B5EF4-FFF2-40B4-BE49-F238E27FC236}">
                    <a16:creationId xmlns:a16="http://schemas.microsoft.com/office/drawing/2014/main" id="{2CE93A9E-728D-462F-87DE-CCA16CE0F71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745" y="752"/>
                <a:ext cx="0" cy="4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1314" name="Line 242">
                <a:extLst>
                  <a:ext uri="{FF2B5EF4-FFF2-40B4-BE49-F238E27FC236}">
                    <a16:creationId xmlns:a16="http://schemas.microsoft.com/office/drawing/2014/main" id="{B8A44A36-B198-41A7-AD98-24D79A87074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745" y="1283"/>
                <a:ext cx="0" cy="41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1315" name="Freeform 243">
                <a:extLst>
                  <a:ext uri="{FF2B5EF4-FFF2-40B4-BE49-F238E27FC236}">
                    <a16:creationId xmlns:a16="http://schemas.microsoft.com/office/drawing/2014/main" id="{E1AB8859-6FC7-443C-BAC0-B8D0C792A52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35" y="884"/>
                <a:ext cx="138" cy="138"/>
              </a:xfrm>
              <a:custGeom>
                <a:avLst/>
                <a:gdLst>
                  <a:gd name="T0" fmla="*/ 0 w 466"/>
                  <a:gd name="T1" fmla="*/ 464 h 464"/>
                  <a:gd name="T2" fmla="*/ 465 w 466"/>
                  <a:gd name="T3" fmla="*/ 0 h 464"/>
                  <a:gd name="T4" fmla="*/ 466 w 466"/>
                  <a:gd name="T5" fmla="*/ 0 h 4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66" h="464">
                    <a:moveTo>
                      <a:pt x="0" y="464"/>
                    </a:moveTo>
                    <a:lnTo>
                      <a:pt x="465" y="0"/>
                    </a:lnTo>
                    <a:lnTo>
                      <a:pt x="466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1316" name="Line 244">
                <a:extLst>
                  <a:ext uri="{FF2B5EF4-FFF2-40B4-BE49-F238E27FC236}">
                    <a16:creationId xmlns:a16="http://schemas.microsoft.com/office/drawing/2014/main" id="{0FD7A509-3B79-4E91-8373-CA16CCAF98A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69" y="748"/>
                <a:ext cx="0" cy="407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1317" name="Freeform 245">
                <a:extLst>
                  <a:ext uri="{FF2B5EF4-FFF2-40B4-BE49-F238E27FC236}">
                    <a16:creationId xmlns:a16="http://schemas.microsoft.com/office/drawing/2014/main" id="{9493B8CA-05D2-4148-94A9-5AA52093473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36" y="803"/>
                <a:ext cx="134" cy="139"/>
              </a:xfrm>
              <a:custGeom>
                <a:avLst/>
                <a:gdLst>
                  <a:gd name="T0" fmla="*/ 0 w 134"/>
                  <a:gd name="T1" fmla="*/ 139 h 139"/>
                  <a:gd name="T2" fmla="*/ 134 w 134"/>
                  <a:gd name="T3" fmla="*/ 0 h 1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34" h="139">
                    <a:moveTo>
                      <a:pt x="0" y="139"/>
                    </a:moveTo>
                    <a:lnTo>
                      <a:pt x="134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31318" name="Group 246">
              <a:extLst>
                <a:ext uri="{FF2B5EF4-FFF2-40B4-BE49-F238E27FC236}">
                  <a16:creationId xmlns:a16="http://schemas.microsoft.com/office/drawing/2014/main" id="{C3EEFADE-0BC7-43B3-A63D-8F1D4FD4C3E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35" y="1496"/>
              <a:ext cx="2314" cy="1023"/>
              <a:chOff x="398" y="2216"/>
              <a:chExt cx="2607" cy="1152"/>
            </a:xfrm>
          </p:grpSpPr>
          <p:sp>
            <p:nvSpPr>
              <p:cNvPr id="131319" name="Arc 247">
                <a:extLst>
                  <a:ext uri="{FF2B5EF4-FFF2-40B4-BE49-F238E27FC236}">
                    <a16:creationId xmlns:a16="http://schemas.microsoft.com/office/drawing/2014/main" id="{BBDE4F86-A5D5-4FE9-BFFE-0060150F9EE0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2601" y="2554"/>
                <a:ext cx="134" cy="268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1600"/>
                  <a:gd name="T1" fmla="*/ 0 h 43172"/>
                  <a:gd name="T2" fmla="*/ 1094 w 21600"/>
                  <a:gd name="T3" fmla="*/ 43172 h 43172"/>
                  <a:gd name="T4" fmla="*/ 0 w 21600"/>
                  <a:gd name="T5" fmla="*/ 21600 h 431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43172" fill="none" extrusionOk="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33104"/>
                      <a:pt x="12583" y="42589"/>
                      <a:pt x="1094" y="43172"/>
                    </a:cubicBezTo>
                  </a:path>
                  <a:path w="21600" h="43172" stroke="0" extrusionOk="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33104"/>
                      <a:pt x="12583" y="42589"/>
                      <a:pt x="1094" y="43172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1320" name="Oval 248">
                <a:extLst>
                  <a:ext uri="{FF2B5EF4-FFF2-40B4-BE49-F238E27FC236}">
                    <a16:creationId xmlns:a16="http://schemas.microsoft.com/office/drawing/2014/main" id="{8587BF3A-DF4F-4897-98C0-39D577BA8D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73" y="2935"/>
                <a:ext cx="322" cy="320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1321" name="Oval 249">
                <a:extLst>
                  <a:ext uri="{FF2B5EF4-FFF2-40B4-BE49-F238E27FC236}">
                    <a16:creationId xmlns:a16="http://schemas.microsoft.com/office/drawing/2014/main" id="{BDB7B1DD-CC5A-4800-9C66-D7AA84A4E2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61" y="3021"/>
                <a:ext cx="142" cy="142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1322" name="Line 250">
                <a:extLst>
                  <a:ext uri="{FF2B5EF4-FFF2-40B4-BE49-F238E27FC236}">
                    <a16:creationId xmlns:a16="http://schemas.microsoft.com/office/drawing/2014/main" id="{838BD7A2-4791-40C0-8BAF-1A8A037A794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734" y="2839"/>
                <a:ext cx="623" cy="5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prstDash val="lg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1323" name="Arc 251">
                <a:extLst>
                  <a:ext uri="{FF2B5EF4-FFF2-40B4-BE49-F238E27FC236}">
                    <a16:creationId xmlns:a16="http://schemas.microsoft.com/office/drawing/2014/main" id="{0920092D-7950-434D-8DA2-94EC8D149D1F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1082" y="2314"/>
                <a:ext cx="719" cy="746"/>
              </a:xfrm>
              <a:custGeom>
                <a:avLst/>
                <a:gdLst>
                  <a:gd name="G0" fmla="+- 18979 0 0"/>
                  <a:gd name="G1" fmla="+- 21600 0 0"/>
                  <a:gd name="G2" fmla="+- 21600 0 0"/>
                  <a:gd name="T0" fmla="*/ 116 w 40579"/>
                  <a:gd name="T1" fmla="*/ 11077 h 43200"/>
                  <a:gd name="T2" fmla="*/ 0 w 40579"/>
                  <a:gd name="T3" fmla="*/ 31913 h 43200"/>
                  <a:gd name="T4" fmla="*/ 18979 w 40579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0579" h="43200" fill="none" extrusionOk="0">
                    <a:moveTo>
                      <a:pt x="115" y="11076"/>
                    </a:moveTo>
                    <a:cubicBezTo>
                      <a:pt x="3930" y="4238"/>
                      <a:pt x="11148" y="0"/>
                      <a:pt x="18979" y="0"/>
                    </a:cubicBezTo>
                    <a:cubicBezTo>
                      <a:pt x="30908" y="0"/>
                      <a:pt x="40579" y="9670"/>
                      <a:pt x="40579" y="21600"/>
                    </a:cubicBezTo>
                    <a:cubicBezTo>
                      <a:pt x="40579" y="33529"/>
                      <a:pt x="30908" y="43200"/>
                      <a:pt x="18979" y="43200"/>
                    </a:cubicBezTo>
                    <a:cubicBezTo>
                      <a:pt x="11062" y="43199"/>
                      <a:pt x="3779" y="38869"/>
                      <a:pt x="0" y="31912"/>
                    </a:cubicBezTo>
                  </a:path>
                  <a:path w="40579" h="43200" stroke="0" extrusionOk="0">
                    <a:moveTo>
                      <a:pt x="115" y="11076"/>
                    </a:moveTo>
                    <a:cubicBezTo>
                      <a:pt x="3930" y="4238"/>
                      <a:pt x="11148" y="0"/>
                      <a:pt x="18979" y="0"/>
                    </a:cubicBezTo>
                    <a:cubicBezTo>
                      <a:pt x="30908" y="0"/>
                      <a:pt x="40579" y="9670"/>
                      <a:pt x="40579" y="21600"/>
                    </a:cubicBezTo>
                    <a:cubicBezTo>
                      <a:pt x="40579" y="33529"/>
                      <a:pt x="30908" y="43200"/>
                      <a:pt x="18979" y="43200"/>
                    </a:cubicBezTo>
                    <a:cubicBezTo>
                      <a:pt x="11062" y="43199"/>
                      <a:pt x="3779" y="38869"/>
                      <a:pt x="0" y="31912"/>
                    </a:cubicBezTo>
                    <a:lnTo>
                      <a:pt x="18979" y="21600"/>
                    </a:lnTo>
                    <a:close/>
                  </a:path>
                </a:pathLst>
              </a:cu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1324" name="Arc 252">
                <a:extLst>
                  <a:ext uri="{FF2B5EF4-FFF2-40B4-BE49-F238E27FC236}">
                    <a16:creationId xmlns:a16="http://schemas.microsoft.com/office/drawing/2014/main" id="{7AD8A53E-C49E-41E0-8D55-512725FF7CEB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1206" y="2460"/>
                <a:ext cx="435" cy="446"/>
              </a:xfrm>
              <a:custGeom>
                <a:avLst/>
                <a:gdLst>
                  <a:gd name="G0" fmla="+- 20529 0 0"/>
                  <a:gd name="G1" fmla="+- 21600 0 0"/>
                  <a:gd name="G2" fmla="+- 21600 0 0"/>
                  <a:gd name="T0" fmla="*/ 6 w 42129"/>
                  <a:gd name="T1" fmla="*/ 14865 h 43200"/>
                  <a:gd name="T2" fmla="*/ 0 w 42129"/>
                  <a:gd name="T3" fmla="*/ 28316 h 43200"/>
                  <a:gd name="T4" fmla="*/ 20529 w 42129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2129" h="43200" fill="none" extrusionOk="0">
                    <a:moveTo>
                      <a:pt x="5" y="14864"/>
                    </a:moveTo>
                    <a:cubicBezTo>
                      <a:pt x="2916" y="5995"/>
                      <a:pt x="11194" y="0"/>
                      <a:pt x="20529" y="0"/>
                    </a:cubicBezTo>
                    <a:cubicBezTo>
                      <a:pt x="32458" y="0"/>
                      <a:pt x="42129" y="9670"/>
                      <a:pt x="42129" y="21600"/>
                    </a:cubicBezTo>
                    <a:cubicBezTo>
                      <a:pt x="42129" y="33529"/>
                      <a:pt x="32458" y="43200"/>
                      <a:pt x="20529" y="43200"/>
                    </a:cubicBezTo>
                    <a:cubicBezTo>
                      <a:pt x="11187" y="43199"/>
                      <a:pt x="2904" y="37194"/>
                      <a:pt x="-1" y="28316"/>
                    </a:cubicBezTo>
                  </a:path>
                  <a:path w="42129" h="43200" stroke="0" extrusionOk="0">
                    <a:moveTo>
                      <a:pt x="5" y="14864"/>
                    </a:moveTo>
                    <a:cubicBezTo>
                      <a:pt x="2916" y="5995"/>
                      <a:pt x="11194" y="0"/>
                      <a:pt x="20529" y="0"/>
                    </a:cubicBezTo>
                    <a:cubicBezTo>
                      <a:pt x="32458" y="0"/>
                      <a:pt x="42129" y="9670"/>
                      <a:pt x="42129" y="21600"/>
                    </a:cubicBezTo>
                    <a:cubicBezTo>
                      <a:pt x="42129" y="33529"/>
                      <a:pt x="32458" y="43200"/>
                      <a:pt x="20529" y="43200"/>
                    </a:cubicBezTo>
                    <a:cubicBezTo>
                      <a:pt x="11187" y="43199"/>
                      <a:pt x="2904" y="37194"/>
                      <a:pt x="-1" y="28316"/>
                    </a:cubicBezTo>
                    <a:lnTo>
                      <a:pt x="20529" y="21600"/>
                    </a:lnTo>
                    <a:close/>
                  </a:path>
                </a:pathLst>
              </a:cu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1325" name="Rectangle 253">
                <a:extLst>
                  <a:ext uri="{FF2B5EF4-FFF2-40B4-BE49-F238E27FC236}">
                    <a16:creationId xmlns:a16="http://schemas.microsoft.com/office/drawing/2014/main" id="{9D6A799F-75EF-4F13-9788-246A4C49E1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95" y="2470"/>
                <a:ext cx="109" cy="25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i="1">
                    <a:latin typeface="宋体" panose="02010600030101010101" pitchFamily="2" charset="-122"/>
                  </a:rPr>
                  <a:t>A</a:t>
                </a:r>
                <a:endParaRPr lang="en-US" altLang="zh-CN" i="1"/>
              </a:p>
            </p:txBody>
          </p:sp>
          <p:sp>
            <p:nvSpPr>
              <p:cNvPr id="131326" name="Freeform 254">
                <a:extLst>
                  <a:ext uri="{FF2B5EF4-FFF2-40B4-BE49-F238E27FC236}">
                    <a16:creationId xmlns:a16="http://schemas.microsoft.com/office/drawing/2014/main" id="{C700B061-F4B4-46D5-A9AA-A881424F86C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58" y="2687"/>
                <a:ext cx="620" cy="1"/>
              </a:xfrm>
              <a:custGeom>
                <a:avLst/>
                <a:gdLst>
                  <a:gd name="T0" fmla="*/ 0 w 620"/>
                  <a:gd name="T1" fmla="*/ 0 h 1"/>
                  <a:gd name="T2" fmla="*/ 620 w 620"/>
                  <a:gd name="T3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620" h="1">
                    <a:moveTo>
                      <a:pt x="0" y="0"/>
                    </a:moveTo>
                    <a:lnTo>
                      <a:pt x="620" y="1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1327" name="Freeform 255">
                <a:extLst>
                  <a:ext uri="{FF2B5EF4-FFF2-40B4-BE49-F238E27FC236}">
                    <a16:creationId xmlns:a16="http://schemas.microsoft.com/office/drawing/2014/main" id="{4F534040-6732-4904-89EA-40154367D6E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01" y="3016"/>
                <a:ext cx="888" cy="234"/>
              </a:xfrm>
              <a:custGeom>
                <a:avLst/>
                <a:gdLst>
                  <a:gd name="T0" fmla="*/ 0 w 2664"/>
                  <a:gd name="T1" fmla="*/ 0 h 701"/>
                  <a:gd name="T2" fmla="*/ 2663 w 2664"/>
                  <a:gd name="T3" fmla="*/ 701 h 701"/>
                  <a:gd name="T4" fmla="*/ 2664 w 2664"/>
                  <a:gd name="T5" fmla="*/ 701 h 7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664" h="701">
                    <a:moveTo>
                      <a:pt x="0" y="0"/>
                    </a:moveTo>
                    <a:lnTo>
                      <a:pt x="2663" y="701"/>
                    </a:lnTo>
                    <a:lnTo>
                      <a:pt x="2664" y="701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1328" name="Freeform 256">
                <a:extLst>
                  <a:ext uri="{FF2B5EF4-FFF2-40B4-BE49-F238E27FC236}">
                    <a16:creationId xmlns:a16="http://schemas.microsoft.com/office/drawing/2014/main" id="{F71E7DF9-1D9A-4261-96B4-83E897CA26D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4" y="2481"/>
                <a:ext cx="880" cy="73"/>
              </a:xfrm>
              <a:custGeom>
                <a:avLst/>
                <a:gdLst>
                  <a:gd name="T0" fmla="*/ 0 w 2639"/>
                  <a:gd name="T1" fmla="*/ 0 h 218"/>
                  <a:gd name="T2" fmla="*/ 2638 w 2639"/>
                  <a:gd name="T3" fmla="*/ 218 h 218"/>
                  <a:gd name="T4" fmla="*/ 2639 w 2639"/>
                  <a:gd name="T5" fmla="*/ 218 h 2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639" h="218">
                    <a:moveTo>
                      <a:pt x="0" y="0"/>
                    </a:moveTo>
                    <a:lnTo>
                      <a:pt x="2638" y="218"/>
                    </a:lnTo>
                    <a:lnTo>
                      <a:pt x="2639" y="218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1329" name="Freeform 257">
                <a:extLst>
                  <a:ext uri="{FF2B5EF4-FFF2-40B4-BE49-F238E27FC236}">
                    <a16:creationId xmlns:a16="http://schemas.microsoft.com/office/drawing/2014/main" id="{DD647E3A-FF2C-4F06-A988-21CBA57D8C3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29" y="2505"/>
                <a:ext cx="56" cy="55"/>
              </a:xfrm>
              <a:custGeom>
                <a:avLst/>
                <a:gdLst>
                  <a:gd name="T0" fmla="*/ 0 w 166"/>
                  <a:gd name="T1" fmla="*/ 166 h 166"/>
                  <a:gd name="T2" fmla="*/ 165 w 166"/>
                  <a:gd name="T3" fmla="*/ 0 h 166"/>
                  <a:gd name="T4" fmla="*/ 166 w 166"/>
                  <a:gd name="T5" fmla="*/ 0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66" h="166">
                    <a:moveTo>
                      <a:pt x="0" y="166"/>
                    </a:moveTo>
                    <a:lnTo>
                      <a:pt x="165" y="0"/>
                    </a:lnTo>
                    <a:lnTo>
                      <a:pt x="166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1330" name="Freeform 258">
                <a:extLst>
                  <a:ext uri="{FF2B5EF4-FFF2-40B4-BE49-F238E27FC236}">
                    <a16:creationId xmlns:a16="http://schemas.microsoft.com/office/drawing/2014/main" id="{08BD82B9-0CEB-40CC-93CB-B704CF759AD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5" y="2556"/>
                <a:ext cx="56" cy="55"/>
              </a:xfrm>
              <a:custGeom>
                <a:avLst/>
                <a:gdLst>
                  <a:gd name="T0" fmla="*/ 0 w 167"/>
                  <a:gd name="T1" fmla="*/ 165 h 165"/>
                  <a:gd name="T2" fmla="*/ 166 w 167"/>
                  <a:gd name="T3" fmla="*/ 0 h 165"/>
                  <a:gd name="T4" fmla="*/ 167 w 167"/>
                  <a:gd name="T5" fmla="*/ 0 h 1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67" h="165">
                    <a:moveTo>
                      <a:pt x="0" y="165"/>
                    </a:moveTo>
                    <a:lnTo>
                      <a:pt x="166" y="0"/>
                    </a:lnTo>
                    <a:lnTo>
                      <a:pt x="167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1331" name="Freeform 259">
                <a:extLst>
                  <a:ext uri="{FF2B5EF4-FFF2-40B4-BE49-F238E27FC236}">
                    <a16:creationId xmlns:a16="http://schemas.microsoft.com/office/drawing/2014/main" id="{EAC13046-C40B-4705-BE4B-06111E8FD1D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29" y="2762"/>
                <a:ext cx="60" cy="59"/>
              </a:xfrm>
              <a:custGeom>
                <a:avLst/>
                <a:gdLst>
                  <a:gd name="T0" fmla="*/ 0 w 179"/>
                  <a:gd name="T1" fmla="*/ 178 h 178"/>
                  <a:gd name="T2" fmla="*/ 178 w 179"/>
                  <a:gd name="T3" fmla="*/ 0 h 178"/>
                  <a:gd name="T4" fmla="*/ 179 w 179"/>
                  <a:gd name="T5" fmla="*/ 0 h 1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79" h="178">
                    <a:moveTo>
                      <a:pt x="0" y="178"/>
                    </a:moveTo>
                    <a:lnTo>
                      <a:pt x="178" y="0"/>
                    </a:lnTo>
                    <a:lnTo>
                      <a:pt x="179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1332" name="Freeform 260">
                <a:extLst>
                  <a:ext uri="{FF2B5EF4-FFF2-40B4-BE49-F238E27FC236}">
                    <a16:creationId xmlns:a16="http://schemas.microsoft.com/office/drawing/2014/main" id="{98F95C0E-5B3C-43EA-AA0B-08690B5782D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03" y="2505"/>
                <a:ext cx="43" cy="43"/>
              </a:xfrm>
              <a:custGeom>
                <a:avLst/>
                <a:gdLst>
                  <a:gd name="T0" fmla="*/ 0 w 130"/>
                  <a:gd name="T1" fmla="*/ 129 h 129"/>
                  <a:gd name="T2" fmla="*/ 129 w 130"/>
                  <a:gd name="T3" fmla="*/ 0 h 129"/>
                  <a:gd name="T4" fmla="*/ 130 w 130"/>
                  <a:gd name="T5" fmla="*/ 0 h 1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30" h="129">
                    <a:moveTo>
                      <a:pt x="0" y="129"/>
                    </a:moveTo>
                    <a:lnTo>
                      <a:pt x="129" y="0"/>
                    </a:lnTo>
                    <a:lnTo>
                      <a:pt x="130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1333" name="Freeform 261">
                <a:extLst>
                  <a:ext uri="{FF2B5EF4-FFF2-40B4-BE49-F238E27FC236}">
                    <a16:creationId xmlns:a16="http://schemas.microsoft.com/office/drawing/2014/main" id="{AB67A820-BBEC-4326-8045-34EC0F569F8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9" y="2818"/>
                <a:ext cx="52" cy="51"/>
              </a:xfrm>
              <a:custGeom>
                <a:avLst/>
                <a:gdLst>
                  <a:gd name="T0" fmla="*/ 0 w 154"/>
                  <a:gd name="T1" fmla="*/ 153 h 153"/>
                  <a:gd name="T2" fmla="*/ 153 w 154"/>
                  <a:gd name="T3" fmla="*/ 0 h 153"/>
                  <a:gd name="T4" fmla="*/ 154 w 154"/>
                  <a:gd name="T5" fmla="*/ 0 h 1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54" h="153">
                    <a:moveTo>
                      <a:pt x="0" y="153"/>
                    </a:moveTo>
                    <a:lnTo>
                      <a:pt x="153" y="0"/>
                    </a:lnTo>
                    <a:lnTo>
                      <a:pt x="154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1334" name="Freeform 262">
                <a:extLst>
                  <a:ext uri="{FF2B5EF4-FFF2-40B4-BE49-F238E27FC236}">
                    <a16:creationId xmlns:a16="http://schemas.microsoft.com/office/drawing/2014/main" id="{0A1ACC09-ED17-4314-9DC4-D547419104C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27" y="2436"/>
                <a:ext cx="174" cy="175"/>
              </a:xfrm>
              <a:custGeom>
                <a:avLst/>
                <a:gdLst>
                  <a:gd name="T0" fmla="*/ 0 w 524"/>
                  <a:gd name="T1" fmla="*/ 524 h 524"/>
                  <a:gd name="T2" fmla="*/ 523 w 524"/>
                  <a:gd name="T3" fmla="*/ 0 h 524"/>
                  <a:gd name="T4" fmla="*/ 524 w 524"/>
                  <a:gd name="T5" fmla="*/ 0 h 5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524" h="524">
                    <a:moveTo>
                      <a:pt x="0" y="524"/>
                    </a:moveTo>
                    <a:lnTo>
                      <a:pt x="523" y="0"/>
                    </a:lnTo>
                    <a:lnTo>
                      <a:pt x="524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1335" name="Freeform 263">
                <a:extLst>
                  <a:ext uri="{FF2B5EF4-FFF2-40B4-BE49-F238E27FC236}">
                    <a16:creationId xmlns:a16="http://schemas.microsoft.com/office/drawing/2014/main" id="{0BD7ACD2-0754-4786-BE56-1B0F7949C18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14" y="2495"/>
                <a:ext cx="116" cy="116"/>
              </a:xfrm>
              <a:custGeom>
                <a:avLst/>
                <a:gdLst>
                  <a:gd name="T0" fmla="*/ 0 w 349"/>
                  <a:gd name="T1" fmla="*/ 347 h 347"/>
                  <a:gd name="T2" fmla="*/ 348 w 349"/>
                  <a:gd name="T3" fmla="*/ 0 h 347"/>
                  <a:gd name="T4" fmla="*/ 349 w 349"/>
                  <a:gd name="T5" fmla="*/ 0 h 3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49" h="347">
                    <a:moveTo>
                      <a:pt x="0" y="347"/>
                    </a:moveTo>
                    <a:lnTo>
                      <a:pt x="348" y="0"/>
                    </a:lnTo>
                    <a:lnTo>
                      <a:pt x="349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1336" name="Freeform 264">
                <a:extLst>
                  <a:ext uri="{FF2B5EF4-FFF2-40B4-BE49-F238E27FC236}">
                    <a16:creationId xmlns:a16="http://schemas.microsoft.com/office/drawing/2014/main" id="{EC5C466B-3CD0-4DA2-BACE-D41B3EBEF39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03" y="2762"/>
                <a:ext cx="48" cy="47"/>
              </a:xfrm>
              <a:custGeom>
                <a:avLst/>
                <a:gdLst>
                  <a:gd name="T0" fmla="*/ 0 w 143"/>
                  <a:gd name="T1" fmla="*/ 142 h 142"/>
                  <a:gd name="T2" fmla="*/ 142 w 143"/>
                  <a:gd name="T3" fmla="*/ 0 h 142"/>
                  <a:gd name="T4" fmla="*/ 143 w 143"/>
                  <a:gd name="T5" fmla="*/ 0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43" h="142">
                    <a:moveTo>
                      <a:pt x="0" y="142"/>
                    </a:moveTo>
                    <a:lnTo>
                      <a:pt x="142" y="0"/>
                    </a:lnTo>
                    <a:lnTo>
                      <a:pt x="143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1337" name="Freeform 265">
                <a:extLst>
                  <a:ext uri="{FF2B5EF4-FFF2-40B4-BE49-F238E27FC236}">
                    <a16:creationId xmlns:a16="http://schemas.microsoft.com/office/drawing/2014/main" id="{26BBDF91-F166-43D8-B58F-FBB7E6A2B02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01" y="2602"/>
                <a:ext cx="9" cy="9"/>
              </a:xfrm>
              <a:custGeom>
                <a:avLst/>
                <a:gdLst>
                  <a:gd name="T0" fmla="*/ 0 w 28"/>
                  <a:gd name="T1" fmla="*/ 26 h 26"/>
                  <a:gd name="T2" fmla="*/ 27 w 28"/>
                  <a:gd name="T3" fmla="*/ 0 h 26"/>
                  <a:gd name="T4" fmla="*/ 28 w 28"/>
                  <a:gd name="T5" fmla="*/ 0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8" h="26">
                    <a:moveTo>
                      <a:pt x="0" y="26"/>
                    </a:moveTo>
                    <a:lnTo>
                      <a:pt x="27" y="0"/>
                    </a:lnTo>
                    <a:lnTo>
                      <a:pt x="28" y="0"/>
                    </a:lnTo>
                  </a:path>
                </a:pathLst>
              </a:cu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1338" name="Freeform 266">
                <a:extLst>
                  <a:ext uri="{FF2B5EF4-FFF2-40B4-BE49-F238E27FC236}">
                    <a16:creationId xmlns:a16="http://schemas.microsoft.com/office/drawing/2014/main" id="{2CAF5377-9CC5-4685-A25C-EF3B76AF0BF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31" y="2762"/>
                <a:ext cx="107" cy="107"/>
              </a:xfrm>
              <a:custGeom>
                <a:avLst/>
                <a:gdLst>
                  <a:gd name="T0" fmla="*/ 0 w 320"/>
                  <a:gd name="T1" fmla="*/ 320 h 320"/>
                  <a:gd name="T2" fmla="*/ 318 w 320"/>
                  <a:gd name="T3" fmla="*/ 0 h 320"/>
                  <a:gd name="T4" fmla="*/ 320 w 320"/>
                  <a:gd name="T5" fmla="*/ 0 h 3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20" h="320">
                    <a:moveTo>
                      <a:pt x="0" y="320"/>
                    </a:moveTo>
                    <a:lnTo>
                      <a:pt x="318" y="0"/>
                    </a:lnTo>
                    <a:lnTo>
                      <a:pt x="320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1339" name="Freeform 267">
                <a:extLst>
                  <a:ext uri="{FF2B5EF4-FFF2-40B4-BE49-F238E27FC236}">
                    <a16:creationId xmlns:a16="http://schemas.microsoft.com/office/drawing/2014/main" id="{29FC4B13-79E5-4DAA-A03E-5B1AAFE24A9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98" y="2775"/>
                <a:ext cx="114" cy="114"/>
              </a:xfrm>
              <a:custGeom>
                <a:avLst/>
                <a:gdLst>
                  <a:gd name="T0" fmla="*/ 0 w 344"/>
                  <a:gd name="T1" fmla="*/ 343 h 343"/>
                  <a:gd name="T2" fmla="*/ 342 w 344"/>
                  <a:gd name="T3" fmla="*/ 0 h 343"/>
                  <a:gd name="T4" fmla="*/ 344 w 344"/>
                  <a:gd name="T5" fmla="*/ 0 h 3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44" h="343">
                    <a:moveTo>
                      <a:pt x="0" y="343"/>
                    </a:moveTo>
                    <a:lnTo>
                      <a:pt x="342" y="0"/>
                    </a:lnTo>
                    <a:lnTo>
                      <a:pt x="344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1340" name="Freeform 268">
                <a:extLst>
                  <a:ext uri="{FF2B5EF4-FFF2-40B4-BE49-F238E27FC236}">
                    <a16:creationId xmlns:a16="http://schemas.microsoft.com/office/drawing/2014/main" id="{FC9AC53C-3AD2-4C5B-B94C-1C70CA6A5ED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35" y="2829"/>
                <a:ext cx="110" cy="110"/>
              </a:xfrm>
              <a:custGeom>
                <a:avLst/>
                <a:gdLst>
                  <a:gd name="T0" fmla="*/ 0 w 330"/>
                  <a:gd name="T1" fmla="*/ 330 h 330"/>
                  <a:gd name="T2" fmla="*/ 329 w 330"/>
                  <a:gd name="T3" fmla="*/ 0 h 330"/>
                  <a:gd name="T4" fmla="*/ 330 w 330"/>
                  <a:gd name="T5" fmla="*/ 0 h 3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30" h="330">
                    <a:moveTo>
                      <a:pt x="0" y="330"/>
                    </a:moveTo>
                    <a:lnTo>
                      <a:pt x="329" y="0"/>
                    </a:lnTo>
                    <a:lnTo>
                      <a:pt x="330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1341" name="Freeform 269">
                <a:extLst>
                  <a:ext uri="{FF2B5EF4-FFF2-40B4-BE49-F238E27FC236}">
                    <a16:creationId xmlns:a16="http://schemas.microsoft.com/office/drawing/2014/main" id="{3CDCCBF7-B666-4D00-BBBB-5271737A2A4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80" y="2871"/>
                <a:ext cx="111" cy="110"/>
              </a:xfrm>
              <a:custGeom>
                <a:avLst/>
                <a:gdLst>
                  <a:gd name="T0" fmla="*/ 0 w 332"/>
                  <a:gd name="T1" fmla="*/ 332 h 332"/>
                  <a:gd name="T2" fmla="*/ 331 w 332"/>
                  <a:gd name="T3" fmla="*/ 0 h 332"/>
                  <a:gd name="T4" fmla="*/ 332 w 332"/>
                  <a:gd name="T5" fmla="*/ 0 h 3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32" h="332">
                    <a:moveTo>
                      <a:pt x="0" y="332"/>
                    </a:moveTo>
                    <a:lnTo>
                      <a:pt x="331" y="0"/>
                    </a:lnTo>
                    <a:lnTo>
                      <a:pt x="332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1342" name="Freeform 270">
                <a:extLst>
                  <a:ext uri="{FF2B5EF4-FFF2-40B4-BE49-F238E27FC236}">
                    <a16:creationId xmlns:a16="http://schemas.microsoft.com/office/drawing/2014/main" id="{AB2C4107-4EED-4247-A2CF-B3A7350EDC7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12" y="2717"/>
                <a:ext cx="1" cy="235"/>
              </a:xfrm>
              <a:custGeom>
                <a:avLst/>
                <a:gdLst>
                  <a:gd name="T0" fmla="*/ 0 w 1"/>
                  <a:gd name="T1" fmla="*/ 0 h 705"/>
                  <a:gd name="T2" fmla="*/ 0 w 1"/>
                  <a:gd name="T3" fmla="*/ 705 h 705"/>
                  <a:gd name="T4" fmla="*/ 1 w 1"/>
                  <a:gd name="T5" fmla="*/ 705 h 7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705">
                    <a:moveTo>
                      <a:pt x="0" y="0"/>
                    </a:moveTo>
                    <a:lnTo>
                      <a:pt x="0" y="705"/>
                    </a:lnTo>
                    <a:lnTo>
                      <a:pt x="1" y="705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1343" name="Freeform 271">
                <a:extLst>
                  <a:ext uri="{FF2B5EF4-FFF2-40B4-BE49-F238E27FC236}">
                    <a16:creationId xmlns:a16="http://schemas.microsoft.com/office/drawing/2014/main" id="{D6B93FB7-7160-4B1A-9948-577207361A2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7" y="2619"/>
                <a:ext cx="1" cy="350"/>
              </a:xfrm>
              <a:custGeom>
                <a:avLst/>
                <a:gdLst>
                  <a:gd name="T0" fmla="*/ 0 w 2"/>
                  <a:gd name="T1" fmla="*/ 0 h 1048"/>
                  <a:gd name="T2" fmla="*/ 0 w 2"/>
                  <a:gd name="T3" fmla="*/ 1048 h 1048"/>
                  <a:gd name="T4" fmla="*/ 2 w 2"/>
                  <a:gd name="T5" fmla="*/ 1048 h 10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1048">
                    <a:moveTo>
                      <a:pt x="0" y="0"/>
                    </a:moveTo>
                    <a:lnTo>
                      <a:pt x="0" y="1048"/>
                    </a:lnTo>
                    <a:lnTo>
                      <a:pt x="2" y="1048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1344" name="Freeform 272">
                <a:extLst>
                  <a:ext uri="{FF2B5EF4-FFF2-40B4-BE49-F238E27FC236}">
                    <a16:creationId xmlns:a16="http://schemas.microsoft.com/office/drawing/2014/main" id="{76EBA593-CBC0-4245-8D16-40314781AC2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23" y="2868"/>
                <a:ext cx="363" cy="1"/>
              </a:xfrm>
              <a:custGeom>
                <a:avLst/>
                <a:gdLst>
                  <a:gd name="T0" fmla="*/ 0 w 363"/>
                  <a:gd name="T1" fmla="*/ 1 h 1"/>
                  <a:gd name="T2" fmla="*/ 363 w 363"/>
                  <a:gd name="T3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363" h="1">
                    <a:moveTo>
                      <a:pt x="0" y="1"/>
                    </a:moveTo>
                    <a:lnTo>
                      <a:pt x="363" y="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1345" name="Freeform 273">
                <a:extLst>
                  <a:ext uri="{FF2B5EF4-FFF2-40B4-BE49-F238E27FC236}">
                    <a16:creationId xmlns:a16="http://schemas.microsoft.com/office/drawing/2014/main" id="{8ABFA648-C60D-40DA-81E6-D71CFC94DBD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29" y="2762"/>
                <a:ext cx="478" cy="1"/>
              </a:xfrm>
              <a:custGeom>
                <a:avLst/>
                <a:gdLst>
                  <a:gd name="T0" fmla="*/ 0 w 1433"/>
                  <a:gd name="T1" fmla="*/ 1432 w 1433"/>
                  <a:gd name="T2" fmla="*/ 1433 w 1433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433">
                    <a:moveTo>
                      <a:pt x="0" y="0"/>
                    </a:moveTo>
                    <a:lnTo>
                      <a:pt x="1432" y="0"/>
                    </a:lnTo>
                    <a:lnTo>
                      <a:pt x="1433" y="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1346" name="Freeform 274">
                <a:extLst>
                  <a:ext uri="{FF2B5EF4-FFF2-40B4-BE49-F238E27FC236}">
                    <a16:creationId xmlns:a16="http://schemas.microsoft.com/office/drawing/2014/main" id="{F9046167-54EA-4858-AECC-4CAE8E46C9E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29" y="2762"/>
                <a:ext cx="1" cy="107"/>
              </a:xfrm>
              <a:custGeom>
                <a:avLst/>
                <a:gdLst>
                  <a:gd name="T0" fmla="*/ 0 w 1"/>
                  <a:gd name="T1" fmla="*/ 0 h 320"/>
                  <a:gd name="T2" fmla="*/ 0 w 1"/>
                  <a:gd name="T3" fmla="*/ 320 h 320"/>
                  <a:gd name="T4" fmla="*/ 1 w 1"/>
                  <a:gd name="T5" fmla="*/ 320 h 3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320">
                    <a:moveTo>
                      <a:pt x="0" y="0"/>
                    </a:moveTo>
                    <a:lnTo>
                      <a:pt x="0" y="320"/>
                    </a:lnTo>
                    <a:lnTo>
                      <a:pt x="1" y="32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1347" name="Freeform 275">
                <a:extLst>
                  <a:ext uri="{FF2B5EF4-FFF2-40B4-BE49-F238E27FC236}">
                    <a16:creationId xmlns:a16="http://schemas.microsoft.com/office/drawing/2014/main" id="{BAFE1A0B-2C65-4D6F-8652-9E09E016429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20" y="2762"/>
                <a:ext cx="1" cy="107"/>
              </a:xfrm>
              <a:custGeom>
                <a:avLst/>
                <a:gdLst>
                  <a:gd name="T0" fmla="*/ 0 w 1"/>
                  <a:gd name="T1" fmla="*/ 0 h 320"/>
                  <a:gd name="T2" fmla="*/ 0 w 1"/>
                  <a:gd name="T3" fmla="*/ 320 h 320"/>
                  <a:gd name="T4" fmla="*/ 1 w 1"/>
                  <a:gd name="T5" fmla="*/ 320 h 3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320">
                    <a:moveTo>
                      <a:pt x="0" y="0"/>
                    </a:moveTo>
                    <a:lnTo>
                      <a:pt x="0" y="320"/>
                    </a:lnTo>
                    <a:lnTo>
                      <a:pt x="1" y="32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1348" name="Freeform 276">
                <a:extLst>
                  <a:ext uri="{FF2B5EF4-FFF2-40B4-BE49-F238E27FC236}">
                    <a16:creationId xmlns:a16="http://schemas.microsoft.com/office/drawing/2014/main" id="{1E3843B3-1AFE-4461-829E-D387EAEDB58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99" y="2901"/>
                <a:ext cx="154" cy="95"/>
              </a:xfrm>
              <a:custGeom>
                <a:avLst/>
                <a:gdLst>
                  <a:gd name="T0" fmla="*/ 154 w 154"/>
                  <a:gd name="T1" fmla="*/ 0 h 95"/>
                  <a:gd name="T2" fmla="*/ 118 w 154"/>
                  <a:gd name="T3" fmla="*/ 24 h 95"/>
                  <a:gd name="T4" fmla="*/ 88 w 154"/>
                  <a:gd name="T5" fmla="*/ 62 h 95"/>
                  <a:gd name="T6" fmla="*/ 38 w 154"/>
                  <a:gd name="T7" fmla="*/ 69 h 95"/>
                  <a:gd name="T8" fmla="*/ 0 w 154"/>
                  <a:gd name="T9" fmla="*/ 95 h 95"/>
                  <a:gd name="T10" fmla="*/ 0 w 154"/>
                  <a:gd name="T11" fmla="*/ 95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54" h="95">
                    <a:moveTo>
                      <a:pt x="154" y="0"/>
                    </a:moveTo>
                    <a:lnTo>
                      <a:pt x="118" y="24"/>
                    </a:lnTo>
                    <a:lnTo>
                      <a:pt x="88" y="62"/>
                    </a:lnTo>
                    <a:lnTo>
                      <a:pt x="38" y="69"/>
                    </a:lnTo>
                    <a:lnTo>
                      <a:pt x="0" y="95"/>
                    </a:lnTo>
                    <a:lnTo>
                      <a:pt x="0" y="95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1349" name="Freeform 277">
                <a:extLst>
                  <a:ext uri="{FF2B5EF4-FFF2-40B4-BE49-F238E27FC236}">
                    <a16:creationId xmlns:a16="http://schemas.microsoft.com/office/drawing/2014/main" id="{4D9158A5-1CB4-4DE2-84D2-5BA49C8B05E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03" y="2762"/>
                <a:ext cx="1" cy="107"/>
              </a:xfrm>
              <a:custGeom>
                <a:avLst/>
                <a:gdLst>
                  <a:gd name="T0" fmla="*/ 0 w 1"/>
                  <a:gd name="T1" fmla="*/ 0 h 320"/>
                  <a:gd name="T2" fmla="*/ 0 w 1"/>
                  <a:gd name="T3" fmla="*/ 320 h 320"/>
                  <a:gd name="T4" fmla="*/ 1 w 1"/>
                  <a:gd name="T5" fmla="*/ 320 h 3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320">
                    <a:moveTo>
                      <a:pt x="0" y="0"/>
                    </a:moveTo>
                    <a:lnTo>
                      <a:pt x="0" y="320"/>
                    </a:lnTo>
                    <a:lnTo>
                      <a:pt x="1" y="32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1350" name="Freeform 278">
                <a:extLst>
                  <a:ext uri="{FF2B5EF4-FFF2-40B4-BE49-F238E27FC236}">
                    <a16:creationId xmlns:a16="http://schemas.microsoft.com/office/drawing/2014/main" id="{08DA0657-B670-4587-B346-7B6607DFB19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7" y="3025"/>
                <a:ext cx="1" cy="131"/>
              </a:xfrm>
              <a:custGeom>
                <a:avLst/>
                <a:gdLst>
                  <a:gd name="T0" fmla="*/ 0 w 2"/>
                  <a:gd name="T1" fmla="*/ 0 h 391"/>
                  <a:gd name="T2" fmla="*/ 0 w 2"/>
                  <a:gd name="T3" fmla="*/ 391 h 391"/>
                  <a:gd name="T4" fmla="*/ 2 w 2"/>
                  <a:gd name="T5" fmla="*/ 391 h 3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391">
                    <a:moveTo>
                      <a:pt x="0" y="0"/>
                    </a:moveTo>
                    <a:lnTo>
                      <a:pt x="0" y="391"/>
                    </a:lnTo>
                    <a:lnTo>
                      <a:pt x="2" y="391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1351" name="Freeform 279">
                <a:extLst>
                  <a:ext uri="{FF2B5EF4-FFF2-40B4-BE49-F238E27FC236}">
                    <a16:creationId xmlns:a16="http://schemas.microsoft.com/office/drawing/2014/main" id="{8AF846B9-0D73-46E7-A8AF-A64DB262373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7" y="2993"/>
                <a:ext cx="1" cy="11"/>
              </a:xfrm>
              <a:custGeom>
                <a:avLst/>
                <a:gdLst>
                  <a:gd name="T0" fmla="*/ 0 w 2"/>
                  <a:gd name="T1" fmla="*/ 0 h 33"/>
                  <a:gd name="T2" fmla="*/ 0 w 2"/>
                  <a:gd name="T3" fmla="*/ 33 h 33"/>
                  <a:gd name="T4" fmla="*/ 2 w 2"/>
                  <a:gd name="T5" fmla="*/ 33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33">
                    <a:moveTo>
                      <a:pt x="0" y="0"/>
                    </a:moveTo>
                    <a:lnTo>
                      <a:pt x="0" y="33"/>
                    </a:lnTo>
                    <a:lnTo>
                      <a:pt x="2" y="33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1352" name="Freeform 280">
                <a:extLst>
                  <a:ext uri="{FF2B5EF4-FFF2-40B4-BE49-F238E27FC236}">
                    <a16:creationId xmlns:a16="http://schemas.microsoft.com/office/drawing/2014/main" id="{C8AEA4B6-9C10-40D6-A95C-D21B0C983D8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25" y="2687"/>
                <a:ext cx="443" cy="1"/>
              </a:xfrm>
              <a:custGeom>
                <a:avLst/>
                <a:gdLst>
                  <a:gd name="T0" fmla="*/ 0 w 1329"/>
                  <a:gd name="T1" fmla="*/ 1328 w 1329"/>
                  <a:gd name="T2" fmla="*/ 1329 w 1329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329">
                    <a:moveTo>
                      <a:pt x="0" y="0"/>
                    </a:moveTo>
                    <a:lnTo>
                      <a:pt x="1328" y="0"/>
                    </a:lnTo>
                    <a:lnTo>
                      <a:pt x="1329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1353" name="Freeform 281">
                <a:extLst>
                  <a:ext uri="{FF2B5EF4-FFF2-40B4-BE49-F238E27FC236}">
                    <a16:creationId xmlns:a16="http://schemas.microsoft.com/office/drawing/2014/main" id="{CEFBDE92-E004-4449-BD4C-21F3ED3592A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29" y="2611"/>
                <a:ext cx="478" cy="1"/>
              </a:xfrm>
              <a:custGeom>
                <a:avLst/>
                <a:gdLst>
                  <a:gd name="T0" fmla="*/ 0 w 1433"/>
                  <a:gd name="T1" fmla="*/ 1432 w 1433"/>
                  <a:gd name="T2" fmla="*/ 1433 w 1433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433">
                    <a:moveTo>
                      <a:pt x="0" y="0"/>
                    </a:moveTo>
                    <a:lnTo>
                      <a:pt x="1432" y="0"/>
                    </a:lnTo>
                    <a:lnTo>
                      <a:pt x="1433" y="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1354" name="Freeform 282">
                <a:extLst>
                  <a:ext uri="{FF2B5EF4-FFF2-40B4-BE49-F238E27FC236}">
                    <a16:creationId xmlns:a16="http://schemas.microsoft.com/office/drawing/2014/main" id="{B6066972-7C85-4B0F-BA7A-7B8FF967AED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29" y="2505"/>
                <a:ext cx="357" cy="1"/>
              </a:xfrm>
              <a:custGeom>
                <a:avLst/>
                <a:gdLst>
                  <a:gd name="T0" fmla="*/ 0 w 357"/>
                  <a:gd name="T1" fmla="*/ 0 h 1"/>
                  <a:gd name="T2" fmla="*/ 357 w 357"/>
                  <a:gd name="T3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357" h="1">
                    <a:moveTo>
                      <a:pt x="0" y="0"/>
                    </a:moveTo>
                    <a:lnTo>
                      <a:pt x="357" y="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1355" name="Freeform 283">
                <a:extLst>
                  <a:ext uri="{FF2B5EF4-FFF2-40B4-BE49-F238E27FC236}">
                    <a16:creationId xmlns:a16="http://schemas.microsoft.com/office/drawing/2014/main" id="{0D2E15B7-B13C-41CD-BBDE-252D5D789D3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20" y="2505"/>
                <a:ext cx="1" cy="106"/>
              </a:xfrm>
              <a:custGeom>
                <a:avLst/>
                <a:gdLst>
                  <a:gd name="T0" fmla="*/ 0 w 1"/>
                  <a:gd name="T1" fmla="*/ 319 h 319"/>
                  <a:gd name="T2" fmla="*/ 0 w 1"/>
                  <a:gd name="T3" fmla="*/ 0 h 319"/>
                  <a:gd name="T4" fmla="*/ 1 w 1"/>
                  <a:gd name="T5" fmla="*/ 0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319">
                    <a:moveTo>
                      <a:pt x="0" y="319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1356" name="Freeform 284">
                <a:extLst>
                  <a:ext uri="{FF2B5EF4-FFF2-40B4-BE49-F238E27FC236}">
                    <a16:creationId xmlns:a16="http://schemas.microsoft.com/office/drawing/2014/main" id="{376A5752-40BD-4671-82D4-27C31563340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29" y="2505"/>
                <a:ext cx="1" cy="106"/>
              </a:xfrm>
              <a:custGeom>
                <a:avLst/>
                <a:gdLst>
                  <a:gd name="T0" fmla="*/ 0 w 1"/>
                  <a:gd name="T1" fmla="*/ 319 h 319"/>
                  <a:gd name="T2" fmla="*/ 0 w 1"/>
                  <a:gd name="T3" fmla="*/ 0 h 319"/>
                  <a:gd name="T4" fmla="*/ 1 w 1"/>
                  <a:gd name="T5" fmla="*/ 0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319">
                    <a:moveTo>
                      <a:pt x="0" y="319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1357" name="Freeform 285">
                <a:extLst>
                  <a:ext uri="{FF2B5EF4-FFF2-40B4-BE49-F238E27FC236}">
                    <a16:creationId xmlns:a16="http://schemas.microsoft.com/office/drawing/2014/main" id="{10F34E59-F5A0-449A-A67D-5E6AEBECE75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72" y="2398"/>
                <a:ext cx="102" cy="117"/>
              </a:xfrm>
              <a:custGeom>
                <a:avLst/>
                <a:gdLst>
                  <a:gd name="T0" fmla="*/ 0 w 102"/>
                  <a:gd name="T1" fmla="*/ 0 h 117"/>
                  <a:gd name="T2" fmla="*/ 49 w 102"/>
                  <a:gd name="T3" fmla="*/ 50 h 117"/>
                  <a:gd name="T4" fmla="*/ 63 w 102"/>
                  <a:gd name="T5" fmla="*/ 101 h 117"/>
                  <a:gd name="T6" fmla="*/ 102 w 102"/>
                  <a:gd name="T7" fmla="*/ 117 h 117"/>
                  <a:gd name="T8" fmla="*/ 102 w 102"/>
                  <a:gd name="T9" fmla="*/ 117 h 1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2" h="117">
                    <a:moveTo>
                      <a:pt x="0" y="0"/>
                    </a:moveTo>
                    <a:lnTo>
                      <a:pt x="49" y="50"/>
                    </a:lnTo>
                    <a:lnTo>
                      <a:pt x="63" y="101"/>
                    </a:lnTo>
                    <a:lnTo>
                      <a:pt x="102" y="117"/>
                    </a:lnTo>
                    <a:lnTo>
                      <a:pt x="102" y="117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1358" name="Freeform 286">
                <a:extLst>
                  <a:ext uri="{FF2B5EF4-FFF2-40B4-BE49-F238E27FC236}">
                    <a16:creationId xmlns:a16="http://schemas.microsoft.com/office/drawing/2014/main" id="{D29598C6-2492-4F89-88FB-9FBA2662175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12" y="2443"/>
                <a:ext cx="1" cy="230"/>
              </a:xfrm>
              <a:custGeom>
                <a:avLst/>
                <a:gdLst>
                  <a:gd name="T0" fmla="*/ 0 w 1"/>
                  <a:gd name="T1" fmla="*/ 0 h 689"/>
                  <a:gd name="T2" fmla="*/ 0 w 1"/>
                  <a:gd name="T3" fmla="*/ 689 h 689"/>
                  <a:gd name="T4" fmla="*/ 1 w 1"/>
                  <a:gd name="T5" fmla="*/ 689 h 6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689">
                    <a:moveTo>
                      <a:pt x="0" y="0"/>
                    </a:moveTo>
                    <a:lnTo>
                      <a:pt x="0" y="689"/>
                    </a:lnTo>
                    <a:lnTo>
                      <a:pt x="1" y="689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1359" name="Freeform 287">
                <a:extLst>
                  <a:ext uri="{FF2B5EF4-FFF2-40B4-BE49-F238E27FC236}">
                    <a16:creationId xmlns:a16="http://schemas.microsoft.com/office/drawing/2014/main" id="{8E5057D2-87DE-4442-87F1-9A5C084CD33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03" y="2505"/>
                <a:ext cx="1" cy="106"/>
              </a:xfrm>
              <a:custGeom>
                <a:avLst/>
                <a:gdLst>
                  <a:gd name="T0" fmla="*/ 0 w 1"/>
                  <a:gd name="T1" fmla="*/ 319 h 319"/>
                  <a:gd name="T2" fmla="*/ 0 w 1"/>
                  <a:gd name="T3" fmla="*/ 0 h 319"/>
                  <a:gd name="T4" fmla="*/ 1 w 1"/>
                  <a:gd name="T5" fmla="*/ 0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319">
                    <a:moveTo>
                      <a:pt x="0" y="319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1360" name="Freeform 288">
                <a:extLst>
                  <a:ext uri="{FF2B5EF4-FFF2-40B4-BE49-F238E27FC236}">
                    <a16:creationId xmlns:a16="http://schemas.microsoft.com/office/drawing/2014/main" id="{6F5C21E5-C156-4E8D-8804-BAA9C68DB88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99" y="2687"/>
                <a:ext cx="31" cy="1"/>
              </a:xfrm>
              <a:custGeom>
                <a:avLst/>
                <a:gdLst>
                  <a:gd name="T0" fmla="*/ 0 w 94"/>
                  <a:gd name="T1" fmla="*/ 93 w 94"/>
                  <a:gd name="T2" fmla="*/ 94 w 94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94">
                    <a:moveTo>
                      <a:pt x="0" y="0"/>
                    </a:moveTo>
                    <a:lnTo>
                      <a:pt x="93" y="0"/>
                    </a:lnTo>
                    <a:lnTo>
                      <a:pt x="94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1361" name="Freeform 289">
                <a:extLst>
                  <a:ext uri="{FF2B5EF4-FFF2-40B4-BE49-F238E27FC236}">
                    <a16:creationId xmlns:a16="http://schemas.microsoft.com/office/drawing/2014/main" id="{F8B2FE71-83BC-48B7-9AC1-7152B805364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7" y="2216"/>
                <a:ext cx="1" cy="322"/>
              </a:xfrm>
              <a:custGeom>
                <a:avLst/>
                <a:gdLst>
                  <a:gd name="T0" fmla="*/ 0 w 2"/>
                  <a:gd name="T1" fmla="*/ 0 h 966"/>
                  <a:gd name="T2" fmla="*/ 0 w 2"/>
                  <a:gd name="T3" fmla="*/ 966 h 966"/>
                  <a:gd name="T4" fmla="*/ 2 w 2"/>
                  <a:gd name="T5" fmla="*/ 966 h 9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966">
                    <a:moveTo>
                      <a:pt x="0" y="0"/>
                    </a:moveTo>
                    <a:lnTo>
                      <a:pt x="0" y="966"/>
                    </a:lnTo>
                    <a:lnTo>
                      <a:pt x="2" y="966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1362" name="Freeform 290">
                <a:extLst>
                  <a:ext uri="{FF2B5EF4-FFF2-40B4-BE49-F238E27FC236}">
                    <a16:creationId xmlns:a16="http://schemas.microsoft.com/office/drawing/2014/main" id="{EEE491E8-0835-4515-B324-76353513348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7" y="2575"/>
                <a:ext cx="1" cy="15"/>
              </a:xfrm>
              <a:custGeom>
                <a:avLst/>
                <a:gdLst>
                  <a:gd name="T0" fmla="*/ 0 w 2"/>
                  <a:gd name="T1" fmla="*/ 0 h 44"/>
                  <a:gd name="T2" fmla="*/ 0 w 2"/>
                  <a:gd name="T3" fmla="*/ 44 h 44"/>
                  <a:gd name="T4" fmla="*/ 2 w 2"/>
                  <a:gd name="T5" fmla="*/ 44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44">
                    <a:moveTo>
                      <a:pt x="0" y="0"/>
                    </a:moveTo>
                    <a:lnTo>
                      <a:pt x="0" y="44"/>
                    </a:lnTo>
                    <a:lnTo>
                      <a:pt x="2" y="44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1363" name="Freeform 291">
                <a:extLst>
                  <a:ext uri="{FF2B5EF4-FFF2-40B4-BE49-F238E27FC236}">
                    <a16:creationId xmlns:a16="http://schemas.microsoft.com/office/drawing/2014/main" id="{9A20B64A-4E82-4AB8-BC8D-D132296360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02" y="2497"/>
                <a:ext cx="1" cy="378"/>
              </a:xfrm>
              <a:custGeom>
                <a:avLst/>
                <a:gdLst>
                  <a:gd name="T0" fmla="*/ 0 w 1"/>
                  <a:gd name="T1" fmla="*/ 0 h 1132"/>
                  <a:gd name="T2" fmla="*/ 0 w 1"/>
                  <a:gd name="T3" fmla="*/ 1132 h 1132"/>
                  <a:gd name="T4" fmla="*/ 1 w 1"/>
                  <a:gd name="T5" fmla="*/ 1132 h 11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132">
                    <a:moveTo>
                      <a:pt x="0" y="0"/>
                    </a:moveTo>
                    <a:lnTo>
                      <a:pt x="0" y="1132"/>
                    </a:lnTo>
                    <a:lnTo>
                      <a:pt x="1" y="1132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1364" name="Freeform 292">
                <a:extLst>
                  <a:ext uri="{FF2B5EF4-FFF2-40B4-BE49-F238E27FC236}">
                    <a16:creationId xmlns:a16="http://schemas.microsoft.com/office/drawing/2014/main" id="{F626DE3B-1746-43D6-A10F-C6DE7BF3C4E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70" y="2553"/>
                <a:ext cx="831" cy="392"/>
              </a:xfrm>
              <a:custGeom>
                <a:avLst/>
                <a:gdLst>
                  <a:gd name="T0" fmla="*/ 0 w 2492"/>
                  <a:gd name="T1" fmla="*/ 0 h 1176"/>
                  <a:gd name="T2" fmla="*/ 2491 w 2492"/>
                  <a:gd name="T3" fmla="*/ 1176 h 1176"/>
                  <a:gd name="T4" fmla="*/ 2492 w 2492"/>
                  <a:gd name="T5" fmla="*/ 1176 h 11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492" h="1176">
                    <a:moveTo>
                      <a:pt x="0" y="0"/>
                    </a:moveTo>
                    <a:lnTo>
                      <a:pt x="2491" y="1176"/>
                    </a:lnTo>
                    <a:lnTo>
                      <a:pt x="2492" y="1176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1365" name="Freeform 293">
                <a:extLst>
                  <a:ext uri="{FF2B5EF4-FFF2-40B4-BE49-F238E27FC236}">
                    <a16:creationId xmlns:a16="http://schemas.microsoft.com/office/drawing/2014/main" id="{C4BC266C-0E4F-4696-AFDE-B031CDAF26C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78" y="2964"/>
                <a:ext cx="546" cy="199"/>
              </a:xfrm>
              <a:custGeom>
                <a:avLst/>
                <a:gdLst>
                  <a:gd name="T0" fmla="*/ 0 w 1639"/>
                  <a:gd name="T1" fmla="*/ 0 h 597"/>
                  <a:gd name="T2" fmla="*/ 1638 w 1639"/>
                  <a:gd name="T3" fmla="*/ 597 h 597"/>
                  <a:gd name="T4" fmla="*/ 1639 w 1639"/>
                  <a:gd name="T5" fmla="*/ 597 h 5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639" h="597">
                    <a:moveTo>
                      <a:pt x="0" y="0"/>
                    </a:moveTo>
                    <a:lnTo>
                      <a:pt x="1638" y="597"/>
                    </a:lnTo>
                    <a:lnTo>
                      <a:pt x="1639" y="597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1366" name="Freeform 294">
                <a:extLst>
                  <a:ext uri="{FF2B5EF4-FFF2-40B4-BE49-F238E27FC236}">
                    <a16:creationId xmlns:a16="http://schemas.microsoft.com/office/drawing/2014/main" id="{007A5BCC-DE5B-44FF-93F4-04678A731B4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23" y="2944"/>
                <a:ext cx="19" cy="7"/>
              </a:xfrm>
              <a:custGeom>
                <a:avLst/>
                <a:gdLst>
                  <a:gd name="T0" fmla="*/ 0 w 57"/>
                  <a:gd name="T1" fmla="*/ 0 h 20"/>
                  <a:gd name="T2" fmla="*/ 56 w 57"/>
                  <a:gd name="T3" fmla="*/ 20 h 20"/>
                  <a:gd name="T4" fmla="*/ 57 w 57"/>
                  <a:gd name="T5" fmla="*/ 2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57" h="20">
                    <a:moveTo>
                      <a:pt x="0" y="0"/>
                    </a:moveTo>
                    <a:lnTo>
                      <a:pt x="56" y="20"/>
                    </a:lnTo>
                    <a:lnTo>
                      <a:pt x="57" y="2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1367" name="Freeform 295">
                <a:extLst>
                  <a:ext uri="{FF2B5EF4-FFF2-40B4-BE49-F238E27FC236}">
                    <a16:creationId xmlns:a16="http://schemas.microsoft.com/office/drawing/2014/main" id="{94B684A9-F832-48ED-9A2E-94C14E740CB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45" y="2873"/>
                <a:ext cx="165" cy="453"/>
              </a:xfrm>
              <a:custGeom>
                <a:avLst/>
                <a:gdLst>
                  <a:gd name="T0" fmla="*/ 495 w 495"/>
                  <a:gd name="T1" fmla="*/ 0 h 1361"/>
                  <a:gd name="T2" fmla="*/ 0 w 495"/>
                  <a:gd name="T3" fmla="*/ 1361 h 1361"/>
                  <a:gd name="T4" fmla="*/ 2 w 495"/>
                  <a:gd name="T5" fmla="*/ 1361 h 13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95" h="1361">
                    <a:moveTo>
                      <a:pt x="495" y="0"/>
                    </a:moveTo>
                    <a:lnTo>
                      <a:pt x="0" y="1361"/>
                    </a:lnTo>
                    <a:lnTo>
                      <a:pt x="2" y="1361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1368" name="Freeform 296">
                <a:extLst>
                  <a:ext uri="{FF2B5EF4-FFF2-40B4-BE49-F238E27FC236}">
                    <a16:creationId xmlns:a16="http://schemas.microsoft.com/office/drawing/2014/main" id="{1A832590-C04D-4432-BF10-4DE09B048D6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77" y="2819"/>
                <a:ext cx="237" cy="20"/>
              </a:xfrm>
              <a:custGeom>
                <a:avLst/>
                <a:gdLst>
                  <a:gd name="T0" fmla="*/ 0 w 711"/>
                  <a:gd name="T1" fmla="*/ 58 h 58"/>
                  <a:gd name="T2" fmla="*/ 710 w 711"/>
                  <a:gd name="T3" fmla="*/ 0 h 58"/>
                  <a:gd name="T4" fmla="*/ 711 w 711"/>
                  <a:gd name="T5" fmla="*/ 0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711" h="58">
                    <a:moveTo>
                      <a:pt x="0" y="58"/>
                    </a:moveTo>
                    <a:lnTo>
                      <a:pt x="710" y="0"/>
                    </a:lnTo>
                    <a:lnTo>
                      <a:pt x="711" y="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1369" name="Freeform 297">
                <a:extLst>
                  <a:ext uri="{FF2B5EF4-FFF2-40B4-BE49-F238E27FC236}">
                    <a16:creationId xmlns:a16="http://schemas.microsoft.com/office/drawing/2014/main" id="{DB1265F6-19A7-40D1-9CCA-E5019E0D654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84" y="2687"/>
                <a:ext cx="292" cy="1"/>
              </a:xfrm>
              <a:custGeom>
                <a:avLst/>
                <a:gdLst>
                  <a:gd name="T0" fmla="*/ 0 w 878"/>
                  <a:gd name="T1" fmla="*/ 877 w 878"/>
                  <a:gd name="T2" fmla="*/ 878 w 878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878">
                    <a:moveTo>
                      <a:pt x="0" y="0"/>
                    </a:moveTo>
                    <a:lnTo>
                      <a:pt x="877" y="0"/>
                    </a:lnTo>
                    <a:lnTo>
                      <a:pt x="878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1370" name="Freeform 298">
                <a:extLst>
                  <a:ext uri="{FF2B5EF4-FFF2-40B4-BE49-F238E27FC236}">
                    <a16:creationId xmlns:a16="http://schemas.microsoft.com/office/drawing/2014/main" id="{19663FFB-F602-487A-B4BF-042302671D6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67" y="2687"/>
                <a:ext cx="429" cy="1"/>
              </a:xfrm>
              <a:custGeom>
                <a:avLst/>
                <a:gdLst>
                  <a:gd name="T0" fmla="*/ 0 w 1288"/>
                  <a:gd name="T1" fmla="*/ 1287 w 1288"/>
                  <a:gd name="T2" fmla="*/ 1288 w 1288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288">
                    <a:moveTo>
                      <a:pt x="0" y="0"/>
                    </a:moveTo>
                    <a:lnTo>
                      <a:pt x="1287" y="0"/>
                    </a:lnTo>
                    <a:lnTo>
                      <a:pt x="1288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1371" name="Freeform 299">
                <a:extLst>
                  <a:ext uri="{FF2B5EF4-FFF2-40B4-BE49-F238E27FC236}">
                    <a16:creationId xmlns:a16="http://schemas.microsoft.com/office/drawing/2014/main" id="{E56EF8FF-5AFF-45F1-9D6D-8376EE8F953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07" y="2687"/>
                <a:ext cx="24" cy="1"/>
              </a:xfrm>
              <a:custGeom>
                <a:avLst/>
                <a:gdLst>
                  <a:gd name="T0" fmla="*/ 0 w 71"/>
                  <a:gd name="T1" fmla="*/ 70 w 71"/>
                  <a:gd name="T2" fmla="*/ 71 w 7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71">
                    <a:moveTo>
                      <a:pt x="0" y="0"/>
                    </a:moveTo>
                    <a:lnTo>
                      <a:pt x="70" y="0"/>
                    </a:lnTo>
                    <a:lnTo>
                      <a:pt x="71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1372" name="Freeform 300">
                <a:extLst>
                  <a:ext uri="{FF2B5EF4-FFF2-40B4-BE49-F238E27FC236}">
                    <a16:creationId xmlns:a16="http://schemas.microsoft.com/office/drawing/2014/main" id="{105B5671-26D7-4C88-8ED1-7FE892EB8E8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34" y="2687"/>
                <a:ext cx="17" cy="1"/>
              </a:xfrm>
              <a:custGeom>
                <a:avLst/>
                <a:gdLst>
                  <a:gd name="T0" fmla="*/ 0 w 49"/>
                  <a:gd name="T1" fmla="*/ 47 w 49"/>
                  <a:gd name="T2" fmla="*/ 49 w 49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49">
                    <a:moveTo>
                      <a:pt x="0" y="0"/>
                    </a:moveTo>
                    <a:lnTo>
                      <a:pt x="47" y="0"/>
                    </a:lnTo>
                    <a:lnTo>
                      <a:pt x="49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1373" name="Freeform 301">
                <a:extLst>
                  <a:ext uri="{FF2B5EF4-FFF2-40B4-BE49-F238E27FC236}">
                    <a16:creationId xmlns:a16="http://schemas.microsoft.com/office/drawing/2014/main" id="{8DDEF16F-ED13-4C5E-AD60-0502E7A3743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9" y="2687"/>
                <a:ext cx="117" cy="1"/>
              </a:xfrm>
              <a:custGeom>
                <a:avLst/>
                <a:gdLst>
                  <a:gd name="T0" fmla="*/ 349 w 349"/>
                  <a:gd name="T1" fmla="*/ 0 w 349"/>
                  <a:gd name="T2" fmla="*/ 1 w 349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349">
                    <a:moveTo>
                      <a:pt x="349" y="0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1374" name="Freeform 302">
                <a:extLst>
                  <a:ext uri="{FF2B5EF4-FFF2-40B4-BE49-F238E27FC236}">
                    <a16:creationId xmlns:a16="http://schemas.microsoft.com/office/drawing/2014/main" id="{A49D2495-50D4-4B0D-84CD-D5035F82A89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7" y="2687"/>
                <a:ext cx="110" cy="39"/>
              </a:xfrm>
              <a:custGeom>
                <a:avLst/>
                <a:gdLst>
                  <a:gd name="T0" fmla="*/ 0 w 330"/>
                  <a:gd name="T1" fmla="*/ 0 h 119"/>
                  <a:gd name="T2" fmla="*/ 329 w 330"/>
                  <a:gd name="T3" fmla="*/ 119 h 119"/>
                  <a:gd name="T4" fmla="*/ 330 w 330"/>
                  <a:gd name="T5" fmla="*/ 119 h 1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30" h="119">
                    <a:moveTo>
                      <a:pt x="0" y="0"/>
                    </a:moveTo>
                    <a:lnTo>
                      <a:pt x="329" y="119"/>
                    </a:lnTo>
                    <a:lnTo>
                      <a:pt x="330" y="119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1375" name="Freeform 303">
                <a:extLst>
                  <a:ext uri="{FF2B5EF4-FFF2-40B4-BE49-F238E27FC236}">
                    <a16:creationId xmlns:a16="http://schemas.microsoft.com/office/drawing/2014/main" id="{21EE2266-4EDE-4085-BFFE-8FB2F6386F4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00" y="2687"/>
                <a:ext cx="117" cy="1"/>
              </a:xfrm>
              <a:custGeom>
                <a:avLst/>
                <a:gdLst>
                  <a:gd name="T0" fmla="*/ 350 w 350"/>
                  <a:gd name="T1" fmla="*/ 0 w 350"/>
                  <a:gd name="T2" fmla="*/ 2 w 350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350">
                    <a:moveTo>
                      <a:pt x="350" y="0"/>
                    </a:moveTo>
                    <a:lnTo>
                      <a:pt x="0" y="0"/>
                    </a:lnTo>
                    <a:lnTo>
                      <a:pt x="2" y="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1376" name="Freeform 304">
                <a:extLst>
                  <a:ext uri="{FF2B5EF4-FFF2-40B4-BE49-F238E27FC236}">
                    <a16:creationId xmlns:a16="http://schemas.microsoft.com/office/drawing/2014/main" id="{51323FB5-C56B-40A5-AE23-ACB537DAAC5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52" y="3173"/>
                <a:ext cx="110" cy="40"/>
              </a:xfrm>
              <a:custGeom>
                <a:avLst/>
                <a:gdLst>
                  <a:gd name="T0" fmla="*/ 0 w 330"/>
                  <a:gd name="T1" fmla="*/ 0 h 119"/>
                  <a:gd name="T2" fmla="*/ 329 w 330"/>
                  <a:gd name="T3" fmla="*/ 119 h 119"/>
                  <a:gd name="T4" fmla="*/ 330 w 330"/>
                  <a:gd name="T5" fmla="*/ 119 h 1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30" h="119">
                    <a:moveTo>
                      <a:pt x="0" y="0"/>
                    </a:moveTo>
                    <a:lnTo>
                      <a:pt x="329" y="119"/>
                    </a:lnTo>
                    <a:lnTo>
                      <a:pt x="330" y="119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1377" name="Rectangle 305">
                <a:extLst>
                  <a:ext uri="{FF2B5EF4-FFF2-40B4-BE49-F238E27FC236}">
                    <a16:creationId xmlns:a16="http://schemas.microsoft.com/office/drawing/2014/main" id="{60F623CB-7418-43E2-A1A5-AAE61FF2410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95" y="3109"/>
                <a:ext cx="110" cy="25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i="1">
                    <a:latin typeface="宋体" panose="02010600030101010101" pitchFamily="2" charset="-122"/>
                  </a:rPr>
                  <a:t>A</a:t>
                </a:r>
                <a:endParaRPr lang="en-US" altLang="zh-CN"/>
              </a:p>
            </p:txBody>
          </p:sp>
          <p:sp>
            <p:nvSpPr>
              <p:cNvPr id="131378" name="Rectangle 306">
                <a:extLst>
                  <a:ext uri="{FF2B5EF4-FFF2-40B4-BE49-F238E27FC236}">
                    <a16:creationId xmlns:a16="http://schemas.microsoft.com/office/drawing/2014/main" id="{1565E536-0168-4AE4-90C8-B596B683B4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8" y="2515"/>
                <a:ext cx="110" cy="25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i="1">
                    <a:latin typeface="宋体" panose="02010600030101010101" pitchFamily="2" charset="-122"/>
                  </a:rPr>
                  <a:t>A</a:t>
                </a:r>
                <a:endParaRPr lang="en-US" altLang="zh-CN"/>
              </a:p>
            </p:txBody>
          </p:sp>
          <p:sp>
            <p:nvSpPr>
              <p:cNvPr id="131379" name="Freeform 307">
                <a:extLst>
                  <a:ext uri="{FF2B5EF4-FFF2-40B4-BE49-F238E27FC236}">
                    <a16:creationId xmlns:a16="http://schemas.microsoft.com/office/drawing/2014/main" id="{752B8542-49AC-4A09-B717-5449B8367D9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8" y="2492"/>
                <a:ext cx="1" cy="195"/>
              </a:xfrm>
              <a:custGeom>
                <a:avLst/>
                <a:gdLst>
                  <a:gd name="T0" fmla="*/ 0 w 1"/>
                  <a:gd name="T1" fmla="*/ 583 h 583"/>
                  <a:gd name="T2" fmla="*/ 0 w 1"/>
                  <a:gd name="T3" fmla="*/ 0 h 583"/>
                  <a:gd name="T4" fmla="*/ 1 w 1"/>
                  <a:gd name="T5" fmla="*/ 0 h 5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583">
                    <a:moveTo>
                      <a:pt x="0" y="583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1380" name="Freeform 308">
                <a:extLst>
                  <a:ext uri="{FF2B5EF4-FFF2-40B4-BE49-F238E27FC236}">
                    <a16:creationId xmlns:a16="http://schemas.microsoft.com/office/drawing/2014/main" id="{29F5939D-A40E-4FC8-8A55-265A1E7100B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26" y="2726"/>
                <a:ext cx="139" cy="55"/>
              </a:xfrm>
              <a:custGeom>
                <a:avLst/>
                <a:gdLst>
                  <a:gd name="T0" fmla="*/ 139 w 139"/>
                  <a:gd name="T1" fmla="*/ 55 h 55"/>
                  <a:gd name="T2" fmla="*/ 0 w 139"/>
                  <a:gd name="T3" fmla="*/ 0 h 55"/>
                  <a:gd name="T4" fmla="*/ 0 w 139"/>
                  <a:gd name="T5" fmla="*/ 0 h 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39" h="55">
                    <a:moveTo>
                      <a:pt x="139" y="55"/>
                    </a:move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1381" name="Freeform 309">
                <a:extLst>
                  <a:ext uri="{FF2B5EF4-FFF2-40B4-BE49-F238E27FC236}">
                    <a16:creationId xmlns:a16="http://schemas.microsoft.com/office/drawing/2014/main" id="{9F044B93-DDF5-455E-9BBD-0F7ED347BA0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83" y="2783"/>
                <a:ext cx="14" cy="5"/>
              </a:xfrm>
              <a:custGeom>
                <a:avLst/>
                <a:gdLst>
                  <a:gd name="T0" fmla="*/ 0 w 43"/>
                  <a:gd name="T1" fmla="*/ 0 h 15"/>
                  <a:gd name="T2" fmla="*/ 42 w 43"/>
                  <a:gd name="T3" fmla="*/ 15 h 15"/>
                  <a:gd name="T4" fmla="*/ 43 w 43"/>
                  <a:gd name="T5" fmla="*/ 15 h 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" h="15">
                    <a:moveTo>
                      <a:pt x="0" y="0"/>
                    </a:moveTo>
                    <a:lnTo>
                      <a:pt x="42" y="15"/>
                    </a:lnTo>
                    <a:lnTo>
                      <a:pt x="43" y="15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1382" name="Freeform 310">
                <a:extLst>
                  <a:ext uri="{FF2B5EF4-FFF2-40B4-BE49-F238E27FC236}">
                    <a16:creationId xmlns:a16="http://schemas.microsoft.com/office/drawing/2014/main" id="{A2905DD2-5A5E-4375-81C0-18631B7BD99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24" y="2799"/>
                <a:ext cx="375" cy="136"/>
              </a:xfrm>
              <a:custGeom>
                <a:avLst/>
                <a:gdLst>
                  <a:gd name="T0" fmla="*/ 0 w 1125"/>
                  <a:gd name="T1" fmla="*/ 0 h 409"/>
                  <a:gd name="T2" fmla="*/ 1124 w 1125"/>
                  <a:gd name="T3" fmla="*/ 409 h 409"/>
                  <a:gd name="T4" fmla="*/ 1125 w 1125"/>
                  <a:gd name="T5" fmla="*/ 409 h 4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125" h="409">
                    <a:moveTo>
                      <a:pt x="0" y="0"/>
                    </a:moveTo>
                    <a:lnTo>
                      <a:pt x="1124" y="409"/>
                    </a:lnTo>
                    <a:lnTo>
                      <a:pt x="1125" y="409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1383" name="Freeform 311">
                <a:extLst>
                  <a:ext uri="{FF2B5EF4-FFF2-40B4-BE49-F238E27FC236}">
                    <a16:creationId xmlns:a16="http://schemas.microsoft.com/office/drawing/2014/main" id="{231553A9-A5DA-4453-B412-236FBA7BDA5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61" y="3030"/>
                <a:ext cx="67" cy="183"/>
              </a:xfrm>
              <a:custGeom>
                <a:avLst/>
                <a:gdLst>
                  <a:gd name="T0" fmla="*/ 0 w 200"/>
                  <a:gd name="T1" fmla="*/ 548 h 548"/>
                  <a:gd name="T2" fmla="*/ 199 w 200"/>
                  <a:gd name="T3" fmla="*/ 0 h 548"/>
                  <a:gd name="T4" fmla="*/ 200 w 200"/>
                  <a:gd name="T5" fmla="*/ 0 h 5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00" h="548">
                    <a:moveTo>
                      <a:pt x="0" y="548"/>
                    </a:moveTo>
                    <a:lnTo>
                      <a:pt x="199" y="0"/>
                    </a:lnTo>
                    <a:lnTo>
                      <a:pt x="200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sp>
        <p:nvSpPr>
          <p:cNvPr id="131384" name="AutoShape 312">
            <a:extLst>
              <a:ext uri="{FF2B5EF4-FFF2-40B4-BE49-F238E27FC236}">
                <a16:creationId xmlns:a16="http://schemas.microsoft.com/office/drawing/2014/main" id="{385AAF4D-3B2C-468F-972C-FB727E31D996}"/>
              </a:ext>
            </a:extLst>
          </p:cNvPr>
          <p:cNvSpPr>
            <a:spLocks noChangeArrowheads="1"/>
          </p:cNvSpPr>
          <p:nvPr/>
        </p:nvSpPr>
        <p:spPr bwMode="auto">
          <a:xfrm rot="-2579235">
            <a:off x="2787650" y="1573213"/>
            <a:ext cx="206375" cy="576262"/>
          </a:xfrm>
          <a:prstGeom prst="upArrow">
            <a:avLst>
              <a:gd name="adj1" fmla="val 50000"/>
              <a:gd name="adj2" fmla="val 69808"/>
            </a:avLst>
          </a:prstGeom>
          <a:solidFill>
            <a:srgbClr val="FF0000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1385" name="AutoShape 313">
            <a:extLst>
              <a:ext uri="{FF2B5EF4-FFF2-40B4-BE49-F238E27FC236}">
                <a16:creationId xmlns:a16="http://schemas.microsoft.com/office/drawing/2014/main" id="{981C24EF-D022-43D8-B97D-394BDA334F53}"/>
              </a:ext>
            </a:extLst>
          </p:cNvPr>
          <p:cNvSpPr>
            <a:spLocks noChangeArrowheads="1"/>
          </p:cNvSpPr>
          <p:nvPr/>
        </p:nvSpPr>
        <p:spPr bwMode="auto">
          <a:xfrm rot="-2579235">
            <a:off x="6851650" y="1614488"/>
            <a:ext cx="206375" cy="576262"/>
          </a:xfrm>
          <a:prstGeom prst="upArrow">
            <a:avLst>
              <a:gd name="adj1" fmla="val 50000"/>
              <a:gd name="adj2" fmla="val 69808"/>
            </a:avLst>
          </a:prstGeom>
          <a:solidFill>
            <a:srgbClr val="FF0000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pic>
        <p:nvPicPr>
          <p:cNvPr id="131388" name="Picture 316">
            <a:extLst>
              <a:ext uri="{FF2B5EF4-FFF2-40B4-BE49-F238E27FC236}">
                <a16:creationId xmlns:a16="http://schemas.microsoft.com/office/drawing/2014/main" id="{4666B17F-F865-4770-B293-CE5ACC98B9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00FFFF"/>
              </a:clrFrom>
              <a:clrTo>
                <a:srgbClr val="00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6225" y="4291013"/>
            <a:ext cx="6684963" cy="2322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31389" name="AutoShape 317">
            <a:extLst>
              <a:ext uri="{FF2B5EF4-FFF2-40B4-BE49-F238E27FC236}">
                <a16:creationId xmlns:a16="http://schemas.microsoft.com/office/drawing/2014/main" id="{B49E30EA-FD42-4C4B-91C3-0BB79F3F7992}"/>
              </a:ext>
            </a:extLst>
          </p:cNvPr>
          <p:cNvSpPr>
            <a:spLocks noChangeArrowheads="1"/>
          </p:cNvSpPr>
          <p:nvPr/>
        </p:nvSpPr>
        <p:spPr bwMode="auto">
          <a:xfrm rot="-23767456">
            <a:off x="6689725" y="5546725"/>
            <a:ext cx="206375" cy="576263"/>
          </a:xfrm>
          <a:prstGeom prst="upArrow">
            <a:avLst>
              <a:gd name="adj1" fmla="val 50000"/>
              <a:gd name="adj2" fmla="val 69808"/>
            </a:avLst>
          </a:prstGeom>
          <a:solidFill>
            <a:srgbClr val="FF0000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ransition spd="med">
    <p:cover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131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31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500"/>
                                        <p:tgtEl>
                                          <p:spTgt spid="131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313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75"/>
                                        <p:tgtEl>
                                          <p:spTgt spid="1310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2" dur="500"/>
                                        <p:tgtEl>
                                          <p:spTgt spid="131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37" dur="500"/>
                                        <p:tgtEl>
                                          <p:spTgt spid="1313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310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310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1074" grpId="0" autoUpdateAnimBg="0"/>
      <p:bldP spid="131075" grpId="0" build="p" autoUpdateAnimBg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Text Box 2">
            <a:extLst>
              <a:ext uri="{FF2B5EF4-FFF2-40B4-BE49-F238E27FC236}">
                <a16:creationId xmlns:a16="http://schemas.microsoft.com/office/drawing/2014/main" id="{F835B90B-0291-4CCC-BECB-B4EB37C4A9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16100" y="-53748"/>
            <a:ext cx="49149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FFCCFF"/>
                    </a:gs>
                    <a:gs pos="50000">
                      <a:srgbClr val="FFFF00"/>
                    </a:gs>
                    <a:gs pos="100000">
                      <a:srgbClr val="FFCCFF"/>
                    </a:gs>
                  </a:gsLst>
                  <a:lin ang="5400000" scaled="1"/>
                </a:gradFill>
              </a14:hiddenFill>
            </a:ext>
            <a:ext uri="{91240B29-F687-4F45-9708-019B960494DF}">
              <a14:hiddenLine xmlns:a14="http://schemas.microsoft.com/office/drawing/2010/main" w="57150">
                <a:pattFill prst="trellis">
                  <a:fgClr>
                    <a:srgbClr val="FF0000"/>
                  </a:fgClr>
                  <a:bgClr>
                    <a:srgbClr val="FFCCFF"/>
                  </a:bgClr>
                </a:patt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en-US" altLang="zh-CN" sz="360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7.3  </a:t>
            </a:r>
            <a:r>
              <a:rPr lang="zh-CN" altLang="en-US" sz="360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断面图</a:t>
            </a:r>
          </a:p>
        </p:txBody>
      </p:sp>
      <p:sp>
        <p:nvSpPr>
          <p:cNvPr id="134147" name="Text Box 3">
            <a:extLst>
              <a:ext uri="{FF2B5EF4-FFF2-40B4-BE49-F238E27FC236}">
                <a16:creationId xmlns:a16="http://schemas.microsoft.com/office/drawing/2014/main" id="{B6016695-83EA-4175-8422-3F7DA75F15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2800" y="642938"/>
            <a:ext cx="359410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en-US" altLang="zh-CN" sz="3200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3200">
                <a:latin typeface="黑体" panose="02010609060101010101" pitchFamily="49" charset="-122"/>
                <a:ea typeface="黑体" panose="02010609060101010101" pitchFamily="49" charset="-122"/>
              </a:rPr>
              <a:t>）断面图的概念</a:t>
            </a:r>
            <a:endParaRPr lang="zh-CN" altLang="en-US" sz="3200" b="0"/>
          </a:p>
        </p:txBody>
      </p:sp>
      <p:sp>
        <p:nvSpPr>
          <p:cNvPr id="134148" name="Text Box 4">
            <a:extLst>
              <a:ext uri="{FF2B5EF4-FFF2-40B4-BE49-F238E27FC236}">
                <a16:creationId xmlns:a16="http://schemas.microsoft.com/office/drawing/2014/main" id="{611D11A8-DC55-4B3E-B699-68CD48F020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9150" y="1166813"/>
            <a:ext cx="7837488" cy="1006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en-US" altLang="zh-CN" sz="3200">
                <a:latin typeface="宋体" panose="02010600030101010101" pitchFamily="2" charset="-122"/>
              </a:rPr>
              <a:t>   </a:t>
            </a:r>
            <a:r>
              <a:rPr lang="zh-CN" altLang="en-US" sz="2800">
                <a:latin typeface="宋体" panose="02010600030101010101" pitchFamily="2" charset="-122"/>
              </a:rPr>
              <a:t>假想用剖切面将物体的某处切断，</a:t>
            </a:r>
            <a:r>
              <a:rPr lang="zh-CN" altLang="en-US" sz="2800">
                <a:solidFill>
                  <a:srgbClr val="FF0000"/>
                </a:solidFill>
                <a:latin typeface="宋体" panose="02010600030101010101" pitchFamily="2" charset="-122"/>
              </a:rPr>
              <a:t>只画出该剖切面与物体接触部分（剖面区域）的图形</a:t>
            </a:r>
            <a:r>
              <a:rPr lang="zh-CN" altLang="en-US" sz="2800">
                <a:solidFill>
                  <a:schemeClr val="tx2"/>
                </a:solidFill>
                <a:latin typeface="宋体" panose="02010600030101010101" pitchFamily="2" charset="-122"/>
              </a:rPr>
              <a:t>。</a:t>
            </a:r>
            <a:endParaRPr lang="zh-CN" altLang="en-US" sz="2800">
              <a:solidFill>
                <a:srgbClr val="FF0000"/>
              </a:solidFill>
              <a:latin typeface="宋体" panose="02010600030101010101" pitchFamily="2" charset="-122"/>
            </a:endParaRPr>
          </a:p>
        </p:txBody>
      </p:sp>
      <p:sp>
        <p:nvSpPr>
          <p:cNvPr id="134177" name="Text Box 33">
            <a:extLst>
              <a:ext uri="{FF2B5EF4-FFF2-40B4-BE49-F238E27FC236}">
                <a16:creationId xmlns:a16="http://schemas.microsoft.com/office/drawing/2014/main" id="{9B240865-D80E-46D8-968B-1DC96AF128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2800" y="4856163"/>
            <a:ext cx="346075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en-US" altLang="zh-CN" sz="3200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sz="3200">
                <a:latin typeface="黑体" panose="02010609060101010101" pitchFamily="49" charset="-122"/>
                <a:ea typeface="黑体" panose="02010609060101010101" pitchFamily="49" charset="-122"/>
              </a:rPr>
              <a:t>）断面图的种类</a:t>
            </a:r>
            <a:endParaRPr lang="zh-CN" altLang="en-US" sz="3200" b="0"/>
          </a:p>
        </p:txBody>
      </p:sp>
      <p:grpSp>
        <p:nvGrpSpPr>
          <p:cNvPr id="134178" name="Group 34">
            <a:extLst>
              <a:ext uri="{FF2B5EF4-FFF2-40B4-BE49-F238E27FC236}">
                <a16:creationId xmlns:a16="http://schemas.microsoft.com/office/drawing/2014/main" id="{08D7A947-3D0C-48F1-A887-400AFAB43E47}"/>
              </a:ext>
            </a:extLst>
          </p:cNvPr>
          <p:cNvGrpSpPr>
            <a:grpSpLocks/>
          </p:cNvGrpSpPr>
          <p:nvPr/>
        </p:nvGrpSpPr>
        <p:grpSpPr bwMode="auto">
          <a:xfrm>
            <a:off x="6781800" y="2784475"/>
            <a:ext cx="306388" cy="1211263"/>
            <a:chOff x="4072" y="1623"/>
            <a:chExt cx="193" cy="763"/>
          </a:xfrm>
        </p:grpSpPr>
        <p:sp>
          <p:nvSpPr>
            <p:cNvPr id="134179" name="Line 35">
              <a:extLst>
                <a:ext uri="{FF2B5EF4-FFF2-40B4-BE49-F238E27FC236}">
                  <a16:creationId xmlns:a16="http://schemas.microsoft.com/office/drawing/2014/main" id="{89F5F9AA-6C9D-43BF-8AAF-BA54A102615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72" y="1623"/>
              <a:ext cx="0" cy="109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4180" name="Line 36">
              <a:extLst>
                <a:ext uri="{FF2B5EF4-FFF2-40B4-BE49-F238E27FC236}">
                  <a16:creationId xmlns:a16="http://schemas.microsoft.com/office/drawing/2014/main" id="{92C4F652-F5E3-4785-971C-B326F415E63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72" y="2307"/>
              <a:ext cx="0" cy="79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4181" name="Line 37">
              <a:extLst>
                <a:ext uri="{FF2B5EF4-FFF2-40B4-BE49-F238E27FC236}">
                  <a16:creationId xmlns:a16="http://schemas.microsoft.com/office/drawing/2014/main" id="{EDC57D7A-F528-4D15-A515-1F90D4294A6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72" y="1623"/>
              <a:ext cx="193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4182" name="Line 38">
              <a:extLst>
                <a:ext uri="{FF2B5EF4-FFF2-40B4-BE49-F238E27FC236}">
                  <a16:creationId xmlns:a16="http://schemas.microsoft.com/office/drawing/2014/main" id="{7958793F-84BE-4D23-8655-CA4E91FD37E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72" y="2378"/>
              <a:ext cx="193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4183" name="Line 39">
              <a:extLst>
                <a:ext uri="{FF2B5EF4-FFF2-40B4-BE49-F238E27FC236}">
                  <a16:creationId xmlns:a16="http://schemas.microsoft.com/office/drawing/2014/main" id="{ACD355D7-6A1A-4838-8199-8A29CBF9629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72" y="1740"/>
              <a:ext cx="0" cy="559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lgDash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34300" name="Group 156">
            <a:extLst>
              <a:ext uri="{FF2B5EF4-FFF2-40B4-BE49-F238E27FC236}">
                <a16:creationId xmlns:a16="http://schemas.microsoft.com/office/drawing/2014/main" id="{09BC69A8-5877-4DE1-BA1A-16DB2626C308}"/>
              </a:ext>
            </a:extLst>
          </p:cNvPr>
          <p:cNvGrpSpPr>
            <a:grpSpLocks/>
          </p:cNvGrpSpPr>
          <p:nvPr/>
        </p:nvGrpSpPr>
        <p:grpSpPr bwMode="auto">
          <a:xfrm>
            <a:off x="5194300" y="3008313"/>
            <a:ext cx="3262313" cy="792162"/>
            <a:chOff x="3272" y="1895"/>
            <a:chExt cx="2055" cy="499"/>
          </a:xfrm>
        </p:grpSpPr>
        <p:sp>
          <p:nvSpPr>
            <p:cNvPr id="134185" name="Line 41">
              <a:extLst>
                <a:ext uri="{FF2B5EF4-FFF2-40B4-BE49-F238E27FC236}">
                  <a16:creationId xmlns:a16="http://schemas.microsoft.com/office/drawing/2014/main" id="{D967EFE3-D191-4543-B2FC-817EEC4E1EA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72" y="2145"/>
              <a:ext cx="2055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lgDash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4186" name="Rectangle 42">
              <a:extLst>
                <a:ext uri="{FF2B5EF4-FFF2-40B4-BE49-F238E27FC236}">
                  <a16:creationId xmlns:a16="http://schemas.microsoft.com/office/drawing/2014/main" id="{D02C1572-9BF1-433C-A83B-077C06A163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56" y="1895"/>
              <a:ext cx="853" cy="499"/>
            </a:xfrm>
            <a:prstGeom prst="rect">
              <a:avLst/>
            </a:prstGeom>
            <a:noFill/>
            <a:ln w="381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4187" name="Rectangle 43">
              <a:extLst>
                <a:ext uri="{FF2B5EF4-FFF2-40B4-BE49-F238E27FC236}">
                  <a16:creationId xmlns:a16="http://schemas.microsoft.com/office/drawing/2014/main" id="{939F975A-9BA7-4A22-BAEF-F909C8802A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9" y="1975"/>
              <a:ext cx="507" cy="344"/>
            </a:xfrm>
            <a:prstGeom prst="rect">
              <a:avLst/>
            </a:prstGeom>
            <a:noFill/>
            <a:ln w="381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4188" name="Rectangle 44">
              <a:extLst>
                <a:ext uri="{FF2B5EF4-FFF2-40B4-BE49-F238E27FC236}">
                  <a16:creationId xmlns:a16="http://schemas.microsoft.com/office/drawing/2014/main" id="{56F02482-0BF2-48FE-9D2A-06032801C0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49" y="1975"/>
              <a:ext cx="507" cy="344"/>
            </a:xfrm>
            <a:prstGeom prst="rect">
              <a:avLst/>
            </a:prstGeom>
            <a:noFill/>
            <a:ln w="381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4189" name="Line 45">
              <a:extLst>
                <a:ext uri="{FF2B5EF4-FFF2-40B4-BE49-F238E27FC236}">
                  <a16:creationId xmlns:a16="http://schemas.microsoft.com/office/drawing/2014/main" id="{6AEF33D7-2451-4EE7-BA60-5692EAB73B9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28" y="2068"/>
              <a:ext cx="296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4190" name="Line 46">
              <a:extLst>
                <a:ext uri="{FF2B5EF4-FFF2-40B4-BE49-F238E27FC236}">
                  <a16:creationId xmlns:a16="http://schemas.microsoft.com/office/drawing/2014/main" id="{37389998-5019-4485-9AAE-7401A195713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28" y="2227"/>
              <a:ext cx="296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4191" name="Arc 47">
              <a:extLst>
                <a:ext uri="{FF2B5EF4-FFF2-40B4-BE49-F238E27FC236}">
                  <a16:creationId xmlns:a16="http://schemas.microsoft.com/office/drawing/2014/main" id="{AE3ABAE2-A781-4CCA-A232-7E8FF21C9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4411" y="2066"/>
              <a:ext cx="94" cy="161"/>
            </a:xfrm>
            <a:custGeom>
              <a:avLst/>
              <a:gdLst>
                <a:gd name="G0" fmla="+- 2149 0 0"/>
                <a:gd name="G1" fmla="+- 21600 0 0"/>
                <a:gd name="G2" fmla="+- 21600 0 0"/>
                <a:gd name="T0" fmla="*/ 2149 w 23749"/>
                <a:gd name="T1" fmla="*/ 0 h 43200"/>
                <a:gd name="T2" fmla="*/ 0 w 23749"/>
                <a:gd name="T3" fmla="*/ 43093 h 43200"/>
                <a:gd name="T4" fmla="*/ 2149 w 23749"/>
                <a:gd name="T5" fmla="*/ 21600 h 43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3749" h="43200" fill="none" extrusionOk="0">
                  <a:moveTo>
                    <a:pt x="2149" y="0"/>
                  </a:moveTo>
                  <a:cubicBezTo>
                    <a:pt x="14078" y="0"/>
                    <a:pt x="23749" y="9670"/>
                    <a:pt x="23749" y="21600"/>
                  </a:cubicBezTo>
                  <a:cubicBezTo>
                    <a:pt x="23749" y="33529"/>
                    <a:pt x="14078" y="43200"/>
                    <a:pt x="2149" y="43200"/>
                  </a:cubicBezTo>
                  <a:cubicBezTo>
                    <a:pt x="1431" y="43199"/>
                    <a:pt x="714" y="43164"/>
                    <a:pt x="0" y="43092"/>
                  </a:cubicBezTo>
                </a:path>
                <a:path w="23749" h="43200" stroke="0" extrusionOk="0">
                  <a:moveTo>
                    <a:pt x="2149" y="0"/>
                  </a:moveTo>
                  <a:cubicBezTo>
                    <a:pt x="14078" y="0"/>
                    <a:pt x="23749" y="9670"/>
                    <a:pt x="23749" y="21600"/>
                  </a:cubicBezTo>
                  <a:cubicBezTo>
                    <a:pt x="23749" y="33529"/>
                    <a:pt x="14078" y="43200"/>
                    <a:pt x="2149" y="43200"/>
                  </a:cubicBezTo>
                  <a:cubicBezTo>
                    <a:pt x="1431" y="43199"/>
                    <a:pt x="714" y="43164"/>
                    <a:pt x="0" y="43092"/>
                  </a:cubicBezTo>
                  <a:lnTo>
                    <a:pt x="2149" y="21600"/>
                  </a:lnTo>
                  <a:close/>
                </a:path>
              </a:pathLst>
            </a:cu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4192" name="Arc 48">
              <a:extLst>
                <a:ext uri="{FF2B5EF4-FFF2-40B4-BE49-F238E27FC236}">
                  <a16:creationId xmlns:a16="http://schemas.microsoft.com/office/drawing/2014/main" id="{72CD08A4-8F26-4B51-94EF-DDDBAD070802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4040" y="2068"/>
              <a:ext cx="100" cy="160"/>
            </a:xfrm>
            <a:custGeom>
              <a:avLst/>
              <a:gdLst>
                <a:gd name="G0" fmla="+- 5289 0 0"/>
                <a:gd name="G1" fmla="+- 21600 0 0"/>
                <a:gd name="G2" fmla="+- 21600 0 0"/>
                <a:gd name="T0" fmla="*/ 0 w 26889"/>
                <a:gd name="T1" fmla="*/ 658 h 43200"/>
                <a:gd name="T2" fmla="*/ 3140 w 26889"/>
                <a:gd name="T3" fmla="*/ 43093 h 43200"/>
                <a:gd name="T4" fmla="*/ 5289 w 26889"/>
                <a:gd name="T5" fmla="*/ 21600 h 43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6889" h="43200" fill="none" extrusionOk="0">
                  <a:moveTo>
                    <a:pt x="-1" y="657"/>
                  </a:moveTo>
                  <a:cubicBezTo>
                    <a:pt x="1729" y="220"/>
                    <a:pt x="3505" y="0"/>
                    <a:pt x="5289" y="0"/>
                  </a:cubicBezTo>
                  <a:cubicBezTo>
                    <a:pt x="17218" y="0"/>
                    <a:pt x="26889" y="9670"/>
                    <a:pt x="26889" y="21600"/>
                  </a:cubicBezTo>
                  <a:cubicBezTo>
                    <a:pt x="26889" y="33529"/>
                    <a:pt x="17218" y="43200"/>
                    <a:pt x="5289" y="43200"/>
                  </a:cubicBezTo>
                  <a:cubicBezTo>
                    <a:pt x="4571" y="43199"/>
                    <a:pt x="3854" y="43164"/>
                    <a:pt x="3140" y="43092"/>
                  </a:cubicBezTo>
                </a:path>
                <a:path w="26889" h="43200" stroke="0" extrusionOk="0">
                  <a:moveTo>
                    <a:pt x="-1" y="657"/>
                  </a:moveTo>
                  <a:cubicBezTo>
                    <a:pt x="1729" y="220"/>
                    <a:pt x="3505" y="0"/>
                    <a:pt x="5289" y="0"/>
                  </a:cubicBezTo>
                  <a:cubicBezTo>
                    <a:pt x="17218" y="0"/>
                    <a:pt x="26889" y="9670"/>
                    <a:pt x="26889" y="21600"/>
                  </a:cubicBezTo>
                  <a:cubicBezTo>
                    <a:pt x="26889" y="33529"/>
                    <a:pt x="17218" y="43200"/>
                    <a:pt x="5289" y="43200"/>
                  </a:cubicBezTo>
                  <a:cubicBezTo>
                    <a:pt x="4571" y="43199"/>
                    <a:pt x="3854" y="43164"/>
                    <a:pt x="3140" y="43092"/>
                  </a:cubicBezTo>
                  <a:lnTo>
                    <a:pt x="5289" y="21600"/>
                  </a:lnTo>
                  <a:close/>
                </a:path>
              </a:pathLst>
            </a:cu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134193" name="Group 49">
              <a:extLst>
                <a:ext uri="{FF2B5EF4-FFF2-40B4-BE49-F238E27FC236}">
                  <a16:creationId xmlns:a16="http://schemas.microsoft.com/office/drawing/2014/main" id="{98567800-8EDB-45F7-BBAC-C4BE30FB07C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92" y="1967"/>
              <a:ext cx="60" cy="356"/>
              <a:chOff x="3092" y="1836"/>
              <a:chExt cx="60" cy="356"/>
            </a:xfrm>
          </p:grpSpPr>
          <p:sp>
            <p:nvSpPr>
              <p:cNvPr id="134194" name="Freeform 50">
                <a:extLst>
                  <a:ext uri="{FF2B5EF4-FFF2-40B4-BE49-F238E27FC236}">
                    <a16:creationId xmlns:a16="http://schemas.microsoft.com/office/drawing/2014/main" id="{59E52726-1626-4488-9CDD-695DE595CDB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96" y="2136"/>
                <a:ext cx="56" cy="56"/>
              </a:xfrm>
              <a:custGeom>
                <a:avLst/>
                <a:gdLst>
                  <a:gd name="T0" fmla="*/ 56 w 56"/>
                  <a:gd name="T1" fmla="*/ 56 h 56"/>
                  <a:gd name="T2" fmla="*/ 0 w 56"/>
                  <a:gd name="T3" fmla="*/ 0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56" h="56">
                    <a:moveTo>
                      <a:pt x="56" y="56"/>
                    </a:moveTo>
                    <a:lnTo>
                      <a:pt x="0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4195" name="Freeform 51">
                <a:extLst>
                  <a:ext uri="{FF2B5EF4-FFF2-40B4-BE49-F238E27FC236}">
                    <a16:creationId xmlns:a16="http://schemas.microsoft.com/office/drawing/2014/main" id="{3C0F14A1-8E56-4C20-9F84-3878A76F9C6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92" y="1836"/>
                <a:ext cx="58" cy="59"/>
              </a:xfrm>
              <a:custGeom>
                <a:avLst/>
                <a:gdLst>
                  <a:gd name="T0" fmla="*/ 50 w 50"/>
                  <a:gd name="T1" fmla="*/ 0 h 40"/>
                  <a:gd name="T2" fmla="*/ 0 w 50"/>
                  <a:gd name="T3" fmla="*/ 4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50" h="40">
                    <a:moveTo>
                      <a:pt x="50" y="0"/>
                    </a:moveTo>
                    <a:lnTo>
                      <a:pt x="0" y="40"/>
                    </a:lnTo>
                  </a:path>
                </a:pathLst>
              </a:cu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4196" name="Line 52">
                <a:extLst>
                  <a:ext uri="{FF2B5EF4-FFF2-40B4-BE49-F238E27FC236}">
                    <a16:creationId xmlns:a16="http://schemas.microsoft.com/office/drawing/2014/main" id="{DEAF7BAE-41C4-43AD-8B5D-14998932AAC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00" y="1879"/>
                <a:ext cx="0" cy="268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34197" name="Group 53">
              <a:extLst>
                <a:ext uri="{FF2B5EF4-FFF2-40B4-BE49-F238E27FC236}">
                  <a16:creationId xmlns:a16="http://schemas.microsoft.com/office/drawing/2014/main" id="{AFFB960C-4113-45F6-A752-C86880AF4C1D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5216" y="1967"/>
              <a:ext cx="60" cy="356"/>
              <a:chOff x="3092" y="1836"/>
              <a:chExt cx="60" cy="356"/>
            </a:xfrm>
          </p:grpSpPr>
          <p:sp>
            <p:nvSpPr>
              <p:cNvPr id="134198" name="Freeform 54">
                <a:extLst>
                  <a:ext uri="{FF2B5EF4-FFF2-40B4-BE49-F238E27FC236}">
                    <a16:creationId xmlns:a16="http://schemas.microsoft.com/office/drawing/2014/main" id="{37F55A55-277A-4EB7-B3AC-FFF80E934B7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96" y="2136"/>
                <a:ext cx="56" cy="56"/>
              </a:xfrm>
              <a:custGeom>
                <a:avLst/>
                <a:gdLst>
                  <a:gd name="T0" fmla="*/ 56 w 56"/>
                  <a:gd name="T1" fmla="*/ 56 h 56"/>
                  <a:gd name="T2" fmla="*/ 0 w 56"/>
                  <a:gd name="T3" fmla="*/ 0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56" h="56">
                    <a:moveTo>
                      <a:pt x="56" y="56"/>
                    </a:moveTo>
                    <a:lnTo>
                      <a:pt x="0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4199" name="Freeform 55">
                <a:extLst>
                  <a:ext uri="{FF2B5EF4-FFF2-40B4-BE49-F238E27FC236}">
                    <a16:creationId xmlns:a16="http://schemas.microsoft.com/office/drawing/2014/main" id="{C1DAC041-6482-4526-A4AE-025FDE46F7B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92" y="1836"/>
                <a:ext cx="58" cy="59"/>
              </a:xfrm>
              <a:custGeom>
                <a:avLst/>
                <a:gdLst>
                  <a:gd name="T0" fmla="*/ 50 w 50"/>
                  <a:gd name="T1" fmla="*/ 0 h 40"/>
                  <a:gd name="T2" fmla="*/ 0 w 50"/>
                  <a:gd name="T3" fmla="*/ 4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50" h="40">
                    <a:moveTo>
                      <a:pt x="50" y="0"/>
                    </a:moveTo>
                    <a:lnTo>
                      <a:pt x="0" y="40"/>
                    </a:lnTo>
                  </a:path>
                </a:pathLst>
              </a:cu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4200" name="Line 56">
                <a:extLst>
                  <a:ext uri="{FF2B5EF4-FFF2-40B4-BE49-F238E27FC236}">
                    <a16:creationId xmlns:a16="http://schemas.microsoft.com/office/drawing/2014/main" id="{3B3D808D-6C45-4135-93A5-15B2662FE13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00" y="1879"/>
                <a:ext cx="0" cy="268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grpSp>
        <p:nvGrpSpPr>
          <p:cNvPr id="134201" name="Group 57">
            <a:extLst>
              <a:ext uri="{FF2B5EF4-FFF2-40B4-BE49-F238E27FC236}">
                <a16:creationId xmlns:a16="http://schemas.microsoft.com/office/drawing/2014/main" id="{5FD6AA20-6B05-4728-BDF7-299F75098087}"/>
              </a:ext>
            </a:extLst>
          </p:cNvPr>
          <p:cNvGrpSpPr>
            <a:grpSpLocks/>
          </p:cNvGrpSpPr>
          <p:nvPr/>
        </p:nvGrpSpPr>
        <p:grpSpPr bwMode="auto">
          <a:xfrm>
            <a:off x="6261100" y="4113213"/>
            <a:ext cx="1023938" cy="969962"/>
            <a:chOff x="3744" y="2444"/>
            <a:chExt cx="645" cy="611"/>
          </a:xfrm>
        </p:grpSpPr>
        <p:sp>
          <p:nvSpPr>
            <p:cNvPr id="134202" name="Arc 58">
              <a:extLst>
                <a:ext uri="{FF2B5EF4-FFF2-40B4-BE49-F238E27FC236}">
                  <a16:creationId xmlns:a16="http://schemas.microsoft.com/office/drawing/2014/main" id="{8277702C-1C32-4666-AD81-4278B095CFB0}"/>
                </a:ext>
              </a:extLst>
            </p:cNvPr>
            <p:cNvSpPr>
              <a:spLocks/>
            </p:cNvSpPr>
            <p:nvPr/>
          </p:nvSpPr>
          <p:spPr bwMode="auto">
            <a:xfrm flipH="1" flipV="1">
              <a:off x="3817" y="2492"/>
              <a:ext cx="498" cy="512"/>
            </a:xfrm>
            <a:custGeom>
              <a:avLst/>
              <a:gdLst>
                <a:gd name="G0" fmla="+- 20427 0 0"/>
                <a:gd name="G1" fmla="+- 21600 0 0"/>
                <a:gd name="G2" fmla="+- 21600 0 0"/>
                <a:gd name="T0" fmla="*/ 79 w 42027"/>
                <a:gd name="T1" fmla="*/ 14353 h 43200"/>
                <a:gd name="T2" fmla="*/ 0 w 42027"/>
                <a:gd name="T3" fmla="*/ 28622 h 43200"/>
                <a:gd name="T4" fmla="*/ 20427 w 42027"/>
                <a:gd name="T5" fmla="*/ 21600 h 43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2027" h="43200" fill="none" extrusionOk="0">
                  <a:moveTo>
                    <a:pt x="79" y="14353"/>
                  </a:moveTo>
                  <a:cubicBezTo>
                    <a:pt x="3144" y="5747"/>
                    <a:pt x="11291" y="0"/>
                    <a:pt x="20427" y="0"/>
                  </a:cubicBezTo>
                  <a:cubicBezTo>
                    <a:pt x="32356" y="0"/>
                    <a:pt x="42027" y="9670"/>
                    <a:pt x="42027" y="21600"/>
                  </a:cubicBezTo>
                  <a:cubicBezTo>
                    <a:pt x="42027" y="33529"/>
                    <a:pt x="32356" y="43200"/>
                    <a:pt x="20427" y="43200"/>
                  </a:cubicBezTo>
                  <a:cubicBezTo>
                    <a:pt x="11204" y="43199"/>
                    <a:pt x="2998" y="37343"/>
                    <a:pt x="0" y="28621"/>
                  </a:cubicBezTo>
                </a:path>
                <a:path w="42027" h="43200" stroke="0" extrusionOk="0">
                  <a:moveTo>
                    <a:pt x="79" y="14353"/>
                  </a:moveTo>
                  <a:cubicBezTo>
                    <a:pt x="3144" y="5747"/>
                    <a:pt x="11291" y="0"/>
                    <a:pt x="20427" y="0"/>
                  </a:cubicBezTo>
                  <a:cubicBezTo>
                    <a:pt x="32356" y="0"/>
                    <a:pt x="42027" y="9670"/>
                    <a:pt x="42027" y="21600"/>
                  </a:cubicBezTo>
                  <a:cubicBezTo>
                    <a:pt x="42027" y="33529"/>
                    <a:pt x="32356" y="43200"/>
                    <a:pt x="20427" y="43200"/>
                  </a:cubicBezTo>
                  <a:cubicBezTo>
                    <a:pt x="11204" y="43199"/>
                    <a:pt x="2998" y="37343"/>
                    <a:pt x="0" y="28621"/>
                  </a:cubicBezTo>
                  <a:lnTo>
                    <a:pt x="20427" y="21600"/>
                  </a:lnTo>
                  <a:close/>
                </a:path>
              </a:pathLst>
            </a:cu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4203" name="Line 59">
              <a:extLst>
                <a:ext uri="{FF2B5EF4-FFF2-40B4-BE49-F238E27FC236}">
                  <a16:creationId xmlns:a16="http://schemas.microsoft.com/office/drawing/2014/main" id="{97860980-1BAD-4EF9-8B45-037182BB5DF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44" y="2748"/>
              <a:ext cx="645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lgDash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4204" name="Line 60">
              <a:extLst>
                <a:ext uri="{FF2B5EF4-FFF2-40B4-BE49-F238E27FC236}">
                  <a16:creationId xmlns:a16="http://schemas.microsoft.com/office/drawing/2014/main" id="{9E59D489-9D22-4E76-9724-610B6AB36A9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72" y="2444"/>
              <a:ext cx="0" cy="61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lgDash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4205" name="Line 61">
              <a:extLst>
                <a:ext uri="{FF2B5EF4-FFF2-40B4-BE49-F238E27FC236}">
                  <a16:creationId xmlns:a16="http://schemas.microsoft.com/office/drawing/2014/main" id="{F14F3287-3A6C-40DE-8BB7-5E57F0E9397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40" y="2667"/>
              <a:ext cx="88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4206" name="Line 62">
              <a:extLst>
                <a:ext uri="{FF2B5EF4-FFF2-40B4-BE49-F238E27FC236}">
                  <a16:creationId xmlns:a16="http://schemas.microsoft.com/office/drawing/2014/main" id="{E0B4BB35-6BAD-4B44-92C7-9C7BAA12256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40" y="2832"/>
              <a:ext cx="88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4207" name="Line 63">
              <a:extLst>
                <a:ext uri="{FF2B5EF4-FFF2-40B4-BE49-F238E27FC236}">
                  <a16:creationId xmlns:a16="http://schemas.microsoft.com/office/drawing/2014/main" id="{FDB51D17-8530-4A39-A880-15B01A4BBE2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32" y="2664"/>
              <a:ext cx="0" cy="184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4208" name="Line 64">
              <a:extLst>
                <a:ext uri="{FF2B5EF4-FFF2-40B4-BE49-F238E27FC236}">
                  <a16:creationId xmlns:a16="http://schemas.microsoft.com/office/drawing/2014/main" id="{0B72C4DB-7B44-4B40-AD68-233975FE272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817" y="2493"/>
              <a:ext cx="255" cy="255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4209" name="Line 65">
              <a:extLst>
                <a:ext uri="{FF2B5EF4-FFF2-40B4-BE49-F238E27FC236}">
                  <a16:creationId xmlns:a16="http://schemas.microsoft.com/office/drawing/2014/main" id="{3052AAF7-649A-4633-AD4B-140835304DB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840" y="2520"/>
              <a:ext cx="328" cy="328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4210" name="Line 66">
              <a:extLst>
                <a:ext uri="{FF2B5EF4-FFF2-40B4-BE49-F238E27FC236}">
                  <a16:creationId xmlns:a16="http://schemas.microsoft.com/office/drawing/2014/main" id="{52CAC270-4A17-416C-9835-F7D4B5E5C2C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892" y="2569"/>
              <a:ext cx="353" cy="353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4211" name="Line 67">
              <a:extLst>
                <a:ext uri="{FF2B5EF4-FFF2-40B4-BE49-F238E27FC236}">
                  <a16:creationId xmlns:a16="http://schemas.microsoft.com/office/drawing/2014/main" id="{5A1A1884-068E-47F5-9635-91B0D5BA91C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956" y="2703"/>
              <a:ext cx="277" cy="277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4212" name="Line 68">
              <a:extLst>
                <a:ext uri="{FF2B5EF4-FFF2-40B4-BE49-F238E27FC236}">
                  <a16:creationId xmlns:a16="http://schemas.microsoft.com/office/drawing/2014/main" id="{7B21B392-26F4-4DD4-83AE-7408854BD0A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65" y="2624"/>
              <a:ext cx="40" cy="4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4213" name="Line 69">
              <a:extLst>
                <a:ext uri="{FF2B5EF4-FFF2-40B4-BE49-F238E27FC236}">
                  <a16:creationId xmlns:a16="http://schemas.microsoft.com/office/drawing/2014/main" id="{B3514576-8B9F-499F-946D-2AA41A8C59C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060" y="2832"/>
              <a:ext cx="172" cy="17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34214" name="Text Box 70">
            <a:extLst>
              <a:ext uri="{FF2B5EF4-FFF2-40B4-BE49-F238E27FC236}">
                <a16:creationId xmlns:a16="http://schemas.microsoft.com/office/drawing/2014/main" id="{30378812-8244-4BF7-90DD-CAB812765A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8538" y="5394325"/>
            <a:ext cx="2449512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en-US" altLang="zh-CN" sz="2800">
                <a:latin typeface="宋体" panose="02010600030101010101" pitchFamily="2" charset="-122"/>
              </a:rPr>
              <a:t>※ </a:t>
            </a:r>
            <a:r>
              <a:rPr lang="zh-CN" altLang="en-US" sz="2800">
                <a:latin typeface="宋体" panose="02010600030101010101" pitchFamily="2" charset="-122"/>
              </a:rPr>
              <a:t>移出断面</a:t>
            </a:r>
          </a:p>
        </p:txBody>
      </p:sp>
      <p:sp>
        <p:nvSpPr>
          <p:cNvPr id="134215" name="Text Box 71">
            <a:extLst>
              <a:ext uri="{FF2B5EF4-FFF2-40B4-BE49-F238E27FC236}">
                <a16:creationId xmlns:a16="http://schemas.microsoft.com/office/drawing/2014/main" id="{7378F68D-E8AF-4059-8BFC-34B69EDBE5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8538" y="5837238"/>
            <a:ext cx="2449512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en-US" altLang="zh-CN" sz="2800">
                <a:latin typeface="宋体" panose="02010600030101010101" pitchFamily="2" charset="-122"/>
              </a:rPr>
              <a:t>※ </a:t>
            </a:r>
            <a:r>
              <a:rPr lang="zh-CN" altLang="en-US" sz="2800">
                <a:latin typeface="宋体" panose="02010600030101010101" pitchFamily="2" charset="-122"/>
              </a:rPr>
              <a:t>重合断面</a:t>
            </a:r>
          </a:p>
        </p:txBody>
      </p:sp>
      <p:sp>
        <p:nvSpPr>
          <p:cNvPr id="134236" name="Freeform 92">
            <a:extLst>
              <a:ext uri="{FF2B5EF4-FFF2-40B4-BE49-F238E27FC236}">
                <a16:creationId xmlns:a16="http://schemas.microsoft.com/office/drawing/2014/main" id="{6FC53886-A704-4EB9-8E13-640DFBB80F06}"/>
              </a:ext>
            </a:extLst>
          </p:cNvPr>
          <p:cNvSpPr>
            <a:spLocks/>
          </p:cNvSpPr>
          <p:nvPr/>
        </p:nvSpPr>
        <p:spPr bwMode="auto">
          <a:xfrm>
            <a:off x="6289675" y="3478213"/>
            <a:ext cx="7938" cy="6350"/>
          </a:xfrm>
          <a:custGeom>
            <a:avLst/>
            <a:gdLst>
              <a:gd name="T0" fmla="*/ 0 w 34"/>
              <a:gd name="T1" fmla="*/ 30 h 30"/>
              <a:gd name="T2" fmla="*/ 34 w 34"/>
              <a:gd name="T3" fmla="*/ 7 h 30"/>
              <a:gd name="T4" fmla="*/ 29 w 34"/>
              <a:gd name="T5" fmla="*/ 0 h 30"/>
              <a:gd name="T6" fmla="*/ 0 w 34"/>
              <a:gd name="T7" fmla="*/ 30 h 3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34" h="30">
                <a:moveTo>
                  <a:pt x="0" y="30"/>
                </a:moveTo>
                <a:lnTo>
                  <a:pt x="34" y="7"/>
                </a:lnTo>
                <a:lnTo>
                  <a:pt x="29" y="0"/>
                </a:lnTo>
                <a:lnTo>
                  <a:pt x="0" y="30"/>
                </a:lnTo>
                <a:close/>
              </a:path>
            </a:pathLst>
          </a:custGeom>
          <a:solidFill>
            <a:srgbClr val="00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4240" name="Freeform 96">
            <a:extLst>
              <a:ext uri="{FF2B5EF4-FFF2-40B4-BE49-F238E27FC236}">
                <a16:creationId xmlns:a16="http://schemas.microsoft.com/office/drawing/2014/main" id="{51DC38DE-1E9F-4F39-AF07-7CC1E81F07A8}"/>
              </a:ext>
            </a:extLst>
          </p:cNvPr>
          <p:cNvSpPr>
            <a:spLocks/>
          </p:cNvSpPr>
          <p:nvPr/>
        </p:nvSpPr>
        <p:spPr bwMode="auto">
          <a:xfrm>
            <a:off x="5907088" y="3209925"/>
            <a:ext cx="6350" cy="7938"/>
          </a:xfrm>
          <a:custGeom>
            <a:avLst/>
            <a:gdLst>
              <a:gd name="T0" fmla="*/ 0 w 28"/>
              <a:gd name="T1" fmla="*/ 36 h 36"/>
              <a:gd name="T2" fmla="*/ 28 w 28"/>
              <a:gd name="T3" fmla="*/ 6 h 36"/>
              <a:gd name="T4" fmla="*/ 21 w 28"/>
              <a:gd name="T5" fmla="*/ 0 h 36"/>
              <a:gd name="T6" fmla="*/ 0 w 28"/>
              <a:gd name="T7" fmla="*/ 36 h 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8" h="36">
                <a:moveTo>
                  <a:pt x="0" y="36"/>
                </a:moveTo>
                <a:lnTo>
                  <a:pt x="28" y="6"/>
                </a:lnTo>
                <a:lnTo>
                  <a:pt x="21" y="0"/>
                </a:lnTo>
                <a:lnTo>
                  <a:pt x="0" y="36"/>
                </a:lnTo>
                <a:close/>
              </a:path>
            </a:pathLst>
          </a:custGeom>
          <a:solidFill>
            <a:srgbClr val="00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4264" name="Freeform 120">
            <a:extLst>
              <a:ext uri="{FF2B5EF4-FFF2-40B4-BE49-F238E27FC236}">
                <a16:creationId xmlns:a16="http://schemas.microsoft.com/office/drawing/2014/main" id="{4E45C865-A9BE-4A21-A635-AEE85D720093}"/>
              </a:ext>
            </a:extLst>
          </p:cNvPr>
          <p:cNvSpPr>
            <a:spLocks/>
          </p:cNvSpPr>
          <p:nvPr/>
        </p:nvSpPr>
        <p:spPr bwMode="auto">
          <a:xfrm>
            <a:off x="5646738" y="3359150"/>
            <a:ext cx="9525" cy="1588"/>
          </a:xfrm>
          <a:custGeom>
            <a:avLst/>
            <a:gdLst>
              <a:gd name="T0" fmla="*/ 41 w 41"/>
              <a:gd name="T1" fmla="*/ 0 h 10"/>
              <a:gd name="T2" fmla="*/ 0 w 41"/>
              <a:gd name="T3" fmla="*/ 0 h 10"/>
              <a:gd name="T4" fmla="*/ 2 w 41"/>
              <a:gd name="T5" fmla="*/ 10 h 10"/>
              <a:gd name="T6" fmla="*/ 41 w 41"/>
              <a:gd name="T7" fmla="*/ 0 h 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41" h="10">
                <a:moveTo>
                  <a:pt x="41" y="0"/>
                </a:moveTo>
                <a:lnTo>
                  <a:pt x="0" y="0"/>
                </a:lnTo>
                <a:lnTo>
                  <a:pt x="2" y="10"/>
                </a:lnTo>
                <a:lnTo>
                  <a:pt x="41" y="0"/>
                </a:lnTo>
                <a:close/>
              </a:path>
            </a:pathLst>
          </a:custGeom>
          <a:solidFill>
            <a:srgbClr val="00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4268" name="Freeform 124">
            <a:extLst>
              <a:ext uri="{FF2B5EF4-FFF2-40B4-BE49-F238E27FC236}">
                <a16:creationId xmlns:a16="http://schemas.microsoft.com/office/drawing/2014/main" id="{6256755A-3499-4FB5-8E10-D2F58389ACBE}"/>
              </a:ext>
            </a:extLst>
          </p:cNvPr>
          <p:cNvSpPr>
            <a:spLocks/>
          </p:cNvSpPr>
          <p:nvPr/>
        </p:nvSpPr>
        <p:spPr bwMode="auto">
          <a:xfrm>
            <a:off x="5668963" y="3444875"/>
            <a:ext cx="7937" cy="4763"/>
          </a:xfrm>
          <a:custGeom>
            <a:avLst/>
            <a:gdLst>
              <a:gd name="T0" fmla="*/ 39 w 39"/>
              <a:gd name="T1" fmla="*/ 0 h 18"/>
              <a:gd name="T2" fmla="*/ 0 w 39"/>
              <a:gd name="T3" fmla="*/ 10 h 18"/>
              <a:gd name="T4" fmla="*/ 2 w 39"/>
              <a:gd name="T5" fmla="*/ 18 h 18"/>
              <a:gd name="T6" fmla="*/ 39 w 39"/>
              <a:gd name="T7" fmla="*/ 0 h 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39" h="18">
                <a:moveTo>
                  <a:pt x="39" y="0"/>
                </a:moveTo>
                <a:lnTo>
                  <a:pt x="0" y="10"/>
                </a:lnTo>
                <a:lnTo>
                  <a:pt x="2" y="18"/>
                </a:lnTo>
                <a:lnTo>
                  <a:pt x="39" y="0"/>
                </a:lnTo>
                <a:close/>
              </a:path>
            </a:pathLst>
          </a:custGeom>
          <a:solidFill>
            <a:srgbClr val="00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4272" name="Freeform 128">
            <a:extLst>
              <a:ext uri="{FF2B5EF4-FFF2-40B4-BE49-F238E27FC236}">
                <a16:creationId xmlns:a16="http://schemas.microsoft.com/office/drawing/2014/main" id="{83820545-ED7D-42EB-9426-ED9127319DFF}"/>
              </a:ext>
            </a:extLst>
          </p:cNvPr>
          <p:cNvSpPr>
            <a:spLocks/>
          </p:cNvSpPr>
          <p:nvPr/>
        </p:nvSpPr>
        <p:spPr bwMode="auto">
          <a:xfrm>
            <a:off x="5710238" y="3532188"/>
            <a:ext cx="7937" cy="6350"/>
          </a:xfrm>
          <a:custGeom>
            <a:avLst/>
            <a:gdLst>
              <a:gd name="T0" fmla="*/ 37 w 37"/>
              <a:gd name="T1" fmla="*/ 0 h 25"/>
              <a:gd name="T2" fmla="*/ 0 w 37"/>
              <a:gd name="T3" fmla="*/ 18 h 25"/>
              <a:gd name="T4" fmla="*/ 3 w 37"/>
              <a:gd name="T5" fmla="*/ 25 h 25"/>
              <a:gd name="T6" fmla="*/ 37 w 37"/>
              <a:gd name="T7" fmla="*/ 0 h 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37" h="25">
                <a:moveTo>
                  <a:pt x="37" y="0"/>
                </a:moveTo>
                <a:lnTo>
                  <a:pt x="0" y="18"/>
                </a:lnTo>
                <a:lnTo>
                  <a:pt x="3" y="25"/>
                </a:lnTo>
                <a:lnTo>
                  <a:pt x="37" y="0"/>
                </a:lnTo>
                <a:close/>
              </a:path>
            </a:pathLst>
          </a:custGeom>
          <a:solidFill>
            <a:srgbClr val="00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134298" name="Picture 154">
            <a:extLst>
              <a:ext uri="{FF2B5EF4-FFF2-40B4-BE49-F238E27FC236}">
                <a16:creationId xmlns:a16="http://schemas.microsoft.com/office/drawing/2014/main" id="{8B79665E-4185-4609-A073-B6C1E27430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00FFFF"/>
              </a:clrFrom>
              <a:clrTo>
                <a:srgbClr val="00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2200275"/>
            <a:ext cx="4017963" cy="2754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med">
    <p:cover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41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41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34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34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134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34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342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342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341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341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5" dur="500"/>
                                        <p:tgtEl>
                                          <p:spTgt spid="134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0" dur="500"/>
                                        <p:tgtEl>
                                          <p:spTgt spid="134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4147" grpId="0" autoUpdateAnimBg="0"/>
      <p:bldP spid="134148" grpId="0" autoUpdateAnimBg="0"/>
      <p:bldP spid="134177" grpId="0" autoUpdateAnimBg="0"/>
      <p:bldP spid="134214" grpId="0" autoUpdateAnimBg="0"/>
      <p:bldP spid="134215" grpId="0" autoUpdateAnimBg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5170" name="Group 2">
            <a:extLst>
              <a:ext uri="{FF2B5EF4-FFF2-40B4-BE49-F238E27FC236}">
                <a16:creationId xmlns:a16="http://schemas.microsoft.com/office/drawing/2014/main" id="{AD2C4DF7-6B6D-4D40-BFA5-495A240E3C14}"/>
              </a:ext>
            </a:extLst>
          </p:cNvPr>
          <p:cNvGrpSpPr>
            <a:grpSpLocks/>
          </p:cNvGrpSpPr>
          <p:nvPr/>
        </p:nvGrpSpPr>
        <p:grpSpPr bwMode="auto">
          <a:xfrm>
            <a:off x="7010400" y="2387600"/>
            <a:ext cx="1192213" cy="1219200"/>
            <a:chOff x="4416" y="2527"/>
            <a:chExt cx="751" cy="768"/>
          </a:xfrm>
        </p:grpSpPr>
        <p:sp>
          <p:nvSpPr>
            <p:cNvPr id="135171" name="Freeform 3">
              <a:extLst>
                <a:ext uri="{FF2B5EF4-FFF2-40B4-BE49-F238E27FC236}">
                  <a16:creationId xmlns:a16="http://schemas.microsoft.com/office/drawing/2014/main" id="{42E2E906-CFC3-42B9-812B-9968AC543F32}"/>
                </a:ext>
              </a:extLst>
            </p:cNvPr>
            <p:cNvSpPr>
              <a:spLocks/>
            </p:cNvSpPr>
            <p:nvPr/>
          </p:nvSpPr>
          <p:spPr bwMode="auto">
            <a:xfrm>
              <a:off x="4416" y="2885"/>
              <a:ext cx="751" cy="1"/>
            </a:xfrm>
            <a:custGeom>
              <a:avLst/>
              <a:gdLst>
                <a:gd name="T0" fmla="*/ 0 w 751"/>
                <a:gd name="T1" fmla="*/ 0 h 1"/>
                <a:gd name="T2" fmla="*/ 751 w 751"/>
                <a:gd name="T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51" h="1">
                  <a:moveTo>
                    <a:pt x="0" y="0"/>
                  </a:moveTo>
                  <a:lnTo>
                    <a:pt x="751" y="0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lgDashDot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5172" name="Line 4">
              <a:extLst>
                <a:ext uri="{FF2B5EF4-FFF2-40B4-BE49-F238E27FC236}">
                  <a16:creationId xmlns:a16="http://schemas.microsoft.com/office/drawing/2014/main" id="{C761BB01-30BA-4039-A2A4-457AD5014A1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91" y="2527"/>
              <a:ext cx="0" cy="76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lgDash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5173" name="Freeform 5">
              <a:extLst>
                <a:ext uri="{FF2B5EF4-FFF2-40B4-BE49-F238E27FC236}">
                  <a16:creationId xmlns:a16="http://schemas.microsoft.com/office/drawing/2014/main" id="{C48D3105-B23B-48BD-A624-E1FE84A986CB}"/>
                </a:ext>
              </a:extLst>
            </p:cNvPr>
            <p:cNvSpPr>
              <a:spLocks/>
            </p:cNvSpPr>
            <p:nvPr/>
          </p:nvSpPr>
          <p:spPr bwMode="auto">
            <a:xfrm>
              <a:off x="4702" y="2600"/>
              <a:ext cx="210" cy="210"/>
            </a:xfrm>
            <a:custGeom>
              <a:avLst/>
              <a:gdLst>
                <a:gd name="T0" fmla="*/ 0 w 210"/>
                <a:gd name="T1" fmla="*/ 210 h 210"/>
                <a:gd name="T2" fmla="*/ 210 w 210"/>
                <a:gd name="T3" fmla="*/ 0 h 2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10" h="210">
                  <a:moveTo>
                    <a:pt x="0" y="210"/>
                  </a:moveTo>
                  <a:lnTo>
                    <a:pt x="210" y="0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5174" name="Freeform 6">
              <a:extLst>
                <a:ext uri="{FF2B5EF4-FFF2-40B4-BE49-F238E27FC236}">
                  <a16:creationId xmlns:a16="http://schemas.microsoft.com/office/drawing/2014/main" id="{2108C60D-5D67-49E8-BE46-F05667ABDA4B}"/>
                </a:ext>
              </a:extLst>
            </p:cNvPr>
            <p:cNvSpPr>
              <a:spLocks/>
            </p:cNvSpPr>
            <p:nvPr/>
          </p:nvSpPr>
          <p:spPr bwMode="auto">
            <a:xfrm>
              <a:off x="4551" y="2569"/>
              <a:ext cx="241" cy="241"/>
            </a:xfrm>
            <a:custGeom>
              <a:avLst/>
              <a:gdLst>
                <a:gd name="T0" fmla="*/ 0 w 241"/>
                <a:gd name="T1" fmla="*/ 241 h 241"/>
                <a:gd name="T2" fmla="*/ 241 w 241"/>
                <a:gd name="T3" fmla="*/ 0 h 2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41" h="241">
                  <a:moveTo>
                    <a:pt x="0" y="241"/>
                  </a:moveTo>
                  <a:lnTo>
                    <a:pt x="241" y="0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5175" name="Freeform 7">
              <a:extLst>
                <a:ext uri="{FF2B5EF4-FFF2-40B4-BE49-F238E27FC236}">
                  <a16:creationId xmlns:a16="http://schemas.microsoft.com/office/drawing/2014/main" id="{B6DDC77E-9E9E-41E3-9E0B-2A0148A18AA9}"/>
                </a:ext>
              </a:extLst>
            </p:cNvPr>
            <p:cNvSpPr>
              <a:spLocks/>
            </p:cNvSpPr>
            <p:nvPr/>
          </p:nvSpPr>
          <p:spPr bwMode="auto">
            <a:xfrm>
              <a:off x="4852" y="2647"/>
              <a:ext cx="164" cy="163"/>
            </a:xfrm>
            <a:custGeom>
              <a:avLst/>
              <a:gdLst>
                <a:gd name="T0" fmla="*/ 0 w 164"/>
                <a:gd name="T1" fmla="*/ 163 h 163"/>
                <a:gd name="T2" fmla="*/ 164 w 164"/>
                <a:gd name="T3" fmla="*/ 0 h 1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64" h="163">
                  <a:moveTo>
                    <a:pt x="0" y="163"/>
                  </a:moveTo>
                  <a:lnTo>
                    <a:pt x="164" y="0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5176" name="Line 8">
              <a:extLst>
                <a:ext uri="{FF2B5EF4-FFF2-40B4-BE49-F238E27FC236}">
                  <a16:creationId xmlns:a16="http://schemas.microsoft.com/office/drawing/2014/main" id="{F3A1C098-365E-4E18-8D68-EDF24291A7E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983" y="2719"/>
              <a:ext cx="96" cy="9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5177" name="Freeform 9">
              <a:extLst>
                <a:ext uri="{FF2B5EF4-FFF2-40B4-BE49-F238E27FC236}">
                  <a16:creationId xmlns:a16="http://schemas.microsoft.com/office/drawing/2014/main" id="{DAFBBD5A-AB1C-4F03-8BAE-5D763FA85883}"/>
                </a:ext>
              </a:extLst>
            </p:cNvPr>
            <p:cNvSpPr>
              <a:spLocks/>
            </p:cNvSpPr>
            <p:nvPr/>
          </p:nvSpPr>
          <p:spPr bwMode="auto">
            <a:xfrm>
              <a:off x="4566" y="2964"/>
              <a:ext cx="160" cy="161"/>
            </a:xfrm>
            <a:custGeom>
              <a:avLst/>
              <a:gdLst>
                <a:gd name="T0" fmla="*/ 160 w 160"/>
                <a:gd name="T1" fmla="*/ 0 h 161"/>
                <a:gd name="T2" fmla="*/ 0 w 160"/>
                <a:gd name="T3" fmla="*/ 161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60" h="161">
                  <a:moveTo>
                    <a:pt x="160" y="0"/>
                  </a:moveTo>
                  <a:lnTo>
                    <a:pt x="0" y="161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5178" name="Freeform 10">
              <a:extLst>
                <a:ext uri="{FF2B5EF4-FFF2-40B4-BE49-F238E27FC236}">
                  <a16:creationId xmlns:a16="http://schemas.microsoft.com/office/drawing/2014/main" id="{D75AEC75-AA6B-4256-B304-6D53AF9A6C8C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8" y="2962"/>
              <a:ext cx="76" cy="77"/>
            </a:xfrm>
            <a:custGeom>
              <a:avLst/>
              <a:gdLst>
                <a:gd name="T0" fmla="*/ 0 w 76"/>
                <a:gd name="T1" fmla="*/ 77 h 77"/>
                <a:gd name="T2" fmla="*/ 76 w 76"/>
                <a:gd name="T3" fmla="*/ 0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6" h="77">
                  <a:moveTo>
                    <a:pt x="0" y="77"/>
                  </a:moveTo>
                  <a:lnTo>
                    <a:pt x="76" y="0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5179" name="Freeform 11">
              <a:extLst>
                <a:ext uri="{FF2B5EF4-FFF2-40B4-BE49-F238E27FC236}">
                  <a16:creationId xmlns:a16="http://schemas.microsoft.com/office/drawing/2014/main" id="{D9DF5051-FAC0-4772-BFB9-B3373402771B}"/>
                </a:ext>
              </a:extLst>
            </p:cNvPr>
            <p:cNvSpPr>
              <a:spLocks/>
            </p:cNvSpPr>
            <p:nvPr/>
          </p:nvSpPr>
          <p:spPr bwMode="auto">
            <a:xfrm>
              <a:off x="4666" y="2959"/>
              <a:ext cx="221" cy="221"/>
            </a:xfrm>
            <a:custGeom>
              <a:avLst/>
              <a:gdLst>
                <a:gd name="T0" fmla="*/ 0 w 221"/>
                <a:gd name="T1" fmla="*/ 221 h 221"/>
                <a:gd name="T2" fmla="*/ 221 w 221"/>
                <a:gd name="T3" fmla="*/ 0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21" h="221">
                  <a:moveTo>
                    <a:pt x="0" y="221"/>
                  </a:moveTo>
                  <a:lnTo>
                    <a:pt x="221" y="0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5180" name="Freeform 12">
              <a:extLst>
                <a:ext uri="{FF2B5EF4-FFF2-40B4-BE49-F238E27FC236}">
                  <a16:creationId xmlns:a16="http://schemas.microsoft.com/office/drawing/2014/main" id="{AF8B76E9-4169-4BDC-92CA-B0E7420BE4F1}"/>
                </a:ext>
              </a:extLst>
            </p:cNvPr>
            <p:cNvSpPr>
              <a:spLocks/>
            </p:cNvSpPr>
            <p:nvPr/>
          </p:nvSpPr>
          <p:spPr bwMode="auto">
            <a:xfrm>
              <a:off x="4798" y="2957"/>
              <a:ext cx="247" cy="247"/>
            </a:xfrm>
            <a:custGeom>
              <a:avLst/>
              <a:gdLst>
                <a:gd name="T0" fmla="*/ 0 w 247"/>
                <a:gd name="T1" fmla="*/ 247 h 247"/>
                <a:gd name="T2" fmla="*/ 247 w 247"/>
                <a:gd name="T3" fmla="*/ 0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47" h="247">
                  <a:moveTo>
                    <a:pt x="0" y="247"/>
                  </a:moveTo>
                  <a:lnTo>
                    <a:pt x="247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5181" name="Arc 13">
              <a:extLst>
                <a:ext uri="{FF2B5EF4-FFF2-40B4-BE49-F238E27FC236}">
                  <a16:creationId xmlns:a16="http://schemas.microsoft.com/office/drawing/2014/main" id="{4A0E2A27-8A83-4CB5-977E-2FFEF820AEBA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4479" y="2574"/>
              <a:ext cx="628" cy="311"/>
            </a:xfrm>
            <a:custGeom>
              <a:avLst/>
              <a:gdLst>
                <a:gd name="G0" fmla="+- 21075 0 0"/>
                <a:gd name="G1" fmla="+- 21600 0 0"/>
                <a:gd name="G2" fmla="+- 21600 0 0"/>
                <a:gd name="T0" fmla="*/ 0 w 42127"/>
                <a:gd name="T1" fmla="*/ 16869 h 21600"/>
                <a:gd name="T2" fmla="*/ 42127 w 42127"/>
                <a:gd name="T3" fmla="*/ 16767 h 21600"/>
                <a:gd name="T4" fmla="*/ 21075 w 42127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2127" h="21600" fill="none" extrusionOk="0">
                  <a:moveTo>
                    <a:pt x="-1" y="16868"/>
                  </a:moveTo>
                  <a:cubicBezTo>
                    <a:pt x="2213" y="7007"/>
                    <a:pt x="10968" y="0"/>
                    <a:pt x="21075" y="0"/>
                  </a:cubicBezTo>
                  <a:cubicBezTo>
                    <a:pt x="31142" y="0"/>
                    <a:pt x="39874" y="6954"/>
                    <a:pt x="42127" y="16766"/>
                  </a:cubicBezTo>
                </a:path>
                <a:path w="42127" h="21600" stroke="0" extrusionOk="0">
                  <a:moveTo>
                    <a:pt x="-1" y="16868"/>
                  </a:moveTo>
                  <a:cubicBezTo>
                    <a:pt x="2213" y="7007"/>
                    <a:pt x="10968" y="0"/>
                    <a:pt x="21075" y="0"/>
                  </a:cubicBezTo>
                  <a:cubicBezTo>
                    <a:pt x="31142" y="0"/>
                    <a:pt x="39874" y="6954"/>
                    <a:pt x="42127" y="16766"/>
                  </a:cubicBezTo>
                  <a:lnTo>
                    <a:pt x="21075" y="21600"/>
                  </a:lnTo>
                  <a:close/>
                </a:path>
              </a:pathLst>
            </a:cu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5182" name="Line 14">
              <a:extLst>
                <a:ext uri="{FF2B5EF4-FFF2-40B4-BE49-F238E27FC236}">
                  <a16:creationId xmlns:a16="http://schemas.microsoft.com/office/drawing/2014/main" id="{6B541113-6323-4347-A552-3427B429B26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73" y="2815"/>
              <a:ext cx="643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5183" name="Line 15">
              <a:extLst>
                <a:ext uri="{FF2B5EF4-FFF2-40B4-BE49-F238E27FC236}">
                  <a16:creationId xmlns:a16="http://schemas.microsoft.com/office/drawing/2014/main" id="{79CF65ED-BD7D-4745-8B17-4B096F5523D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76" y="2959"/>
              <a:ext cx="64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5184" name="Arc 16">
              <a:extLst>
                <a:ext uri="{FF2B5EF4-FFF2-40B4-BE49-F238E27FC236}">
                  <a16:creationId xmlns:a16="http://schemas.microsoft.com/office/drawing/2014/main" id="{4A44884C-0400-427E-A6FC-1E1BEA10FDEA}"/>
                </a:ext>
              </a:extLst>
            </p:cNvPr>
            <p:cNvSpPr>
              <a:spLocks/>
            </p:cNvSpPr>
            <p:nvPr/>
          </p:nvSpPr>
          <p:spPr bwMode="auto">
            <a:xfrm flipH="1" flipV="1">
              <a:off x="4479" y="2886"/>
              <a:ext cx="628" cy="311"/>
            </a:xfrm>
            <a:custGeom>
              <a:avLst/>
              <a:gdLst>
                <a:gd name="G0" fmla="+- 21075 0 0"/>
                <a:gd name="G1" fmla="+- 21600 0 0"/>
                <a:gd name="G2" fmla="+- 21600 0 0"/>
                <a:gd name="T0" fmla="*/ 0 w 42127"/>
                <a:gd name="T1" fmla="*/ 16869 h 21600"/>
                <a:gd name="T2" fmla="*/ 42127 w 42127"/>
                <a:gd name="T3" fmla="*/ 16767 h 21600"/>
                <a:gd name="T4" fmla="*/ 21075 w 42127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2127" h="21600" fill="none" extrusionOk="0">
                  <a:moveTo>
                    <a:pt x="-1" y="16868"/>
                  </a:moveTo>
                  <a:cubicBezTo>
                    <a:pt x="2213" y="7007"/>
                    <a:pt x="10968" y="0"/>
                    <a:pt x="21075" y="0"/>
                  </a:cubicBezTo>
                  <a:cubicBezTo>
                    <a:pt x="31142" y="0"/>
                    <a:pt x="39874" y="6954"/>
                    <a:pt x="42127" y="16766"/>
                  </a:cubicBezTo>
                </a:path>
                <a:path w="42127" h="21600" stroke="0" extrusionOk="0">
                  <a:moveTo>
                    <a:pt x="-1" y="16868"/>
                  </a:moveTo>
                  <a:cubicBezTo>
                    <a:pt x="2213" y="7007"/>
                    <a:pt x="10968" y="0"/>
                    <a:pt x="21075" y="0"/>
                  </a:cubicBezTo>
                  <a:cubicBezTo>
                    <a:pt x="31142" y="0"/>
                    <a:pt x="39874" y="6954"/>
                    <a:pt x="42127" y="16766"/>
                  </a:cubicBezTo>
                  <a:lnTo>
                    <a:pt x="21075" y="21600"/>
                  </a:lnTo>
                  <a:close/>
                </a:path>
              </a:pathLst>
            </a:cu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35185" name="Group 17">
            <a:extLst>
              <a:ext uri="{FF2B5EF4-FFF2-40B4-BE49-F238E27FC236}">
                <a16:creationId xmlns:a16="http://schemas.microsoft.com/office/drawing/2014/main" id="{82372E7C-7EA0-45CC-9A84-2683BC0165A1}"/>
              </a:ext>
            </a:extLst>
          </p:cNvPr>
          <p:cNvGrpSpPr>
            <a:grpSpLocks/>
          </p:cNvGrpSpPr>
          <p:nvPr/>
        </p:nvGrpSpPr>
        <p:grpSpPr bwMode="auto">
          <a:xfrm>
            <a:off x="4419600" y="2101850"/>
            <a:ext cx="11113" cy="1733550"/>
            <a:chOff x="2784" y="1548"/>
            <a:chExt cx="7" cy="1092"/>
          </a:xfrm>
        </p:grpSpPr>
        <p:sp>
          <p:nvSpPr>
            <p:cNvPr id="135186" name="Freeform 18">
              <a:extLst>
                <a:ext uri="{FF2B5EF4-FFF2-40B4-BE49-F238E27FC236}">
                  <a16:creationId xmlns:a16="http://schemas.microsoft.com/office/drawing/2014/main" id="{541BE9EB-0751-488D-A5B0-CE148A367D60}"/>
                </a:ext>
              </a:extLst>
            </p:cNvPr>
            <p:cNvSpPr>
              <a:spLocks/>
            </p:cNvSpPr>
            <p:nvPr/>
          </p:nvSpPr>
          <p:spPr bwMode="auto">
            <a:xfrm>
              <a:off x="2790" y="1548"/>
              <a:ext cx="1" cy="117"/>
            </a:xfrm>
            <a:custGeom>
              <a:avLst/>
              <a:gdLst>
                <a:gd name="T0" fmla="*/ 0 w 1"/>
                <a:gd name="T1" fmla="*/ 0 h 117"/>
                <a:gd name="T2" fmla="*/ 0 w 1"/>
                <a:gd name="T3" fmla="*/ 117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117">
                  <a:moveTo>
                    <a:pt x="0" y="0"/>
                  </a:moveTo>
                  <a:lnTo>
                    <a:pt x="0" y="117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5187" name="Freeform 19">
              <a:extLst>
                <a:ext uri="{FF2B5EF4-FFF2-40B4-BE49-F238E27FC236}">
                  <a16:creationId xmlns:a16="http://schemas.microsoft.com/office/drawing/2014/main" id="{56C22082-1106-4719-B3E8-96441F17FA7D}"/>
                </a:ext>
              </a:extLst>
            </p:cNvPr>
            <p:cNvSpPr>
              <a:spLocks/>
            </p:cNvSpPr>
            <p:nvPr/>
          </p:nvSpPr>
          <p:spPr bwMode="auto">
            <a:xfrm>
              <a:off x="2784" y="2523"/>
              <a:ext cx="1" cy="117"/>
            </a:xfrm>
            <a:custGeom>
              <a:avLst/>
              <a:gdLst>
                <a:gd name="T0" fmla="*/ 0 w 1"/>
                <a:gd name="T1" fmla="*/ 0 h 117"/>
                <a:gd name="T2" fmla="*/ 0 w 1"/>
                <a:gd name="T3" fmla="*/ 117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117">
                  <a:moveTo>
                    <a:pt x="0" y="0"/>
                  </a:moveTo>
                  <a:lnTo>
                    <a:pt x="0" y="117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35188" name="Group 20">
            <a:extLst>
              <a:ext uri="{FF2B5EF4-FFF2-40B4-BE49-F238E27FC236}">
                <a16:creationId xmlns:a16="http://schemas.microsoft.com/office/drawing/2014/main" id="{1498271C-5D12-4FB4-99E4-9938650AD350}"/>
              </a:ext>
            </a:extLst>
          </p:cNvPr>
          <p:cNvGrpSpPr>
            <a:grpSpLocks/>
          </p:cNvGrpSpPr>
          <p:nvPr/>
        </p:nvGrpSpPr>
        <p:grpSpPr bwMode="auto">
          <a:xfrm>
            <a:off x="4410075" y="2101850"/>
            <a:ext cx="304800" cy="1727200"/>
            <a:chOff x="2778" y="1538"/>
            <a:chExt cx="192" cy="1088"/>
          </a:xfrm>
        </p:grpSpPr>
        <p:sp>
          <p:nvSpPr>
            <p:cNvPr id="135189" name="Freeform 21">
              <a:extLst>
                <a:ext uri="{FF2B5EF4-FFF2-40B4-BE49-F238E27FC236}">
                  <a16:creationId xmlns:a16="http://schemas.microsoft.com/office/drawing/2014/main" id="{3E45BAE9-092D-4F11-BE32-7F103083AA7D}"/>
                </a:ext>
              </a:extLst>
            </p:cNvPr>
            <p:cNvSpPr>
              <a:spLocks/>
            </p:cNvSpPr>
            <p:nvPr/>
          </p:nvSpPr>
          <p:spPr bwMode="auto">
            <a:xfrm>
              <a:off x="2780" y="1538"/>
              <a:ext cx="180" cy="1"/>
            </a:xfrm>
            <a:custGeom>
              <a:avLst/>
              <a:gdLst>
                <a:gd name="T0" fmla="*/ 0 w 180"/>
                <a:gd name="T1" fmla="*/ 0 h 1"/>
                <a:gd name="T2" fmla="*/ 180 w 180"/>
                <a:gd name="T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80" h="1">
                  <a:moveTo>
                    <a:pt x="0" y="0"/>
                  </a:moveTo>
                  <a:lnTo>
                    <a:pt x="180" y="0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5190" name="Line 22">
              <a:extLst>
                <a:ext uri="{FF2B5EF4-FFF2-40B4-BE49-F238E27FC236}">
                  <a16:creationId xmlns:a16="http://schemas.microsoft.com/office/drawing/2014/main" id="{5E351EC1-D49E-4A94-85AD-E92301C4B63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78" y="2626"/>
              <a:ext cx="19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35191" name="Group 23">
            <a:extLst>
              <a:ext uri="{FF2B5EF4-FFF2-40B4-BE49-F238E27FC236}">
                <a16:creationId xmlns:a16="http://schemas.microsoft.com/office/drawing/2014/main" id="{F3C37AC2-5835-4830-8F26-B5EC690A8F02}"/>
              </a:ext>
            </a:extLst>
          </p:cNvPr>
          <p:cNvGrpSpPr>
            <a:grpSpLocks/>
          </p:cNvGrpSpPr>
          <p:nvPr/>
        </p:nvGrpSpPr>
        <p:grpSpPr bwMode="auto">
          <a:xfrm>
            <a:off x="6019800" y="2174875"/>
            <a:ext cx="7938" cy="1546225"/>
            <a:chOff x="3792" y="1584"/>
            <a:chExt cx="5" cy="974"/>
          </a:xfrm>
        </p:grpSpPr>
        <p:sp>
          <p:nvSpPr>
            <p:cNvPr id="135192" name="Freeform 24">
              <a:extLst>
                <a:ext uri="{FF2B5EF4-FFF2-40B4-BE49-F238E27FC236}">
                  <a16:creationId xmlns:a16="http://schemas.microsoft.com/office/drawing/2014/main" id="{4D831E27-B8D9-48CD-8732-A0598D438258}"/>
                </a:ext>
              </a:extLst>
            </p:cNvPr>
            <p:cNvSpPr>
              <a:spLocks/>
            </p:cNvSpPr>
            <p:nvPr/>
          </p:nvSpPr>
          <p:spPr bwMode="auto">
            <a:xfrm>
              <a:off x="3795" y="1584"/>
              <a:ext cx="2" cy="134"/>
            </a:xfrm>
            <a:custGeom>
              <a:avLst/>
              <a:gdLst>
                <a:gd name="T0" fmla="*/ 2 w 2"/>
                <a:gd name="T1" fmla="*/ 0 h 134"/>
                <a:gd name="T2" fmla="*/ 0 w 2"/>
                <a:gd name="T3" fmla="*/ 134 h 1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" h="134">
                  <a:moveTo>
                    <a:pt x="2" y="0"/>
                  </a:moveTo>
                  <a:lnTo>
                    <a:pt x="0" y="134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5193" name="Freeform 25">
              <a:extLst>
                <a:ext uri="{FF2B5EF4-FFF2-40B4-BE49-F238E27FC236}">
                  <a16:creationId xmlns:a16="http://schemas.microsoft.com/office/drawing/2014/main" id="{ACC640F7-FD56-4B15-9C05-D69C844523F4}"/>
                </a:ext>
              </a:extLst>
            </p:cNvPr>
            <p:cNvSpPr>
              <a:spLocks/>
            </p:cNvSpPr>
            <p:nvPr/>
          </p:nvSpPr>
          <p:spPr bwMode="auto">
            <a:xfrm>
              <a:off x="3792" y="2438"/>
              <a:ext cx="1" cy="120"/>
            </a:xfrm>
            <a:custGeom>
              <a:avLst/>
              <a:gdLst>
                <a:gd name="T0" fmla="*/ 0 w 1"/>
                <a:gd name="T1" fmla="*/ 0 h 120"/>
                <a:gd name="T2" fmla="*/ 0 w 1"/>
                <a:gd name="T3" fmla="*/ 120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120">
                  <a:moveTo>
                    <a:pt x="0" y="0"/>
                  </a:moveTo>
                  <a:lnTo>
                    <a:pt x="0" y="12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35269" name="Group 101">
            <a:extLst>
              <a:ext uri="{FF2B5EF4-FFF2-40B4-BE49-F238E27FC236}">
                <a16:creationId xmlns:a16="http://schemas.microsoft.com/office/drawing/2014/main" id="{717F0A7C-58F2-4023-A84C-F96AB74FBF6C}"/>
              </a:ext>
            </a:extLst>
          </p:cNvPr>
          <p:cNvGrpSpPr>
            <a:grpSpLocks/>
          </p:cNvGrpSpPr>
          <p:nvPr/>
        </p:nvGrpSpPr>
        <p:grpSpPr bwMode="auto">
          <a:xfrm>
            <a:off x="2738438" y="2071688"/>
            <a:ext cx="4762" cy="1730375"/>
            <a:chOff x="1725" y="1305"/>
            <a:chExt cx="3" cy="1090"/>
          </a:xfrm>
        </p:grpSpPr>
        <p:sp>
          <p:nvSpPr>
            <p:cNvPr id="135195" name="Freeform 27">
              <a:extLst>
                <a:ext uri="{FF2B5EF4-FFF2-40B4-BE49-F238E27FC236}">
                  <a16:creationId xmlns:a16="http://schemas.microsoft.com/office/drawing/2014/main" id="{2D3F4D4B-4096-431C-BDDC-72857E546703}"/>
                </a:ext>
              </a:extLst>
            </p:cNvPr>
            <p:cNvSpPr>
              <a:spLocks/>
            </p:cNvSpPr>
            <p:nvPr/>
          </p:nvSpPr>
          <p:spPr bwMode="auto">
            <a:xfrm>
              <a:off x="1725" y="1305"/>
              <a:ext cx="1" cy="135"/>
            </a:xfrm>
            <a:custGeom>
              <a:avLst/>
              <a:gdLst>
                <a:gd name="T0" fmla="*/ 0 w 1"/>
                <a:gd name="T1" fmla="*/ 135 h 135"/>
                <a:gd name="T2" fmla="*/ 0 w 1"/>
                <a:gd name="T3" fmla="*/ 0 h 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135">
                  <a:moveTo>
                    <a:pt x="0" y="135"/>
                  </a:moveTo>
                  <a:lnTo>
                    <a:pt x="0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5196" name="Freeform 28">
              <a:extLst>
                <a:ext uri="{FF2B5EF4-FFF2-40B4-BE49-F238E27FC236}">
                  <a16:creationId xmlns:a16="http://schemas.microsoft.com/office/drawing/2014/main" id="{0CCFD56C-69B8-4694-896B-1FA0FA84C120}"/>
                </a:ext>
              </a:extLst>
            </p:cNvPr>
            <p:cNvSpPr>
              <a:spLocks/>
            </p:cNvSpPr>
            <p:nvPr/>
          </p:nvSpPr>
          <p:spPr bwMode="auto">
            <a:xfrm>
              <a:off x="1727" y="2260"/>
              <a:ext cx="1" cy="135"/>
            </a:xfrm>
            <a:custGeom>
              <a:avLst/>
              <a:gdLst>
                <a:gd name="T0" fmla="*/ 0 w 1"/>
                <a:gd name="T1" fmla="*/ 135 h 135"/>
                <a:gd name="T2" fmla="*/ 0 w 1"/>
                <a:gd name="T3" fmla="*/ 0 h 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135">
                  <a:moveTo>
                    <a:pt x="0" y="135"/>
                  </a:moveTo>
                  <a:lnTo>
                    <a:pt x="0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35270" name="Group 102">
            <a:extLst>
              <a:ext uri="{FF2B5EF4-FFF2-40B4-BE49-F238E27FC236}">
                <a16:creationId xmlns:a16="http://schemas.microsoft.com/office/drawing/2014/main" id="{9435CB4D-2A52-4EDA-9B2C-108725506D1B}"/>
              </a:ext>
            </a:extLst>
          </p:cNvPr>
          <p:cNvGrpSpPr>
            <a:grpSpLocks/>
          </p:cNvGrpSpPr>
          <p:nvPr/>
        </p:nvGrpSpPr>
        <p:grpSpPr bwMode="auto">
          <a:xfrm>
            <a:off x="2476500" y="2066925"/>
            <a:ext cx="266700" cy="1730375"/>
            <a:chOff x="1560" y="1302"/>
            <a:chExt cx="168" cy="1090"/>
          </a:xfrm>
        </p:grpSpPr>
        <p:sp>
          <p:nvSpPr>
            <p:cNvPr id="135198" name="Freeform 30">
              <a:extLst>
                <a:ext uri="{FF2B5EF4-FFF2-40B4-BE49-F238E27FC236}">
                  <a16:creationId xmlns:a16="http://schemas.microsoft.com/office/drawing/2014/main" id="{80297D8B-9B68-4751-9CCE-93924C597768}"/>
                </a:ext>
              </a:extLst>
            </p:cNvPr>
            <p:cNvSpPr>
              <a:spLocks/>
            </p:cNvSpPr>
            <p:nvPr/>
          </p:nvSpPr>
          <p:spPr bwMode="auto">
            <a:xfrm>
              <a:off x="1560" y="1302"/>
              <a:ext cx="165" cy="1"/>
            </a:xfrm>
            <a:custGeom>
              <a:avLst/>
              <a:gdLst>
                <a:gd name="T0" fmla="*/ 165 w 165"/>
                <a:gd name="T1" fmla="*/ 0 h 1"/>
                <a:gd name="T2" fmla="*/ 0 w 165"/>
                <a:gd name="T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65" h="1">
                  <a:moveTo>
                    <a:pt x="165" y="0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5199" name="Freeform 31">
              <a:extLst>
                <a:ext uri="{FF2B5EF4-FFF2-40B4-BE49-F238E27FC236}">
                  <a16:creationId xmlns:a16="http://schemas.microsoft.com/office/drawing/2014/main" id="{E2AE1630-0017-4B7B-B208-3524C147BFF1}"/>
                </a:ext>
              </a:extLst>
            </p:cNvPr>
            <p:cNvSpPr>
              <a:spLocks/>
            </p:cNvSpPr>
            <p:nvPr/>
          </p:nvSpPr>
          <p:spPr bwMode="auto">
            <a:xfrm>
              <a:off x="1563" y="2391"/>
              <a:ext cx="165" cy="1"/>
            </a:xfrm>
            <a:custGeom>
              <a:avLst/>
              <a:gdLst>
                <a:gd name="T0" fmla="*/ 165 w 165"/>
                <a:gd name="T1" fmla="*/ 0 h 1"/>
                <a:gd name="T2" fmla="*/ 0 w 165"/>
                <a:gd name="T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65" h="1">
                  <a:moveTo>
                    <a:pt x="165" y="0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35200" name="Oval 32">
            <a:extLst>
              <a:ext uri="{FF2B5EF4-FFF2-40B4-BE49-F238E27FC236}">
                <a16:creationId xmlns:a16="http://schemas.microsoft.com/office/drawing/2014/main" id="{E206E6D0-5936-48ED-A9A3-B160C59919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00888" y="2465388"/>
            <a:ext cx="1020762" cy="987425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35201" name="Group 33">
            <a:extLst>
              <a:ext uri="{FF2B5EF4-FFF2-40B4-BE49-F238E27FC236}">
                <a16:creationId xmlns:a16="http://schemas.microsoft.com/office/drawing/2014/main" id="{421A92DC-CB36-41AE-A59F-92CAF214F689}"/>
              </a:ext>
            </a:extLst>
          </p:cNvPr>
          <p:cNvGrpSpPr>
            <a:grpSpLocks/>
          </p:cNvGrpSpPr>
          <p:nvPr/>
        </p:nvGrpSpPr>
        <p:grpSpPr bwMode="auto">
          <a:xfrm>
            <a:off x="6013450" y="2173288"/>
            <a:ext cx="292100" cy="1539875"/>
            <a:chOff x="3788" y="1583"/>
            <a:chExt cx="184" cy="970"/>
          </a:xfrm>
        </p:grpSpPr>
        <p:sp>
          <p:nvSpPr>
            <p:cNvPr id="135202" name="Line 34">
              <a:extLst>
                <a:ext uri="{FF2B5EF4-FFF2-40B4-BE49-F238E27FC236}">
                  <a16:creationId xmlns:a16="http://schemas.microsoft.com/office/drawing/2014/main" id="{0E798765-9086-42C8-970C-72F68A0B387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88" y="1583"/>
              <a:ext cx="18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5203" name="Line 35">
              <a:extLst>
                <a:ext uri="{FF2B5EF4-FFF2-40B4-BE49-F238E27FC236}">
                  <a16:creationId xmlns:a16="http://schemas.microsoft.com/office/drawing/2014/main" id="{F68F8C20-C497-45D4-A6C6-B30DED663DD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92" y="2553"/>
              <a:ext cx="16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35204" name="Text Box 36">
            <a:extLst>
              <a:ext uri="{FF2B5EF4-FFF2-40B4-BE49-F238E27FC236}">
                <a16:creationId xmlns:a16="http://schemas.microsoft.com/office/drawing/2014/main" id="{93411D98-86D7-4149-8E7B-99340F60A7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2950" y="5591175"/>
            <a:ext cx="8105775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l" eaLnBrk="1" hangingPunct="1"/>
            <a:r>
              <a:rPr lang="en-US" altLang="zh-CN" sz="2800">
                <a:solidFill>
                  <a:schemeClr val="tx2"/>
                </a:solidFill>
                <a:latin typeface="宋体" panose="02010600030101010101" pitchFamily="2" charset="-122"/>
              </a:rPr>
              <a:t>☆</a:t>
            </a:r>
            <a:r>
              <a:rPr lang="zh-CN" altLang="en-US" sz="2800">
                <a:solidFill>
                  <a:schemeClr val="tx2"/>
                </a:solidFill>
                <a:latin typeface="宋体" panose="02010600030101010101" pitchFamily="2" charset="-122"/>
              </a:rPr>
              <a:t>剖切平面通过回转面形成的孔或凹坑的轴线时</a:t>
            </a:r>
          </a:p>
          <a:p>
            <a:pPr algn="l" eaLnBrk="1" hangingPunct="1"/>
            <a:r>
              <a:rPr lang="zh-CN" altLang="en-US" sz="2800">
                <a:solidFill>
                  <a:schemeClr val="tx2"/>
                </a:solidFill>
                <a:latin typeface="宋体" panose="02010600030101010101" pitchFamily="2" charset="-122"/>
              </a:rPr>
              <a:t>  应按剖视画。</a:t>
            </a:r>
          </a:p>
        </p:txBody>
      </p:sp>
      <p:sp>
        <p:nvSpPr>
          <p:cNvPr id="135205" name="Text Box 37">
            <a:extLst>
              <a:ext uri="{FF2B5EF4-FFF2-40B4-BE49-F238E27FC236}">
                <a16:creationId xmlns:a16="http://schemas.microsoft.com/office/drawing/2014/main" id="{CBC2EB95-9748-4566-9775-01EE0ABCF7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31080" y="-50800"/>
            <a:ext cx="3328988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en-US" altLang="zh-CN" sz="3600" dirty="0">
                <a:solidFill>
                  <a:schemeClr val="bg1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⒈ </a:t>
            </a:r>
            <a:r>
              <a:rPr lang="zh-CN" altLang="en-US" sz="3600" dirty="0">
                <a:solidFill>
                  <a:schemeClr val="bg1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移出断面图</a:t>
            </a:r>
            <a:endParaRPr lang="zh-CN" altLang="en-US" sz="3600" b="0" dirty="0">
              <a:solidFill>
                <a:schemeClr val="bg1"/>
              </a:solidFill>
              <a:latin typeface="宋体" panose="02010600030101010101" pitchFamily="2" charset="-122"/>
            </a:endParaRPr>
          </a:p>
        </p:txBody>
      </p:sp>
      <p:sp>
        <p:nvSpPr>
          <p:cNvPr id="135206" name="Text Box 38">
            <a:extLst>
              <a:ext uri="{FF2B5EF4-FFF2-40B4-BE49-F238E27FC236}">
                <a16:creationId xmlns:a16="http://schemas.microsoft.com/office/drawing/2014/main" id="{CA70B815-923F-4DB1-B154-79363CCB1B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0075" y="962025"/>
            <a:ext cx="8094663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l" eaLnBrk="1" hangingPunct="1"/>
            <a:r>
              <a:rPr lang="en-US" altLang="zh-CN" sz="2800">
                <a:latin typeface="宋体" panose="02010600030101010101" pitchFamily="2" charset="-122"/>
              </a:rPr>
              <a:t>    </a:t>
            </a:r>
            <a:r>
              <a:rPr lang="zh-CN" altLang="en-US" sz="2800">
                <a:solidFill>
                  <a:srgbClr val="FF0000"/>
                </a:solidFill>
                <a:latin typeface="宋体" panose="02010600030101010101" pitchFamily="2" charset="-122"/>
              </a:rPr>
              <a:t>画在视图之外，轮廓线用粗实线绘制</a:t>
            </a:r>
            <a:r>
              <a:rPr lang="zh-CN" altLang="en-US" sz="2800">
                <a:latin typeface="宋体" panose="02010600030101010101" pitchFamily="2" charset="-122"/>
              </a:rPr>
              <a:t>。配置在剖切线的延长线上或其他适当的位置。</a:t>
            </a:r>
            <a:endParaRPr lang="zh-CN" altLang="en-US" sz="2800" b="0">
              <a:latin typeface="宋体" panose="02010600030101010101" pitchFamily="2" charset="-122"/>
            </a:endParaRPr>
          </a:p>
        </p:txBody>
      </p:sp>
      <p:sp>
        <p:nvSpPr>
          <p:cNvPr id="135207" name="Text Box 39">
            <a:extLst>
              <a:ext uri="{FF2B5EF4-FFF2-40B4-BE49-F238E27FC236}">
                <a16:creationId xmlns:a16="http://schemas.microsoft.com/office/drawing/2014/main" id="{91746218-844C-4541-BC9F-E3486FC889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3288" y="473075"/>
            <a:ext cx="20256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1" hangingPunct="1"/>
            <a:r>
              <a:rPr lang="en-US" altLang="zh-CN" sz="3200">
                <a:latin typeface="宋体" panose="02010600030101010101" pitchFamily="2" charset="-122"/>
              </a:rPr>
              <a:t>1</a:t>
            </a:r>
            <a:r>
              <a:rPr lang="zh-CN" altLang="en-US" sz="3200">
                <a:latin typeface="宋体" panose="02010600030101010101" pitchFamily="2" charset="-122"/>
              </a:rPr>
              <a:t>）</a:t>
            </a:r>
            <a:r>
              <a:rPr lang="zh-CN" altLang="en-US" sz="2800">
                <a:latin typeface="宋体" panose="02010600030101010101" pitchFamily="2" charset="-122"/>
              </a:rPr>
              <a:t>画法</a:t>
            </a:r>
            <a:endParaRPr lang="zh-CN" altLang="en-US" sz="3200">
              <a:latin typeface="宋体" panose="02010600030101010101" pitchFamily="2" charset="-122"/>
            </a:endParaRPr>
          </a:p>
        </p:txBody>
      </p:sp>
      <p:grpSp>
        <p:nvGrpSpPr>
          <p:cNvPr id="135273" name="Group 105">
            <a:extLst>
              <a:ext uri="{FF2B5EF4-FFF2-40B4-BE49-F238E27FC236}">
                <a16:creationId xmlns:a16="http://schemas.microsoft.com/office/drawing/2014/main" id="{5E1F1F4D-0289-4C1A-924D-41AC0FF2228B}"/>
              </a:ext>
            </a:extLst>
          </p:cNvPr>
          <p:cNvGrpSpPr>
            <a:grpSpLocks/>
          </p:cNvGrpSpPr>
          <p:nvPr/>
        </p:nvGrpSpPr>
        <p:grpSpPr bwMode="auto">
          <a:xfrm>
            <a:off x="3657600" y="3925888"/>
            <a:ext cx="1449388" cy="1509712"/>
            <a:chOff x="2304" y="2473"/>
            <a:chExt cx="913" cy="951"/>
          </a:xfrm>
        </p:grpSpPr>
        <p:sp>
          <p:nvSpPr>
            <p:cNvPr id="135209" name="Line 41">
              <a:extLst>
                <a:ext uri="{FF2B5EF4-FFF2-40B4-BE49-F238E27FC236}">
                  <a16:creationId xmlns:a16="http://schemas.microsoft.com/office/drawing/2014/main" id="{248C2B11-4602-4D60-9366-B804A7A2CF2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879" y="3056"/>
              <a:ext cx="288" cy="2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5210" name="Freeform 42">
              <a:extLst>
                <a:ext uri="{FF2B5EF4-FFF2-40B4-BE49-F238E27FC236}">
                  <a16:creationId xmlns:a16="http://schemas.microsoft.com/office/drawing/2014/main" id="{84E434FF-5FDA-497C-97FC-2E83973D9576}"/>
                </a:ext>
              </a:extLst>
            </p:cNvPr>
            <p:cNvSpPr>
              <a:spLocks/>
            </p:cNvSpPr>
            <p:nvPr/>
          </p:nvSpPr>
          <p:spPr bwMode="auto">
            <a:xfrm>
              <a:off x="2444" y="2594"/>
              <a:ext cx="600" cy="600"/>
            </a:xfrm>
            <a:custGeom>
              <a:avLst/>
              <a:gdLst>
                <a:gd name="T0" fmla="*/ 0 w 600"/>
                <a:gd name="T1" fmla="*/ 600 h 600"/>
                <a:gd name="T2" fmla="*/ 600 w 600"/>
                <a:gd name="T3" fmla="*/ 0 h 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600" h="600">
                  <a:moveTo>
                    <a:pt x="0" y="600"/>
                  </a:moveTo>
                  <a:lnTo>
                    <a:pt x="600" y="0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5211" name="Freeform 43">
              <a:extLst>
                <a:ext uri="{FF2B5EF4-FFF2-40B4-BE49-F238E27FC236}">
                  <a16:creationId xmlns:a16="http://schemas.microsoft.com/office/drawing/2014/main" id="{A0E537F3-2605-4539-ADED-1C72D8CB97EF}"/>
                </a:ext>
              </a:extLst>
            </p:cNvPr>
            <p:cNvSpPr>
              <a:spLocks/>
            </p:cNvSpPr>
            <p:nvPr/>
          </p:nvSpPr>
          <p:spPr bwMode="auto">
            <a:xfrm>
              <a:off x="2784" y="2473"/>
              <a:ext cx="5" cy="951"/>
            </a:xfrm>
            <a:custGeom>
              <a:avLst/>
              <a:gdLst>
                <a:gd name="T0" fmla="*/ 5 w 5"/>
                <a:gd name="T1" fmla="*/ 0 h 951"/>
                <a:gd name="T2" fmla="*/ 0 w 5"/>
                <a:gd name="T3" fmla="*/ 951 h 9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5" h="951">
                  <a:moveTo>
                    <a:pt x="5" y="0"/>
                  </a:moveTo>
                  <a:lnTo>
                    <a:pt x="0" y="951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lgDashDot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5212" name="Line 44">
              <a:extLst>
                <a:ext uri="{FF2B5EF4-FFF2-40B4-BE49-F238E27FC236}">
                  <a16:creationId xmlns:a16="http://schemas.microsoft.com/office/drawing/2014/main" id="{34C468AF-1D01-43F5-A013-89BBE60EE80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71" y="2816"/>
              <a:ext cx="0" cy="24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5213" name="Freeform 45">
              <a:extLst>
                <a:ext uri="{FF2B5EF4-FFF2-40B4-BE49-F238E27FC236}">
                  <a16:creationId xmlns:a16="http://schemas.microsoft.com/office/drawing/2014/main" id="{DBA02DE4-2E28-4805-AE73-4FEF4AB6901F}"/>
                </a:ext>
              </a:extLst>
            </p:cNvPr>
            <p:cNvSpPr>
              <a:spLocks/>
            </p:cNvSpPr>
            <p:nvPr/>
          </p:nvSpPr>
          <p:spPr bwMode="auto">
            <a:xfrm>
              <a:off x="3072" y="2819"/>
              <a:ext cx="145" cy="1"/>
            </a:xfrm>
            <a:custGeom>
              <a:avLst/>
              <a:gdLst>
                <a:gd name="T0" fmla="*/ 0 w 145"/>
                <a:gd name="T1" fmla="*/ 0 h 1"/>
                <a:gd name="T2" fmla="*/ 145 w 145"/>
                <a:gd name="T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45" h="1">
                  <a:moveTo>
                    <a:pt x="0" y="0"/>
                  </a:moveTo>
                  <a:lnTo>
                    <a:pt x="145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5214" name="Line 46">
              <a:extLst>
                <a:ext uri="{FF2B5EF4-FFF2-40B4-BE49-F238E27FC236}">
                  <a16:creationId xmlns:a16="http://schemas.microsoft.com/office/drawing/2014/main" id="{A91AC0A7-C555-47F4-B2FD-36D12F7843F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71" y="3056"/>
              <a:ext cx="14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5215" name="Freeform 47">
              <a:extLst>
                <a:ext uri="{FF2B5EF4-FFF2-40B4-BE49-F238E27FC236}">
                  <a16:creationId xmlns:a16="http://schemas.microsoft.com/office/drawing/2014/main" id="{14E9060B-27A1-45A2-B71F-D3541F705A4F}"/>
                </a:ext>
              </a:extLst>
            </p:cNvPr>
            <p:cNvSpPr>
              <a:spLocks/>
            </p:cNvSpPr>
            <p:nvPr/>
          </p:nvSpPr>
          <p:spPr bwMode="auto">
            <a:xfrm>
              <a:off x="2304" y="2934"/>
              <a:ext cx="891" cy="7"/>
            </a:xfrm>
            <a:custGeom>
              <a:avLst/>
              <a:gdLst>
                <a:gd name="T0" fmla="*/ 0 w 891"/>
                <a:gd name="T1" fmla="*/ 7 h 7"/>
                <a:gd name="T2" fmla="*/ 891 w 891"/>
                <a:gd name="T3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891" h="7">
                  <a:moveTo>
                    <a:pt x="0" y="7"/>
                  </a:moveTo>
                  <a:lnTo>
                    <a:pt x="891" y="0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lgDashDot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5216" name="Freeform 48">
              <a:extLst>
                <a:ext uri="{FF2B5EF4-FFF2-40B4-BE49-F238E27FC236}">
                  <a16:creationId xmlns:a16="http://schemas.microsoft.com/office/drawing/2014/main" id="{0335784C-9134-4384-9DC1-90A331149160}"/>
                </a:ext>
              </a:extLst>
            </p:cNvPr>
            <p:cNvSpPr>
              <a:spLocks/>
            </p:cNvSpPr>
            <p:nvPr/>
          </p:nvSpPr>
          <p:spPr bwMode="auto">
            <a:xfrm>
              <a:off x="2384" y="2549"/>
              <a:ext cx="510" cy="510"/>
            </a:xfrm>
            <a:custGeom>
              <a:avLst/>
              <a:gdLst>
                <a:gd name="T0" fmla="*/ 0 w 510"/>
                <a:gd name="T1" fmla="*/ 510 h 510"/>
                <a:gd name="T2" fmla="*/ 510 w 510"/>
                <a:gd name="T3" fmla="*/ 0 h 5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510" h="510">
                  <a:moveTo>
                    <a:pt x="0" y="510"/>
                  </a:moveTo>
                  <a:lnTo>
                    <a:pt x="510" y="0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5217" name="Line 49">
              <a:extLst>
                <a:ext uri="{FF2B5EF4-FFF2-40B4-BE49-F238E27FC236}">
                  <a16:creationId xmlns:a16="http://schemas.microsoft.com/office/drawing/2014/main" id="{6D06C1F4-7F89-4E6E-B4E9-8AD0EA069C1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351" y="2528"/>
              <a:ext cx="384" cy="38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5218" name="Freeform 50">
              <a:extLst>
                <a:ext uri="{FF2B5EF4-FFF2-40B4-BE49-F238E27FC236}">
                  <a16:creationId xmlns:a16="http://schemas.microsoft.com/office/drawing/2014/main" id="{9FD0D555-5F8F-4B4D-B3A7-DFE643FB929C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9" y="2699"/>
              <a:ext cx="585" cy="585"/>
            </a:xfrm>
            <a:custGeom>
              <a:avLst/>
              <a:gdLst>
                <a:gd name="T0" fmla="*/ 0 w 585"/>
                <a:gd name="T1" fmla="*/ 585 h 585"/>
                <a:gd name="T2" fmla="*/ 585 w 585"/>
                <a:gd name="T3" fmla="*/ 0 h 5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585" h="585">
                  <a:moveTo>
                    <a:pt x="0" y="585"/>
                  </a:moveTo>
                  <a:lnTo>
                    <a:pt x="585" y="0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5219" name="Freeform 51">
              <a:extLst>
                <a:ext uri="{FF2B5EF4-FFF2-40B4-BE49-F238E27FC236}">
                  <a16:creationId xmlns:a16="http://schemas.microsoft.com/office/drawing/2014/main" id="{001E27A3-8560-48DD-91E7-8D04470BD5A6}"/>
                </a:ext>
              </a:extLst>
            </p:cNvPr>
            <p:cNvSpPr>
              <a:spLocks/>
            </p:cNvSpPr>
            <p:nvPr/>
          </p:nvSpPr>
          <p:spPr bwMode="auto">
            <a:xfrm>
              <a:off x="2684" y="2960"/>
              <a:ext cx="387" cy="384"/>
            </a:xfrm>
            <a:custGeom>
              <a:avLst/>
              <a:gdLst>
                <a:gd name="T0" fmla="*/ 0 w 387"/>
                <a:gd name="T1" fmla="*/ 384 h 384"/>
                <a:gd name="T2" fmla="*/ 387 w 387"/>
                <a:gd name="T3" fmla="*/ 0 h 3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87" h="384">
                  <a:moveTo>
                    <a:pt x="0" y="384"/>
                  </a:moveTo>
                  <a:lnTo>
                    <a:pt x="387" y="0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5220" name="Arc 52">
              <a:extLst>
                <a:ext uri="{FF2B5EF4-FFF2-40B4-BE49-F238E27FC236}">
                  <a16:creationId xmlns:a16="http://schemas.microsoft.com/office/drawing/2014/main" id="{048A0FE7-E95E-4629-BE55-735D2D49DCDA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2351" y="2522"/>
              <a:ext cx="861" cy="834"/>
            </a:xfrm>
            <a:custGeom>
              <a:avLst/>
              <a:gdLst>
                <a:gd name="G0" fmla="+- 20865 0 0"/>
                <a:gd name="G1" fmla="+- 21600 0 0"/>
                <a:gd name="G2" fmla="+- 21600 0 0"/>
                <a:gd name="T0" fmla="*/ 330 w 42465"/>
                <a:gd name="T1" fmla="*/ 14901 h 43200"/>
                <a:gd name="T2" fmla="*/ 0 w 42465"/>
                <a:gd name="T3" fmla="*/ 27185 h 43200"/>
                <a:gd name="T4" fmla="*/ 20865 w 42465"/>
                <a:gd name="T5" fmla="*/ 21600 h 43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2465" h="43200" fill="none" extrusionOk="0">
                  <a:moveTo>
                    <a:pt x="330" y="14901"/>
                  </a:moveTo>
                  <a:cubicBezTo>
                    <a:pt x="3229" y="6013"/>
                    <a:pt x="11516" y="0"/>
                    <a:pt x="20865" y="0"/>
                  </a:cubicBezTo>
                  <a:cubicBezTo>
                    <a:pt x="32794" y="0"/>
                    <a:pt x="42465" y="9670"/>
                    <a:pt x="42465" y="21600"/>
                  </a:cubicBezTo>
                  <a:cubicBezTo>
                    <a:pt x="42465" y="33529"/>
                    <a:pt x="32794" y="43200"/>
                    <a:pt x="20865" y="43200"/>
                  </a:cubicBezTo>
                  <a:cubicBezTo>
                    <a:pt x="11086" y="43199"/>
                    <a:pt x="2527" y="36630"/>
                    <a:pt x="-1" y="27185"/>
                  </a:cubicBezTo>
                </a:path>
                <a:path w="42465" h="43200" stroke="0" extrusionOk="0">
                  <a:moveTo>
                    <a:pt x="330" y="14901"/>
                  </a:moveTo>
                  <a:cubicBezTo>
                    <a:pt x="3229" y="6013"/>
                    <a:pt x="11516" y="0"/>
                    <a:pt x="20865" y="0"/>
                  </a:cubicBezTo>
                  <a:cubicBezTo>
                    <a:pt x="32794" y="0"/>
                    <a:pt x="42465" y="9670"/>
                    <a:pt x="42465" y="21600"/>
                  </a:cubicBezTo>
                  <a:cubicBezTo>
                    <a:pt x="42465" y="33529"/>
                    <a:pt x="32794" y="43200"/>
                    <a:pt x="20865" y="43200"/>
                  </a:cubicBezTo>
                  <a:cubicBezTo>
                    <a:pt x="11086" y="43199"/>
                    <a:pt x="2527" y="36630"/>
                    <a:pt x="-1" y="27185"/>
                  </a:cubicBezTo>
                  <a:lnTo>
                    <a:pt x="20865" y="21600"/>
                  </a:lnTo>
                  <a:close/>
                </a:path>
              </a:pathLst>
            </a:cu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35221" name="Group 53">
            <a:extLst>
              <a:ext uri="{FF2B5EF4-FFF2-40B4-BE49-F238E27FC236}">
                <a16:creationId xmlns:a16="http://schemas.microsoft.com/office/drawing/2014/main" id="{67230A0B-8F1E-4ACF-9489-400C1055D07B}"/>
              </a:ext>
            </a:extLst>
          </p:cNvPr>
          <p:cNvGrpSpPr>
            <a:grpSpLocks/>
          </p:cNvGrpSpPr>
          <p:nvPr/>
        </p:nvGrpSpPr>
        <p:grpSpPr bwMode="auto">
          <a:xfrm>
            <a:off x="600075" y="2387600"/>
            <a:ext cx="1152525" cy="1219200"/>
            <a:chOff x="378" y="2527"/>
            <a:chExt cx="726" cy="768"/>
          </a:xfrm>
        </p:grpSpPr>
        <p:sp>
          <p:nvSpPr>
            <p:cNvPr id="135222" name="Line 54">
              <a:extLst>
                <a:ext uri="{FF2B5EF4-FFF2-40B4-BE49-F238E27FC236}">
                  <a16:creationId xmlns:a16="http://schemas.microsoft.com/office/drawing/2014/main" id="{597A7298-FE9D-488C-A1EC-0B896C31851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8" y="2886"/>
              <a:ext cx="726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lgDash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5223" name="Line 55">
              <a:extLst>
                <a:ext uri="{FF2B5EF4-FFF2-40B4-BE49-F238E27FC236}">
                  <a16:creationId xmlns:a16="http://schemas.microsoft.com/office/drawing/2014/main" id="{B87A1BEA-484A-4007-BC53-AD049041119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14" y="2527"/>
              <a:ext cx="0" cy="76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lgDash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5224" name="Freeform 56">
              <a:extLst>
                <a:ext uri="{FF2B5EF4-FFF2-40B4-BE49-F238E27FC236}">
                  <a16:creationId xmlns:a16="http://schemas.microsoft.com/office/drawing/2014/main" id="{AE61668A-27C2-4C90-889B-AC62B91A0A1C}"/>
                </a:ext>
              </a:extLst>
            </p:cNvPr>
            <p:cNvSpPr>
              <a:spLocks/>
            </p:cNvSpPr>
            <p:nvPr/>
          </p:nvSpPr>
          <p:spPr bwMode="auto">
            <a:xfrm>
              <a:off x="382" y="2810"/>
              <a:ext cx="105" cy="1"/>
            </a:xfrm>
            <a:custGeom>
              <a:avLst/>
              <a:gdLst>
                <a:gd name="T0" fmla="*/ 0 w 105"/>
                <a:gd name="T1" fmla="*/ 0 h 1"/>
                <a:gd name="T2" fmla="*/ 105 w 105"/>
                <a:gd name="T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05" h="1">
                  <a:moveTo>
                    <a:pt x="0" y="0"/>
                  </a:moveTo>
                  <a:lnTo>
                    <a:pt x="105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5225" name="Freeform 57">
              <a:extLst>
                <a:ext uri="{FF2B5EF4-FFF2-40B4-BE49-F238E27FC236}">
                  <a16:creationId xmlns:a16="http://schemas.microsoft.com/office/drawing/2014/main" id="{12E64C1B-CB47-4F0F-B0EE-2F15970E7CA6}"/>
                </a:ext>
              </a:extLst>
            </p:cNvPr>
            <p:cNvSpPr>
              <a:spLocks/>
            </p:cNvSpPr>
            <p:nvPr/>
          </p:nvSpPr>
          <p:spPr bwMode="auto">
            <a:xfrm>
              <a:off x="476" y="2806"/>
              <a:ext cx="1" cy="165"/>
            </a:xfrm>
            <a:custGeom>
              <a:avLst/>
              <a:gdLst>
                <a:gd name="T0" fmla="*/ 0 w 1"/>
                <a:gd name="T1" fmla="*/ 0 h 165"/>
                <a:gd name="T2" fmla="*/ 0 w 1"/>
                <a:gd name="T3" fmla="*/ 165 h 1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165">
                  <a:moveTo>
                    <a:pt x="0" y="0"/>
                  </a:moveTo>
                  <a:lnTo>
                    <a:pt x="0" y="165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5226" name="Freeform 58">
              <a:extLst>
                <a:ext uri="{FF2B5EF4-FFF2-40B4-BE49-F238E27FC236}">
                  <a16:creationId xmlns:a16="http://schemas.microsoft.com/office/drawing/2014/main" id="{8C4AA544-A0F3-474D-868F-0A25ED6AB128}"/>
                </a:ext>
              </a:extLst>
            </p:cNvPr>
            <p:cNvSpPr>
              <a:spLocks/>
            </p:cNvSpPr>
            <p:nvPr/>
          </p:nvSpPr>
          <p:spPr bwMode="auto">
            <a:xfrm>
              <a:off x="378" y="2960"/>
              <a:ext cx="96" cy="1"/>
            </a:xfrm>
            <a:custGeom>
              <a:avLst/>
              <a:gdLst>
                <a:gd name="T0" fmla="*/ 96 w 96"/>
                <a:gd name="T1" fmla="*/ 0 h 1"/>
                <a:gd name="T2" fmla="*/ 0 w 96"/>
                <a:gd name="T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96" h="1">
                  <a:moveTo>
                    <a:pt x="96" y="0"/>
                  </a:moveTo>
                  <a:lnTo>
                    <a:pt x="0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5227" name="Freeform 59">
              <a:extLst>
                <a:ext uri="{FF2B5EF4-FFF2-40B4-BE49-F238E27FC236}">
                  <a16:creationId xmlns:a16="http://schemas.microsoft.com/office/drawing/2014/main" id="{9F361CB8-FB12-4E9E-9393-A26DCBB6F7B6}"/>
                </a:ext>
              </a:extLst>
            </p:cNvPr>
            <p:cNvSpPr>
              <a:spLocks/>
            </p:cNvSpPr>
            <p:nvPr/>
          </p:nvSpPr>
          <p:spPr bwMode="auto">
            <a:xfrm>
              <a:off x="714" y="2586"/>
              <a:ext cx="108" cy="74"/>
            </a:xfrm>
            <a:custGeom>
              <a:avLst/>
              <a:gdLst>
                <a:gd name="T0" fmla="*/ 108 w 108"/>
                <a:gd name="T1" fmla="*/ 0 h 74"/>
                <a:gd name="T2" fmla="*/ 0 w 108"/>
                <a:gd name="T3" fmla="*/ 74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08" h="74">
                  <a:moveTo>
                    <a:pt x="108" y="0"/>
                  </a:moveTo>
                  <a:lnTo>
                    <a:pt x="0" y="74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5228" name="Freeform 60">
              <a:extLst>
                <a:ext uri="{FF2B5EF4-FFF2-40B4-BE49-F238E27FC236}">
                  <a16:creationId xmlns:a16="http://schemas.microsoft.com/office/drawing/2014/main" id="{7F0272C1-8D2C-46BB-BA4E-2C1516D9CFD4}"/>
                </a:ext>
              </a:extLst>
            </p:cNvPr>
            <p:cNvSpPr>
              <a:spLocks/>
            </p:cNvSpPr>
            <p:nvPr/>
          </p:nvSpPr>
          <p:spPr bwMode="auto">
            <a:xfrm>
              <a:off x="622" y="2778"/>
              <a:ext cx="418" cy="417"/>
            </a:xfrm>
            <a:custGeom>
              <a:avLst/>
              <a:gdLst>
                <a:gd name="T0" fmla="*/ 0 w 418"/>
                <a:gd name="T1" fmla="*/ 417 h 417"/>
                <a:gd name="T2" fmla="*/ 418 w 418"/>
                <a:gd name="T3" fmla="*/ 0 h 4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418" h="417">
                  <a:moveTo>
                    <a:pt x="0" y="417"/>
                  </a:moveTo>
                  <a:lnTo>
                    <a:pt x="418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5229" name="Freeform 61">
              <a:extLst>
                <a:ext uri="{FF2B5EF4-FFF2-40B4-BE49-F238E27FC236}">
                  <a16:creationId xmlns:a16="http://schemas.microsoft.com/office/drawing/2014/main" id="{C7959124-7322-47DC-B0ED-5806826C6098}"/>
                </a:ext>
              </a:extLst>
            </p:cNvPr>
            <p:cNvSpPr>
              <a:spLocks/>
            </p:cNvSpPr>
            <p:nvPr/>
          </p:nvSpPr>
          <p:spPr bwMode="auto">
            <a:xfrm>
              <a:off x="513" y="2676"/>
              <a:ext cx="464" cy="464"/>
            </a:xfrm>
            <a:custGeom>
              <a:avLst/>
              <a:gdLst>
                <a:gd name="T0" fmla="*/ 0 w 464"/>
                <a:gd name="T1" fmla="*/ 464 h 464"/>
                <a:gd name="T2" fmla="*/ 464 w 464"/>
                <a:gd name="T3" fmla="*/ 0 h 4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464" h="464">
                  <a:moveTo>
                    <a:pt x="0" y="464"/>
                  </a:moveTo>
                  <a:lnTo>
                    <a:pt x="464" y="0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5230" name="Freeform 62">
              <a:extLst>
                <a:ext uri="{FF2B5EF4-FFF2-40B4-BE49-F238E27FC236}">
                  <a16:creationId xmlns:a16="http://schemas.microsoft.com/office/drawing/2014/main" id="{FCBAB337-9F59-423E-9DFF-652AC6C65870}"/>
                </a:ext>
              </a:extLst>
            </p:cNvPr>
            <p:cNvSpPr>
              <a:spLocks/>
            </p:cNvSpPr>
            <p:nvPr/>
          </p:nvSpPr>
          <p:spPr bwMode="auto">
            <a:xfrm>
              <a:off x="431" y="2614"/>
              <a:ext cx="452" cy="451"/>
            </a:xfrm>
            <a:custGeom>
              <a:avLst/>
              <a:gdLst>
                <a:gd name="T0" fmla="*/ 0 w 452"/>
                <a:gd name="T1" fmla="*/ 451 h 451"/>
                <a:gd name="T2" fmla="*/ 452 w 452"/>
                <a:gd name="T3" fmla="*/ 0 h 4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452" h="451">
                  <a:moveTo>
                    <a:pt x="0" y="451"/>
                  </a:moveTo>
                  <a:lnTo>
                    <a:pt x="452" y="0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5231" name="Freeform 63">
              <a:extLst>
                <a:ext uri="{FF2B5EF4-FFF2-40B4-BE49-F238E27FC236}">
                  <a16:creationId xmlns:a16="http://schemas.microsoft.com/office/drawing/2014/main" id="{0B1C076F-91E3-44CD-B6A6-799F272EF998}"/>
                </a:ext>
              </a:extLst>
            </p:cNvPr>
            <p:cNvSpPr>
              <a:spLocks/>
            </p:cNvSpPr>
            <p:nvPr/>
          </p:nvSpPr>
          <p:spPr bwMode="auto">
            <a:xfrm>
              <a:off x="468" y="2640"/>
              <a:ext cx="223" cy="223"/>
            </a:xfrm>
            <a:custGeom>
              <a:avLst/>
              <a:gdLst>
                <a:gd name="T0" fmla="*/ 0 w 223"/>
                <a:gd name="T1" fmla="*/ 223 h 223"/>
                <a:gd name="T2" fmla="*/ 223 w 223"/>
                <a:gd name="T3" fmla="*/ 0 h 2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23" h="223">
                  <a:moveTo>
                    <a:pt x="0" y="223"/>
                  </a:moveTo>
                  <a:lnTo>
                    <a:pt x="223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5232" name="Freeform 64">
              <a:extLst>
                <a:ext uri="{FF2B5EF4-FFF2-40B4-BE49-F238E27FC236}">
                  <a16:creationId xmlns:a16="http://schemas.microsoft.com/office/drawing/2014/main" id="{475492C9-D311-4C85-92EB-23D9F94C0553}"/>
                </a:ext>
              </a:extLst>
            </p:cNvPr>
            <p:cNvSpPr>
              <a:spLocks/>
            </p:cNvSpPr>
            <p:nvPr/>
          </p:nvSpPr>
          <p:spPr bwMode="auto">
            <a:xfrm>
              <a:off x="401" y="2610"/>
              <a:ext cx="169" cy="170"/>
            </a:xfrm>
            <a:custGeom>
              <a:avLst/>
              <a:gdLst>
                <a:gd name="T0" fmla="*/ 0 w 169"/>
                <a:gd name="T1" fmla="*/ 170 h 170"/>
                <a:gd name="T2" fmla="*/ 169 w 169"/>
                <a:gd name="T3" fmla="*/ 0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69" h="170">
                  <a:moveTo>
                    <a:pt x="0" y="170"/>
                  </a:moveTo>
                  <a:lnTo>
                    <a:pt x="169" y="0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5233" name="Freeform 65">
              <a:extLst>
                <a:ext uri="{FF2B5EF4-FFF2-40B4-BE49-F238E27FC236}">
                  <a16:creationId xmlns:a16="http://schemas.microsoft.com/office/drawing/2014/main" id="{C13B1186-46CD-4BBB-AD25-A8A4358CC891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" y="2938"/>
              <a:ext cx="260" cy="260"/>
            </a:xfrm>
            <a:custGeom>
              <a:avLst/>
              <a:gdLst>
                <a:gd name="T0" fmla="*/ 0 w 271"/>
                <a:gd name="T1" fmla="*/ 271 h 271"/>
                <a:gd name="T2" fmla="*/ 271 w 271"/>
                <a:gd name="T3" fmla="*/ 0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71" h="271">
                  <a:moveTo>
                    <a:pt x="0" y="271"/>
                  </a:moveTo>
                  <a:lnTo>
                    <a:pt x="271" y="0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5234" name="Freeform 66">
              <a:extLst>
                <a:ext uri="{FF2B5EF4-FFF2-40B4-BE49-F238E27FC236}">
                  <a16:creationId xmlns:a16="http://schemas.microsoft.com/office/drawing/2014/main" id="{039DE78C-AAF4-40AF-AA1B-909C0C4818DC}"/>
                </a:ext>
              </a:extLst>
            </p:cNvPr>
            <p:cNvSpPr>
              <a:spLocks/>
            </p:cNvSpPr>
            <p:nvPr/>
          </p:nvSpPr>
          <p:spPr bwMode="auto">
            <a:xfrm>
              <a:off x="615" y="2583"/>
              <a:ext cx="105" cy="77"/>
            </a:xfrm>
            <a:custGeom>
              <a:avLst/>
              <a:gdLst>
                <a:gd name="T0" fmla="*/ 0 w 105"/>
                <a:gd name="T1" fmla="*/ 0 h 77"/>
                <a:gd name="T2" fmla="*/ 105 w 105"/>
                <a:gd name="T3" fmla="*/ 77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05" h="77">
                  <a:moveTo>
                    <a:pt x="0" y="0"/>
                  </a:moveTo>
                  <a:lnTo>
                    <a:pt x="105" y="77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5235" name="Arc 67">
              <a:extLst>
                <a:ext uri="{FF2B5EF4-FFF2-40B4-BE49-F238E27FC236}">
                  <a16:creationId xmlns:a16="http://schemas.microsoft.com/office/drawing/2014/main" id="{93564B2B-11D4-4E6D-8D70-8F9E9D9FF630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386" y="2572"/>
              <a:ext cx="664" cy="630"/>
            </a:xfrm>
            <a:custGeom>
              <a:avLst/>
              <a:gdLst>
                <a:gd name="G0" fmla="+- 21108 0 0"/>
                <a:gd name="G1" fmla="+- 21600 0 0"/>
                <a:gd name="G2" fmla="+- 21600 0 0"/>
                <a:gd name="T0" fmla="*/ 0 w 42708"/>
                <a:gd name="T1" fmla="*/ 17015 h 43200"/>
                <a:gd name="T2" fmla="*/ 143 w 42708"/>
                <a:gd name="T3" fmla="*/ 26799 h 43200"/>
                <a:gd name="T4" fmla="*/ 21108 w 42708"/>
                <a:gd name="T5" fmla="*/ 21600 h 43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2708" h="43200" fill="none" extrusionOk="0">
                  <a:moveTo>
                    <a:pt x="0" y="17015"/>
                  </a:moveTo>
                  <a:cubicBezTo>
                    <a:pt x="2157" y="7084"/>
                    <a:pt x="10945" y="0"/>
                    <a:pt x="21108" y="0"/>
                  </a:cubicBezTo>
                  <a:cubicBezTo>
                    <a:pt x="33037" y="0"/>
                    <a:pt x="42708" y="9670"/>
                    <a:pt x="42708" y="21600"/>
                  </a:cubicBezTo>
                  <a:cubicBezTo>
                    <a:pt x="42708" y="33529"/>
                    <a:pt x="33037" y="43200"/>
                    <a:pt x="21108" y="43200"/>
                  </a:cubicBezTo>
                  <a:cubicBezTo>
                    <a:pt x="11181" y="43199"/>
                    <a:pt x="2532" y="36433"/>
                    <a:pt x="143" y="26798"/>
                  </a:cubicBezTo>
                </a:path>
                <a:path w="42708" h="43200" stroke="0" extrusionOk="0">
                  <a:moveTo>
                    <a:pt x="0" y="17015"/>
                  </a:moveTo>
                  <a:cubicBezTo>
                    <a:pt x="2157" y="7084"/>
                    <a:pt x="10945" y="0"/>
                    <a:pt x="21108" y="0"/>
                  </a:cubicBezTo>
                  <a:cubicBezTo>
                    <a:pt x="33037" y="0"/>
                    <a:pt x="42708" y="9670"/>
                    <a:pt x="42708" y="21600"/>
                  </a:cubicBezTo>
                  <a:cubicBezTo>
                    <a:pt x="42708" y="33529"/>
                    <a:pt x="33037" y="43200"/>
                    <a:pt x="21108" y="43200"/>
                  </a:cubicBezTo>
                  <a:cubicBezTo>
                    <a:pt x="11181" y="43199"/>
                    <a:pt x="2532" y="36433"/>
                    <a:pt x="143" y="26798"/>
                  </a:cubicBezTo>
                  <a:lnTo>
                    <a:pt x="21108" y="21600"/>
                  </a:lnTo>
                  <a:close/>
                </a:path>
              </a:pathLst>
            </a:cu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35267" name="Group 99">
            <a:extLst>
              <a:ext uri="{FF2B5EF4-FFF2-40B4-BE49-F238E27FC236}">
                <a16:creationId xmlns:a16="http://schemas.microsoft.com/office/drawing/2014/main" id="{7C7D0356-FD19-4D13-8282-8DAB2742ADD1}"/>
              </a:ext>
            </a:extLst>
          </p:cNvPr>
          <p:cNvGrpSpPr>
            <a:grpSpLocks/>
          </p:cNvGrpSpPr>
          <p:nvPr/>
        </p:nvGrpSpPr>
        <p:grpSpPr bwMode="auto">
          <a:xfrm>
            <a:off x="1905000" y="2319338"/>
            <a:ext cx="5000625" cy="1295400"/>
            <a:chOff x="1200" y="1461"/>
            <a:chExt cx="3150" cy="816"/>
          </a:xfrm>
        </p:grpSpPr>
        <p:sp>
          <p:nvSpPr>
            <p:cNvPr id="135237" name="Arc 69">
              <a:extLst>
                <a:ext uri="{FF2B5EF4-FFF2-40B4-BE49-F238E27FC236}">
                  <a16:creationId xmlns:a16="http://schemas.microsoft.com/office/drawing/2014/main" id="{8EBD5FDB-182D-4CF7-B90C-316BC194699A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2264" y="1749"/>
              <a:ext cx="123" cy="240"/>
            </a:xfrm>
            <a:custGeom>
              <a:avLst/>
              <a:gdLst>
                <a:gd name="G0" fmla="+- 506 0 0"/>
                <a:gd name="G1" fmla="+- 21600 0 0"/>
                <a:gd name="G2" fmla="+- 21600 0 0"/>
                <a:gd name="T0" fmla="*/ 506 w 22106"/>
                <a:gd name="T1" fmla="*/ 0 h 43200"/>
                <a:gd name="T2" fmla="*/ 0 w 22106"/>
                <a:gd name="T3" fmla="*/ 43194 h 43200"/>
                <a:gd name="T4" fmla="*/ 506 w 22106"/>
                <a:gd name="T5" fmla="*/ 21600 h 43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2106" h="43200" fill="none" extrusionOk="0">
                  <a:moveTo>
                    <a:pt x="506" y="0"/>
                  </a:moveTo>
                  <a:cubicBezTo>
                    <a:pt x="12435" y="0"/>
                    <a:pt x="22106" y="9670"/>
                    <a:pt x="22106" y="21600"/>
                  </a:cubicBezTo>
                  <a:cubicBezTo>
                    <a:pt x="22106" y="33529"/>
                    <a:pt x="12435" y="43200"/>
                    <a:pt x="506" y="43200"/>
                  </a:cubicBezTo>
                  <a:cubicBezTo>
                    <a:pt x="337" y="43199"/>
                    <a:pt x="168" y="43198"/>
                    <a:pt x="-1" y="43194"/>
                  </a:cubicBezTo>
                </a:path>
                <a:path w="22106" h="43200" stroke="0" extrusionOk="0">
                  <a:moveTo>
                    <a:pt x="506" y="0"/>
                  </a:moveTo>
                  <a:cubicBezTo>
                    <a:pt x="12435" y="0"/>
                    <a:pt x="22106" y="9670"/>
                    <a:pt x="22106" y="21600"/>
                  </a:cubicBezTo>
                  <a:cubicBezTo>
                    <a:pt x="22106" y="33529"/>
                    <a:pt x="12435" y="43200"/>
                    <a:pt x="506" y="43200"/>
                  </a:cubicBezTo>
                  <a:cubicBezTo>
                    <a:pt x="337" y="43199"/>
                    <a:pt x="168" y="43198"/>
                    <a:pt x="-1" y="43194"/>
                  </a:cubicBezTo>
                  <a:lnTo>
                    <a:pt x="506" y="21600"/>
                  </a:lnTo>
                  <a:close/>
                </a:path>
              </a:pathLst>
            </a:cu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135238" name="Group 70">
              <a:extLst>
                <a:ext uri="{FF2B5EF4-FFF2-40B4-BE49-F238E27FC236}">
                  <a16:creationId xmlns:a16="http://schemas.microsoft.com/office/drawing/2014/main" id="{0EB56518-1884-466B-98AD-A0567F20847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86" y="1553"/>
              <a:ext cx="874" cy="631"/>
              <a:chOff x="1286" y="1762"/>
              <a:chExt cx="874" cy="631"/>
            </a:xfrm>
          </p:grpSpPr>
          <p:sp>
            <p:nvSpPr>
              <p:cNvPr id="135239" name="Rectangle 71">
                <a:extLst>
                  <a:ext uri="{FF2B5EF4-FFF2-40B4-BE49-F238E27FC236}">
                    <a16:creationId xmlns:a16="http://schemas.microsoft.com/office/drawing/2014/main" id="{C353D377-2DD5-49D4-A748-6CCE6BFE36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H="1">
                <a:off x="1344" y="1766"/>
                <a:ext cx="816" cy="624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5240" name="Freeform 72">
                <a:extLst>
                  <a:ext uri="{FF2B5EF4-FFF2-40B4-BE49-F238E27FC236}">
                    <a16:creationId xmlns:a16="http://schemas.microsoft.com/office/drawing/2014/main" id="{44B434BD-ED9D-44B3-BC66-4EAF4754998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86" y="1762"/>
                <a:ext cx="53" cy="53"/>
              </a:xfrm>
              <a:custGeom>
                <a:avLst/>
                <a:gdLst>
                  <a:gd name="T0" fmla="*/ 53 w 53"/>
                  <a:gd name="T1" fmla="*/ 0 h 53"/>
                  <a:gd name="T2" fmla="*/ 0 w 53"/>
                  <a:gd name="T3" fmla="*/ 53 h 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53" h="53">
                    <a:moveTo>
                      <a:pt x="53" y="0"/>
                    </a:moveTo>
                    <a:lnTo>
                      <a:pt x="0" y="53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5241" name="Freeform 73">
                <a:extLst>
                  <a:ext uri="{FF2B5EF4-FFF2-40B4-BE49-F238E27FC236}">
                    <a16:creationId xmlns:a16="http://schemas.microsoft.com/office/drawing/2014/main" id="{4D3C8653-2293-4798-9C04-7A542F9D854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86" y="2338"/>
                <a:ext cx="56" cy="55"/>
              </a:xfrm>
              <a:custGeom>
                <a:avLst/>
                <a:gdLst>
                  <a:gd name="T0" fmla="*/ 56 w 56"/>
                  <a:gd name="T1" fmla="*/ 55 h 55"/>
                  <a:gd name="T2" fmla="*/ 0 w 56"/>
                  <a:gd name="T3" fmla="*/ 0 h 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56" h="55">
                    <a:moveTo>
                      <a:pt x="56" y="55"/>
                    </a:moveTo>
                    <a:lnTo>
                      <a:pt x="0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5242" name="Freeform 74">
                <a:extLst>
                  <a:ext uri="{FF2B5EF4-FFF2-40B4-BE49-F238E27FC236}">
                    <a16:creationId xmlns:a16="http://schemas.microsoft.com/office/drawing/2014/main" id="{1351D4D2-7F1F-45EE-8CB6-FF390B24649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91" y="1807"/>
                <a:ext cx="1" cy="543"/>
              </a:xfrm>
              <a:custGeom>
                <a:avLst/>
                <a:gdLst>
                  <a:gd name="T0" fmla="*/ 0 w 1"/>
                  <a:gd name="T1" fmla="*/ 543 h 543"/>
                  <a:gd name="T2" fmla="*/ 0 w 1"/>
                  <a:gd name="T3" fmla="*/ 0 h 5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" h="543">
                    <a:moveTo>
                      <a:pt x="0" y="543"/>
                    </a:moveTo>
                    <a:lnTo>
                      <a:pt x="0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135243" name="Freeform 75">
              <a:extLst>
                <a:ext uri="{FF2B5EF4-FFF2-40B4-BE49-F238E27FC236}">
                  <a16:creationId xmlns:a16="http://schemas.microsoft.com/office/drawing/2014/main" id="{95D4443B-8CE3-4794-A698-DE9B9F38D1EB}"/>
                </a:ext>
              </a:extLst>
            </p:cNvPr>
            <p:cNvSpPr>
              <a:spLocks/>
            </p:cNvSpPr>
            <p:nvPr/>
          </p:nvSpPr>
          <p:spPr bwMode="auto">
            <a:xfrm>
              <a:off x="1725" y="1491"/>
              <a:ext cx="1" cy="181"/>
            </a:xfrm>
            <a:custGeom>
              <a:avLst/>
              <a:gdLst>
                <a:gd name="T0" fmla="*/ 0 w 1"/>
                <a:gd name="T1" fmla="*/ 0 h 181"/>
                <a:gd name="T2" fmla="*/ 0 w 1"/>
                <a:gd name="T3" fmla="*/ 181 h 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181">
                  <a:moveTo>
                    <a:pt x="0" y="0"/>
                  </a:moveTo>
                  <a:lnTo>
                    <a:pt x="0" y="181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5244" name="Line 76">
              <a:extLst>
                <a:ext uri="{FF2B5EF4-FFF2-40B4-BE49-F238E27FC236}">
                  <a16:creationId xmlns:a16="http://schemas.microsoft.com/office/drawing/2014/main" id="{BBFABFC1-A8A6-4DC0-BBA4-A2B33FC8607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20" y="1782"/>
              <a:ext cx="455" cy="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5245" name="Line 77">
              <a:extLst>
                <a:ext uri="{FF2B5EF4-FFF2-40B4-BE49-F238E27FC236}">
                  <a16:creationId xmlns:a16="http://schemas.microsoft.com/office/drawing/2014/main" id="{D4632596-0928-4D0C-B147-C3F75AC1F12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520" y="1950"/>
              <a:ext cx="455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5246" name="Oval 78">
              <a:extLst>
                <a:ext uri="{FF2B5EF4-FFF2-40B4-BE49-F238E27FC236}">
                  <a16:creationId xmlns:a16="http://schemas.microsoft.com/office/drawing/2014/main" id="{8B6A240F-D30E-4149-A534-C17FF45985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30" y="1801"/>
              <a:ext cx="151" cy="143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5247" name="Freeform 79">
              <a:extLst>
                <a:ext uri="{FF2B5EF4-FFF2-40B4-BE49-F238E27FC236}">
                  <a16:creationId xmlns:a16="http://schemas.microsoft.com/office/drawing/2014/main" id="{3C421738-D928-4D3F-9C0F-A7EE17154E69}"/>
                </a:ext>
              </a:extLst>
            </p:cNvPr>
            <p:cNvSpPr>
              <a:spLocks/>
            </p:cNvSpPr>
            <p:nvPr/>
          </p:nvSpPr>
          <p:spPr bwMode="auto">
            <a:xfrm>
              <a:off x="3804" y="1757"/>
              <a:ext cx="1" cy="237"/>
            </a:xfrm>
            <a:custGeom>
              <a:avLst/>
              <a:gdLst>
                <a:gd name="T0" fmla="*/ 0 w 1"/>
                <a:gd name="T1" fmla="*/ 0 h 237"/>
                <a:gd name="T2" fmla="*/ 0 w 1"/>
                <a:gd name="T3" fmla="*/ 237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237">
                  <a:moveTo>
                    <a:pt x="0" y="0"/>
                  </a:moveTo>
                  <a:lnTo>
                    <a:pt x="0" y="237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135248" name="Group 80">
              <a:extLst>
                <a:ext uri="{FF2B5EF4-FFF2-40B4-BE49-F238E27FC236}">
                  <a16:creationId xmlns:a16="http://schemas.microsoft.com/office/drawing/2014/main" id="{ACDBA0C6-3EFB-4C4C-BCD7-D95E5C64FAF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60" y="1551"/>
              <a:ext cx="870" cy="632"/>
              <a:chOff x="3360" y="1760"/>
              <a:chExt cx="870" cy="632"/>
            </a:xfrm>
          </p:grpSpPr>
          <p:sp>
            <p:nvSpPr>
              <p:cNvPr id="135249" name="Rectangle 81">
                <a:extLst>
                  <a:ext uri="{FF2B5EF4-FFF2-40B4-BE49-F238E27FC236}">
                    <a16:creationId xmlns:a16="http://schemas.microsoft.com/office/drawing/2014/main" id="{99963D16-91DC-4411-8C6F-EE36FA89F4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60" y="1766"/>
                <a:ext cx="816" cy="624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5250" name="Freeform 82">
                <a:extLst>
                  <a:ext uri="{FF2B5EF4-FFF2-40B4-BE49-F238E27FC236}">
                    <a16:creationId xmlns:a16="http://schemas.microsoft.com/office/drawing/2014/main" id="{7BA7B060-5FDE-4CAE-B907-0A4A84D6F2B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76" y="1760"/>
                <a:ext cx="53" cy="53"/>
              </a:xfrm>
              <a:custGeom>
                <a:avLst/>
                <a:gdLst>
                  <a:gd name="T0" fmla="*/ 0 w 53"/>
                  <a:gd name="T1" fmla="*/ 0 h 53"/>
                  <a:gd name="T2" fmla="*/ 53 w 53"/>
                  <a:gd name="T3" fmla="*/ 53 h 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53" h="53">
                    <a:moveTo>
                      <a:pt x="0" y="0"/>
                    </a:moveTo>
                    <a:lnTo>
                      <a:pt x="53" y="53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5251" name="Freeform 83">
                <a:extLst>
                  <a:ext uri="{FF2B5EF4-FFF2-40B4-BE49-F238E27FC236}">
                    <a16:creationId xmlns:a16="http://schemas.microsoft.com/office/drawing/2014/main" id="{1CF3A61B-B28F-4BAF-AD62-E106B8148DC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76" y="2340"/>
                <a:ext cx="53" cy="52"/>
              </a:xfrm>
              <a:custGeom>
                <a:avLst/>
                <a:gdLst>
                  <a:gd name="T0" fmla="*/ 0 w 53"/>
                  <a:gd name="T1" fmla="*/ 52 h 52"/>
                  <a:gd name="T2" fmla="*/ 53 w 53"/>
                  <a:gd name="T3" fmla="*/ 0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53" h="52">
                    <a:moveTo>
                      <a:pt x="0" y="52"/>
                    </a:moveTo>
                    <a:lnTo>
                      <a:pt x="53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5252" name="Freeform 84">
                <a:extLst>
                  <a:ext uri="{FF2B5EF4-FFF2-40B4-BE49-F238E27FC236}">
                    <a16:creationId xmlns:a16="http://schemas.microsoft.com/office/drawing/2014/main" id="{9E39CC4A-6AF7-4A5E-861B-694898EFB37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29" y="1808"/>
                <a:ext cx="1" cy="542"/>
              </a:xfrm>
              <a:custGeom>
                <a:avLst/>
                <a:gdLst>
                  <a:gd name="T0" fmla="*/ 0 w 1"/>
                  <a:gd name="T1" fmla="*/ 542 h 542"/>
                  <a:gd name="T2" fmla="*/ 1 w 1"/>
                  <a:gd name="T3" fmla="*/ 0 h 5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" h="542">
                    <a:moveTo>
                      <a:pt x="0" y="542"/>
                    </a:moveTo>
                    <a:lnTo>
                      <a:pt x="1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135253" name="Rectangle 85">
              <a:extLst>
                <a:ext uri="{FF2B5EF4-FFF2-40B4-BE49-F238E27FC236}">
                  <a16:creationId xmlns:a16="http://schemas.microsoft.com/office/drawing/2014/main" id="{D56641F9-F633-4350-91D8-980EE2F4F0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0" y="1461"/>
              <a:ext cx="1200" cy="816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5254" name="Line 86">
              <a:extLst>
                <a:ext uri="{FF2B5EF4-FFF2-40B4-BE49-F238E27FC236}">
                  <a16:creationId xmlns:a16="http://schemas.microsoft.com/office/drawing/2014/main" id="{0E346ABE-B68B-4ADE-A1D5-A3BA16F3AC3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84" y="1749"/>
              <a:ext cx="753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5255" name="Line 87">
              <a:extLst>
                <a:ext uri="{FF2B5EF4-FFF2-40B4-BE49-F238E27FC236}">
                  <a16:creationId xmlns:a16="http://schemas.microsoft.com/office/drawing/2014/main" id="{CDF0E6BE-0CA8-4669-B0C4-60C7167EE6A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86" y="1989"/>
              <a:ext cx="751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5256" name="Freeform 88">
              <a:extLst>
                <a:ext uri="{FF2B5EF4-FFF2-40B4-BE49-F238E27FC236}">
                  <a16:creationId xmlns:a16="http://schemas.microsoft.com/office/drawing/2014/main" id="{6D2F83C9-EEC3-4FA1-B8CC-4736E41AA92E}"/>
                </a:ext>
              </a:extLst>
            </p:cNvPr>
            <p:cNvSpPr>
              <a:spLocks/>
            </p:cNvSpPr>
            <p:nvPr/>
          </p:nvSpPr>
          <p:spPr bwMode="auto">
            <a:xfrm>
              <a:off x="1200" y="1863"/>
              <a:ext cx="3150" cy="15"/>
            </a:xfrm>
            <a:custGeom>
              <a:avLst/>
              <a:gdLst>
                <a:gd name="T0" fmla="*/ 0 w 3150"/>
                <a:gd name="T1" fmla="*/ 0 h 15"/>
                <a:gd name="T2" fmla="*/ 3150 w 3150"/>
                <a:gd name="T3" fmla="*/ 15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150" h="15">
                  <a:moveTo>
                    <a:pt x="0" y="0"/>
                  </a:moveTo>
                  <a:lnTo>
                    <a:pt x="3150" y="15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lgDashDot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5257" name="Arc 89">
              <a:extLst>
                <a:ext uri="{FF2B5EF4-FFF2-40B4-BE49-F238E27FC236}">
                  <a16:creationId xmlns:a16="http://schemas.microsoft.com/office/drawing/2014/main" id="{5F5EA9DA-6987-4783-8827-1C7A976433E2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1438" y="1782"/>
              <a:ext cx="82" cy="168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43193"/>
                <a:gd name="T2" fmla="*/ 532 w 21600"/>
                <a:gd name="T3" fmla="*/ 43193 h 43193"/>
                <a:gd name="T4" fmla="*/ 0 w 21600"/>
                <a:gd name="T5" fmla="*/ 21600 h 431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43193" fill="none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33322"/>
                    <a:pt x="12250" y="42904"/>
                    <a:pt x="532" y="43193"/>
                  </a:cubicBezTo>
                </a:path>
                <a:path w="21600" h="43193" stroke="0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33322"/>
                    <a:pt x="12250" y="42904"/>
                    <a:pt x="532" y="43193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5258" name="Arc 90">
              <a:extLst>
                <a:ext uri="{FF2B5EF4-FFF2-40B4-BE49-F238E27FC236}">
                  <a16:creationId xmlns:a16="http://schemas.microsoft.com/office/drawing/2014/main" id="{CF315006-A7EA-4C38-BD8E-1AB2EBA6F6D0}"/>
                </a:ext>
              </a:extLst>
            </p:cNvPr>
            <p:cNvSpPr>
              <a:spLocks/>
            </p:cNvSpPr>
            <p:nvPr/>
          </p:nvSpPr>
          <p:spPr bwMode="auto">
            <a:xfrm>
              <a:off x="1974" y="1782"/>
              <a:ext cx="82" cy="168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43193"/>
                <a:gd name="T2" fmla="*/ 532 w 21600"/>
                <a:gd name="T3" fmla="*/ 43193 h 43193"/>
                <a:gd name="T4" fmla="*/ 0 w 21600"/>
                <a:gd name="T5" fmla="*/ 21600 h 431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43193" fill="none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33322"/>
                    <a:pt x="12250" y="42904"/>
                    <a:pt x="532" y="43193"/>
                  </a:cubicBezTo>
                </a:path>
                <a:path w="21600" h="43193" stroke="0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33322"/>
                    <a:pt x="12250" y="42904"/>
                    <a:pt x="532" y="43193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5259" name="Arc 91">
              <a:extLst>
                <a:ext uri="{FF2B5EF4-FFF2-40B4-BE49-F238E27FC236}">
                  <a16:creationId xmlns:a16="http://schemas.microsoft.com/office/drawing/2014/main" id="{9AD3EB4E-6C3D-4D75-8311-CD6CFD2EE945}"/>
                </a:ext>
              </a:extLst>
            </p:cNvPr>
            <p:cNvSpPr>
              <a:spLocks/>
            </p:cNvSpPr>
            <p:nvPr/>
          </p:nvSpPr>
          <p:spPr bwMode="auto">
            <a:xfrm>
              <a:off x="3134" y="1749"/>
              <a:ext cx="124" cy="240"/>
            </a:xfrm>
            <a:custGeom>
              <a:avLst/>
              <a:gdLst>
                <a:gd name="G0" fmla="+- 506 0 0"/>
                <a:gd name="G1" fmla="+- 21600 0 0"/>
                <a:gd name="G2" fmla="+- 21600 0 0"/>
                <a:gd name="T0" fmla="*/ 506 w 22106"/>
                <a:gd name="T1" fmla="*/ 0 h 43200"/>
                <a:gd name="T2" fmla="*/ 0 w 22106"/>
                <a:gd name="T3" fmla="*/ 43194 h 43200"/>
                <a:gd name="T4" fmla="*/ 506 w 22106"/>
                <a:gd name="T5" fmla="*/ 21600 h 43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2106" h="43200" fill="none" extrusionOk="0">
                  <a:moveTo>
                    <a:pt x="506" y="0"/>
                  </a:moveTo>
                  <a:cubicBezTo>
                    <a:pt x="12435" y="0"/>
                    <a:pt x="22106" y="9670"/>
                    <a:pt x="22106" y="21600"/>
                  </a:cubicBezTo>
                  <a:cubicBezTo>
                    <a:pt x="22106" y="33529"/>
                    <a:pt x="12435" y="43200"/>
                    <a:pt x="506" y="43200"/>
                  </a:cubicBezTo>
                  <a:cubicBezTo>
                    <a:pt x="337" y="43199"/>
                    <a:pt x="168" y="43198"/>
                    <a:pt x="-1" y="43194"/>
                  </a:cubicBezTo>
                </a:path>
                <a:path w="22106" h="43200" stroke="0" extrusionOk="0">
                  <a:moveTo>
                    <a:pt x="506" y="0"/>
                  </a:moveTo>
                  <a:cubicBezTo>
                    <a:pt x="12435" y="0"/>
                    <a:pt x="22106" y="9670"/>
                    <a:pt x="22106" y="21600"/>
                  </a:cubicBezTo>
                  <a:cubicBezTo>
                    <a:pt x="22106" y="33529"/>
                    <a:pt x="12435" y="43200"/>
                    <a:pt x="506" y="43200"/>
                  </a:cubicBezTo>
                  <a:cubicBezTo>
                    <a:pt x="337" y="43199"/>
                    <a:pt x="168" y="43198"/>
                    <a:pt x="-1" y="43194"/>
                  </a:cubicBezTo>
                  <a:lnTo>
                    <a:pt x="506" y="21600"/>
                  </a:lnTo>
                  <a:close/>
                </a:path>
              </a:pathLst>
            </a:cu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135260" name="Group 92">
              <a:extLst>
                <a:ext uri="{FF2B5EF4-FFF2-40B4-BE49-F238E27FC236}">
                  <a16:creationId xmlns:a16="http://schemas.microsoft.com/office/drawing/2014/main" id="{2694B480-23E0-4B2C-A630-B7B8F41A38A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25" y="1557"/>
              <a:ext cx="120" cy="67"/>
              <a:chOff x="1725" y="2580"/>
              <a:chExt cx="120" cy="67"/>
            </a:xfrm>
          </p:grpSpPr>
          <p:sp>
            <p:nvSpPr>
              <p:cNvPr id="135261" name="Line 93">
                <a:extLst>
                  <a:ext uri="{FF2B5EF4-FFF2-40B4-BE49-F238E27FC236}">
                    <a16:creationId xmlns:a16="http://schemas.microsoft.com/office/drawing/2014/main" id="{7B23531D-0C0C-4152-A01D-80D09F7752C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725" y="2618"/>
                <a:ext cx="51" cy="29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5262" name="Freeform 94">
                <a:extLst>
                  <a:ext uri="{FF2B5EF4-FFF2-40B4-BE49-F238E27FC236}">
                    <a16:creationId xmlns:a16="http://schemas.microsoft.com/office/drawing/2014/main" id="{41AA7027-6CDF-450D-AC98-1B40D211E4E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1" y="2580"/>
                <a:ext cx="54" cy="31"/>
              </a:xfrm>
              <a:custGeom>
                <a:avLst/>
                <a:gdLst>
                  <a:gd name="T0" fmla="*/ 0 w 54"/>
                  <a:gd name="T1" fmla="*/ 31 h 31"/>
                  <a:gd name="T2" fmla="*/ 54 w 54"/>
                  <a:gd name="T3" fmla="*/ 0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54" h="31">
                    <a:moveTo>
                      <a:pt x="0" y="31"/>
                    </a:moveTo>
                    <a:lnTo>
                      <a:pt x="54" y="0"/>
                    </a:lnTo>
                  </a:path>
                </a:pathLst>
              </a:cu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35263" name="Group 95">
              <a:extLst>
                <a:ext uri="{FF2B5EF4-FFF2-40B4-BE49-F238E27FC236}">
                  <a16:creationId xmlns:a16="http://schemas.microsoft.com/office/drawing/2014/main" id="{099B1F78-019D-4246-AA13-C79FAB109EF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08" y="1556"/>
              <a:ext cx="114" cy="76"/>
              <a:chOff x="1608" y="1556"/>
              <a:chExt cx="114" cy="76"/>
            </a:xfrm>
          </p:grpSpPr>
          <p:sp>
            <p:nvSpPr>
              <p:cNvPr id="135264" name="Freeform 96">
                <a:extLst>
                  <a:ext uri="{FF2B5EF4-FFF2-40B4-BE49-F238E27FC236}">
                    <a16:creationId xmlns:a16="http://schemas.microsoft.com/office/drawing/2014/main" id="{3BF20C63-6AFF-47C9-BD82-3199340FF38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86" y="1608"/>
                <a:ext cx="36" cy="24"/>
              </a:xfrm>
              <a:custGeom>
                <a:avLst/>
                <a:gdLst>
                  <a:gd name="T0" fmla="*/ 36 w 36"/>
                  <a:gd name="T1" fmla="*/ 24 h 24"/>
                  <a:gd name="T2" fmla="*/ 0 w 36"/>
                  <a:gd name="T3" fmla="*/ 0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36" h="24">
                    <a:moveTo>
                      <a:pt x="36" y="24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5265" name="Freeform 97">
                <a:extLst>
                  <a:ext uri="{FF2B5EF4-FFF2-40B4-BE49-F238E27FC236}">
                    <a16:creationId xmlns:a16="http://schemas.microsoft.com/office/drawing/2014/main" id="{744F660B-718A-42BE-A6F1-F87F8D039431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1608" y="1556"/>
                <a:ext cx="54" cy="31"/>
              </a:xfrm>
              <a:custGeom>
                <a:avLst/>
                <a:gdLst>
                  <a:gd name="T0" fmla="*/ 0 w 54"/>
                  <a:gd name="T1" fmla="*/ 31 h 31"/>
                  <a:gd name="T2" fmla="*/ 54 w 54"/>
                  <a:gd name="T3" fmla="*/ 0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54" h="31">
                    <a:moveTo>
                      <a:pt x="0" y="31"/>
                    </a:moveTo>
                    <a:lnTo>
                      <a:pt x="54" y="0"/>
                    </a:lnTo>
                  </a:path>
                </a:pathLst>
              </a:cu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sp>
        <p:nvSpPr>
          <p:cNvPr id="135266" name="Text Box 98">
            <a:extLst>
              <a:ext uri="{FF2B5EF4-FFF2-40B4-BE49-F238E27FC236}">
                <a16:creationId xmlns:a16="http://schemas.microsoft.com/office/drawing/2014/main" id="{9BEAEF95-1984-4629-A1AF-211B8210AE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0075" y="4973638"/>
            <a:ext cx="2625725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zh-CN" altLang="en-US" sz="3200">
                <a:solidFill>
                  <a:srgbClr val="010000"/>
                </a:solidFill>
                <a:latin typeface="宋体" panose="02010600030101010101" pitchFamily="2" charset="-122"/>
              </a:rPr>
              <a:t>注意事项：</a:t>
            </a:r>
          </a:p>
        </p:txBody>
      </p:sp>
      <p:pic>
        <p:nvPicPr>
          <p:cNvPr id="135271" name="Picture 103">
            <a:extLst>
              <a:ext uri="{FF2B5EF4-FFF2-40B4-BE49-F238E27FC236}">
                <a16:creationId xmlns:a16="http://schemas.microsoft.com/office/drawing/2014/main" id="{D41D21D7-CA52-481B-A02E-0D003C6EDD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00FFFF"/>
              </a:clrFrom>
              <a:clrTo>
                <a:srgbClr val="00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3475" y="3678238"/>
            <a:ext cx="1209675" cy="129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5272" name="Picture 104">
            <a:extLst>
              <a:ext uri="{FF2B5EF4-FFF2-40B4-BE49-F238E27FC236}">
                <a16:creationId xmlns:a16="http://schemas.microsoft.com/office/drawing/2014/main" id="{7235E145-751E-44F7-BEE4-01B6888B2A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00FFFF"/>
              </a:clrFrom>
              <a:clrTo>
                <a:srgbClr val="00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27838" y="3925888"/>
            <a:ext cx="1235075" cy="1225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med">
    <p:cover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35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35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35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35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35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2" dur="500"/>
                                        <p:tgtEl>
                                          <p:spTgt spid="135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35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2" dur="500"/>
                                        <p:tgtEl>
                                          <p:spTgt spid="135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7" dur="500"/>
                                        <p:tgtEl>
                                          <p:spTgt spid="135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135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35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62" dur="500"/>
                                        <p:tgtEl>
                                          <p:spTgt spid="135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2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75"/>
                                        <p:tgtEl>
                                          <p:spTgt spid="1352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135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7" dur="500"/>
                                        <p:tgtEl>
                                          <p:spTgt spid="135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2" dur="500"/>
                                        <p:tgtEl>
                                          <p:spTgt spid="135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1352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1352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5204" grpId="0" autoUpdateAnimBg="0"/>
      <p:bldP spid="135206" grpId="0" autoUpdateAnimBg="0"/>
      <p:bldP spid="135207" grpId="0" autoUpdateAnimBg="0"/>
      <p:bldP spid="135266" grpId="0" build="p" autoUpdateAnimBg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Text Box 2">
            <a:extLst>
              <a:ext uri="{FF2B5EF4-FFF2-40B4-BE49-F238E27FC236}">
                <a16:creationId xmlns:a16="http://schemas.microsoft.com/office/drawing/2014/main" id="{23B727C1-F488-4991-AE51-73B97C6822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6206" y="576490"/>
            <a:ext cx="9110663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l" eaLnBrk="1" hangingPunct="1"/>
            <a:r>
              <a:rPr lang="en-US" altLang="zh-CN" sz="2800" dirty="0">
                <a:solidFill>
                  <a:schemeClr val="tx2"/>
                </a:solidFill>
                <a:latin typeface="宋体" panose="02010600030101010101" pitchFamily="2" charset="-122"/>
              </a:rPr>
              <a:t>☆</a:t>
            </a:r>
            <a:r>
              <a:rPr lang="zh-CN" altLang="en-US" sz="2800" dirty="0">
                <a:solidFill>
                  <a:schemeClr val="tx2"/>
                </a:solidFill>
                <a:latin typeface="宋体" panose="02010600030101010101" pitchFamily="2" charset="-122"/>
              </a:rPr>
              <a:t>当剖切平面通过非圆孔，会导致完全分离的两个断</a:t>
            </a:r>
          </a:p>
          <a:p>
            <a:pPr algn="l" eaLnBrk="1" hangingPunct="1"/>
            <a:r>
              <a:rPr lang="zh-CN" altLang="en-US" sz="2800" dirty="0">
                <a:solidFill>
                  <a:schemeClr val="tx2"/>
                </a:solidFill>
                <a:latin typeface="宋体" panose="02010600030101010101" pitchFamily="2" charset="-122"/>
              </a:rPr>
              <a:t>  面时，这些结构也应按剖视画。</a:t>
            </a:r>
          </a:p>
        </p:txBody>
      </p:sp>
      <p:sp>
        <p:nvSpPr>
          <p:cNvPr id="136195" name="Rectangle 3">
            <a:extLst>
              <a:ext uri="{FF2B5EF4-FFF2-40B4-BE49-F238E27FC236}">
                <a16:creationId xmlns:a16="http://schemas.microsoft.com/office/drawing/2014/main" id="{8AA9315A-945F-4F34-91A4-435543C38F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02538" y="2908176"/>
            <a:ext cx="712787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algn="l" eaLnBrk="1" hangingPunct="1"/>
            <a:r>
              <a:rPr lang="zh-CN" altLang="en-US" sz="2000">
                <a:solidFill>
                  <a:srgbClr val="FF0000"/>
                </a:solidFill>
                <a:latin typeface="宋体" panose="02010600030101010101" pitchFamily="2" charset="-122"/>
              </a:rPr>
              <a:t>正确</a:t>
            </a:r>
            <a:endParaRPr lang="zh-CN" altLang="en-US" sz="2000">
              <a:solidFill>
                <a:srgbClr val="FF0000"/>
              </a:solidFill>
            </a:endParaRPr>
          </a:p>
        </p:txBody>
      </p:sp>
      <p:sp>
        <p:nvSpPr>
          <p:cNvPr id="136196" name="Rectangle 4">
            <a:extLst>
              <a:ext uri="{FF2B5EF4-FFF2-40B4-BE49-F238E27FC236}">
                <a16:creationId xmlns:a16="http://schemas.microsoft.com/office/drawing/2014/main" id="{B7B8007B-C6DB-425A-8483-158F0601AD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50013" y="2908176"/>
            <a:ext cx="6159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algn="l" eaLnBrk="1" hangingPunct="1"/>
            <a:r>
              <a:rPr lang="zh-CN" altLang="en-US" sz="2000">
                <a:solidFill>
                  <a:srgbClr val="FF0000"/>
                </a:solidFill>
                <a:latin typeface="宋体" panose="02010600030101010101" pitchFamily="2" charset="-122"/>
              </a:rPr>
              <a:t>错误</a:t>
            </a:r>
            <a:endParaRPr lang="zh-CN" altLang="en-US" sz="2000">
              <a:solidFill>
                <a:srgbClr val="FF0000"/>
              </a:solidFill>
            </a:endParaRPr>
          </a:p>
        </p:txBody>
      </p:sp>
      <p:grpSp>
        <p:nvGrpSpPr>
          <p:cNvPr id="136197" name="Group 5">
            <a:extLst>
              <a:ext uri="{FF2B5EF4-FFF2-40B4-BE49-F238E27FC236}">
                <a16:creationId xmlns:a16="http://schemas.microsoft.com/office/drawing/2014/main" id="{B87FB718-DD76-4374-8576-FCFEC2E9C99A}"/>
              </a:ext>
            </a:extLst>
          </p:cNvPr>
          <p:cNvGrpSpPr>
            <a:grpSpLocks/>
          </p:cNvGrpSpPr>
          <p:nvPr/>
        </p:nvGrpSpPr>
        <p:grpSpPr bwMode="auto">
          <a:xfrm>
            <a:off x="7483475" y="1447676"/>
            <a:ext cx="831850" cy="1371600"/>
            <a:chOff x="3470" y="985"/>
            <a:chExt cx="524" cy="864"/>
          </a:xfrm>
        </p:grpSpPr>
        <p:sp>
          <p:nvSpPr>
            <p:cNvPr id="136198" name="Rectangle 6">
              <a:extLst>
                <a:ext uri="{FF2B5EF4-FFF2-40B4-BE49-F238E27FC236}">
                  <a16:creationId xmlns:a16="http://schemas.microsoft.com/office/drawing/2014/main" id="{D6277184-DFBF-495A-B83B-465056A2E0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54" y="985"/>
              <a:ext cx="355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l" eaLnBrk="1" hangingPunct="1"/>
              <a:r>
                <a:rPr lang="en-US" altLang="zh-CN" i="1">
                  <a:latin typeface="宋体" panose="02010600030101010101" pitchFamily="2" charset="-122"/>
                </a:rPr>
                <a:t>A</a:t>
              </a:r>
              <a:r>
                <a:rPr lang="zh-CN" altLang="en-US" sz="2000">
                  <a:latin typeface="宋体" panose="02010600030101010101" pitchFamily="2" charset="-122"/>
                </a:rPr>
                <a:t>－</a:t>
              </a:r>
              <a:r>
                <a:rPr lang="en-US" altLang="zh-CN" i="1">
                  <a:latin typeface="宋体" panose="02010600030101010101" pitchFamily="2" charset="-122"/>
                </a:rPr>
                <a:t>A</a:t>
              </a:r>
              <a:endParaRPr lang="en-US" altLang="zh-CN" sz="2000"/>
            </a:p>
          </p:txBody>
        </p:sp>
        <p:sp>
          <p:nvSpPr>
            <p:cNvPr id="136199" name="Freeform 7">
              <a:extLst>
                <a:ext uri="{FF2B5EF4-FFF2-40B4-BE49-F238E27FC236}">
                  <a16:creationId xmlns:a16="http://schemas.microsoft.com/office/drawing/2014/main" id="{AE23A40F-617C-4472-8C86-FC3748F2B4E9}"/>
                </a:ext>
              </a:extLst>
            </p:cNvPr>
            <p:cNvSpPr>
              <a:spLocks/>
            </p:cNvSpPr>
            <p:nvPr/>
          </p:nvSpPr>
          <p:spPr bwMode="auto">
            <a:xfrm>
              <a:off x="3559" y="1261"/>
              <a:ext cx="347" cy="1"/>
            </a:xfrm>
            <a:custGeom>
              <a:avLst/>
              <a:gdLst>
                <a:gd name="T0" fmla="*/ 0 w 1736"/>
                <a:gd name="T1" fmla="*/ 1735 w 1736"/>
                <a:gd name="T2" fmla="*/ 1736 w 173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1736">
                  <a:moveTo>
                    <a:pt x="0" y="0"/>
                  </a:moveTo>
                  <a:lnTo>
                    <a:pt x="1735" y="0"/>
                  </a:lnTo>
                  <a:lnTo>
                    <a:pt x="1736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6200" name="Freeform 8">
              <a:extLst>
                <a:ext uri="{FF2B5EF4-FFF2-40B4-BE49-F238E27FC236}">
                  <a16:creationId xmlns:a16="http://schemas.microsoft.com/office/drawing/2014/main" id="{B00739A6-6B34-49DD-AC1F-3E0F3C8833BB}"/>
                </a:ext>
              </a:extLst>
            </p:cNvPr>
            <p:cNvSpPr>
              <a:spLocks/>
            </p:cNvSpPr>
            <p:nvPr/>
          </p:nvSpPr>
          <p:spPr bwMode="auto">
            <a:xfrm>
              <a:off x="3559" y="1832"/>
              <a:ext cx="347" cy="1"/>
            </a:xfrm>
            <a:custGeom>
              <a:avLst/>
              <a:gdLst>
                <a:gd name="T0" fmla="*/ 0 w 1736"/>
                <a:gd name="T1" fmla="*/ 1735 w 1736"/>
                <a:gd name="T2" fmla="*/ 1736 w 173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1736">
                  <a:moveTo>
                    <a:pt x="0" y="0"/>
                  </a:moveTo>
                  <a:lnTo>
                    <a:pt x="1735" y="0"/>
                  </a:lnTo>
                  <a:lnTo>
                    <a:pt x="1736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6201" name="Freeform 9">
              <a:extLst>
                <a:ext uri="{FF2B5EF4-FFF2-40B4-BE49-F238E27FC236}">
                  <a16:creationId xmlns:a16="http://schemas.microsoft.com/office/drawing/2014/main" id="{16E2D70B-74BC-4AFC-A503-DEF49DCB200A}"/>
                </a:ext>
              </a:extLst>
            </p:cNvPr>
            <p:cNvSpPr>
              <a:spLocks/>
            </p:cNvSpPr>
            <p:nvPr/>
          </p:nvSpPr>
          <p:spPr bwMode="auto">
            <a:xfrm>
              <a:off x="3559" y="1376"/>
              <a:ext cx="347" cy="1"/>
            </a:xfrm>
            <a:custGeom>
              <a:avLst/>
              <a:gdLst>
                <a:gd name="T0" fmla="*/ 0 w 1736"/>
                <a:gd name="T1" fmla="*/ 1735 w 1736"/>
                <a:gd name="T2" fmla="*/ 1736 w 173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1736">
                  <a:moveTo>
                    <a:pt x="0" y="0"/>
                  </a:moveTo>
                  <a:lnTo>
                    <a:pt x="1735" y="0"/>
                  </a:lnTo>
                  <a:lnTo>
                    <a:pt x="1736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6202" name="Freeform 10">
              <a:extLst>
                <a:ext uri="{FF2B5EF4-FFF2-40B4-BE49-F238E27FC236}">
                  <a16:creationId xmlns:a16="http://schemas.microsoft.com/office/drawing/2014/main" id="{866D7632-5628-4546-B976-2FC22254DFAC}"/>
                </a:ext>
              </a:extLst>
            </p:cNvPr>
            <p:cNvSpPr>
              <a:spLocks/>
            </p:cNvSpPr>
            <p:nvPr/>
          </p:nvSpPr>
          <p:spPr bwMode="auto">
            <a:xfrm>
              <a:off x="3559" y="1717"/>
              <a:ext cx="347" cy="1"/>
            </a:xfrm>
            <a:custGeom>
              <a:avLst/>
              <a:gdLst>
                <a:gd name="T0" fmla="*/ 0 w 1736"/>
                <a:gd name="T1" fmla="*/ 1735 w 1736"/>
                <a:gd name="T2" fmla="*/ 1736 w 173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1736">
                  <a:moveTo>
                    <a:pt x="0" y="0"/>
                  </a:moveTo>
                  <a:lnTo>
                    <a:pt x="1735" y="0"/>
                  </a:lnTo>
                  <a:lnTo>
                    <a:pt x="1736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6203" name="Freeform 11">
              <a:extLst>
                <a:ext uri="{FF2B5EF4-FFF2-40B4-BE49-F238E27FC236}">
                  <a16:creationId xmlns:a16="http://schemas.microsoft.com/office/drawing/2014/main" id="{6ECE7FAE-90DC-4470-BD74-482D5D086880}"/>
                </a:ext>
              </a:extLst>
            </p:cNvPr>
            <p:cNvSpPr>
              <a:spLocks/>
            </p:cNvSpPr>
            <p:nvPr/>
          </p:nvSpPr>
          <p:spPr bwMode="auto">
            <a:xfrm>
              <a:off x="3559" y="1261"/>
              <a:ext cx="1" cy="571"/>
            </a:xfrm>
            <a:custGeom>
              <a:avLst/>
              <a:gdLst>
                <a:gd name="T0" fmla="*/ 0 w 1"/>
                <a:gd name="T1" fmla="*/ 0 h 2857"/>
                <a:gd name="T2" fmla="*/ 0 w 1"/>
                <a:gd name="T3" fmla="*/ 2857 h 2857"/>
                <a:gd name="T4" fmla="*/ 1 w 1"/>
                <a:gd name="T5" fmla="*/ 2857 h 28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2857">
                  <a:moveTo>
                    <a:pt x="0" y="0"/>
                  </a:moveTo>
                  <a:lnTo>
                    <a:pt x="0" y="2857"/>
                  </a:lnTo>
                  <a:lnTo>
                    <a:pt x="1" y="2857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6204" name="Freeform 12">
              <a:extLst>
                <a:ext uri="{FF2B5EF4-FFF2-40B4-BE49-F238E27FC236}">
                  <a16:creationId xmlns:a16="http://schemas.microsoft.com/office/drawing/2014/main" id="{E036B5C7-7054-4E5B-AACC-9E800ADAA4C8}"/>
                </a:ext>
              </a:extLst>
            </p:cNvPr>
            <p:cNvSpPr>
              <a:spLocks/>
            </p:cNvSpPr>
            <p:nvPr/>
          </p:nvSpPr>
          <p:spPr bwMode="auto">
            <a:xfrm>
              <a:off x="3913" y="1258"/>
              <a:ext cx="1" cy="591"/>
            </a:xfrm>
            <a:custGeom>
              <a:avLst/>
              <a:gdLst>
                <a:gd name="T0" fmla="*/ 1 w 1"/>
                <a:gd name="T1" fmla="*/ 0 h 591"/>
                <a:gd name="T2" fmla="*/ 0 w 1"/>
                <a:gd name="T3" fmla="*/ 591 h 591"/>
                <a:gd name="T4" fmla="*/ 1 w 1"/>
                <a:gd name="T5" fmla="*/ 591 h 5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591">
                  <a:moveTo>
                    <a:pt x="1" y="0"/>
                  </a:moveTo>
                  <a:lnTo>
                    <a:pt x="0" y="591"/>
                  </a:lnTo>
                  <a:lnTo>
                    <a:pt x="1" y="591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6205" name="Freeform 13">
              <a:extLst>
                <a:ext uri="{FF2B5EF4-FFF2-40B4-BE49-F238E27FC236}">
                  <a16:creationId xmlns:a16="http://schemas.microsoft.com/office/drawing/2014/main" id="{0B219EDE-281B-403C-AB25-ED1473DCEAA0}"/>
                </a:ext>
              </a:extLst>
            </p:cNvPr>
            <p:cNvSpPr>
              <a:spLocks/>
            </p:cNvSpPr>
            <p:nvPr/>
          </p:nvSpPr>
          <p:spPr bwMode="auto">
            <a:xfrm>
              <a:off x="3470" y="1546"/>
              <a:ext cx="212" cy="1"/>
            </a:xfrm>
            <a:custGeom>
              <a:avLst/>
              <a:gdLst>
                <a:gd name="T0" fmla="*/ 0 w 1056"/>
                <a:gd name="T1" fmla="*/ 1055 w 1056"/>
                <a:gd name="T2" fmla="*/ 1056 w 105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1056">
                  <a:moveTo>
                    <a:pt x="0" y="0"/>
                  </a:moveTo>
                  <a:lnTo>
                    <a:pt x="1055" y="0"/>
                  </a:lnTo>
                  <a:lnTo>
                    <a:pt x="1056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6206" name="Freeform 14">
              <a:extLst>
                <a:ext uri="{FF2B5EF4-FFF2-40B4-BE49-F238E27FC236}">
                  <a16:creationId xmlns:a16="http://schemas.microsoft.com/office/drawing/2014/main" id="{71F8500A-C1D9-41F9-BA2F-9FD798F5E2DA}"/>
                </a:ext>
              </a:extLst>
            </p:cNvPr>
            <p:cNvSpPr>
              <a:spLocks/>
            </p:cNvSpPr>
            <p:nvPr/>
          </p:nvSpPr>
          <p:spPr bwMode="auto">
            <a:xfrm>
              <a:off x="3722" y="1546"/>
              <a:ext cx="28" cy="1"/>
            </a:xfrm>
            <a:custGeom>
              <a:avLst/>
              <a:gdLst>
                <a:gd name="T0" fmla="*/ 0 w 137"/>
                <a:gd name="T1" fmla="*/ 135 w 137"/>
                <a:gd name="T2" fmla="*/ 137 w 137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137">
                  <a:moveTo>
                    <a:pt x="0" y="0"/>
                  </a:moveTo>
                  <a:lnTo>
                    <a:pt x="135" y="0"/>
                  </a:lnTo>
                  <a:lnTo>
                    <a:pt x="137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6207" name="Freeform 15">
              <a:extLst>
                <a:ext uri="{FF2B5EF4-FFF2-40B4-BE49-F238E27FC236}">
                  <a16:creationId xmlns:a16="http://schemas.microsoft.com/office/drawing/2014/main" id="{45254A0B-FC1F-4DFF-B75A-1444CCF1CB8E}"/>
                </a:ext>
              </a:extLst>
            </p:cNvPr>
            <p:cNvSpPr>
              <a:spLocks/>
            </p:cNvSpPr>
            <p:nvPr/>
          </p:nvSpPr>
          <p:spPr bwMode="auto">
            <a:xfrm>
              <a:off x="3790" y="1546"/>
              <a:ext cx="204" cy="1"/>
            </a:xfrm>
            <a:custGeom>
              <a:avLst/>
              <a:gdLst>
                <a:gd name="T0" fmla="*/ 0 w 1022"/>
                <a:gd name="T1" fmla="*/ 1021 w 1022"/>
                <a:gd name="T2" fmla="*/ 1022 w 102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1022">
                  <a:moveTo>
                    <a:pt x="0" y="0"/>
                  </a:moveTo>
                  <a:lnTo>
                    <a:pt x="1021" y="0"/>
                  </a:lnTo>
                  <a:lnTo>
                    <a:pt x="1022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6208" name="Freeform 16">
              <a:extLst>
                <a:ext uri="{FF2B5EF4-FFF2-40B4-BE49-F238E27FC236}">
                  <a16:creationId xmlns:a16="http://schemas.microsoft.com/office/drawing/2014/main" id="{70B2EF4B-10A2-4832-B34E-785A707355A7}"/>
                </a:ext>
              </a:extLst>
            </p:cNvPr>
            <p:cNvSpPr>
              <a:spLocks/>
            </p:cNvSpPr>
            <p:nvPr/>
          </p:nvSpPr>
          <p:spPr bwMode="auto">
            <a:xfrm>
              <a:off x="3559" y="1261"/>
              <a:ext cx="47" cy="46"/>
            </a:xfrm>
            <a:custGeom>
              <a:avLst/>
              <a:gdLst>
                <a:gd name="T0" fmla="*/ 0 w 235"/>
                <a:gd name="T1" fmla="*/ 234 h 234"/>
                <a:gd name="T2" fmla="*/ 234 w 235"/>
                <a:gd name="T3" fmla="*/ 0 h 234"/>
                <a:gd name="T4" fmla="*/ 235 w 235"/>
                <a:gd name="T5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35" h="234">
                  <a:moveTo>
                    <a:pt x="0" y="234"/>
                  </a:moveTo>
                  <a:lnTo>
                    <a:pt x="234" y="0"/>
                  </a:lnTo>
                  <a:lnTo>
                    <a:pt x="235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6209" name="Freeform 17">
              <a:extLst>
                <a:ext uri="{FF2B5EF4-FFF2-40B4-BE49-F238E27FC236}">
                  <a16:creationId xmlns:a16="http://schemas.microsoft.com/office/drawing/2014/main" id="{99EB9DA0-7824-4E44-A959-5864C8AF5607}"/>
                </a:ext>
              </a:extLst>
            </p:cNvPr>
            <p:cNvSpPr>
              <a:spLocks/>
            </p:cNvSpPr>
            <p:nvPr/>
          </p:nvSpPr>
          <p:spPr bwMode="auto">
            <a:xfrm>
              <a:off x="3599" y="1261"/>
              <a:ext cx="116" cy="115"/>
            </a:xfrm>
            <a:custGeom>
              <a:avLst/>
              <a:gdLst>
                <a:gd name="T0" fmla="*/ 0 w 577"/>
                <a:gd name="T1" fmla="*/ 577 h 577"/>
                <a:gd name="T2" fmla="*/ 576 w 577"/>
                <a:gd name="T3" fmla="*/ 0 h 577"/>
                <a:gd name="T4" fmla="*/ 577 w 577"/>
                <a:gd name="T5" fmla="*/ 0 h 5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77" h="577">
                  <a:moveTo>
                    <a:pt x="0" y="577"/>
                  </a:moveTo>
                  <a:lnTo>
                    <a:pt x="576" y="0"/>
                  </a:lnTo>
                  <a:lnTo>
                    <a:pt x="577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6210" name="Freeform 18">
              <a:extLst>
                <a:ext uri="{FF2B5EF4-FFF2-40B4-BE49-F238E27FC236}">
                  <a16:creationId xmlns:a16="http://schemas.microsoft.com/office/drawing/2014/main" id="{E0F29004-4DF0-4536-9AFC-332C4C6986C5}"/>
                </a:ext>
              </a:extLst>
            </p:cNvPr>
            <p:cNvSpPr>
              <a:spLocks/>
            </p:cNvSpPr>
            <p:nvPr/>
          </p:nvSpPr>
          <p:spPr bwMode="auto">
            <a:xfrm>
              <a:off x="3708" y="1261"/>
              <a:ext cx="116" cy="115"/>
            </a:xfrm>
            <a:custGeom>
              <a:avLst/>
              <a:gdLst>
                <a:gd name="T0" fmla="*/ 0 w 578"/>
                <a:gd name="T1" fmla="*/ 577 h 577"/>
                <a:gd name="T2" fmla="*/ 577 w 578"/>
                <a:gd name="T3" fmla="*/ 0 h 577"/>
                <a:gd name="T4" fmla="*/ 578 w 578"/>
                <a:gd name="T5" fmla="*/ 0 h 5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78" h="577">
                  <a:moveTo>
                    <a:pt x="0" y="577"/>
                  </a:moveTo>
                  <a:lnTo>
                    <a:pt x="577" y="0"/>
                  </a:lnTo>
                  <a:lnTo>
                    <a:pt x="578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6211" name="Freeform 19">
              <a:extLst>
                <a:ext uri="{FF2B5EF4-FFF2-40B4-BE49-F238E27FC236}">
                  <a16:creationId xmlns:a16="http://schemas.microsoft.com/office/drawing/2014/main" id="{681D0ABD-99BF-4DFB-9BD7-6BE5D4EC6A6B}"/>
                </a:ext>
              </a:extLst>
            </p:cNvPr>
            <p:cNvSpPr>
              <a:spLocks/>
            </p:cNvSpPr>
            <p:nvPr/>
          </p:nvSpPr>
          <p:spPr bwMode="auto">
            <a:xfrm>
              <a:off x="3817" y="1287"/>
              <a:ext cx="89" cy="89"/>
            </a:xfrm>
            <a:custGeom>
              <a:avLst/>
              <a:gdLst>
                <a:gd name="T0" fmla="*/ 0 w 444"/>
                <a:gd name="T1" fmla="*/ 443 h 443"/>
                <a:gd name="T2" fmla="*/ 443 w 444"/>
                <a:gd name="T3" fmla="*/ 0 h 443"/>
                <a:gd name="T4" fmla="*/ 444 w 444"/>
                <a:gd name="T5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4" h="443">
                  <a:moveTo>
                    <a:pt x="0" y="443"/>
                  </a:moveTo>
                  <a:lnTo>
                    <a:pt x="443" y="0"/>
                  </a:lnTo>
                  <a:lnTo>
                    <a:pt x="444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6212" name="Freeform 20">
              <a:extLst>
                <a:ext uri="{FF2B5EF4-FFF2-40B4-BE49-F238E27FC236}">
                  <a16:creationId xmlns:a16="http://schemas.microsoft.com/office/drawing/2014/main" id="{C3874721-76A6-46A1-A93E-63094D6E3FBD}"/>
                </a:ext>
              </a:extLst>
            </p:cNvPr>
            <p:cNvSpPr>
              <a:spLocks/>
            </p:cNvSpPr>
            <p:nvPr/>
          </p:nvSpPr>
          <p:spPr bwMode="auto">
            <a:xfrm>
              <a:off x="3559" y="1717"/>
              <a:ext cx="27" cy="27"/>
            </a:xfrm>
            <a:custGeom>
              <a:avLst/>
              <a:gdLst>
                <a:gd name="T0" fmla="*/ 0 w 138"/>
                <a:gd name="T1" fmla="*/ 136 h 136"/>
                <a:gd name="T2" fmla="*/ 137 w 138"/>
                <a:gd name="T3" fmla="*/ 0 h 136"/>
                <a:gd name="T4" fmla="*/ 138 w 138"/>
                <a:gd name="T5" fmla="*/ 0 h 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38" h="136">
                  <a:moveTo>
                    <a:pt x="0" y="136"/>
                  </a:moveTo>
                  <a:lnTo>
                    <a:pt x="137" y="0"/>
                  </a:lnTo>
                  <a:lnTo>
                    <a:pt x="138" y="0"/>
                  </a:lnTo>
                </a:path>
              </a:pathLst>
            </a:custGeom>
            <a:noFill/>
            <a:ln w="127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6213" name="Freeform 21">
              <a:extLst>
                <a:ext uri="{FF2B5EF4-FFF2-40B4-BE49-F238E27FC236}">
                  <a16:creationId xmlns:a16="http://schemas.microsoft.com/office/drawing/2014/main" id="{216E7B02-3EEC-41AC-84F6-49A252E2CE48}"/>
                </a:ext>
              </a:extLst>
            </p:cNvPr>
            <p:cNvSpPr>
              <a:spLocks/>
            </p:cNvSpPr>
            <p:nvPr/>
          </p:nvSpPr>
          <p:spPr bwMode="auto">
            <a:xfrm>
              <a:off x="3580" y="1717"/>
              <a:ext cx="115" cy="115"/>
            </a:xfrm>
            <a:custGeom>
              <a:avLst/>
              <a:gdLst>
                <a:gd name="T0" fmla="*/ 0 w 115"/>
                <a:gd name="T1" fmla="*/ 115 h 115"/>
                <a:gd name="T2" fmla="*/ 107 w 115"/>
                <a:gd name="T3" fmla="*/ 3 h 115"/>
                <a:gd name="T4" fmla="*/ 115 w 115"/>
                <a:gd name="T5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15" h="115">
                  <a:moveTo>
                    <a:pt x="0" y="115"/>
                  </a:moveTo>
                  <a:lnTo>
                    <a:pt x="107" y="3"/>
                  </a:lnTo>
                  <a:lnTo>
                    <a:pt x="115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6214" name="Freeform 22">
              <a:extLst>
                <a:ext uri="{FF2B5EF4-FFF2-40B4-BE49-F238E27FC236}">
                  <a16:creationId xmlns:a16="http://schemas.microsoft.com/office/drawing/2014/main" id="{A40C18BD-6B19-4585-8029-CF38919C97D8}"/>
                </a:ext>
              </a:extLst>
            </p:cNvPr>
            <p:cNvSpPr>
              <a:spLocks/>
            </p:cNvSpPr>
            <p:nvPr/>
          </p:nvSpPr>
          <p:spPr bwMode="auto">
            <a:xfrm>
              <a:off x="3687" y="1717"/>
              <a:ext cx="117" cy="112"/>
            </a:xfrm>
            <a:custGeom>
              <a:avLst/>
              <a:gdLst>
                <a:gd name="T0" fmla="*/ 0 w 117"/>
                <a:gd name="T1" fmla="*/ 112 h 112"/>
                <a:gd name="T2" fmla="*/ 109 w 117"/>
                <a:gd name="T3" fmla="*/ 3 h 112"/>
                <a:gd name="T4" fmla="*/ 117 w 117"/>
                <a:gd name="T5" fmla="*/ 0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17" h="112">
                  <a:moveTo>
                    <a:pt x="0" y="112"/>
                  </a:moveTo>
                  <a:lnTo>
                    <a:pt x="109" y="3"/>
                  </a:lnTo>
                  <a:lnTo>
                    <a:pt x="117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6215" name="Freeform 23">
              <a:extLst>
                <a:ext uri="{FF2B5EF4-FFF2-40B4-BE49-F238E27FC236}">
                  <a16:creationId xmlns:a16="http://schemas.microsoft.com/office/drawing/2014/main" id="{2B1C13F9-20C3-48F6-BDA8-517446E5DEE8}"/>
                </a:ext>
              </a:extLst>
            </p:cNvPr>
            <p:cNvSpPr>
              <a:spLocks/>
            </p:cNvSpPr>
            <p:nvPr/>
          </p:nvSpPr>
          <p:spPr bwMode="auto">
            <a:xfrm>
              <a:off x="3796" y="1724"/>
              <a:ext cx="110" cy="105"/>
            </a:xfrm>
            <a:custGeom>
              <a:avLst/>
              <a:gdLst>
                <a:gd name="T0" fmla="*/ 0 w 110"/>
                <a:gd name="T1" fmla="*/ 105 h 105"/>
                <a:gd name="T2" fmla="*/ 102 w 110"/>
                <a:gd name="T3" fmla="*/ 3 h 105"/>
                <a:gd name="T4" fmla="*/ 110 w 110"/>
                <a:gd name="T5" fmla="*/ 0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10" h="105">
                  <a:moveTo>
                    <a:pt x="0" y="105"/>
                  </a:moveTo>
                  <a:lnTo>
                    <a:pt x="102" y="3"/>
                  </a:lnTo>
                  <a:lnTo>
                    <a:pt x="110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36216" name="Group 24">
            <a:extLst>
              <a:ext uri="{FF2B5EF4-FFF2-40B4-BE49-F238E27FC236}">
                <a16:creationId xmlns:a16="http://schemas.microsoft.com/office/drawing/2014/main" id="{0901BC3D-D9A5-4D55-8D23-65FE7573FCFA}"/>
              </a:ext>
            </a:extLst>
          </p:cNvPr>
          <p:cNvGrpSpPr>
            <a:grpSpLocks/>
          </p:cNvGrpSpPr>
          <p:nvPr/>
        </p:nvGrpSpPr>
        <p:grpSpPr bwMode="auto">
          <a:xfrm>
            <a:off x="6319838" y="1461963"/>
            <a:ext cx="746125" cy="1346200"/>
            <a:chOff x="2768" y="1558"/>
            <a:chExt cx="470" cy="848"/>
          </a:xfrm>
        </p:grpSpPr>
        <p:sp>
          <p:nvSpPr>
            <p:cNvPr id="136217" name="Freeform 25">
              <a:extLst>
                <a:ext uri="{FF2B5EF4-FFF2-40B4-BE49-F238E27FC236}">
                  <a16:creationId xmlns:a16="http://schemas.microsoft.com/office/drawing/2014/main" id="{791635C3-CCDD-4CEE-8C24-062E2FB8AF90}"/>
                </a:ext>
              </a:extLst>
            </p:cNvPr>
            <p:cNvSpPr>
              <a:spLocks/>
            </p:cNvSpPr>
            <p:nvPr/>
          </p:nvSpPr>
          <p:spPr bwMode="auto">
            <a:xfrm>
              <a:off x="2836" y="1825"/>
              <a:ext cx="1" cy="115"/>
            </a:xfrm>
            <a:custGeom>
              <a:avLst/>
              <a:gdLst>
                <a:gd name="T0" fmla="*/ 0 w 1"/>
                <a:gd name="T1" fmla="*/ 0 h 577"/>
                <a:gd name="T2" fmla="*/ 0 w 1"/>
                <a:gd name="T3" fmla="*/ 577 h 577"/>
                <a:gd name="T4" fmla="*/ 1 w 1"/>
                <a:gd name="T5" fmla="*/ 577 h 5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577">
                  <a:moveTo>
                    <a:pt x="0" y="0"/>
                  </a:moveTo>
                  <a:lnTo>
                    <a:pt x="0" y="577"/>
                  </a:lnTo>
                  <a:lnTo>
                    <a:pt x="1" y="577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6218" name="Freeform 26">
              <a:extLst>
                <a:ext uri="{FF2B5EF4-FFF2-40B4-BE49-F238E27FC236}">
                  <a16:creationId xmlns:a16="http://schemas.microsoft.com/office/drawing/2014/main" id="{15E21361-BAD5-4102-A3A3-869DD2A82013}"/>
                </a:ext>
              </a:extLst>
            </p:cNvPr>
            <p:cNvSpPr>
              <a:spLocks/>
            </p:cNvSpPr>
            <p:nvPr/>
          </p:nvSpPr>
          <p:spPr bwMode="auto">
            <a:xfrm>
              <a:off x="3183" y="1825"/>
              <a:ext cx="1" cy="115"/>
            </a:xfrm>
            <a:custGeom>
              <a:avLst/>
              <a:gdLst>
                <a:gd name="T0" fmla="*/ 0 w 2"/>
                <a:gd name="T1" fmla="*/ 0 h 577"/>
                <a:gd name="T2" fmla="*/ 0 w 2"/>
                <a:gd name="T3" fmla="*/ 577 h 577"/>
                <a:gd name="T4" fmla="*/ 2 w 2"/>
                <a:gd name="T5" fmla="*/ 577 h 5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577">
                  <a:moveTo>
                    <a:pt x="0" y="0"/>
                  </a:moveTo>
                  <a:lnTo>
                    <a:pt x="0" y="577"/>
                  </a:lnTo>
                  <a:lnTo>
                    <a:pt x="2" y="577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6219" name="Freeform 27">
              <a:extLst>
                <a:ext uri="{FF2B5EF4-FFF2-40B4-BE49-F238E27FC236}">
                  <a16:creationId xmlns:a16="http://schemas.microsoft.com/office/drawing/2014/main" id="{989DF206-76AA-491C-9F33-C6349C8B7EAA}"/>
                </a:ext>
              </a:extLst>
            </p:cNvPr>
            <p:cNvSpPr>
              <a:spLocks/>
            </p:cNvSpPr>
            <p:nvPr/>
          </p:nvSpPr>
          <p:spPr bwMode="auto">
            <a:xfrm>
              <a:off x="2836" y="1825"/>
              <a:ext cx="347" cy="1"/>
            </a:xfrm>
            <a:custGeom>
              <a:avLst/>
              <a:gdLst>
                <a:gd name="T0" fmla="*/ 0 w 1737"/>
                <a:gd name="T1" fmla="*/ 1735 w 1737"/>
                <a:gd name="T2" fmla="*/ 1737 w 1737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1737">
                  <a:moveTo>
                    <a:pt x="0" y="0"/>
                  </a:moveTo>
                  <a:lnTo>
                    <a:pt x="1735" y="0"/>
                  </a:lnTo>
                  <a:lnTo>
                    <a:pt x="1737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6220" name="Freeform 28">
              <a:extLst>
                <a:ext uri="{FF2B5EF4-FFF2-40B4-BE49-F238E27FC236}">
                  <a16:creationId xmlns:a16="http://schemas.microsoft.com/office/drawing/2014/main" id="{5E6D3470-3288-4C3A-8D20-33C01291E7EF}"/>
                </a:ext>
              </a:extLst>
            </p:cNvPr>
            <p:cNvSpPr>
              <a:spLocks/>
            </p:cNvSpPr>
            <p:nvPr/>
          </p:nvSpPr>
          <p:spPr bwMode="auto">
            <a:xfrm>
              <a:off x="2836" y="1940"/>
              <a:ext cx="347" cy="1"/>
            </a:xfrm>
            <a:custGeom>
              <a:avLst/>
              <a:gdLst>
                <a:gd name="T0" fmla="*/ 0 w 1737"/>
                <a:gd name="T1" fmla="*/ 1735 w 1737"/>
                <a:gd name="T2" fmla="*/ 1737 w 1737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1737">
                  <a:moveTo>
                    <a:pt x="0" y="0"/>
                  </a:moveTo>
                  <a:lnTo>
                    <a:pt x="1735" y="0"/>
                  </a:lnTo>
                  <a:lnTo>
                    <a:pt x="1737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6221" name="Freeform 29">
              <a:extLst>
                <a:ext uri="{FF2B5EF4-FFF2-40B4-BE49-F238E27FC236}">
                  <a16:creationId xmlns:a16="http://schemas.microsoft.com/office/drawing/2014/main" id="{9E9E9E3B-BE93-449C-BFB0-EF63E70C1904}"/>
                </a:ext>
              </a:extLst>
            </p:cNvPr>
            <p:cNvSpPr>
              <a:spLocks/>
            </p:cNvSpPr>
            <p:nvPr/>
          </p:nvSpPr>
          <p:spPr bwMode="auto">
            <a:xfrm>
              <a:off x="2836" y="2281"/>
              <a:ext cx="347" cy="1"/>
            </a:xfrm>
            <a:custGeom>
              <a:avLst/>
              <a:gdLst>
                <a:gd name="T0" fmla="*/ 0 w 1737"/>
                <a:gd name="T1" fmla="*/ 1735 w 1737"/>
                <a:gd name="T2" fmla="*/ 1737 w 1737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1737">
                  <a:moveTo>
                    <a:pt x="0" y="0"/>
                  </a:moveTo>
                  <a:lnTo>
                    <a:pt x="1735" y="0"/>
                  </a:lnTo>
                  <a:lnTo>
                    <a:pt x="1737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6222" name="Freeform 30">
              <a:extLst>
                <a:ext uri="{FF2B5EF4-FFF2-40B4-BE49-F238E27FC236}">
                  <a16:creationId xmlns:a16="http://schemas.microsoft.com/office/drawing/2014/main" id="{AD6F038B-FAE1-4B05-9445-D20B7BF7167B}"/>
                </a:ext>
              </a:extLst>
            </p:cNvPr>
            <p:cNvSpPr>
              <a:spLocks/>
            </p:cNvSpPr>
            <p:nvPr/>
          </p:nvSpPr>
          <p:spPr bwMode="auto">
            <a:xfrm>
              <a:off x="2831" y="2396"/>
              <a:ext cx="347" cy="1"/>
            </a:xfrm>
            <a:custGeom>
              <a:avLst/>
              <a:gdLst>
                <a:gd name="T0" fmla="*/ 0 w 1737"/>
                <a:gd name="T1" fmla="*/ 1735 w 1737"/>
                <a:gd name="T2" fmla="*/ 1737 w 1737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1737">
                  <a:moveTo>
                    <a:pt x="0" y="0"/>
                  </a:moveTo>
                  <a:lnTo>
                    <a:pt x="1735" y="0"/>
                  </a:lnTo>
                  <a:lnTo>
                    <a:pt x="1737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6223" name="Freeform 31">
              <a:extLst>
                <a:ext uri="{FF2B5EF4-FFF2-40B4-BE49-F238E27FC236}">
                  <a16:creationId xmlns:a16="http://schemas.microsoft.com/office/drawing/2014/main" id="{B4D4083F-A6D9-4864-AC10-F0EF79926073}"/>
                </a:ext>
              </a:extLst>
            </p:cNvPr>
            <p:cNvSpPr>
              <a:spLocks/>
            </p:cNvSpPr>
            <p:nvPr/>
          </p:nvSpPr>
          <p:spPr bwMode="auto">
            <a:xfrm>
              <a:off x="2836" y="2280"/>
              <a:ext cx="1" cy="121"/>
            </a:xfrm>
            <a:custGeom>
              <a:avLst/>
              <a:gdLst>
                <a:gd name="T0" fmla="*/ 1 w 1"/>
                <a:gd name="T1" fmla="*/ 0 h 121"/>
                <a:gd name="T2" fmla="*/ 0 w 1"/>
                <a:gd name="T3" fmla="*/ 121 h 121"/>
                <a:gd name="T4" fmla="*/ 1 w 1"/>
                <a:gd name="T5" fmla="*/ 121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121">
                  <a:moveTo>
                    <a:pt x="1" y="0"/>
                  </a:moveTo>
                  <a:lnTo>
                    <a:pt x="0" y="121"/>
                  </a:lnTo>
                  <a:lnTo>
                    <a:pt x="1" y="121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6224" name="Freeform 32">
              <a:extLst>
                <a:ext uri="{FF2B5EF4-FFF2-40B4-BE49-F238E27FC236}">
                  <a16:creationId xmlns:a16="http://schemas.microsoft.com/office/drawing/2014/main" id="{E68961FA-2C8F-4AB8-819B-18497B6AFCE2}"/>
                </a:ext>
              </a:extLst>
            </p:cNvPr>
            <p:cNvSpPr>
              <a:spLocks/>
            </p:cNvSpPr>
            <p:nvPr/>
          </p:nvSpPr>
          <p:spPr bwMode="auto">
            <a:xfrm>
              <a:off x="3182" y="2275"/>
              <a:ext cx="2" cy="131"/>
            </a:xfrm>
            <a:custGeom>
              <a:avLst/>
              <a:gdLst>
                <a:gd name="T0" fmla="*/ 0 w 2"/>
                <a:gd name="T1" fmla="*/ 0 h 131"/>
                <a:gd name="T2" fmla="*/ 0 w 2"/>
                <a:gd name="T3" fmla="*/ 120 h 131"/>
                <a:gd name="T4" fmla="*/ 2 w 2"/>
                <a:gd name="T5" fmla="*/ 131 h 1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131">
                  <a:moveTo>
                    <a:pt x="0" y="0"/>
                  </a:moveTo>
                  <a:lnTo>
                    <a:pt x="0" y="120"/>
                  </a:lnTo>
                  <a:lnTo>
                    <a:pt x="2" y="131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6225" name="Rectangle 33">
              <a:extLst>
                <a:ext uri="{FF2B5EF4-FFF2-40B4-BE49-F238E27FC236}">
                  <a16:creationId xmlns:a16="http://schemas.microsoft.com/office/drawing/2014/main" id="{B45D5649-3EC1-42E3-8733-5FBED2292F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52" y="1558"/>
              <a:ext cx="355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l" eaLnBrk="1" hangingPunct="1"/>
              <a:r>
                <a:rPr lang="en-US" altLang="zh-CN" i="1">
                  <a:latin typeface="宋体" panose="02010600030101010101" pitchFamily="2" charset="-122"/>
                </a:rPr>
                <a:t>A</a:t>
              </a:r>
              <a:r>
                <a:rPr lang="zh-CN" altLang="en-US" sz="2000">
                  <a:latin typeface="宋体" panose="02010600030101010101" pitchFamily="2" charset="-122"/>
                </a:rPr>
                <a:t>－</a:t>
              </a:r>
              <a:r>
                <a:rPr lang="en-US" altLang="zh-CN" i="1">
                  <a:latin typeface="宋体" panose="02010600030101010101" pitchFamily="2" charset="-122"/>
                </a:rPr>
                <a:t>A</a:t>
              </a:r>
              <a:endParaRPr lang="en-US" altLang="zh-CN" sz="2000"/>
            </a:p>
          </p:txBody>
        </p:sp>
        <p:sp>
          <p:nvSpPr>
            <p:cNvPr id="136226" name="Freeform 34">
              <a:extLst>
                <a:ext uri="{FF2B5EF4-FFF2-40B4-BE49-F238E27FC236}">
                  <a16:creationId xmlns:a16="http://schemas.microsoft.com/office/drawing/2014/main" id="{0292E83F-FF09-496C-97AC-536CB1751BCB}"/>
                </a:ext>
              </a:extLst>
            </p:cNvPr>
            <p:cNvSpPr>
              <a:spLocks/>
            </p:cNvSpPr>
            <p:nvPr/>
          </p:nvSpPr>
          <p:spPr bwMode="auto">
            <a:xfrm>
              <a:off x="2768" y="2110"/>
              <a:ext cx="190" cy="1"/>
            </a:xfrm>
            <a:custGeom>
              <a:avLst/>
              <a:gdLst>
                <a:gd name="T0" fmla="*/ 0 w 954"/>
                <a:gd name="T1" fmla="*/ 953 w 954"/>
                <a:gd name="T2" fmla="*/ 954 w 95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954">
                  <a:moveTo>
                    <a:pt x="0" y="0"/>
                  </a:moveTo>
                  <a:lnTo>
                    <a:pt x="953" y="0"/>
                  </a:lnTo>
                  <a:lnTo>
                    <a:pt x="954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6227" name="Freeform 35">
              <a:extLst>
                <a:ext uri="{FF2B5EF4-FFF2-40B4-BE49-F238E27FC236}">
                  <a16:creationId xmlns:a16="http://schemas.microsoft.com/office/drawing/2014/main" id="{69484EDB-7439-4033-858A-267C674C6B83}"/>
                </a:ext>
              </a:extLst>
            </p:cNvPr>
            <p:cNvSpPr>
              <a:spLocks/>
            </p:cNvSpPr>
            <p:nvPr/>
          </p:nvSpPr>
          <p:spPr bwMode="auto">
            <a:xfrm>
              <a:off x="3006" y="2110"/>
              <a:ext cx="27" cy="1"/>
            </a:xfrm>
            <a:custGeom>
              <a:avLst/>
              <a:gdLst>
                <a:gd name="T0" fmla="*/ 0 w 138"/>
                <a:gd name="T1" fmla="*/ 137 w 138"/>
                <a:gd name="T2" fmla="*/ 138 w 138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138">
                  <a:moveTo>
                    <a:pt x="0" y="0"/>
                  </a:moveTo>
                  <a:lnTo>
                    <a:pt x="137" y="0"/>
                  </a:lnTo>
                  <a:lnTo>
                    <a:pt x="138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6228" name="Freeform 36">
              <a:extLst>
                <a:ext uri="{FF2B5EF4-FFF2-40B4-BE49-F238E27FC236}">
                  <a16:creationId xmlns:a16="http://schemas.microsoft.com/office/drawing/2014/main" id="{84ADD9AA-2C44-4449-8EE9-FF4C27936797}"/>
                </a:ext>
              </a:extLst>
            </p:cNvPr>
            <p:cNvSpPr>
              <a:spLocks/>
            </p:cNvSpPr>
            <p:nvPr/>
          </p:nvSpPr>
          <p:spPr bwMode="auto">
            <a:xfrm>
              <a:off x="3081" y="2110"/>
              <a:ext cx="157" cy="1"/>
            </a:xfrm>
            <a:custGeom>
              <a:avLst/>
              <a:gdLst>
                <a:gd name="T0" fmla="*/ 0 w 784"/>
                <a:gd name="T1" fmla="*/ 783 w 784"/>
                <a:gd name="T2" fmla="*/ 784 w 78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784">
                  <a:moveTo>
                    <a:pt x="0" y="0"/>
                  </a:moveTo>
                  <a:lnTo>
                    <a:pt x="783" y="0"/>
                  </a:lnTo>
                  <a:lnTo>
                    <a:pt x="784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6229" name="Freeform 37">
              <a:extLst>
                <a:ext uri="{FF2B5EF4-FFF2-40B4-BE49-F238E27FC236}">
                  <a16:creationId xmlns:a16="http://schemas.microsoft.com/office/drawing/2014/main" id="{09ADA882-B864-4945-94AC-2818E1E3E48C}"/>
                </a:ext>
              </a:extLst>
            </p:cNvPr>
            <p:cNvSpPr>
              <a:spLocks/>
            </p:cNvSpPr>
            <p:nvPr/>
          </p:nvSpPr>
          <p:spPr bwMode="auto">
            <a:xfrm>
              <a:off x="2836" y="1825"/>
              <a:ext cx="41" cy="40"/>
            </a:xfrm>
            <a:custGeom>
              <a:avLst/>
              <a:gdLst>
                <a:gd name="T0" fmla="*/ 0 w 205"/>
                <a:gd name="T1" fmla="*/ 204 h 204"/>
                <a:gd name="T2" fmla="*/ 204 w 205"/>
                <a:gd name="T3" fmla="*/ 0 h 204"/>
                <a:gd name="T4" fmla="*/ 205 w 205"/>
                <a:gd name="T5" fmla="*/ 0 h 2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5" h="204">
                  <a:moveTo>
                    <a:pt x="0" y="204"/>
                  </a:moveTo>
                  <a:lnTo>
                    <a:pt x="204" y="0"/>
                  </a:lnTo>
                  <a:lnTo>
                    <a:pt x="205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6230" name="Freeform 38">
              <a:extLst>
                <a:ext uri="{FF2B5EF4-FFF2-40B4-BE49-F238E27FC236}">
                  <a16:creationId xmlns:a16="http://schemas.microsoft.com/office/drawing/2014/main" id="{0D3B3530-FFBE-4059-98AC-3BBC5849FB37}"/>
                </a:ext>
              </a:extLst>
            </p:cNvPr>
            <p:cNvSpPr>
              <a:spLocks/>
            </p:cNvSpPr>
            <p:nvPr/>
          </p:nvSpPr>
          <p:spPr bwMode="auto">
            <a:xfrm>
              <a:off x="2872" y="1818"/>
              <a:ext cx="124" cy="124"/>
            </a:xfrm>
            <a:custGeom>
              <a:avLst/>
              <a:gdLst>
                <a:gd name="T0" fmla="*/ 0 w 124"/>
                <a:gd name="T1" fmla="*/ 124 h 124"/>
                <a:gd name="T2" fmla="*/ 124 w 124"/>
                <a:gd name="T3" fmla="*/ 0 h 124"/>
                <a:gd name="T4" fmla="*/ 114 w 124"/>
                <a:gd name="T5" fmla="*/ 7 h 1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24" h="124">
                  <a:moveTo>
                    <a:pt x="0" y="124"/>
                  </a:moveTo>
                  <a:lnTo>
                    <a:pt x="124" y="0"/>
                  </a:lnTo>
                  <a:lnTo>
                    <a:pt x="114" y="7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6231" name="Freeform 39">
              <a:extLst>
                <a:ext uri="{FF2B5EF4-FFF2-40B4-BE49-F238E27FC236}">
                  <a16:creationId xmlns:a16="http://schemas.microsoft.com/office/drawing/2014/main" id="{FEE85CDB-4393-456F-9604-DF2A7C0D68D5}"/>
                </a:ext>
              </a:extLst>
            </p:cNvPr>
            <p:cNvSpPr>
              <a:spLocks/>
            </p:cNvSpPr>
            <p:nvPr/>
          </p:nvSpPr>
          <p:spPr bwMode="auto">
            <a:xfrm>
              <a:off x="2979" y="1825"/>
              <a:ext cx="116" cy="115"/>
            </a:xfrm>
            <a:custGeom>
              <a:avLst/>
              <a:gdLst>
                <a:gd name="T0" fmla="*/ 0 w 116"/>
                <a:gd name="T1" fmla="*/ 115 h 115"/>
                <a:gd name="T2" fmla="*/ 112 w 116"/>
                <a:gd name="T3" fmla="*/ 1 h 115"/>
                <a:gd name="T4" fmla="*/ 116 w 116"/>
                <a:gd name="T5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16" h="115">
                  <a:moveTo>
                    <a:pt x="0" y="115"/>
                  </a:moveTo>
                  <a:lnTo>
                    <a:pt x="112" y="1"/>
                  </a:lnTo>
                  <a:lnTo>
                    <a:pt x="116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6232" name="Freeform 40">
              <a:extLst>
                <a:ext uri="{FF2B5EF4-FFF2-40B4-BE49-F238E27FC236}">
                  <a16:creationId xmlns:a16="http://schemas.microsoft.com/office/drawing/2014/main" id="{8F1F1083-F460-46A2-8F51-889E15A04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3088" y="1845"/>
              <a:ext cx="95" cy="95"/>
            </a:xfrm>
            <a:custGeom>
              <a:avLst/>
              <a:gdLst>
                <a:gd name="T0" fmla="*/ 0 w 475"/>
                <a:gd name="T1" fmla="*/ 474 h 474"/>
                <a:gd name="T2" fmla="*/ 473 w 475"/>
                <a:gd name="T3" fmla="*/ 0 h 474"/>
                <a:gd name="T4" fmla="*/ 475 w 475"/>
                <a:gd name="T5" fmla="*/ 0 h 4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75" h="474">
                  <a:moveTo>
                    <a:pt x="0" y="474"/>
                  </a:moveTo>
                  <a:lnTo>
                    <a:pt x="473" y="0"/>
                  </a:lnTo>
                  <a:lnTo>
                    <a:pt x="475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6233" name="Freeform 41">
              <a:extLst>
                <a:ext uri="{FF2B5EF4-FFF2-40B4-BE49-F238E27FC236}">
                  <a16:creationId xmlns:a16="http://schemas.microsoft.com/office/drawing/2014/main" id="{04D4EEEA-4622-4F9A-8866-C3D47B413B67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0" y="2281"/>
              <a:ext cx="116" cy="115"/>
            </a:xfrm>
            <a:custGeom>
              <a:avLst/>
              <a:gdLst>
                <a:gd name="T0" fmla="*/ 0 w 579"/>
                <a:gd name="T1" fmla="*/ 577 h 577"/>
                <a:gd name="T2" fmla="*/ 578 w 579"/>
                <a:gd name="T3" fmla="*/ 0 h 577"/>
                <a:gd name="T4" fmla="*/ 579 w 579"/>
                <a:gd name="T5" fmla="*/ 0 h 5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79" h="577">
                  <a:moveTo>
                    <a:pt x="0" y="577"/>
                  </a:moveTo>
                  <a:lnTo>
                    <a:pt x="578" y="0"/>
                  </a:lnTo>
                  <a:lnTo>
                    <a:pt x="579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6234" name="Freeform 42">
              <a:extLst>
                <a:ext uri="{FF2B5EF4-FFF2-40B4-BE49-F238E27FC236}">
                  <a16:creationId xmlns:a16="http://schemas.microsoft.com/office/drawing/2014/main" id="{F641B054-D611-4F14-A45B-473235DBAB27}"/>
                </a:ext>
              </a:extLst>
            </p:cNvPr>
            <p:cNvSpPr>
              <a:spLocks/>
            </p:cNvSpPr>
            <p:nvPr/>
          </p:nvSpPr>
          <p:spPr bwMode="auto">
            <a:xfrm>
              <a:off x="2959" y="2281"/>
              <a:ext cx="116" cy="115"/>
            </a:xfrm>
            <a:custGeom>
              <a:avLst/>
              <a:gdLst>
                <a:gd name="T0" fmla="*/ 0 w 579"/>
                <a:gd name="T1" fmla="*/ 577 h 577"/>
                <a:gd name="T2" fmla="*/ 578 w 579"/>
                <a:gd name="T3" fmla="*/ 0 h 577"/>
                <a:gd name="T4" fmla="*/ 579 w 579"/>
                <a:gd name="T5" fmla="*/ 0 h 5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79" h="577">
                  <a:moveTo>
                    <a:pt x="0" y="577"/>
                  </a:moveTo>
                  <a:lnTo>
                    <a:pt x="578" y="0"/>
                  </a:lnTo>
                  <a:lnTo>
                    <a:pt x="579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6235" name="Freeform 43">
              <a:extLst>
                <a:ext uri="{FF2B5EF4-FFF2-40B4-BE49-F238E27FC236}">
                  <a16:creationId xmlns:a16="http://schemas.microsoft.com/office/drawing/2014/main" id="{49F74556-A367-4CC7-B237-6ADBBDF56BA4}"/>
                </a:ext>
              </a:extLst>
            </p:cNvPr>
            <p:cNvSpPr>
              <a:spLocks/>
            </p:cNvSpPr>
            <p:nvPr/>
          </p:nvSpPr>
          <p:spPr bwMode="auto">
            <a:xfrm>
              <a:off x="3069" y="2282"/>
              <a:ext cx="114" cy="114"/>
            </a:xfrm>
            <a:custGeom>
              <a:avLst/>
              <a:gdLst>
                <a:gd name="T0" fmla="*/ 0 w 573"/>
                <a:gd name="T1" fmla="*/ 572 h 572"/>
                <a:gd name="T2" fmla="*/ 571 w 573"/>
                <a:gd name="T3" fmla="*/ 0 h 572"/>
                <a:gd name="T4" fmla="*/ 573 w 573"/>
                <a:gd name="T5" fmla="*/ 0 h 5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73" h="572">
                  <a:moveTo>
                    <a:pt x="0" y="572"/>
                  </a:moveTo>
                  <a:lnTo>
                    <a:pt x="571" y="0"/>
                  </a:lnTo>
                  <a:lnTo>
                    <a:pt x="573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6236" name="Freeform 44">
              <a:extLst>
                <a:ext uri="{FF2B5EF4-FFF2-40B4-BE49-F238E27FC236}">
                  <a16:creationId xmlns:a16="http://schemas.microsoft.com/office/drawing/2014/main" id="{BD8F31B9-8ADC-4D86-A7AF-4A840A352CD3}"/>
                </a:ext>
              </a:extLst>
            </p:cNvPr>
            <p:cNvSpPr>
              <a:spLocks/>
            </p:cNvSpPr>
            <p:nvPr/>
          </p:nvSpPr>
          <p:spPr bwMode="auto">
            <a:xfrm>
              <a:off x="3178" y="2391"/>
              <a:ext cx="5" cy="5"/>
            </a:xfrm>
            <a:custGeom>
              <a:avLst/>
              <a:gdLst>
                <a:gd name="T0" fmla="*/ 0 w 28"/>
                <a:gd name="T1" fmla="*/ 26 h 26"/>
                <a:gd name="T2" fmla="*/ 26 w 28"/>
                <a:gd name="T3" fmla="*/ 0 h 26"/>
                <a:gd name="T4" fmla="*/ 28 w 28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8" h="26">
                  <a:moveTo>
                    <a:pt x="0" y="26"/>
                  </a:moveTo>
                  <a:lnTo>
                    <a:pt x="26" y="0"/>
                  </a:lnTo>
                  <a:lnTo>
                    <a:pt x="28" y="0"/>
                  </a:lnTo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36237" name="Line 45">
            <a:extLst>
              <a:ext uri="{FF2B5EF4-FFF2-40B4-BE49-F238E27FC236}">
                <a16:creationId xmlns:a16="http://schemas.microsoft.com/office/drawing/2014/main" id="{EF3F9369-1BA8-43B0-9E8A-71D5C593174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679575" y="5256213"/>
            <a:ext cx="650875" cy="123825"/>
          </a:xfrm>
          <a:prstGeom prst="line">
            <a:avLst/>
          </a:prstGeom>
          <a:noFill/>
          <a:ln w="19050">
            <a:solidFill>
              <a:schemeClr val="tx1"/>
            </a:solidFill>
            <a:prstDash val="lgDash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6238" name="Line 46">
            <a:extLst>
              <a:ext uri="{FF2B5EF4-FFF2-40B4-BE49-F238E27FC236}">
                <a16:creationId xmlns:a16="http://schemas.microsoft.com/office/drawing/2014/main" id="{023E0056-02D7-4B32-A3EE-64D51C00C9A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314575" y="4322763"/>
            <a:ext cx="1533525" cy="936625"/>
          </a:xfrm>
          <a:prstGeom prst="line">
            <a:avLst/>
          </a:prstGeom>
          <a:noFill/>
          <a:ln w="19050">
            <a:solidFill>
              <a:schemeClr val="tx1"/>
            </a:solidFill>
            <a:prstDash val="lgDash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6239" name="Text Box 47">
            <a:extLst>
              <a:ext uri="{FF2B5EF4-FFF2-40B4-BE49-F238E27FC236}">
                <a16:creationId xmlns:a16="http://schemas.microsoft.com/office/drawing/2014/main" id="{02DAC68F-E9D4-4292-B3D6-8BF947A4E2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0200" y="3229756"/>
            <a:ext cx="9110663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l" eaLnBrk="1" hangingPunct="1"/>
            <a:r>
              <a:rPr lang="en-US" altLang="zh-CN" sz="2800" dirty="0">
                <a:solidFill>
                  <a:srgbClr val="010000"/>
                </a:solidFill>
                <a:latin typeface="宋体" panose="02010600030101010101" pitchFamily="2" charset="-122"/>
              </a:rPr>
              <a:t>☆</a:t>
            </a:r>
            <a:r>
              <a:rPr lang="zh-CN" altLang="en-US" sz="2800" dirty="0">
                <a:solidFill>
                  <a:srgbClr val="010000"/>
                </a:solidFill>
                <a:latin typeface="宋体" panose="02010600030101010101" pitchFamily="2" charset="-122"/>
              </a:rPr>
              <a:t>用两个或多个相交的剖切平面剖切得出的移出断面，</a:t>
            </a:r>
          </a:p>
          <a:p>
            <a:pPr algn="l" eaLnBrk="1" hangingPunct="1"/>
            <a:r>
              <a:rPr lang="zh-CN" altLang="en-US" sz="2800" dirty="0">
                <a:solidFill>
                  <a:srgbClr val="010000"/>
                </a:solidFill>
                <a:latin typeface="宋体" panose="02010600030101010101" pitchFamily="2" charset="-122"/>
              </a:rPr>
              <a:t>  </a:t>
            </a:r>
            <a:r>
              <a:rPr lang="zh-CN" altLang="en-US" sz="2800" dirty="0">
                <a:solidFill>
                  <a:srgbClr val="FF0000"/>
                </a:solidFill>
                <a:latin typeface="宋体" panose="02010600030101010101" pitchFamily="2" charset="-122"/>
              </a:rPr>
              <a:t>中间一般应断开</a:t>
            </a:r>
            <a:r>
              <a:rPr lang="zh-CN" altLang="en-US" sz="2800" dirty="0">
                <a:solidFill>
                  <a:srgbClr val="010000"/>
                </a:solidFill>
                <a:latin typeface="宋体" panose="02010600030101010101" pitchFamily="2" charset="-122"/>
              </a:rPr>
              <a:t>。</a:t>
            </a:r>
          </a:p>
        </p:txBody>
      </p:sp>
      <p:grpSp>
        <p:nvGrpSpPr>
          <p:cNvPr id="136241" name="Group 49">
            <a:extLst>
              <a:ext uri="{FF2B5EF4-FFF2-40B4-BE49-F238E27FC236}">
                <a16:creationId xmlns:a16="http://schemas.microsoft.com/office/drawing/2014/main" id="{3A0756E8-A3D1-4F94-970C-7FC57BF636C7}"/>
              </a:ext>
            </a:extLst>
          </p:cNvPr>
          <p:cNvGrpSpPr>
            <a:grpSpLocks/>
          </p:cNvGrpSpPr>
          <p:nvPr/>
        </p:nvGrpSpPr>
        <p:grpSpPr bwMode="auto">
          <a:xfrm>
            <a:off x="1519238" y="4314018"/>
            <a:ext cx="2400300" cy="2319338"/>
            <a:chOff x="957" y="2610"/>
            <a:chExt cx="1512" cy="1461"/>
          </a:xfrm>
        </p:grpSpPr>
        <p:sp>
          <p:nvSpPr>
            <p:cNvPr id="136242" name="Line 50">
              <a:extLst>
                <a:ext uri="{FF2B5EF4-FFF2-40B4-BE49-F238E27FC236}">
                  <a16:creationId xmlns:a16="http://schemas.microsoft.com/office/drawing/2014/main" id="{409BB8CD-2F4F-4780-916C-196A992F33D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88" y="3826"/>
              <a:ext cx="1319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6243" name="Line 51">
              <a:extLst>
                <a:ext uri="{FF2B5EF4-FFF2-40B4-BE49-F238E27FC236}">
                  <a16:creationId xmlns:a16="http://schemas.microsoft.com/office/drawing/2014/main" id="{F589D2F0-3845-465A-85AB-1ACBA3EA172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90" y="3998"/>
              <a:ext cx="1379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6244" name="Freeform 52">
              <a:extLst>
                <a:ext uri="{FF2B5EF4-FFF2-40B4-BE49-F238E27FC236}">
                  <a16:creationId xmlns:a16="http://schemas.microsoft.com/office/drawing/2014/main" id="{682CF379-C7DC-49E6-91A6-F7750254092B}"/>
                </a:ext>
              </a:extLst>
            </p:cNvPr>
            <p:cNvSpPr>
              <a:spLocks/>
            </p:cNvSpPr>
            <p:nvPr/>
          </p:nvSpPr>
          <p:spPr bwMode="auto">
            <a:xfrm>
              <a:off x="2407" y="3826"/>
              <a:ext cx="57" cy="65"/>
            </a:xfrm>
            <a:custGeom>
              <a:avLst/>
              <a:gdLst>
                <a:gd name="T0" fmla="*/ 0 w 57"/>
                <a:gd name="T1" fmla="*/ 0 h 65"/>
                <a:gd name="T2" fmla="*/ 29 w 57"/>
                <a:gd name="T3" fmla="*/ 12 h 65"/>
                <a:gd name="T4" fmla="*/ 48 w 57"/>
                <a:gd name="T5" fmla="*/ 33 h 65"/>
                <a:gd name="T6" fmla="*/ 57 w 57"/>
                <a:gd name="T7" fmla="*/ 65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7" h="65">
                  <a:moveTo>
                    <a:pt x="0" y="0"/>
                  </a:moveTo>
                  <a:cubicBezTo>
                    <a:pt x="5" y="2"/>
                    <a:pt x="21" y="7"/>
                    <a:pt x="29" y="12"/>
                  </a:cubicBezTo>
                  <a:cubicBezTo>
                    <a:pt x="37" y="17"/>
                    <a:pt x="43" y="24"/>
                    <a:pt x="48" y="33"/>
                  </a:cubicBezTo>
                  <a:cubicBezTo>
                    <a:pt x="53" y="42"/>
                    <a:pt x="55" y="58"/>
                    <a:pt x="57" y="65"/>
                  </a:cubicBez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6245" name="Line 53">
              <a:extLst>
                <a:ext uri="{FF2B5EF4-FFF2-40B4-BE49-F238E27FC236}">
                  <a16:creationId xmlns:a16="http://schemas.microsoft.com/office/drawing/2014/main" id="{77B81ABA-1DE2-4EAD-A65E-BFBE0D5CC2A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64" y="3891"/>
              <a:ext cx="0" cy="11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6246" name="Line 54">
              <a:extLst>
                <a:ext uri="{FF2B5EF4-FFF2-40B4-BE49-F238E27FC236}">
                  <a16:creationId xmlns:a16="http://schemas.microsoft.com/office/drawing/2014/main" id="{DC531604-4E21-400F-B6B8-92E97B39269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516" y="2611"/>
              <a:ext cx="672" cy="116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6247" name="Freeform 55">
              <a:extLst>
                <a:ext uri="{FF2B5EF4-FFF2-40B4-BE49-F238E27FC236}">
                  <a16:creationId xmlns:a16="http://schemas.microsoft.com/office/drawing/2014/main" id="{07B5501A-AB10-4F6E-AA43-F04A04F3FF6A}"/>
                </a:ext>
              </a:extLst>
            </p:cNvPr>
            <p:cNvSpPr>
              <a:spLocks/>
            </p:cNvSpPr>
            <p:nvPr/>
          </p:nvSpPr>
          <p:spPr bwMode="auto">
            <a:xfrm>
              <a:off x="1390" y="2669"/>
              <a:ext cx="618" cy="1066"/>
            </a:xfrm>
            <a:custGeom>
              <a:avLst/>
              <a:gdLst>
                <a:gd name="T0" fmla="*/ 618 w 618"/>
                <a:gd name="T1" fmla="*/ 1066 h 1066"/>
                <a:gd name="T2" fmla="*/ 0 w 618"/>
                <a:gd name="T3" fmla="*/ 0 h 10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618" h="1066">
                  <a:moveTo>
                    <a:pt x="618" y="1066"/>
                  </a:moveTo>
                  <a:lnTo>
                    <a:pt x="0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136248" name="Group 56">
              <a:extLst>
                <a:ext uri="{FF2B5EF4-FFF2-40B4-BE49-F238E27FC236}">
                  <a16:creationId xmlns:a16="http://schemas.microsoft.com/office/drawing/2014/main" id="{B0FF6170-898B-4B7B-866C-2553B089ADE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55" y="3788"/>
              <a:ext cx="64" cy="283"/>
              <a:chOff x="2182" y="3284"/>
              <a:chExt cx="64" cy="292"/>
            </a:xfrm>
          </p:grpSpPr>
          <p:sp>
            <p:nvSpPr>
              <p:cNvPr id="136249" name="Line 57">
                <a:extLst>
                  <a:ext uri="{FF2B5EF4-FFF2-40B4-BE49-F238E27FC236}">
                    <a16:creationId xmlns:a16="http://schemas.microsoft.com/office/drawing/2014/main" id="{97E62FF8-EA1C-4EAE-AB3E-51C466EA289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13" y="3284"/>
                <a:ext cx="0" cy="11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6250" name="Line 58">
                <a:extLst>
                  <a:ext uri="{FF2B5EF4-FFF2-40B4-BE49-F238E27FC236}">
                    <a16:creationId xmlns:a16="http://schemas.microsoft.com/office/drawing/2014/main" id="{78758A4B-A800-42F5-BB2D-289426F88BD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13" y="3446"/>
                <a:ext cx="0" cy="13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6251" name="Line 59">
                <a:extLst>
                  <a:ext uri="{FF2B5EF4-FFF2-40B4-BE49-F238E27FC236}">
                    <a16:creationId xmlns:a16="http://schemas.microsoft.com/office/drawing/2014/main" id="{A5194548-BBA9-4179-8004-02F90B9E558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13" y="3394"/>
                <a:ext cx="33" cy="19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6252" name="Line 60">
                <a:extLst>
                  <a:ext uri="{FF2B5EF4-FFF2-40B4-BE49-F238E27FC236}">
                    <a16:creationId xmlns:a16="http://schemas.microsoft.com/office/drawing/2014/main" id="{3C272742-3FCD-4139-A202-C83FE0D694C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82" y="3430"/>
                <a:ext cx="33" cy="19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6253" name="Freeform 61">
                <a:extLst>
                  <a:ext uri="{FF2B5EF4-FFF2-40B4-BE49-F238E27FC236}">
                    <a16:creationId xmlns:a16="http://schemas.microsoft.com/office/drawing/2014/main" id="{D812390A-31E7-4D41-AC76-B2ABBA3A9FC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82" y="3413"/>
                <a:ext cx="62" cy="17"/>
              </a:xfrm>
              <a:custGeom>
                <a:avLst/>
                <a:gdLst>
                  <a:gd name="T0" fmla="*/ 0 w 62"/>
                  <a:gd name="T1" fmla="*/ 17 h 17"/>
                  <a:gd name="T2" fmla="*/ 62 w 62"/>
                  <a:gd name="T3" fmla="*/ 0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62" h="17">
                    <a:moveTo>
                      <a:pt x="0" y="17"/>
                    </a:moveTo>
                    <a:lnTo>
                      <a:pt x="62" y="0"/>
                    </a:lnTo>
                  </a:path>
                </a:pathLst>
              </a:custGeom>
              <a:noFill/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36254" name="Group 62">
              <a:extLst>
                <a:ext uri="{FF2B5EF4-FFF2-40B4-BE49-F238E27FC236}">
                  <a16:creationId xmlns:a16="http://schemas.microsoft.com/office/drawing/2014/main" id="{9153E7C4-EF73-4BB4-A307-2D3BCEB73A3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57" y="2610"/>
              <a:ext cx="588" cy="256"/>
              <a:chOff x="2085" y="2094"/>
              <a:chExt cx="588" cy="256"/>
            </a:xfrm>
          </p:grpSpPr>
          <p:sp>
            <p:nvSpPr>
              <p:cNvPr id="136255" name="Line 63">
                <a:extLst>
                  <a:ext uri="{FF2B5EF4-FFF2-40B4-BE49-F238E27FC236}">
                    <a16:creationId xmlns:a16="http://schemas.microsoft.com/office/drawing/2014/main" id="{C1D7B63F-1009-4A6B-9A73-DF900C6FA82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21276879" flipH="1">
                <a:off x="2444" y="2094"/>
                <a:ext cx="229" cy="87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6256" name="Line 64">
                <a:extLst>
                  <a:ext uri="{FF2B5EF4-FFF2-40B4-BE49-F238E27FC236}">
                    <a16:creationId xmlns:a16="http://schemas.microsoft.com/office/drawing/2014/main" id="{3CFA45B9-AA75-4C75-AF6A-B719F5A7783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21276879" flipH="1">
                <a:off x="2085" y="2232"/>
                <a:ext cx="311" cy="118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6257" name="Line 65">
                <a:extLst>
                  <a:ext uri="{FF2B5EF4-FFF2-40B4-BE49-F238E27FC236}">
                    <a16:creationId xmlns:a16="http://schemas.microsoft.com/office/drawing/2014/main" id="{D7C13AC1-295A-4902-B512-D79AC68047E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-323121">
                <a:off x="2454" y="2191"/>
                <a:ext cx="0" cy="3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6258" name="Line 66">
                <a:extLst>
                  <a:ext uri="{FF2B5EF4-FFF2-40B4-BE49-F238E27FC236}">
                    <a16:creationId xmlns:a16="http://schemas.microsoft.com/office/drawing/2014/main" id="{A031B46F-A161-46D9-BACD-E3128B6C570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-323121">
                <a:off x="2393" y="2181"/>
                <a:ext cx="0" cy="38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6259" name="Line 67">
                <a:extLst>
                  <a:ext uri="{FF2B5EF4-FFF2-40B4-BE49-F238E27FC236}">
                    <a16:creationId xmlns:a16="http://schemas.microsoft.com/office/drawing/2014/main" id="{33D4B51B-B8F3-4CD0-A51D-DB7CA4833FC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-323121">
                <a:off x="2392" y="2176"/>
                <a:ext cx="61" cy="54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136260" name="Line 68">
              <a:extLst>
                <a:ext uri="{FF2B5EF4-FFF2-40B4-BE49-F238E27FC236}">
                  <a16:creationId xmlns:a16="http://schemas.microsoft.com/office/drawing/2014/main" id="{27B03A1A-7870-42C6-BACF-F0F485E9E9B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014" y="2853"/>
              <a:ext cx="152" cy="90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6261" name="Line 69">
              <a:extLst>
                <a:ext uri="{FF2B5EF4-FFF2-40B4-BE49-F238E27FC236}">
                  <a16:creationId xmlns:a16="http://schemas.microsoft.com/office/drawing/2014/main" id="{9835F5B2-EFFB-4249-9C9C-A1483C04A2A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43" y="2791"/>
              <a:ext cx="178" cy="99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6262" name="Freeform 70">
              <a:extLst>
                <a:ext uri="{FF2B5EF4-FFF2-40B4-BE49-F238E27FC236}">
                  <a16:creationId xmlns:a16="http://schemas.microsoft.com/office/drawing/2014/main" id="{B3D92B04-2464-4C16-888A-88C44D7FE6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970" y="3729"/>
              <a:ext cx="37" cy="96"/>
            </a:xfrm>
            <a:custGeom>
              <a:avLst/>
              <a:gdLst>
                <a:gd name="T0" fmla="*/ 32 w 37"/>
                <a:gd name="T1" fmla="*/ 0 h 96"/>
                <a:gd name="T2" fmla="*/ 32 w 37"/>
                <a:gd name="T3" fmla="*/ 45 h 96"/>
                <a:gd name="T4" fmla="*/ 0 w 37"/>
                <a:gd name="T5" fmla="*/ 96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7" h="96">
                  <a:moveTo>
                    <a:pt x="32" y="0"/>
                  </a:moveTo>
                  <a:cubicBezTo>
                    <a:pt x="32" y="7"/>
                    <a:pt x="37" y="29"/>
                    <a:pt x="32" y="45"/>
                  </a:cubicBezTo>
                  <a:cubicBezTo>
                    <a:pt x="27" y="61"/>
                    <a:pt x="7" y="86"/>
                    <a:pt x="0" y="96"/>
                  </a:cubicBez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6263" name="Freeform 71">
              <a:extLst>
                <a:ext uri="{FF2B5EF4-FFF2-40B4-BE49-F238E27FC236}">
                  <a16:creationId xmlns:a16="http://schemas.microsoft.com/office/drawing/2014/main" id="{632F687E-9DC2-4C79-ABB9-6FDAE4251E10}"/>
                </a:ext>
              </a:extLst>
            </p:cNvPr>
            <p:cNvSpPr>
              <a:spLocks/>
            </p:cNvSpPr>
            <p:nvPr/>
          </p:nvSpPr>
          <p:spPr bwMode="auto">
            <a:xfrm>
              <a:off x="2187" y="3774"/>
              <a:ext cx="115" cy="51"/>
            </a:xfrm>
            <a:custGeom>
              <a:avLst/>
              <a:gdLst>
                <a:gd name="T0" fmla="*/ 0 w 115"/>
                <a:gd name="T1" fmla="*/ 0 h 51"/>
                <a:gd name="T2" fmla="*/ 32 w 115"/>
                <a:gd name="T3" fmla="*/ 25 h 51"/>
                <a:gd name="T4" fmla="*/ 115 w 115"/>
                <a:gd name="T5" fmla="*/ 51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15" h="51">
                  <a:moveTo>
                    <a:pt x="0" y="0"/>
                  </a:moveTo>
                  <a:cubicBezTo>
                    <a:pt x="5" y="4"/>
                    <a:pt x="13" y="17"/>
                    <a:pt x="32" y="25"/>
                  </a:cubicBezTo>
                  <a:cubicBezTo>
                    <a:pt x="51" y="33"/>
                    <a:pt x="98" y="46"/>
                    <a:pt x="115" y="51"/>
                  </a:cubicBez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6264" name="Freeform 72">
              <a:extLst>
                <a:ext uri="{FF2B5EF4-FFF2-40B4-BE49-F238E27FC236}">
                  <a16:creationId xmlns:a16="http://schemas.microsoft.com/office/drawing/2014/main" id="{60EAAB68-683E-498B-ACD1-CB4E4005E3D2}"/>
                </a:ext>
              </a:extLst>
            </p:cNvPr>
            <p:cNvSpPr>
              <a:spLocks/>
            </p:cNvSpPr>
            <p:nvPr/>
          </p:nvSpPr>
          <p:spPr bwMode="auto">
            <a:xfrm>
              <a:off x="1323" y="3767"/>
              <a:ext cx="122" cy="58"/>
            </a:xfrm>
            <a:custGeom>
              <a:avLst/>
              <a:gdLst>
                <a:gd name="T0" fmla="*/ 0 w 122"/>
                <a:gd name="T1" fmla="*/ 0 h 58"/>
                <a:gd name="T2" fmla="*/ 26 w 122"/>
                <a:gd name="T3" fmla="*/ 32 h 58"/>
                <a:gd name="T4" fmla="*/ 71 w 122"/>
                <a:gd name="T5" fmla="*/ 51 h 58"/>
                <a:gd name="T6" fmla="*/ 122 w 122"/>
                <a:gd name="T7" fmla="*/ 58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2" h="58">
                  <a:moveTo>
                    <a:pt x="0" y="0"/>
                  </a:moveTo>
                  <a:cubicBezTo>
                    <a:pt x="7" y="12"/>
                    <a:pt x="14" y="23"/>
                    <a:pt x="26" y="32"/>
                  </a:cubicBezTo>
                  <a:cubicBezTo>
                    <a:pt x="38" y="41"/>
                    <a:pt x="55" y="47"/>
                    <a:pt x="71" y="51"/>
                  </a:cubicBezTo>
                  <a:cubicBezTo>
                    <a:pt x="87" y="55"/>
                    <a:pt x="112" y="57"/>
                    <a:pt x="122" y="58"/>
                  </a:cubicBez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6265" name="Freeform 73">
              <a:extLst>
                <a:ext uri="{FF2B5EF4-FFF2-40B4-BE49-F238E27FC236}">
                  <a16:creationId xmlns:a16="http://schemas.microsoft.com/office/drawing/2014/main" id="{36CDCDA9-1D67-4FBA-B721-43EA5E1932DD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2" y="3742"/>
              <a:ext cx="46" cy="76"/>
            </a:xfrm>
            <a:custGeom>
              <a:avLst/>
              <a:gdLst>
                <a:gd name="T0" fmla="*/ 45 w 46"/>
                <a:gd name="T1" fmla="*/ 0 h 76"/>
                <a:gd name="T2" fmla="*/ 45 w 46"/>
                <a:gd name="T3" fmla="*/ 25 h 76"/>
                <a:gd name="T4" fmla="*/ 38 w 46"/>
                <a:gd name="T5" fmla="*/ 51 h 76"/>
                <a:gd name="T6" fmla="*/ 0 w 46"/>
                <a:gd name="T7" fmla="*/ 76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" h="76">
                  <a:moveTo>
                    <a:pt x="45" y="0"/>
                  </a:moveTo>
                  <a:cubicBezTo>
                    <a:pt x="45" y="4"/>
                    <a:pt x="46" y="17"/>
                    <a:pt x="45" y="25"/>
                  </a:cubicBezTo>
                  <a:cubicBezTo>
                    <a:pt x="44" y="33"/>
                    <a:pt x="45" y="43"/>
                    <a:pt x="38" y="51"/>
                  </a:cubicBezTo>
                  <a:cubicBezTo>
                    <a:pt x="31" y="59"/>
                    <a:pt x="8" y="71"/>
                    <a:pt x="0" y="76"/>
                  </a:cubicBez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36266" name="Group 74">
            <a:extLst>
              <a:ext uri="{FF2B5EF4-FFF2-40B4-BE49-F238E27FC236}">
                <a16:creationId xmlns:a16="http://schemas.microsoft.com/office/drawing/2014/main" id="{13B0DB76-72F5-4079-94B4-F437E6BE7F46}"/>
              </a:ext>
            </a:extLst>
          </p:cNvPr>
          <p:cNvGrpSpPr>
            <a:grpSpLocks/>
          </p:cNvGrpSpPr>
          <p:nvPr/>
        </p:nvGrpSpPr>
        <p:grpSpPr bwMode="auto">
          <a:xfrm>
            <a:off x="4078288" y="1401638"/>
            <a:ext cx="1976437" cy="1792288"/>
            <a:chOff x="1153" y="632"/>
            <a:chExt cx="1245" cy="1129"/>
          </a:xfrm>
        </p:grpSpPr>
        <p:sp>
          <p:nvSpPr>
            <p:cNvPr id="136267" name="Freeform 75">
              <a:extLst>
                <a:ext uri="{FF2B5EF4-FFF2-40B4-BE49-F238E27FC236}">
                  <a16:creationId xmlns:a16="http://schemas.microsoft.com/office/drawing/2014/main" id="{F689F57E-6E47-41F9-B937-D94E20A910AE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3" y="1222"/>
              <a:ext cx="470" cy="1"/>
            </a:xfrm>
            <a:custGeom>
              <a:avLst/>
              <a:gdLst>
                <a:gd name="T0" fmla="*/ 0 w 2349"/>
                <a:gd name="T1" fmla="*/ 2347 w 2349"/>
                <a:gd name="T2" fmla="*/ 2349 w 2349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2349">
                  <a:moveTo>
                    <a:pt x="0" y="0"/>
                  </a:moveTo>
                  <a:lnTo>
                    <a:pt x="2347" y="0"/>
                  </a:lnTo>
                  <a:lnTo>
                    <a:pt x="2349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6268" name="Freeform 76">
              <a:extLst>
                <a:ext uri="{FF2B5EF4-FFF2-40B4-BE49-F238E27FC236}">
                  <a16:creationId xmlns:a16="http://schemas.microsoft.com/office/drawing/2014/main" id="{5EA1FB5F-39FF-4950-A06F-7738C7A8DEBF}"/>
                </a:ext>
              </a:extLst>
            </p:cNvPr>
            <p:cNvSpPr>
              <a:spLocks/>
            </p:cNvSpPr>
            <p:nvPr/>
          </p:nvSpPr>
          <p:spPr bwMode="auto">
            <a:xfrm>
              <a:off x="1528" y="848"/>
              <a:ext cx="1" cy="422"/>
            </a:xfrm>
            <a:custGeom>
              <a:avLst/>
              <a:gdLst>
                <a:gd name="T0" fmla="*/ 0 w 1"/>
                <a:gd name="T1" fmla="*/ 0 h 2109"/>
                <a:gd name="T2" fmla="*/ 0 w 1"/>
                <a:gd name="T3" fmla="*/ 2109 h 2109"/>
                <a:gd name="T4" fmla="*/ 1 w 1"/>
                <a:gd name="T5" fmla="*/ 2109 h 2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2109">
                  <a:moveTo>
                    <a:pt x="0" y="0"/>
                  </a:moveTo>
                  <a:lnTo>
                    <a:pt x="0" y="2109"/>
                  </a:lnTo>
                  <a:lnTo>
                    <a:pt x="1" y="2109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6269" name="Freeform 77">
              <a:extLst>
                <a:ext uri="{FF2B5EF4-FFF2-40B4-BE49-F238E27FC236}">
                  <a16:creationId xmlns:a16="http://schemas.microsoft.com/office/drawing/2014/main" id="{6EDADF77-A69A-46AC-95CB-4DA011940272}"/>
                </a:ext>
              </a:extLst>
            </p:cNvPr>
            <p:cNvSpPr>
              <a:spLocks/>
            </p:cNvSpPr>
            <p:nvPr/>
          </p:nvSpPr>
          <p:spPr bwMode="auto">
            <a:xfrm>
              <a:off x="1929" y="841"/>
              <a:ext cx="1" cy="266"/>
            </a:xfrm>
            <a:custGeom>
              <a:avLst/>
              <a:gdLst>
                <a:gd name="T0" fmla="*/ 0 w 1"/>
                <a:gd name="T1" fmla="*/ 0 h 1327"/>
                <a:gd name="T2" fmla="*/ 0 w 1"/>
                <a:gd name="T3" fmla="*/ 1327 h 1327"/>
                <a:gd name="T4" fmla="*/ 1 w 1"/>
                <a:gd name="T5" fmla="*/ 1327 h 13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1327">
                  <a:moveTo>
                    <a:pt x="0" y="0"/>
                  </a:moveTo>
                  <a:lnTo>
                    <a:pt x="0" y="1327"/>
                  </a:lnTo>
                  <a:lnTo>
                    <a:pt x="1" y="1327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6270" name="Freeform 78">
              <a:extLst>
                <a:ext uri="{FF2B5EF4-FFF2-40B4-BE49-F238E27FC236}">
                  <a16:creationId xmlns:a16="http://schemas.microsoft.com/office/drawing/2014/main" id="{FD62DFCE-14FE-4710-970C-D289FC224A65}"/>
                </a:ext>
              </a:extLst>
            </p:cNvPr>
            <p:cNvSpPr>
              <a:spLocks/>
            </p:cNvSpPr>
            <p:nvPr/>
          </p:nvSpPr>
          <p:spPr bwMode="auto">
            <a:xfrm>
              <a:off x="1358" y="1052"/>
              <a:ext cx="170" cy="341"/>
            </a:xfrm>
            <a:custGeom>
              <a:avLst/>
              <a:gdLst>
                <a:gd name="T0" fmla="*/ 850 w 851"/>
                <a:gd name="T1" fmla="*/ 0 h 1703"/>
                <a:gd name="T2" fmla="*/ 425 w 851"/>
                <a:gd name="T3" fmla="*/ 114 h 1703"/>
                <a:gd name="T4" fmla="*/ 114 w 851"/>
                <a:gd name="T5" fmla="*/ 425 h 1703"/>
                <a:gd name="T6" fmla="*/ 0 w 851"/>
                <a:gd name="T7" fmla="*/ 852 h 1703"/>
                <a:gd name="T8" fmla="*/ 114 w 851"/>
                <a:gd name="T9" fmla="*/ 1277 h 1703"/>
                <a:gd name="T10" fmla="*/ 425 w 851"/>
                <a:gd name="T11" fmla="*/ 1588 h 1703"/>
                <a:gd name="T12" fmla="*/ 850 w 851"/>
                <a:gd name="T13" fmla="*/ 1703 h 1703"/>
                <a:gd name="T14" fmla="*/ 851 w 851"/>
                <a:gd name="T15" fmla="*/ 1703 h 17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51" h="1703">
                  <a:moveTo>
                    <a:pt x="850" y="0"/>
                  </a:moveTo>
                  <a:lnTo>
                    <a:pt x="425" y="114"/>
                  </a:lnTo>
                  <a:lnTo>
                    <a:pt x="114" y="425"/>
                  </a:lnTo>
                  <a:lnTo>
                    <a:pt x="0" y="852"/>
                  </a:lnTo>
                  <a:lnTo>
                    <a:pt x="114" y="1277"/>
                  </a:lnTo>
                  <a:lnTo>
                    <a:pt x="425" y="1588"/>
                  </a:lnTo>
                  <a:lnTo>
                    <a:pt x="850" y="1703"/>
                  </a:lnTo>
                  <a:lnTo>
                    <a:pt x="851" y="1703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6271" name="Freeform 79">
              <a:extLst>
                <a:ext uri="{FF2B5EF4-FFF2-40B4-BE49-F238E27FC236}">
                  <a16:creationId xmlns:a16="http://schemas.microsoft.com/office/drawing/2014/main" id="{F7B6F653-2E01-4A3A-9111-6E1E2278A8DA}"/>
                </a:ext>
              </a:extLst>
            </p:cNvPr>
            <p:cNvSpPr>
              <a:spLocks/>
            </p:cNvSpPr>
            <p:nvPr/>
          </p:nvSpPr>
          <p:spPr bwMode="auto">
            <a:xfrm>
              <a:off x="1929" y="1052"/>
              <a:ext cx="170" cy="341"/>
            </a:xfrm>
            <a:custGeom>
              <a:avLst/>
              <a:gdLst>
                <a:gd name="T0" fmla="*/ 0 w 850"/>
                <a:gd name="T1" fmla="*/ 1703 h 1703"/>
                <a:gd name="T2" fmla="*/ 425 w 850"/>
                <a:gd name="T3" fmla="*/ 1588 h 1703"/>
                <a:gd name="T4" fmla="*/ 736 w 850"/>
                <a:gd name="T5" fmla="*/ 1277 h 1703"/>
                <a:gd name="T6" fmla="*/ 850 w 850"/>
                <a:gd name="T7" fmla="*/ 852 h 1703"/>
                <a:gd name="T8" fmla="*/ 736 w 850"/>
                <a:gd name="T9" fmla="*/ 425 h 1703"/>
                <a:gd name="T10" fmla="*/ 425 w 850"/>
                <a:gd name="T11" fmla="*/ 114 h 1703"/>
                <a:gd name="T12" fmla="*/ 0 w 850"/>
                <a:gd name="T13" fmla="*/ 0 h 1703"/>
                <a:gd name="T14" fmla="*/ 1 w 850"/>
                <a:gd name="T15" fmla="*/ 0 h 17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50" h="1703">
                  <a:moveTo>
                    <a:pt x="0" y="1703"/>
                  </a:moveTo>
                  <a:lnTo>
                    <a:pt x="425" y="1588"/>
                  </a:lnTo>
                  <a:lnTo>
                    <a:pt x="736" y="1277"/>
                  </a:lnTo>
                  <a:lnTo>
                    <a:pt x="850" y="852"/>
                  </a:lnTo>
                  <a:lnTo>
                    <a:pt x="736" y="425"/>
                  </a:lnTo>
                  <a:lnTo>
                    <a:pt x="425" y="114"/>
                  </a:ln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6272" name="Freeform 80">
              <a:extLst>
                <a:ext uri="{FF2B5EF4-FFF2-40B4-BE49-F238E27FC236}">
                  <a16:creationId xmlns:a16="http://schemas.microsoft.com/office/drawing/2014/main" id="{5A95CC1C-E730-42A8-937D-34E24C959FA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42" y="937"/>
              <a:ext cx="286" cy="571"/>
            </a:xfrm>
            <a:custGeom>
              <a:avLst/>
              <a:gdLst>
                <a:gd name="T0" fmla="*/ 1427 w 1428"/>
                <a:gd name="T1" fmla="*/ 0 h 2857"/>
                <a:gd name="T2" fmla="*/ 881 w 1428"/>
                <a:gd name="T3" fmla="*/ 108 h 2857"/>
                <a:gd name="T4" fmla="*/ 418 w 1428"/>
                <a:gd name="T5" fmla="*/ 419 h 2857"/>
                <a:gd name="T6" fmla="*/ 108 w 1428"/>
                <a:gd name="T7" fmla="*/ 882 h 2857"/>
                <a:gd name="T8" fmla="*/ 0 w 1428"/>
                <a:gd name="T9" fmla="*/ 1429 h 2857"/>
                <a:gd name="T10" fmla="*/ 108 w 1428"/>
                <a:gd name="T11" fmla="*/ 1975 h 2857"/>
                <a:gd name="T12" fmla="*/ 418 w 1428"/>
                <a:gd name="T13" fmla="*/ 2439 h 2857"/>
                <a:gd name="T14" fmla="*/ 881 w 1428"/>
                <a:gd name="T15" fmla="*/ 2748 h 2857"/>
                <a:gd name="T16" fmla="*/ 1427 w 1428"/>
                <a:gd name="T17" fmla="*/ 2857 h 2857"/>
                <a:gd name="T18" fmla="*/ 1428 w 1428"/>
                <a:gd name="T19" fmla="*/ 2857 h 28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428" h="2857">
                  <a:moveTo>
                    <a:pt x="1427" y="0"/>
                  </a:moveTo>
                  <a:lnTo>
                    <a:pt x="881" y="108"/>
                  </a:lnTo>
                  <a:lnTo>
                    <a:pt x="418" y="419"/>
                  </a:lnTo>
                  <a:lnTo>
                    <a:pt x="108" y="882"/>
                  </a:lnTo>
                  <a:lnTo>
                    <a:pt x="0" y="1429"/>
                  </a:lnTo>
                  <a:lnTo>
                    <a:pt x="108" y="1975"/>
                  </a:lnTo>
                  <a:lnTo>
                    <a:pt x="418" y="2439"/>
                  </a:lnTo>
                  <a:lnTo>
                    <a:pt x="881" y="2748"/>
                  </a:lnTo>
                  <a:lnTo>
                    <a:pt x="1427" y="2857"/>
                  </a:lnTo>
                  <a:lnTo>
                    <a:pt x="1428" y="2857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6273" name="Freeform 81">
              <a:extLst>
                <a:ext uri="{FF2B5EF4-FFF2-40B4-BE49-F238E27FC236}">
                  <a16:creationId xmlns:a16="http://schemas.microsoft.com/office/drawing/2014/main" id="{48D13026-5280-4548-91B0-F2FFB4FE0E27}"/>
                </a:ext>
              </a:extLst>
            </p:cNvPr>
            <p:cNvSpPr>
              <a:spLocks/>
            </p:cNvSpPr>
            <p:nvPr/>
          </p:nvSpPr>
          <p:spPr bwMode="auto">
            <a:xfrm>
              <a:off x="1528" y="1052"/>
              <a:ext cx="401" cy="1"/>
            </a:xfrm>
            <a:custGeom>
              <a:avLst/>
              <a:gdLst>
                <a:gd name="T0" fmla="*/ 0 w 2009"/>
                <a:gd name="T1" fmla="*/ 2008 w 2009"/>
                <a:gd name="T2" fmla="*/ 2009 w 2009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2009">
                  <a:moveTo>
                    <a:pt x="0" y="0"/>
                  </a:moveTo>
                  <a:lnTo>
                    <a:pt x="2008" y="0"/>
                  </a:lnTo>
                  <a:lnTo>
                    <a:pt x="2009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6274" name="Freeform 82">
              <a:extLst>
                <a:ext uri="{FF2B5EF4-FFF2-40B4-BE49-F238E27FC236}">
                  <a16:creationId xmlns:a16="http://schemas.microsoft.com/office/drawing/2014/main" id="{AA9BBDF0-5B8C-4CC3-AA56-424017A13CD7}"/>
                </a:ext>
              </a:extLst>
            </p:cNvPr>
            <p:cNvSpPr>
              <a:spLocks/>
            </p:cNvSpPr>
            <p:nvPr/>
          </p:nvSpPr>
          <p:spPr bwMode="auto">
            <a:xfrm>
              <a:off x="1528" y="1393"/>
              <a:ext cx="401" cy="1"/>
            </a:xfrm>
            <a:custGeom>
              <a:avLst/>
              <a:gdLst>
                <a:gd name="T0" fmla="*/ 0 w 2009"/>
                <a:gd name="T1" fmla="*/ 2008 w 2009"/>
                <a:gd name="T2" fmla="*/ 2009 w 2009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2009">
                  <a:moveTo>
                    <a:pt x="0" y="0"/>
                  </a:moveTo>
                  <a:lnTo>
                    <a:pt x="2008" y="0"/>
                  </a:lnTo>
                  <a:lnTo>
                    <a:pt x="2009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6275" name="Freeform 83">
              <a:extLst>
                <a:ext uri="{FF2B5EF4-FFF2-40B4-BE49-F238E27FC236}">
                  <a16:creationId xmlns:a16="http://schemas.microsoft.com/office/drawing/2014/main" id="{7CB0844F-CCCA-49AD-B6A4-91A5DD694DC5}"/>
                </a:ext>
              </a:extLst>
            </p:cNvPr>
            <p:cNvSpPr>
              <a:spLocks/>
            </p:cNvSpPr>
            <p:nvPr/>
          </p:nvSpPr>
          <p:spPr bwMode="auto">
            <a:xfrm>
              <a:off x="1524" y="1507"/>
              <a:ext cx="654" cy="1"/>
            </a:xfrm>
            <a:custGeom>
              <a:avLst/>
              <a:gdLst>
                <a:gd name="T0" fmla="*/ 0 w 654"/>
                <a:gd name="T1" fmla="*/ 0 h 1"/>
                <a:gd name="T2" fmla="*/ 654 w 654"/>
                <a:gd name="T3" fmla="*/ 1 h 1"/>
                <a:gd name="T4" fmla="*/ 654 w 654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54" h="1">
                  <a:moveTo>
                    <a:pt x="0" y="0"/>
                  </a:moveTo>
                  <a:lnTo>
                    <a:pt x="654" y="1"/>
                  </a:lnTo>
                  <a:lnTo>
                    <a:pt x="654" y="1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6276" name="Freeform 84">
              <a:extLst>
                <a:ext uri="{FF2B5EF4-FFF2-40B4-BE49-F238E27FC236}">
                  <a16:creationId xmlns:a16="http://schemas.microsoft.com/office/drawing/2014/main" id="{13439CED-05B0-4C32-9334-72799763B615}"/>
                </a:ext>
              </a:extLst>
            </p:cNvPr>
            <p:cNvSpPr>
              <a:spLocks/>
            </p:cNvSpPr>
            <p:nvPr/>
          </p:nvSpPr>
          <p:spPr bwMode="auto">
            <a:xfrm>
              <a:off x="1533" y="937"/>
              <a:ext cx="578" cy="1"/>
            </a:xfrm>
            <a:custGeom>
              <a:avLst/>
              <a:gdLst>
                <a:gd name="T0" fmla="*/ 0 w 2893"/>
                <a:gd name="T1" fmla="*/ 2892 w 2893"/>
                <a:gd name="T2" fmla="*/ 2893 w 289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2893">
                  <a:moveTo>
                    <a:pt x="0" y="0"/>
                  </a:moveTo>
                  <a:lnTo>
                    <a:pt x="2892" y="0"/>
                  </a:lnTo>
                  <a:lnTo>
                    <a:pt x="2893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6277" name="Freeform 85">
              <a:extLst>
                <a:ext uri="{FF2B5EF4-FFF2-40B4-BE49-F238E27FC236}">
                  <a16:creationId xmlns:a16="http://schemas.microsoft.com/office/drawing/2014/main" id="{0C583FCB-355B-4068-83CC-EA3F9CC90BE3}"/>
                </a:ext>
              </a:extLst>
            </p:cNvPr>
            <p:cNvSpPr>
              <a:spLocks/>
            </p:cNvSpPr>
            <p:nvPr/>
          </p:nvSpPr>
          <p:spPr bwMode="auto">
            <a:xfrm>
              <a:off x="2106" y="644"/>
              <a:ext cx="170" cy="293"/>
            </a:xfrm>
            <a:custGeom>
              <a:avLst/>
              <a:gdLst>
                <a:gd name="T0" fmla="*/ 0 w 851"/>
                <a:gd name="T1" fmla="*/ 1464 h 1464"/>
                <a:gd name="T2" fmla="*/ 850 w 851"/>
                <a:gd name="T3" fmla="*/ 0 h 1464"/>
                <a:gd name="T4" fmla="*/ 851 w 851"/>
                <a:gd name="T5" fmla="*/ 0 h 14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851" h="1464">
                  <a:moveTo>
                    <a:pt x="0" y="1464"/>
                  </a:moveTo>
                  <a:lnTo>
                    <a:pt x="850" y="0"/>
                  </a:lnTo>
                  <a:lnTo>
                    <a:pt x="851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6278" name="Freeform 86">
              <a:extLst>
                <a:ext uri="{FF2B5EF4-FFF2-40B4-BE49-F238E27FC236}">
                  <a16:creationId xmlns:a16="http://schemas.microsoft.com/office/drawing/2014/main" id="{B72A8B30-03C6-4299-A2A0-2FEC8CF87B09}"/>
                </a:ext>
              </a:extLst>
            </p:cNvPr>
            <p:cNvSpPr>
              <a:spLocks/>
            </p:cNvSpPr>
            <p:nvPr/>
          </p:nvSpPr>
          <p:spPr bwMode="auto">
            <a:xfrm>
              <a:off x="2167" y="644"/>
              <a:ext cx="226" cy="864"/>
            </a:xfrm>
            <a:custGeom>
              <a:avLst/>
              <a:gdLst>
                <a:gd name="T0" fmla="*/ 1131 w 1131"/>
                <a:gd name="T1" fmla="*/ 0 h 4321"/>
                <a:gd name="T2" fmla="*/ 0 w 1131"/>
                <a:gd name="T3" fmla="*/ 4321 h 4321"/>
                <a:gd name="T4" fmla="*/ 2 w 1131"/>
                <a:gd name="T5" fmla="*/ 4321 h 43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131" h="4321">
                  <a:moveTo>
                    <a:pt x="1131" y="0"/>
                  </a:moveTo>
                  <a:lnTo>
                    <a:pt x="0" y="4321"/>
                  </a:lnTo>
                  <a:lnTo>
                    <a:pt x="2" y="4321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6279" name="Freeform 87">
              <a:extLst>
                <a:ext uri="{FF2B5EF4-FFF2-40B4-BE49-F238E27FC236}">
                  <a16:creationId xmlns:a16="http://schemas.microsoft.com/office/drawing/2014/main" id="{7797BB42-DA11-4501-BFAA-CD32D81280BD}"/>
                </a:ext>
              </a:extLst>
            </p:cNvPr>
            <p:cNvSpPr>
              <a:spLocks/>
            </p:cNvSpPr>
            <p:nvPr/>
          </p:nvSpPr>
          <p:spPr bwMode="auto">
            <a:xfrm>
              <a:off x="2266" y="650"/>
              <a:ext cx="132" cy="1"/>
            </a:xfrm>
            <a:custGeom>
              <a:avLst/>
              <a:gdLst>
                <a:gd name="T0" fmla="*/ 0 w 132"/>
                <a:gd name="T1" fmla="*/ 0 h 1"/>
                <a:gd name="T2" fmla="*/ 132 w 132"/>
                <a:gd name="T3" fmla="*/ 0 h 1"/>
                <a:gd name="T4" fmla="*/ 118 w 132"/>
                <a:gd name="T5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32" h="1">
                  <a:moveTo>
                    <a:pt x="0" y="0"/>
                  </a:moveTo>
                  <a:lnTo>
                    <a:pt x="132" y="0"/>
                  </a:lnTo>
                  <a:lnTo>
                    <a:pt x="118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6280" name="Freeform 88">
              <a:extLst>
                <a:ext uri="{FF2B5EF4-FFF2-40B4-BE49-F238E27FC236}">
                  <a16:creationId xmlns:a16="http://schemas.microsoft.com/office/drawing/2014/main" id="{A91A66DB-6562-4AD6-B6DF-F9EAE237340C}"/>
                </a:ext>
              </a:extLst>
            </p:cNvPr>
            <p:cNvSpPr>
              <a:spLocks/>
            </p:cNvSpPr>
            <p:nvPr/>
          </p:nvSpPr>
          <p:spPr bwMode="auto">
            <a:xfrm>
              <a:off x="1725" y="746"/>
              <a:ext cx="1" cy="136"/>
            </a:xfrm>
            <a:custGeom>
              <a:avLst/>
              <a:gdLst>
                <a:gd name="T0" fmla="*/ 0 w 1"/>
                <a:gd name="T1" fmla="*/ 0 h 680"/>
                <a:gd name="T2" fmla="*/ 0 w 1"/>
                <a:gd name="T3" fmla="*/ 680 h 680"/>
                <a:gd name="T4" fmla="*/ 1 w 1"/>
                <a:gd name="T5" fmla="*/ 680 h 6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680">
                  <a:moveTo>
                    <a:pt x="0" y="0"/>
                  </a:moveTo>
                  <a:lnTo>
                    <a:pt x="0" y="680"/>
                  </a:lnTo>
                  <a:lnTo>
                    <a:pt x="1" y="68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6281" name="Freeform 89">
              <a:extLst>
                <a:ext uri="{FF2B5EF4-FFF2-40B4-BE49-F238E27FC236}">
                  <a16:creationId xmlns:a16="http://schemas.microsoft.com/office/drawing/2014/main" id="{52588247-2688-4CA8-9EEA-F23E44D5283F}"/>
                </a:ext>
              </a:extLst>
            </p:cNvPr>
            <p:cNvSpPr>
              <a:spLocks/>
            </p:cNvSpPr>
            <p:nvPr/>
          </p:nvSpPr>
          <p:spPr bwMode="auto">
            <a:xfrm>
              <a:off x="1725" y="1562"/>
              <a:ext cx="1" cy="130"/>
            </a:xfrm>
            <a:custGeom>
              <a:avLst/>
              <a:gdLst>
                <a:gd name="T0" fmla="*/ 0 w 1"/>
                <a:gd name="T1" fmla="*/ 0 h 646"/>
                <a:gd name="T2" fmla="*/ 0 w 1"/>
                <a:gd name="T3" fmla="*/ 646 h 646"/>
                <a:gd name="T4" fmla="*/ 1 w 1"/>
                <a:gd name="T5" fmla="*/ 646 h 6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646">
                  <a:moveTo>
                    <a:pt x="0" y="0"/>
                  </a:moveTo>
                  <a:lnTo>
                    <a:pt x="0" y="646"/>
                  </a:lnTo>
                  <a:lnTo>
                    <a:pt x="1" y="646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6282" name="Rectangle 90">
              <a:extLst>
                <a:ext uri="{FF2B5EF4-FFF2-40B4-BE49-F238E27FC236}">
                  <a16:creationId xmlns:a16="http://schemas.microsoft.com/office/drawing/2014/main" id="{3614AD41-720B-46E4-A32B-F7F5ABABF4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53" y="632"/>
              <a:ext cx="98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l" eaLnBrk="1" hangingPunct="1"/>
              <a:r>
                <a:rPr lang="en-US" altLang="zh-CN" i="1">
                  <a:latin typeface="宋体" panose="02010600030101010101" pitchFamily="2" charset="-122"/>
                </a:rPr>
                <a:t>A</a:t>
              </a:r>
              <a:endParaRPr lang="en-US" altLang="zh-CN" b="0"/>
            </a:p>
          </p:txBody>
        </p:sp>
        <p:sp>
          <p:nvSpPr>
            <p:cNvPr id="136283" name="Rectangle 91">
              <a:extLst>
                <a:ext uri="{FF2B5EF4-FFF2-40B4-BE49-F238E27FC236}">
                  <a16:creationId xmlns:a16="http://schemas.microsoft.com/office/drawing/2014/main" id="{4C1682C5-E97D-45A3-B595-4581F56068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46" y="1531"/>
              <a:ext cx="98" cy="2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l" eaLnBrk="1" hangingPunct="1"/>
              <a:r>
                <a:rPr lang="en-US" altLang="zh-CN" i="1">
                  <a:latin typeface="宋体" panose="02010600030101010101" pitchFamily="2" charset="-122"/>
                </a:rPr>
                <a:t>A</a:t>
              </a:r>
              <a:endParaRPr lang="en-US" altLang="zh-CN" sz="2000">
                <a:latin typeface="宋体" panose="02010600030101010101" pitchFamily="2" charset="-122"/>
              </a:endParaRPr>
            </a:p>
          </p:txBody>
        </p:sp>
        <p:sp>
          <p:nvSpPr>
            <p:cNvPr id="136284" name="Freeform 92">
              <a:extLst>
                <a:ext uri="{FF2B5EF4-FFF2-40B4-BE49-F238E27FC236}">
                  <a16:creationId xmlns:a16="http://schemas.microsoft.com/office/drawing/2014/main" id="{7DB92DCD-ECCD-48BC-A66E-E158370DB7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528" y="1352"/>
              <a:ext cx="1" cy="238"/>
            </a:xfrm>
            <a:custGeom>
              <a:avLst/>
              <a:gdLst>
                <a:gd name="T0" fmla="*/ 0 w 1"/>
                <a:gd name="T1" fmla="*/ 0 h 1191"/>
                <a:gd name="T2" fmla="*/ 0 w 1"/>
                <a:gd name="T3" fmla="*/ 1191 h 1191"/>
                <a:gd name="T4" fmla="*/ 1 w 1"/>
                <a:gd name="T5" fmla="*/ 1191 h 11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1191">
                  <a:moveTo>
                    <a:pt x="0" y="0"/>
                  </a:moveTo>
                  <a:lnTo>
                    <a:pt x="0" y="1191"/>
                  </a:lnTo>
                  <a:lnTo>
                    <a:pt x="1" y="1191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6285" name="Freeform 93">
              <a:extLst>
                <a:ext uri="{FF2B5EF4-FFF2-40B4-BE49-F238E27FC236}">
                  <a16:creationId xmlns:a16="http://schemas.microsoft.com/office/drawing/2014/main" id="{312822DC-713E-44AF-A973-B2BD1E40011E}"/>
                </a:ext>
              </a:extLst>
            </p:cNvPr>
            <p:cNvSpPr>
              <a:spLocks/>
            </p:cNvSpPr>
            <p:nvPr/>
          </p:nvSpPr>
          <p:spPr bwMode="auto">
            <a:xfrm>
              <a:off x="1528" y="1304"/>
              <a:ext cx="1" cy="14"/>
            </a:xfrm>
            <a:custGeom>
              <a:avLst/>
              <a:gdLst>
                <a:gd name="T0" fmla="*/ 0 w 1"/>
                <a:gd name="T1" fmla="*/ 0 h 68"/>
                <a:gd name="T2" fmla="*/ 0 w 1"/>
                <a:gd name="T3" fmla="*/ 68 h 68"/>
                <a:gd name="T4" fmla="*/ 1 w 1"/>
                <a:gd name="T5" fmla="*/ 68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68">
                  <a:moveTo>
                    <a:pt x="0" y="0"/>
                  </a:moveTo>
                  <a:lnTo>
                    <a:pt x="0" y="68"/>
                  </a:lnTo>
                  <a:lnTo>
                    <a:pt x="1" y="68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6286" name="Freeform 94">
              <a:extLst>
                <a:ext uri="{FF2B5EF4-FFF2-40B4-BE49-F238E27FC236}">
                  <a16:creationId xmlns:a16="http://schemas.microsoft.com/office/drawing/2014/main" id="{31CFEA74-B6E4-47AB-A85F-3FE85C8C5C9E}"/>
                </a:ext>
              </a:extLst>
            </p:cNvPr>
            <p:cNvSpPr>
              <a:spLocks/>
            </p:cNvSpPr>
            <p:nvPr/>
          </p:nvSpPr>
          <p:spPr bwMode="auto">
            <a:xfrm>
              <a:off x="1683" y="1222"/>
              <a:ext cx="19" cy="1"/>
            </a:xfrm>
            <a:custGeom>
              <a:avLst/>
              <a:gdLst>
                <a:gd name="T0" fmla="*/ 0 w 97"/>
                <a:gd name="T1" fmla="*/ 96 w 97"/>
                <a:gd name="T2" fmla="*/ 97 w 97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97">
                  <a:moveTo>
                    <a:pt x="0" y="0"/>
                  </a:moveTo>
                  <a:lnTo>
                    <a:pt x="96" y="0"/>
                  </a:lnTo>
                  <a:lnTo>
                    <a:pt x="97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6287" name="Freeform 95">
              <a:extLst>
                <a:ext uri="{FF2B5EF4-FFF2-40B4-BE49-F238E27FC236}">
                  <a16:creationId xmlns:a16="http://schemas.microsoft.com/office/drawing/2014/main" id="{873B93A1-4909-456D-9A83-D00FD892984B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9" y="1222"/>
              <a:ext cx="612" cy="1"/>
            </a:xfrm>
            <a:custGeom>
              <a:avLst/>
              <a:gdLst>
                <a:gd name="T0" fmla="*/ 0 w 3063"/>
                <a:gd name="T1" fmla="*/ 3062 w 3063"/>
                <a:gd name="T2" fmla="*/ 3063 w 306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3063">
                  <a:moveTo>
                    <a:pt x="0" y="0"/>
                  </a:moveTo>
                  <a:lnTo>
                    <a:pt x="3062" y="0"/>
                  </a:lnTo>
                  <a:lnTo>
                    <a:pt x="3063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6288" name="Freeform 96">
              <a:extLst>
                <a:ext uri="{FF2B5EF4-FFF2-40B4-BE49-F238E27FC236}">
                  <a16:creationId xmlns:a16="http://schemas.microsoft.com/office/drawing/2014/main" id="{E117AEB9-E74B-48C9-A3D1-EE9E7A720CA7}"/>
                </a:ext>
              </a:extLst>
            </p:cNvPr>
            <p:cNvSpPr>
              <a:spLocks/>
            </p:cNvSpPr>
            <p:nvPr/>
          </p:nvSpPr>
          <p:spPr bwMode="auto">
            <a:xfrm>
              <a:off x="1929" y="1182"/>
              <a:ext cx="1" cy="387"/>
            </a:xfrm>
            <a:custGeom>
              <a:avLst/>
              <a:gdLst>
                <a:gd name="T0" fmla="*/ 0 w 1"/>
                <a:gd name="T1" fmla="*/ 0 h 1938"/>
                <a:gd name="T2" fmla="*/ 0 w 1"/>
                <a:gd name="T3" fmla="*/ 1938 h 1938"/>
                <a:gd name="T4" fmla="*/ 1 w 1"/>
                <a:gd name="T5" fmla="*/ 1938 h 19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1938">
                  <a:moveTo>
                    <a:pt x="0" y="0"/>
                  </a:moveTo>
                  <a:lnTo>
                    <a:pt x="0" y="1938"/>
                  </a:lnTo>
                  <a:lnTo>
                    <a:pt x="1" y="1938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6289" name="Freeform 97">
              <a:extLst>
                <a:ext uri="{FF2B5EF4-FFF2-40B4-BE49-F238E27FC236}">
                  <a16:creationId xmlns:a16="http://schemas.microsoft.com/office/drawing/2014/main" id="{2039CAA9-C8EF-4644-9EAD-D475BE9380AD}"/>
                </a:ext>
              </a:extLst>
            </p:cNvPr>
            <p:cNvSpPr>
              <a:spLocks/>
            </p:cNvSpPr>
            <p:nvPr/>
          </p:nvSpPr>
          <p:spPr bwMode="auto">
            <a:xfrm>
              <a:off x="1929" y="1141"/>
              <a:ext cx="1" cy="13"/>
            </a:xfrm>
            <a:custGeom>
              <a:avLst/>
              <a:gdLst>
                <a:gd name="T0" fmla="*/ 0 w 1"/>
                <a:gd name="T1" fmla="*/ 0 h 67"/>
                <a:gd name="T2" fmla="*/ 0 w 1"/>
                <a:gd name="T3" fmla="*/ 67 h 67"/>
                <a:gd name="T4" fmla="*/ 1 w 1"/>
                <a:gd name="T5" fmla="*/ 67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67">
                  <a:moveTo>
                    <a:pt x="0" y="0"/>
                  </a:moveTo>
                  <a:lnTo>
                    <a:pt x="0" y="67"/>
                  </a:lnTo>
                  <a:lnTo>
                    <a:pt x="1" y="67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6290" name="Line 98">
              <a:extLst>
                <a:ext uri="{FF2B5EF4-FFF2-40B4-BE49-F238E27FC236}">
                  <a16:creationId xmlns:a16="http://schemas.microsoft.com/office/drawing/2014/main" id="{139791F9-4A52-49AC-9C4E-398D191E69E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545" y="746"/>
              <a:ext cx="18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6291" name="Line 99">
              <a:extLst>
                <a:ext uri="{FF2B5EF4-FFF2-40B4-BE49-F238E27FC236}">
                  <a16:creationId xmlns:a16="http://schemas.microsoft.com/office/drawing/2014/main" id="{900CCF24-52DD-4824-8375-5F60167749C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545" y="1692"/>
              <a:ext cx="18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36292" name="Group 100">
            <a:extLst>
              <a:ext uri="{FF2B5EF4-FFF2-40B4-BE49-F238E27FC236}">
                <a16:creationId xmlns:a16="http://schemas.microsoft.com/office/drawing/2014/main" id="{440D7B6D-2281-405F-A0BC-17A969CE9687}"/>
              </a:ext>
            </a:extLst>
          </p:cNvPr>
          <p:cNvGrpSpPr>
            <a:grpSpLocks/>
          </p:cNvGrpSpPr>
          <p:nvPr/>
        </p:nvGrpSpPr>
        <p:grpSpPr bwMode="auto">
          <a:xfrm>
            <a:off x="2933700" y="4143375"/>
            <a:ext cx="985838" cy="858838"/>
            <a:chOff x="1848" y="2610"/>
            <a:chExt cx="621" cy="541"/>
          </a:xfrm>
        </p:grpSpPr>
        <p:sp>
          <p:nvSpPr>
            <p:cNvPr id="136293" name="Freeform 101">
              <a:extLst>
                <a:ext uri="{FF2B5EF4-FFF2-40B4-BE49-F238E27FC236}">
                  <a16:creationId xmlns:a16="http://schemas.microsoft.com/office/drawing/2014/main" id="{5F9A5C90-B5B2-41FE-9EDC-D68918787AF5}"/>
                </a:ext>
              </a:extLst>
            </p:cNvPr>
            <p:cNvSpPr>
              <a:spLocks/>
            </p:cNvSpPr>
            <p:nvPr/>
          </p:nvSpPr>
          <p:spPr bwMode="auto">
            <a:xfrm>
              <a:off x="2161" y="2610"/>
              <a:ext cx="308" cy="335"/>
            </a:xfrm>
            <a:custGeom>
              <a:avLst/>
              <a:gdLst>
                <a:gd name="T0" fmla="*/ 62 w 308"/>
                <a:gd name="T1" fmla="*/ 310 h 335"/>
                <a:gd name="T2" fmla="*/ 112 w 308"/>
                <a:gd name="T3" fmla="*/ 279 h 335"/>
                <a:gd name="T4" fmla="*/ 136 w 308"/>
                <a:gd name="T5" fmla="*/ 266 h 335"/>
                <a:gd name="T6" fmla="*/ 158 w 308"/>
                <a:gd name="T7" fmla="*/ 271 h 335"/>
                <a:gd name="T8" fmla="*/ 189 w 308"/>
                <a:gd name="T9" fmla="*/ 317 h 335"/>
                <a:gd name="T10" fmla="*/ 206 w 308"/>
                <a:gd name="T11" fmla="*/ 329 h 335"/>
                <a:gd name="T12" fmla="*/ 225 w 308"/>
                <a:gd name="T13" fmla="*/ 331 h 335"/>
                <a:gd name="T14" fmla="*/ 273 w 308"/>
                <a:gd name="T15" fmla="*/ 307 h 335"/>
                <a:gd name="T16" fmla="*/ 292 w 308"/>
                <a:gd name="T17" fmla="*/ 290 h 335"/>
                <a:gd name="T18" fmla="*/ 297 w 308"/>
                <a:gd name="T19" fmla="*/ 266 h 335"/>
                <a:gd name="T20" fmla="*/ 287 w 308"/>
                <a:gd name="T21" fmla="*/ 242 h 335"/>
                <a:gd name="T22" fmla="*/ 170 w 308"/>
                <a:gd name="T23" fmla="*/ 38 h 335"/>
                <a:gd name="T24" fmla="*/ 148 w 308"/>
                <a:gd name="T25" fmla="*/ 12 h 335"/>
                <a:gd name="T26" fmla="*/ 120 w 308"/>
                <a:gd name="T27" fmla="*/ 17 h 335"/>
                <a:gd name="T28" fmla="*/ 60 w 308"/>
                <a:gd name="T29" fmla="*/ 50 h 335"/>
                <a:gd name="T30" fmla="*/ 50 w 308"/>
                <a:gd name="T31" fmla="*/ 67 h 335"/>
                <a:gd name="T32" fmla="*/ 57 w 308"/>
                <a:gd name="T33" fmla="*/ 91 h 335"/>
                <a:gd name="T34" fmla="*/ 74 w 308"/>
                <a:gd name="T35" fmla="*/ 125 h 335"/>
                <a:gd name="T36" fmla="*/ 84 w 308"/>
                <a:gd name="T37" fmla="*/ 144 h 335"/>
                <a:gd name="T38" fmla="*/ 67 w 308"/>
                <a:gd name="T39" fmla="*/ 163 h 335"/>
                <a:gd name="T40" fmla="*/ 0 w 308"/>
                <a:gd name="T41" fmla="*/ 197 h 3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08" h="335">
                  <a:moveTo>
                    <a:pt x="62" y="310"/>
                  </a:moveTo>
                  <a:cubicBezTo>
                    <a:pt x="70" y="305"/>
                    <a:pt x="100" y="286"/>
                    <a:pt x="112" y="279"/>
                  </a:cubicBezTo>
                  <a:cubicBezTo>
                    <a:pt x="124" y="272"/>
                    <a:pt x="128" y="267"/>
                    <a:pt x="136" y="266"/>
                  </a:cubicBezTo>
                  <a:cubicBezTo>
                    <a:pt x="144" y="265"/>
                    <a:pt x="149" y="262"/>
                    <a:pt x="158" y="271"/>
                  </a:cubicBezTo>
                  <a:cubicBezTo>
                    <a:pt x="167" y="280"/>
                    <a:pt x="181" y="307"/>
                    <a:pt x="189" y="317"/>
                  </a:cubicBezTo>
                  <a:cubicBezTo>
                    <a:pt x="197" y="327"/>
                    <a:pt x="200" y="327"/>
                    <a:pt x="206" y="329"/>
                  </a:cubicBezTo>
                  <a:cubicBezTo>
                    <a:pt x="212" y="331"/>
                    <a:pt x="214" y="335"/>
                    <a:pt x="225" y="331"/>
                  </a:cubicBezTo>
                  <a:cubicBezTo>
                    <a:pt x="236" y="327"/>
                    <a:pt x="262" y="314"/>
                    <a:pt x="273" y="307"/>
                  </a:cubicBezTo>
                  <a:cubicBezTo>
                    <a:pt x="284" y="300"/>
                    <a:pt x="288" y="297"/>
                    <a:pt x="292" y="290"/>
                  </a:cubicBezTo>
                  <a:cubicBezTo>
                    <a:pt x="296" y="283"/>
                    <a:pt x="298" y="274"/>
                    <a:pt x="297" y="266"/>
                  </a:cubicBezTo>
                  <a:cubicBezTo>
                    <a:pt x="296" y="258"/>
                    <a:pt x="308" y="280"/>
                    <a:pt x="287" y="242"/>
                  </a:cubicBezTo>
                  <a:cubicBezTo>
                    <a:pt x="266" y="204"/>
                    <a:pt x="193" y="76"/>
                    <a:pt x="170" y="38"/>
                  </a:cubicBezTo>
                  <a:cubicBezTo>
                    <a:pt x="147" y="0"/>
                    <a:pt x="156" y="16"/>
                    <a:pt x="148" y="12"/>
                  </a:cubicBezTo>
                  <a:cubicBezTo>
                    <a:pt x="140" y="8"/>
                    <a:pt x="135" y="11"/>
                    <a:pt x="120" y="17"/>
                  </a:cubicBezTo>
                  <a:cubicBezTo>
                    <a:pt x="105" y="23"/>
                    <a:pt x="72" y="42"/>
                    <a:pt x="60" y="50"/>
                  </a:cubicBezTo>
                  <a:cubicBezTo>
                    <a:pt x="48" y="58"/>
                    <a:pt x="50" y="60"/>
                    <a:pt x="50" y="67"/>
                  </a:cubicBezTo>
                  <a:cubicBezTo>
                    <a:pt x="50" y="74"/>
                    <a:pt x="53" y="82"/>
                    <a:pt x="57" y="91"/>
                  </a:cubicBezTo>
                  <a:cubicBezTo>
                    <a:pt x="61" y="100"/>
                    <a:pt x="70" y="116"/>
                    <a:pt x="74" y="125"/>
                  </a:cubicBezTo>
                  <a:cubicBezTo>
                    <a:pt x="78" y="134"/>
                    <a:pt x="85" y="138"/>
                    <a:pt x="84" y="144"/>
                  </a:cubicBezTo>
                  <a:cubicBezTo>
                    <a:pt x="83" y="150"/>
                    <a:pt x="81" y="154"/>
                    <a:pt x="67" y="163"/>
                  </a:cubicBezTo>
                  <a:cubicBezTo>
                    <a:pt x="53" y="172"/>
                    <a:pt x="14" y="190"/>
                    <a:pt x="0" y="197"/>
                  </a:cubicBezTo>
                </a:path>
              </a:pathLst>
            </a:custGeom>
            <a:noFill/>
            <a:ln w="38100" cap="flat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6294" name="Freeform 102">
              <a:extLst>
                <a:ext uri="{FF2B5EF4-FFF2-40B4-BE49-F238E27FC236}">
                  <a16:creationId xmlns:a16="http://schemas.microsoft.com/office/drawing/2014/main" id="{DCF44402-AADE-41D3-84BA-7685CEB78119}"/>
                </a:ext>
              </a:extLst>
            </p:cNvPr>
            <p:cNvSpPr>
              <a:spLocks/>
            </p:cNvSpPr>
            <p:nvPr/>
          </p:nvSpPr>
          <p:spPr bwMode="auto">
            <a:xfrm>
              <a:off x="1848" y="2817"/>
              <a:ext cx="314" cy="334"/>
            </a:xfrm>
            <a:custGeom>
              <a:avLst/>
              <a:gdLst>
                <a:gd name="T0" fmla="*/ 252 w 314"/>
                <a:gd name="T1" fmla="*/ 25 h 334"/>
                <a:gd name="T2" fmla="*/ 202 w 314"/>
                <a:gd name="T3" fmla="*/ 56 h 334"/>
                <a:gd name="T4" fmla="*/ 178 w 314"/>
                <a:gd name="T5" fmla="*/ 69 h 334"/>
                <a:gd name="T6" fmla="*/ 156 w 314"/>
                <a:gd name="T7" fmla="*/ 64 h 334"/>
                <a:gd name="T8" fmla="*/ 125 w 314"/>
                <a:gd name="T9" fmla="*/ 18 h 334"/>
                <a:gd name="T10" fmla="*/ 108 w 314"/>
                <a:gd name="T11" fmla="*/ 6 h 334"/>
                <a:gd name="T12" fmla="*/ 89 w 314"/>
                <a:gd name="T13" fmla="*/ 4 h 334"/>
                <a:gd name="T14" fmla="*/ 41 w 314"/>
                <a:gd name="T15" fmla="*/ 28 h 334"/>
                <a:gd name="T16" fmla="*/ 17 w 314"/>
                <a:gd name="T17" fmla="*/ 46 h 334"/>
                <a:gd name="T18" fmla="*/ 14 w 314"/>
                <a:gd name="T19" fmla="*/ 66 h 334"/>
                <a:gd name="T20" fmla="*/ 22 w 314"/>
                <a:gd name="T21" fmla="*/ 93 h 334"/>
                <a:gd name="T22" fmla="*/ 144 w 314"/>
                <a:gd name="T23" fmla="*/ 297 h 334"/>
                <a:gd name="T24" fmla="*/ 166 w 314"/>
                <a:gd name="T25" fmla="*/ 316 h 334"/>
                <a:gd name="T26" fmla="*/ 194 w 314"/>
                <a:gd name="T27" fmla="*/ 318 h 334"/>
                <a:gd name="T28" fmla="*/ 254 w 314"/>
                <a:gd name="T29" fmla="*/ 285 h 334"/>
                <a:gd name="T30" fmla="*/ 264 w 314"/>
                <a:gd name="T31" fmla="*/ 268 h 334"/>
                <a:gd name="T32" fmla="*/ 257 w 314"/>
                <a:gd name="T33" fmla="*/ 244 h 334"/>
                <a:gd name="T34" fmla="*/ 240 w 314"/>
                <a:gd name="T35" fmla="*/ 210 h 334"/>
                <a:gd name="T36" fmla="*/ 230 w 314"/>
                <a:gd name="T37" fmla="*/ 191 h 334"/>
                <a:gd name="T38" fmla="*/ 247 w 314"/>
                <a:gd name="T39" fmla="*/ 172 h 334"/>
                <a:gd name="T40" fmla="*/ 314 w 314"/>
                <a:gd name="T41" fmla="*/ 138 h 3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14" h="334">
                  <a:moveTo>
                    <a:pt x="252" y="25"/>
                  </a:moveTo>
                  <a:cubicBezTo>
                    <a:pt x="244" y="30"/>
                    <a:pt x="214" y="49"/>
                    <a:pt x="202" y="56"/>
                  </a:cubicBezTo>
                  <a:cubicBezTo>
                    <a:pt x="190" y="63"/>
                    <a:pt x="186" y="68"/>
                    <a:pt x="178" y="69"/>
                  </a:cubicBezTo>
                  <a:cubicBezTo>
                    <a:pt x="170" y="70"/>
                    <a:pt x="165" y="73"/>
                    <a:pt x="156" y="64"/>
                  </a:cubicBezTo>
                  <a:cubicBezTo>
                    <a:pt x="147" y="55"/>
                    <a:pt x="133" y="28"/>
                    <a:pt x="125" y="18"/>
                  </a:cubicBezTo>
                  <a:cubicBezTo>
                    <a:pt x="117" y="8"/>
                    <a:pt x="114" y="8"/>
                    <a:pt x="108" y="6"/>
                  </a:cubicBezTo>
                  <a:cubicBezTo>
                    <a:pt x="102" y="4"/>
                    <a:pt x="100" y="0"/>
                    <a:pt x="89" y="4"/>
                  </a:cubicBezTo>
                  <a:cubicBezTo>
                    <a:pt x="78" y="8"/>
                    <a:pt x="53" y="21"/>
                    <a:pt x="41" y="28"/>
                  </a:cubicBezTo>
                  <a:cubicBezTo>
                    <a:pt x="29" y="35"/>
                    <a:pt x="22" y="40"/>
                    <a:pt x="17" y="46"/>
                  </a:cubicBezTo>
                  <a:cubicBezTo>
                    <a:pt x="12" y="52"/>
                    <a:pt x="13" y="58"/>
                    <a:pt x="14" y="66"/>
                  </a:cubicBezTo>
                  <a:cubicBezTo>
                    <a:pt x="15" y="74"/>
                    <a:pt x="0" y="54"/>
                    <a:pt x="22" y="93"/>
                  </a:cubicBezTo>
                  <a:cubicBezTo>
                    <a:pt x="44" y="132"/>
                    <a:pt x="120" y="260"/>
                    <a:pt x="144" y="297"/>
                  </a:cubicBezTo>
                  <a:cubicBezTo>
                    <a:pt x="168" y="334"/>
                    <a:pt x="158" y="313"/>
                    <a:pt x="166" y="316"/>
                  </a:cubicBezTo>
                  <a:cubicBezTo>
                    <a:pt x="174" y="319"/>
                    <a:pt x="179" y="323"/>
                    <a:pt x="194" y="318"/>
                  </a:cubicBezTo>
                  <a:cubicBezTo>
                    <a:pt x="209" y="313"/>
                    <a:pt x="242" y="293"/>
                    <a:pt x="254" y="285"/>
                  </a:cubicBezTo>
                  <a:cubicBezTo>
                    <a:pt x="266" y="277"/>
                    <a:pt x="264" y="275"/>
                    <a:pt x="264" y="268"/>
                  </a:cubicBezTo>
                  <a:cubicBezTo>
                    <a:pt x="264" y="261"/>
                    <a:pt x="261" y="253"/>
                    <a:pt x="257" y="244"/>
                  </a:cubicBezTo>
                  <a:cubicBezTo>
                    <a:pt x="253" y="235"/>
                    <a:pt x="244" y="219"/>
                    <a:pt x="240" y="210"/>
                  </a:cubicBezTo>
                  <a:cubicBezTo>
                    <a:pt x="236" y="201"/>
                    <a:pt x="229" y="197"/>
                    <a:pt x="230" y="191"/>
                  </a:cubicBezTo>
                  <a:cubicBezTo>
                    <a:pt x="231" y="185"/>
                    <a:pt x="233" y="181"/>
                    <a:pt x="247" y="172"/>
                  </a:cubicBezTo>
                  <a:cubicBezTo>
                    <a:pt x="261" y="163"/>
                    <a:pt x="300" y="145"/>
                    <a:pt x="314" y="138"/>
                  </a:cubicBezTo>
                </a:path>
              </a:pathLst>
            </a:custGeom>
            <a:noFill/>
            <a:ln w="38100" cap="flat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6295" name="Freeform 103">
              <a:extLst>
                <a:ext uri="{FF2B5EF4-FFF2-40B4-BE49-F238E27FC236}">
                  <a16:creationId xmlns:a16="http://schemas.microsoft.com/office/drawing/2014/main" id="{6654BBDA-CFA5-4E42-80BB-4C206093165A}"/>
                </a:ext>
              </a:extLst>
            </p:cNvPr>
            <p:cNvSpPr>
              <a:spLocks/>
            </p:cNvSpPr>
            <p:nvPr/>
          </p:nvSpPr>
          <p:spPr bwMode="auto">
            <a:xfrm>
              <a:off x="2131" y="2940"/>
              <a:ext cx="20" cy="1"/>
            </a:xfrm>
            <a:custGeom>
              <a:avLst/>
              <a:gdLst>
                <a:gd name="T0" fmla="*/ 20 w 20"/>
                <a:gd name="T1" fmla="*/ 1 h 1"/>
                <a:gd name="T2" fmla="*/ 0 w 20"/>
                <a:gd name="T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0" h="1">
                  <a:moveTo>
                    <a:pt x="20" y="1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6296" name="Line 104">
              <a:extLst>
                <a:ext uri="{FF2B5EF4-FFF2-40B4-BE49-F238E27FC236}">
                  <a16:creationId xmlns:a16="http://schemas.microsoft.com/office/drawing/2014/main" id="{4C6D0180-4D11-4100-823A-C7101A740C9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74" y="2832"/>
              <a:ext cx="20" cy="0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6297" name="Line 105">
              <a:extLst>
                <a:ext uri="{FF2B5EF4-FFF2-40B4-BE49-F238E27FC236}">
                  <a16:creationId xmlns:a16="http://schemas.microsoft.com/office/drawing/2014/main" id="{AB20B932-B94F-4135-83D7-D29F2CAA290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992" y="2887"/>
              <a:ext cx="51" cy="223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6298" name="Line 106">
              <a:extLst>
                <a:ext uri="{FF2B5EF4-FFF2-40B4-BE49-F238E27FC236}">
                  <a16:creationId xmlns:a16="http://schemas.microsoft.com/office/drawing/2014/main" id="{460E43BE-76F2-4D36-AC66-B0BEF299A10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061" y="2887"/>
              <a:ext cx="58" cy="240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6299" name="Line 107">
              <a:extLst>
                <a:ext uri="{FF2B5EF4-FFF2-40B4-BE49-F238E27FC236}">
                  <a16:creationId xmlns:a16="http://schemas.microsoft.com/office/drawing/2014/main" id="{DC8EFD85-E7E8-4869-8B23-27D3B8650CE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934" y="2856"/>
              <a:ext cx="36" cy="170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6300" name="Line 108">
              <a:extLst>
                <a:ext uri="{FF2B5EF4-FFF2-40B4-BE49-F238E27FC236}">
                  <a16:creationId xmlns:a16="http://schemas.microsoft.com/office/drawing/2014/main" id="{4FAEA688-916B-4410-A82C-C1923E4DFE0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880" y="2853"/>
              <a:ext cx="18" cy="85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6301" name="Line 109">
              <a:extLst>
                <a:ext uri="{FF2B5EF4-FFF2-40B4-BE49-F238E27FC236}">
                  <a16:creationId xmlns:a16="http://schemas.microsoft.com/office/drawing/2014/main" id="{3ECF8627-5F52-41A7-B430-3D71B030DEA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282" y="2666"/>
              <a:ext cx="60" cy="224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6302" name="Line 110">
              <a:extLst>
                <a:ext uri="{FF2B5EF4-FFF2-40B4-BE49-F238E27FC236}">
                  <a16:creationId xmlns:a16="http://schemas.microsoft.com/office/drawing/2014/main" id="{A82D0D9A-423D-41F1-B4CA-CD281A322D1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353" y="2757"/>
              <a:ext cx="41" cy="175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6303" name="Line 111">
              <a:extLst>
                <a:ext uri="{FF2B5EF4-FFF2-40B4-BE49-F238E27FC236}">
                  <a16:creationId xmlns:a16="http://schemas.microsoft.com/office/drawing/2014/main" id="{654ADC32-8968-4FF5-9701-8228497CCB6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430" y="2852"/>
              <a:ext cx="15" cy="70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6304" name="Line 112">
              <a:extLst>
                <a:ext uri="{FF2B5EF4-FFF2-40B4-BE49-F238E27FC236}">
                  <a16:creationId xmlns:a16="http://schemas.microsoft.com/office/drawing/2014/main" id="{B9A29CB1-E78B-4380-9350-3A4D9D5CD4F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246" y="2633"/>
              <a:ext cx="26" cy="108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6305" name="Line 113">
              <a:extLst>
                <a:ext uri="{FF2B5EF4-FFF2-40B4-BE49-F238E27FC236}">
                  <a16:creationId xmlns:a16="http://schemas.microsoft.com/office/drawing/2014/main" id="{13264ED9-8773-4E37-8B4C-3DE21C670A3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206" y="2786"/>
              <a:ext cx="26" cy="99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6306" name="Freeform 114">
              <a:extLst>
                <a:ext uri="{FF2B5EF4-FFF2-40B4-BE49-F238E27FC236}">
                  <a16:creationId xmlns:a16="http://schemas.microsoft.com/office/drawing/2014/main" id="{223DBE3D-0929-41CD-B341-5C95E57547B7}"/>
                </a:ext>
              </a:extLst>
            </p:cNvPr>
            <p:cNvSpPr>
              <a:spLocks/>
            </p:cNvSpPr>
            <p:nvPr/>
          </p:nvSpPr>
          <p:spPr bwMode="auto">
            <a:xfrm>
              <a:off x="2094" y="2844"/>
              <a:ext cx="60" cy="114"/>
            </a:xfrm>
            <a:custGeom>
              <a:avLst/>
              <a:gdLst>
                <a:gd name="T0" fmla="*/ 0 w 60"/>
                <a:gd name="T1" fmla="*/ 0 h 114"/>
                <a:gd name="T2" fmla="*/ 36 w 60"/>
                <a:gd name="T3" fmla="*/ 36 h 114"/>
                <a:gd name="T4" fmla="*/ 60 w 60"/>
                <a:gd name="T5" fmla="*/ 78 h 114"/>
                <a:gd name="T6" fmla="*/ 60 w 60"/>
                <a:gd name="T7" fmla="*/ 114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0" h="114">
                  <a:moveTo>
                    <a:pt x="0" y="0"/>
                  </a:moveTo>
                  <a:cubicBezTo>
                    <a:pt x="13" y="11"/>
                    <a:pt x="26" y="23"/>
                    <a:pt x="36" y="36"/>
                  </a:cubicBezTo>
                  <a:cubicBezTo>
                    <a:pt x="46" y="49"/>
                    <a:pt x="56" y="65"/>
                    <a:pt x="60" y="78"/>
                  </a:cubicBezTo>
                  <a:lnTo>
                    <a:pt x="60" y="114"/>
                  </a:lnTo>
                </a:path>
              </a:pathLst>
            </a:custGeom>
            <a:noFill/>
            <a:ln w="19050" cap="flat" cmpd="sng">
              <a:solidFill>
                <a:srgbClr val="000000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6307" name="Freeform 115">
              <a:extLst>
                <a:ext uri="{FF2B5EF4-FFF2-40B4-BE49-F238E27FC236}">
                  <a16:creationId xmlns:a16="http://schemas.microsoft.com/office/drawing/2014/main" id="{B3EE28DE-BFED-4A94-A74B-8D0B683D8AD0}"/>
                </a:ext>
              </a:extLst>
            </p:cNvPr>
            <p:cNvSpPr>
              <a:spLocks/>
            </p:cNvSpPr>
            <p:nvPr/>
          </p:nvSpPr>
          <p:spPr bwMode="auto">
            <a:xfrm>
              <a:off x="2154" y="2808"/>
              <a:ext cx="72" cy="120"/>
            </a:xfrm>
            <a:custGeom>
              <a:avLst/>
              <a:gdLst>
                <a:gd name="T0" fmla="*/ 0 w 72"/>
                <a:gd name="T1" fmla="*/ 0 h 120"/>
                <a:gd name="T2" fmla="*/ 18 w 72"/>
                <a:gd name="T3" fmla="*/ 42 h 120"/>
                <a:gd name="T4" fmla="*/ 72 w 72"/>
                <a:gd name="T5" fmla="*/ 120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72" h="120">
                  <a:moveTo>
                    <a:pt x="0" y="0"/>
                  </a:moveTo>
                  <a:cubicBezTo>
                    <a:pt x="3" y="11"/>
                    <a:pt x="6" y="22"/>
                    <a:pt x="18" y="42"/>
                  </a:cubicBezTo>
                  <a:cubicBezTo>
                    <a:pt x="30" y="62"/>
                    <a:pt x="64" y="109"/>
                    <a:pt x="72" y="120"/>
                  </a:cubicBezTo>
                </a:path>
              </a:pathLst>
            </a:custGeom>
            <a:noFill/>
            <a:ln w="19050" cap="flat" cmpd="sng">
              <a:solidFill>
                <a:srgbClr val="000000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pic>
        <p:nvPicPr>
          <p:cNvPr id="136308" name="Picture 116">
            <a:extLst>
              <a:ext uri="{FF2B5EF4-FFF2-40B4-BE49-F238E27FC236}">
                <a16:creationId xmlns:a16="http://schemas.microsoft.com/office/drawing/2014/main" id="{98C99DAB-8BEC-4BE5-B21A-E2DCDAA39A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00FFFF"/>
              </a:clrFrom>
              <a:clrTo>
                <a:srgbClr val="00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2625" y="1531813"/>
            <a:ext cx="3382963" cy="161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6310" name="Picture 118">
            <a:extLst>
              <a:ext uri="{FF2B5EF4-FFF2-40B4-BE49-F238E27FC236}">
                <a16:creationId xmlns:a16="http://schemas.microsoft.com/office/drawing/2014/main" id="{EDD50C59-2C32-46C8-9192-687716D64B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40350" y="3794906"/>
            <a:ext cx="2417763" cy="2828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med">
    <p:cover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36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36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36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36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36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36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7" dur="500"/>
                                        <p:tgtEl>
                                          <p:spTgt spid="136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2" dur="500"/>
                                        <p:tgtEl>
                                          <p:spTgt spid="136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36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36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36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1" dur="500"/>
                                        <p:tgtEl>
                                          <p:spTgt spid="136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6195" grpId="0" autoUpdateAnimBg="0"/>
      <p:bldP spid="136196" grpId="0" autoUpdateAnimBg="0"/>
      <p:bldP spid="136239" grpId="0" autoUpdateAnimBg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Text Box 2">
            <a:extLst>
              <a:ext uri="{FF2B5EF4-FFF2-40B4-BE49-F238E27FC236}">
                <a16:creationId xmlns:a16="http://schemas.microsoft.com/office/drawing/2014/main" id="{34AB4A3D-C0B4-445D-88E3-5FCADEF434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81212" y="-46832"/>
            <a:ext cx="518477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en-US" altLang="zh-CN" sz="3200" dirty="0">
                <a:solidFill>
                  <a:schemeClr val="bg1"/>
                </a:solidFill>
                <a:latin typeface="宋体" panose="02010600030101010101" pitchFamily="2" charset="-122"/>
              </a:rPr>
              <a:t>2</a:t>
            </a:r>
            <a:r>
              <a:rPr lang="zh-CN" altLang="en-US" sz="3200" dirty="0">
                <a:solidFill>
                  <a:schemeClr val="bg1"/>
                </a:solidFill>
                <a:latin typeface="宋体" panose="02010600030101010101" pitchFamily="2" charset="-122"/>
              </a:rPr>
              <a:t>）移出断面的标注方法</a:t>
            </a:r>
            <a:endParaRPr lang="zh-CN" altLang="en-US" sz="3200" b="0" dirty="0">
              <a:solidFill>
                <a:schemeClr val="bg1"/>
              </a:solidFill>
              <a:latin typeface="宋体" panose="02010600030101010101" pitchFamily="2" charset="-122"/>
            </a:endParaRPr>
          </a:p>
        </p:txBody>
      </p:sp>
      <p:sp>
        <p:nvSpPr>
          <p:cNvPr id="137219" name="Text Box 3">
            <a:extLst>
              <a:ext uri="{FF2B5EF4-FFF2-40B4-BE49-F238E27FC236}">
                <a16:creationId xmlns:a16="http://schemas.microsoft.com/office/drawing/2014/main" id="{D2EB2C2A-A904-45E5-BBB0-4BD4D9E718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1138" y="4368800"/>
            <a:ext cx="8894762" cy="819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l" eaLnBrk="1" hangingPunct="1">
              <a:lnSpc>
                <a:spcPct val="85000"/>
              </a:lnSpc>
            </a:pPr>
            <a:r>
              <a:rPr lang="en-US" altLang="zh-CN" sz="2800">
                <a:solidFill>
                  <a:srgbClr val="0000CC"/>
                </a:solidFill>
                <a:latin typeface="宋体" panose="02010600030101010101" pitchFamily="2" charset="-122"/>
              </a:rPr>
              <a:t>⑴ </a:t>
            </a:r>
            <a:r>
              <a:rPr lang="zh-CN" altLang="en-US" sz="2800">
                <a:solidFill>
                  <a:srgbClr val="0000CC"/>
                </a:solidFill>
                <a:latin typeface="宋体" panose="02010600030101010101" pitchFamily="2" charset="-122"/>
              </a:rPr>
              <a:t>配置在剖切符号延长线上的不对称的移出断面，或</a:t>
            </a:r>
          </a:p>
          <a:p>
            <a:pPr algn="l" eaLnBrk="1" hangingPunct="1">
              <a:lnSpc>
                <a:spcPct val="85000"/>
              </a:lnSpc>
            </a:pPr>
            <a:r>
              <a:rPr lang="zh-CN" altLang="en-US" sz="2800">
                <a:solidFill>
                  <a:srgbClr val="0000CC"/>
                </a:solidFill>
                <a:latin typeface="宋体" panose="02010600030101010101" pitchFamily="2" charset="-122"/>
              </a:rPr>
              <a:t>   按投影关系配置的对称的移出断面，可省略字母。</a:t>
            </a:r>
          </a:p>
        </p:txBody>
      </p:sp>
      <p:sp>
        <p:nvSpPr>
          <p:cNvPr id="137220" name="Text Box 4">
            <a:extLst>
              <a:ext uri="{FF2B5EF4-FFF2-40B4-BE49-F238E27FC236}">
                <a16:creationId xmlns:a16="http://schemas.microsoft.com/office/drawing/2014/main" id="{39799184-B2E9-409F-968F-30482E91BC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1138" y="5319713"/>
            <a:ext cx="8894762" cy="455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l" eaLnBrk="1" hangingPunct="1">
              <a:lnSpc>
                <a:spcPct val="85000"/>
              </a:lnSpc>
            </a:pPr>
            <a:r>
              <a:rPr lang="en-US" altLang="zh-CN" sz="2800">
                <a:solidFill>
                  <a:srgbClr val="0000CC"/>
                </a:solidFill>
                <a:latin typeface="宋体" panose="02010600030101010101" pitchFamily="2" charset="-122"/>
              </a:rPr>
              <a:t>⑵ </a:t>
            </a:r>
            <a:r>
              <a:rPr lang="zh-CN" altLang="en-US" sz="2800">
                <a:solidFill>
                  <a:srgbClr val="0000CC"/>
                </a:solidFill>
                <a:latin typeface="宋体" panose="02010600030101010101" pitchFamily="2" charset="-122"/>
              </a:rPr>
              <a:t>配置在其他位置的对称的移出断面图，可省略箭头。</a:t>
            </a:r>
          </a:p>
        </p:txBody>
      </p:sp>
      <p:grpSp>
        <p:nvGrpSpPr>
          <p:cNvPr id="137221" name="Group 5">
            <a:extLst>
              <a:ext uri="{FF2B5EF4-FFF2-40B4-BE49-F238E27FC236}">
                <a16:creationId xmlns:a16="http://schemas.microsoft.com/office/drawing/2014/main" id="{DC3FE99C-00A6-41BE-8901-79BBADAB09C6}"/>
              </a:ext>
            </a:extLst>
          </p:cNvPr>
          <p:cNvGrpSpPr>
            <a:grpSpLocks/>
          </p:cNvGrpSpPr>
          <p:nvPr/>
        </p:nvGrpSpPr>
        <p:grpSpPr bwMode="auto">
          <a:xfrm>
            <a:off x="1023938" y="492125"/>
            <a:ext cx="2044700" cy="2452688"/>
            <a:chOff x="645" y="573"/>
            <a:chExt cx="1288" cy="1545"/>
          </a:xfrm>
        </p:grpSpPr>
        <p:sp>
          <p:nvSpPr>
            <p:cNvPr id="137222" name="Text Box 6">
              <a:extLst>
                <a:ext uri="{FF2B5EF4-FFF2-40B4-BE49-F238E27FC236}">
                  <a16:creationId xmlns:a16="http://schemas.microsoft.com/office/drawing/2014/main" id="{84EB0E36-9126-418E-A25B-C92DDBCE2CA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57" y="573"/>
              <a:ext cx="25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eaLnBrk="1" hangingPunct="1"/>
              <a:r>
                <a:rPr lang="en-US" altLang="zh-CN" i="1">
                  <a:latin typeface="宋体" panose="02010600030101010101" pitchFamily="2" charset="-122"/>
                </a:rPr>
                <a:t>A</a:t>
              </a:r>
              <a:endParaRPr lang="en-US" altLang="zh-CN"/>
            </a:p>
          </p:txBody>
        </p:sp>
        <p:sp>
          <p:nvSpPr>
            <p:cNvPr id="137223" name="Text Box 7">
              <a:extLst>
                <a:ext uri="{FF2B5EF4-FFF2-40B4-BE49-F238E27FC236}">
                  <a16:creationId xmlns:a16="http://schemas.microsoft.com/office/drawing/2014/main" id="{53DE9CA6-8AC7-45C0-A661-D4BF3004368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19" y="1830"/>
              <a:ext cx="21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i="1">
                  <a:latin typeface="宋体" panose="02010600030101010101" pitchFamily="2" charset="-122"/>
                </a:rPr>
                <a:t>A</a:t>
              </a:r>
              <a:endParaRPr lang="en-US" altLang="zh-CN"/>
            </a:p>
          </p:txBody>
        </p:sp>
        <p:sp>
          <p:nvSpPr>
            <p:cNvPr id="137224" name="Text Box 8">
              <a:extLst>
                <a:ext uri="{FF2B5EF4-FFF2-40B4-BE49-F238E27FC236}">
                  <a16:creationId xmlns:a16="http://schemas.microsoft.com/office/drawing/2014/main" id="{805DD424-53B7-4031-AD2A-78DD8E2F5AF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5" y="766"/>
              <a:ext cx="50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i="1">
                  <a:latin typeface="宋体" panose="02010600030101010101" pitchFamily="2" charset="-122"/>
                </a:rPr>
                <a:t>A</a:t>
              </a:r>
              <a:r>
                <a:rPr lang="zh-CN" altLang="en-US"/>
                <a:t>－</a:t>
              </a:r>
              <a:r>
                <a:rPr lang="en-US" altLang="zh-CN" i="1">
                  <a:latin typeface="宋体" panose="02010600030101010101" pitchFamily="2" charset="-122"/>
                </a:rPr>
                <a:t>A</a:t>
              </a:r>
              <a:endParaRPr lang="en-US" altLang="zh-CN"/>
            </a:p>
          </p:txBody>
        </p:sp>
      </p:grpSp>
      <p:grpSp>
        <p:nvGrpSpPr>
          <p:cNvPr id="137317" name="Group 101">
            <a:extLst>
              <a:ext uri="{FF2B5EF4-FFF2-40B4-BE49-F238E27FC236}">
                <a16:creationId xmlns:a16="http://schemas.microsoft.com/office/drawing/2014/main" id="{81A580EB-3D15-49C9-A58F-FA40E8BAE8B3}"/>
              </a:ext>
            </a:extLst>
          </p:cNvPr>
          <p:cNvGrpSpPr>
            <a:grpSpLocks/>
          </p:cNvGrpSpPr>
          <p:nvPr/>
        </p:nvGrpSpPr>
        <p:grpSpPr bwMode="auto">
          <a:xfrm>
            <a:off x="6237288" y="684213"/>
            <a:ext cx="2019300" cy="2166937"/>
            <a:chOff x="3929" y="431"/>
            <a:chExt cx="1272" cy="1365"/>
          </a:xfrm>
        </p:grpSpPr>
        <p:sp>
          <p:nvSpPr>
            <p:cNvPr id="137226" name="Text Box 10">
              <a:extLst>
                <a:ext uri="{FF2B5EF4-FFF2-40B4-BE49-F238E27FC236}">
                  <a16:creationId xmlns:a16="http://schemas.microsoft.com/office/drawing/2014/main" id="{7E58F61A-4FE0-49A3-9FD0-E8D3C5C05CB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59" y="431"/>
              <a:ext cx="21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i="1">
                  <a:latin typeface="宋体" panose="02010600030101010101" pitchFamily="2" charset="-122"/>
                </a:rPr>
                <a:t>B</a:t>
              </a:r>
              <a:endParaRPr lang="en-US" altLang="zh-CN"/>
            </a:p>
          </p:txBody>
        </p:sp>
        <p:sp>
          <p:nvSpPr>
            <p:cNvPr id="137227" name="Text Box 11">
              <a:extLst>
                <a:ext uri="{FF2B5EF4-FFF2-40B4-BE49-F238E27FC236}">
                  <a16:creationId xmlns:a16="http://schemas.microsoft.com/office/drawing/2014/main" id="{C55EF841-B191-43E6-B90E-55075ABAE5F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29" y="1508"/>
              <a:ext cx="21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i="1">
                  <a:latin typeface="宋体" panose="02010600030101010101" pitchFamily="2" charset="-122"/>
                </a:rPr>
                <a:t>B</a:t>
              </a:r>
              <a:endParaRPr lang="en-US" altLang="zh-CN"/>
            </a:p>
          </p:txBody>
        </p:sp>
        <p:sp>
          <p:nvSpPr>
            <p:cNvPr id="137228" name="Text Box 12">
              <a:extLst>
                <a:ext uri="{FF2B5EF4-FFF2-40B4-BE49-F238E27FC236}">
                  <a16:creationId xmlns:a16="http://schemas.microsoft.com/office/drawing/2014/main" id="{06D1EA5F-9DD1-4EC2-96A2-892F65D550A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98" y="490"/>
              <a:ext cx="50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i="1">
                  <a:latin typeface="宋体" panose="02010600030101010101" pitchFamily="2" charset="-122"/>
                </a:rPr>
                <a:t>B</a:t>
              </a:r>
              <a:r>
                <a:rPr lang="zh-CN" altLang="en-US"/>
                <a:t>－</a:t>
              </a:r>
              <a:r>
                <a:rPr lang="en-US" altLang="zh-CN" i="1">
                  <a:latin typeface="宋体" panose="02010600030101010101" pitchFamily="2" charset="-122"/>
                </a:rPr>
                <a:t>B</a:t>
              </a:r>
              <a:endParaRPr lang="en-US" altLang="zh-CN"/>
            </a:p>
          </p:txBody>
        </p:sp>
      </p:grpSp>
      <p:grpSp>
        <p:nvGrpSpPr>
          <p:cNvPr id="137229" name="Group 13">
            <a:extLst>
              <a:ext uri="{FF2B5EF4-FFF2-40B4-BE49-F238E27FC236}">
                <a16:creationId xmlns:a16="http://schemas.microsoft.com/office/drawing/2014/main" id="{C199BCBD-7613-45D5-90F4-DCEFAA24B499}"/>
              </a:ext>
            </a:extLst>
          </p:cNvPr>
          <p:cNvGrpSpPr>
            <a:grpSpLocks/>
          </p:cNvGrpSpPr>
          <p:nvPr/>
        </p:nvGrpSpPr>
        <p:grpSpPr bwMode="auto">
          <a:xfrm>
            <a:off x="6311900" y="1006475"/>
            <a:ext cx="7938" cy="1546225"/>
            <a:chOff x="3976" y="634"/>
            <a:chExt cx="5" cy="974"/>
          </a:xfrm>
        </p:grpSpPr>
        <p:sp>
          <p:nvSpPr>
            <p:cNvPr id="137230" name="Freeform 14">
              <a:extLst>
                <a:ext uri="{FF2B5EF4-FFF2-40B4-BE49-F238E27FC236}">
                  <a16:creationId xmlns:a16="http://schemas.microsoft.com/office/drawing/2014/main" id="{8E1D0F7B-FAD4-4DF7-A980-4719B43F042B}"/>
                </a:ext>
              </a:extLst>
            </p:cNvPr>
            <p:cNvSpPr>
              <a:spLocks/>
            </p:cNvSpPr>
            <p:nvPr/>
          </p:nvSpPr>
          <p:spPr bwMode="auto">
            <a:xfrm>
              <a:off x="3979" y="634"/>
              <a:ext cx="2" cy="134"/>
            </a:xfrm>
            <a:custGeom>
              <a:avLst/>
              <a:gdLst>
                <a:gd name="T0" fmla="*/ 2 w 2"/>
                <a:gd name="T1" fmla="*/ 0 h 134"/>
                <a:gd name="T2" fmla="*/ 0 w 2"/>
                <a:gd name="T3" fmla="*/ 134 h 1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" h="134">
                  <a:moveTo>
                    <a:pt x="2" y="0"/>
                  </a:moveTo>
                  <a:lnTo>
                    <a:pt x="0" y="134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7231" name="Freeform 15">
              <a:extLst>
                <a:ext uri="{FF2B5EF4-FFF2-40B4-BE49-F238E27FC236}">
                  <a16:creationId xmlns:a16="http://schemas.microsoft.com/office/drawing/2014/main" id="{FDC9B568-2F4D-4ABF-A33D-9E2F0DF4091D}"/>
                </a:ext>
              </a:extLst>
            </p:cNvPr>
            <p:cNvSpPr>
              <a:spLocks/>
            </p:cNvSpPr>
            <p:nvPr/>
          </p:nvSpPr>
          <p:spPr bwMode="auto">
            <a:xfrm>
              <a:off x="3976" y="1488"/>
              <a:ext cx="1" cy="120"/>
            </a:xfrm>
            <a:custGeom>
              <a:avLst/>
              <a:gdLst>
                <a:gd name="T0" fmla="*/ 0 w 1"/>
                <a:gd name="T1" fmla="*/ 0 h 120"/>
                <a:gd name="T2" fmla="*/ 0 w 1"/>
                <a:gd name="T3" fmla="*/ 120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120">
                  <a:moveTo>
                    <a:pt x="0" y="0"/>
                  </a:moveTo>
                  <a:lnTo>
                    <a:pt x="0" y="12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37318" name="Group 102">
            <a:extLst>
              <a:ext uri="{FF2B5EF4-FFF2-40B4-BE49-F238E27FC236}">
                <a16:creationId xmlns:a16="http://schemas.microsoft.com/office/drawing/2014/main" id="{2AC80F2E-3DF3-4AFE-AC80-314847C61E47}"/>
              </a:ext>
            </a:extLst>
          </p:cNvPr>
          <p:cNvGrpSpPr>
            <a:grpSpLocks/>
          </p:cNvGrpSpPr>
          <p:nvPr/>
        </p:nvGrpSpPr>
        <p:grpSpPr bwMode="auto">
          <a:xfrm>
            <a:off x="2768600" y="954088"/>
            <a:ext cx="266700" cy="1590675"/>
            <a:chOff x="1744" y="601"/>
            <a:chExt cx="168" cy="1002"/>
          </a:xfrm>
        </p:grpSpPr>
        <p:sp>
          <p:nvSpPr>
            <p:cNvPr id="137233" name="Freeform 17">
              <a:extLst>
                <a:ext uri="{FF2B5EF4-FFF2-40B4-BE49-F238E27FC236}">
                  <a16:creationId xmlns:a16="http://schemas.microsoft.com/office/drawing/2014/main" id="{3392F9B5-3056-433D-8261-EA5AD16B9DBE}"/>
                </a:ext>
              </a:extLst>
            </p:cNvPr>
            <p:cNvSpPr>
              <a:spLocks/>
            </p:cNvSpPr>
            <p:nvPr/>
          </p:nvSpPr>
          <p:spPr bwMode="auto">
            <a:xfrm>
              <a:off x="1909" y="601"/>
              <a:ext cx="1" cy="135"/>
            </a:xfrm>
            <a:custGeom>
              <a:avLst/>
              <a:gdLst>
                <a:gd name="T0" fmla="*/ 0 w 1"/>
                <a:gd name="T1" fmla="*/ 135 h 135"/>
                <a:gd name="T2" fmla="*/ 0 w 1"/>
                <a:gd name="T3" fmla="*/ 0 h 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135">
                  <a:moveTo>
                    <a:pt x="0" y="135"/>
                  </a:moveTo>
                  <a:lnTo>
                    <a:pt x="0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7234" name="Freeform 18">
              <a:extLst>
                <a:ext uri="{FF2B5EF4-FFF2-40B4-BE49-F238E27FC236}">
                  <a16:creationId xmlns:a16="http://schemas.microsoft.com/office/drawing/2014/main" id="{B68E24F3-EBCF-4367-8061-284182CF82AB}"/>
                </a:ext>
              </a:extLst>
            </p:cNvPr>
            <p:cNvSpPr>
              <a:spLocks/>
            </p:cNvSpPr>
            <p:nvPr/>
          </p:nvSpPr>
          <p:spPr bwMode="auto">
            <a:xfrm>
              <a:off x="1911" y="1468"/>
              <a:ext cx="1" cy="135"/>
            </a:xfrm>
            <a:custGeom>
              <a:avLst/>
              <a:gdLst>
                <a:gd name="T0" fmla="*/ 0 w 1"/>
                <a:gd name="T1" fmla="*/ 135 h 135"/>
                <a:gd name="T2" fmla="*/ 0 w 1"/>
                <a:gd name="T3" fmla="*/ 0 h 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135">
                  <a:moveTo>
                    <a:pt x="0" y="135"/>
                  </a:moveTo>
                  <a:lnTo>
                    <a:pt x="0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7235" name="Freeform 19">
              <a:extLst>
                <a:ext uri="{FF2B5EF4-FFF2-40B4-BE49-F238E27FC236}">
                  <a16:creationId xmlns:a16="http://schemas.microsoft.com/office/drawing/2014/main" id="{3D2DEA80-307E-4E3A-9616-0AED45C6E8E6}"/>
                </a:ext>
              </a:extLst>
            </p:cNvPr>
            <p:cNvSpPr>
              <a:spLocks/>
            </p:cNvSpPr>
            <p:nvPr/>
          </p:nvSpPr>
          <p:spPr bwMode="auto">
            <a:xfrm>
              <a:off x="1744" y="606"/>
              <a:ext cx="165" cy="1"/>
            </a:xfrm>
            <a:custGeom>
              <a:avLst/>
              <a:gdLst>
                <a:gd name="T0" fmla="*/ 165 w 165"/>
                <a:gd name="T1" fmla="*/ 0 h 1"/>
                <a:gd name="T2" fmla="*/ 0 w 165"/>
                <a:gd name="T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65" h="1">
                  <a:moveTo>
                    <a:pt x="165" y="0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7236" name="Freeform 20">
              <a:extLst>
                <a:ext uri="{FF2B5EF4-FFF2-40B4-BE49-F238E27FC236}">
                  <a16:creationId xmlns:a16="http://schemas.microsoft.com/office/drawing/2014/main" id="{40559405-7797-46A2-947E-546B92655C8C}"/>
                </a:ext>
              </a:extLst>
            </p:cNvPr>
            <p:cNvSpPr>
              <a:spLocks/>
            </p:cNvSpPr>
            <p:nvPr/>
          </p:nvSpPr>
          <p:spPr bwMode="auto">
            <a:xfrm>
              <a:off x="1747" y="1599"/>
              <a:ext cx="165" cy="1"/>
            </a:xfrm>
            <a:custGeom>
              <a:avLst/>
              <a:gdLst>
                <a:gd name="T0" fmla="*/ 165 w 165"/>
                <a:gd name="T1" fmla="*/ 0 h 1"/>
                <a:gd name="T2" fmla="*/ 0 w 165"/>
                <a:gd name="T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65" h="1">
                  <a:moveTo>
                    <a:pt x="165" y="0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37237" name="Group 21">
            <a:extLst>
              <a:ext uri="{FF2B5EF4-FFF2-40B4-BE49-F238E27FC236}">
                <a16:creationId xmlns:a16="http://schemas.microsoft.com/office/drawing/2014/main" id="{EB7492F5-7E53-40B7-8B7A-9ABE9AA2AEBD}"/>
              </a:ext>
            </a:extLst>
          </p:cNvPr>
          <p:cNvGrpSpPr>
            <a:grpSpLocks/>
          </p:cNvGrpSpPr>
          <p:nvPr/>
        </p:nvGrpSpPr>
        <p:grpSpPr bwMode="auto">
          <a:xfrm>
            <a:off x="7302500" y="1219200"/>
            <a:ext cx="1192213" cy="1219200"/>
            <a:chOff x="4600" y="999"/>
            <a:chExt cx="751" cy="768"/>
          </a:xfrm>
        </p:grpSpPr>
        <p:sp>
          <p:nvSpPr>
            <p:cNvPr id="137238" name="Oval 22">
              <a:extLst>
                <a:ext uri="{FF2B5EF4-FFF2-40B4-BE49-F238E27FC236}">
                  <a16:creationId xmlns:a16="http://schemas.microsoft.com/office/drawing/2014/main" id="{124CB4C6-D8C9-468D-9541-A15C98A76A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7" y="1048"/>
              <a:ext cx="643" cy="622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7239" name="Freeform 23">
              <a:extLst>
                <a:ext uri="{FF2B5EF4-FFF2-40B4-BE49-F238E27FC236}">
                  <a16:creationId xmlns:a16="http://schemas.microsoft.com/office/drawing/2014/main" id="{3F0C1483-16FF-4B56-B89A-EE9AE2DCACC2}"/>
                </a:ext>
              </a:extLst>
            </p:cNvPr>
            <p:cNvSpPr>
              <a:spLocks/>
            </p:cNvSpPr>
            <p:nvPr/>
          </p:nvSpPr>
          <p:spPr bwMode="auto">
            <a:xfrm>
              <a:off x="4600" y="1357"/>
              <a:ext cx="751" cy="1"/>
            </a:xfrm>
            <a:custGeom>
              <a:avLst/>
              <a:gdLst>
                <a:gd name="T0" fmla="*/ 0 w 751"/>
                <a:gd name="T1" fmla="*/ 0 h 1"/>
                <a:gd name="T2" fmla="*/ 751 w 751"/>
                <a:gd name="T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51" h="1">
                  <a:moveTo>
                    <a:pt x="0" y="0"/>
                  </a:moveTo>
                  <a:lnTo>
                    <a:pt x="751" y="0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lgDashDot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7240" name="Line 24">
              <a:extLst>
                <a:ext uri="{FF2B5EF4-FFF2-40B4-BE49-F238E27FC236}">
                  <a16:creationId xmlns:a16="http://schemas.microsoft.com/office/drawing/2014/main" id="{BEEDA1E8-F914-42B1-B3A7-6CE9987F9C4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75" y="999"/>
              <a:ext cx="0" cy="76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lgDash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7241" name="Freeform 25">
              <a:extLst>
                <a:ext uri="{FF2B5EF4-FFF2-40B4-BE49-F238E27FC236}">
                  <a16:creationId xmlns:a16="http://schemas.microsoft.com/office/drawing/2014/main" id="{AC6B2325-AD10-42CE-A048-F947B965A477}"/>
                </a:ext>
              </a:extLst>
            </p:cNvPr>
            <p:cNvSpPr>
              <a:spLocks/>
            </p:cNvSpPr>
            <p:nvPr/>
          </p:nvSpPr>
          <p:spPr bwMode="auto">
            <a:xfrm>
              <a:off x="4886" y="1072"/>
              <a:ext cx="210" cy="210"/>
            </a:xfrm>
            <a:custGeom>
              <a:avLst/>
              <a:gdLst>
                <a:gd name="T0" fmla="*/ 0 w 210"/>
                <a:gd name="T1" fmla="*/ 210 h 210"/>
                <a:gd name="T2" fmla="*/ 210 w 210"/>
                <a:gd name="T3" fmla="*/ 0 h 2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10" h="210">
                  <a:moveTo>
                    <a:pt x="0" y="210"/>
                  </a:moveTo>
                  <a:lnTo>
                    <a:pt x="210" y="0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7242" name="Freeform 26">
              <a:extLst>
                <a:ext uri="{FF2B5EF4-FFF2-40B4-BE49-F238E27FC236}">
                  <a16:creationId xmlns:a16="http://schemas.microsoft.com/office/drawing/2014/main" id="{B8BBE965-C379-4E8F-90CC-DDA18C84CE6F}"/>
                </a:ext>
              </a:extLst>
            </p:cNvPr>
            <p:cNvSpPr>
              <a:spLocks/>
            </p:cNvSpPr>
            <p:nvPr/>
          </p:nvSpPr>
          <p:spPr bwMode="auto">
            <a:xfrm>
              <a:off x="4735" y="1041"/>
              <a:ext cx="241" cy="241"/>
            </a:xfrm>
            <a:custGeom>
              <a:avLst/>
              <a:gdLst>
                <a:gd name="T0" fmla="*/ 0 w 241"/>
                <a:gd name="T1" fmla="*/ 241 h 241"/>
                <a:gd name="T2" fmla="*/ 241 w 241"/>
                <a:gd name="T3" fmla="*/ 0 h 2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41" h="241">
                  <a:moveTo>
                    <a:pt x="0" y="241"/>
                  </a:moveTo>
                  <a:lnTo>
                    <a:pt x="241" y="0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7243" name="Freeform 27">
              <a:extLst>
                <a:ext uri="{FF2B5EF4-FFF2-40B4-BE49-F238E27FC236}">
                  <a16:creationId xmlns:a16="http://schemas.microsoft.com/office/drawing/2014/main" id="{1337847D-4A39-4C88-B808-7DA1FF4BF66F}"/>
                </a:ext>
              </a:extLst>
            </p:cNvPr>
            <p:cNvSpPr>
              <a:spLocks/>
            </p:cNvSpPr>
            <p:nvPr/>
          </p:nvSpPr>
          <p:spPr bwMode="auto">
            <a:xfrm>
              <a:off x="5036" y="1119"/>
              <a:ext cx="164" cy="163"/>
            </a:xfrm>
            <a:custGeom>
              <a:avLst/>
              <a:gdLst>
                <a:gd name="T0" fmla="*/ 0 w 164"/>
                <a:gd name="T1" fmla="*/ 163 h 163"/>
                <a:gd name="T2" fmla="*/ 164 w 164"/>
                <a:gd name="T3" fmla="*/ 0 h 1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64" h="163">
                  <a:moveTo>
                    <a:pt x="0" y="163"/>
                  </a:moveTo>
                  <a:lnTo>
                    <a:pt x="164" y="0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7244" name="Line 28">
              <a:extLst>
                <a:ext uri="{FF2B5EF4-FFF2-40B4-BE49-F238E27FC236}">
                  <a16:creationId xmlns:a16="http://schemas.microsoft.com/office/drawing/2014/main" id="{8E64E154-7BB6-457D-A1EF-441603935F2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167" y="1191"/>
              <a:ext cx="96" cy="9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7245" name="Freeform 29">
              <a:extLst>
                <a:ext uri="{FF2B5EF4-FFF2-40B4-BE49-F238E27FC236}">
                  <a16:creationId xmlns:a16="http://schemas.microsoft.com/office/drawing/2014/main" id="{D266D74A-57E9-4A78-B283-F58CDA0BDA0B}"/>
                </a:ext>
              </a:extLst>
            </p:cNvPr>
            <p:cNvSpPr>
              <a:spLocks/>
            </p:cNvSpPr>
            <p:nvPr/>
          </p:nvSpPr>
          <p:spPr bwMode="auto">
            <a:xfrm>
              <a:off x="4750" y="1436"/>
              <a:ext cx="160" cy="161"/>
            </a:xfrm>
            <a:custGeom>
              <a:avLst/>
              <a:gdLst>
                <a:gd name="T0" fmla="*/ 160 w 160"/>
                <a:gd name="T1" fmla="*/ 0 h 161"/>
                <a:gd name="T2" fmla="*/ 0 w 160"/>
                <a:gd name="T3" fmla="*/ 161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60" h="161">
                  <a:moveTo>
                    <a:pt x="160" y="0"/>
                  </a:moveTo>
                  <a:lnTo>
                    <a:pt x="0" y="161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7246" name="Freeform 30">
              <a:extLst>
                <a:ext uri="{FF2B5EF4-FFF2-40B4-BE49-F238E27FC236}">
                  <a16:creationId xmlns:a16="http://schemas.microsoft.com/office/drawing/2014/main" id="{B12DF686-5213-48DE-907F-8A4F77E1767C}"/>
                </a:ext>
              </a:extLst>
            </p:cNvPr>
            <p:cNvSpPr>
              <a:spLocks/>
            </p:cNvSpPr>
            <p:nvPr/>
          </p:nvSpPr>
          <p:spPr bwMode="auto">
            <a:xfrm>
              <a:off x="4682" y="1434"/>
              <a:ext cx="76" cy="77"/>
            </a:xfrm>
            <a:custGeom>
              <a:avLst/>
              <a:gdLst>
                <a:gd name="T0" fmla="*/ 0 w 76"/>
                <a:gd name="T1" fmla="*/ 77 h 77"/>
                <a:gd name="T2" fmla="*/ 76 w 76"/>
                <a:gd name="T3" fmla="*/ 0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6" h="77">
                  <a:moveTo>
                    <a:pt x="0" y="77"/>
                  </a:moveTo>
                  <a:lnTo>
                    <a:pt x="76" y="0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7247" name="Freeform 31">
              <a:extLst>
                <a:ext uri="{FF2B5EF4-FFF2-40B4-BE49-F238E27FC236}">
                  <a16:creationId xmlns:a16="http://schemas.microsoft.com/office/drawing/2014/main" id="{52A0564B-7276-48E8-80CB-1CF6A31659C1}"/>
                </a:ext>
              </a:extLst>
            </p:cNvPr>
            <p:cNvSpPr>
              <a:spLocks/>
            </p:cNvSpPr>
            <p:nvPr/>
          </p:nvSpPr>
          <p:spPr bwMode="auto">
            <a:xfrm>
              <a:off x="4850" y="1431"/>
              <a:ext cx="221" cy="221"/>
            </a:xfrm>
            <a:custGeom>
              <a:avLst/>
              <a:gdLst>
                <a:gd name="T0" fmla="*/ 0 w 221"/>
                <a:gd name="T1" fmla="*/ 221 h 221"/>
                <a:gd name="T2" fmla="*/ 221 w 221"/>
                <a:gd name="T3" fmla="*/ 0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21" h="221">
                  <a:moveTo>
                    <a:pt x="0" y="221"/>
                  </a:moveTo>
                  <a:lnTo>
                    <a:pt x="221" y="0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7248" name="Freeform 32">
              <a:extLst>
                <a:ext uri="{FF2B5EF4-FFF2-40B4-BE49-F238E27FC236}">
                  <a16:creationId xmlns:a16="http://schemas.microsoft.com/office/drawing/2014/main" id="{6B066444-0575-4FDE-A403-6CAE42FFF8CC}"/>
                </a:ext>
              </a:extLst>
            </p:cNvPr>
            <p:cNvSpPr>
              <a:spLocks/>
            </p:cNvSpPr>
            <p:nvPr/>
          </p:nvSpPr>
          <p:spPr bwMode="auto">
            <a:xfrm>
              <a:off x="4982" y="1429"/>
              <a:ext cx="247" cy="247"/>
            </a:xfrm>
            <a:custGeom>
              <a:avLst/>
              <a:gdLst>
                <a:gd name="T0" fmla="*/ 0 w 247"/>
                <a:gd name="T1" fmla="*/ 247 h 247"/>
                <a:gd name="T2" fmla="*/ 247 w 247"/>
                <a:gd name="T3" fmla="*/ 0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47" h="247">
                  <a:moveTo>
                    <a:pt x="0" y="247"/>
                  </a:moveTo>
                  <a:lnTo>
                    <a:pt x="247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7249" name="Line 33">
              <a:extLst>
                <a:ext uri="{FF2B5EF4-FFF2-40B4-BE49-F238E27FC236}">
                  <a16:creationId xmlns:a16="http://schemas.microsoft.com/office/drawing/2014/main" id="{F00A62F4-9DC5-49E6-8DE7-A59FF8CF5E7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57" y="1287"/>
              <a:ext cx="643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7250" name="Line 34">
              <a:extLst>
                <a:ext uri="{FF2B5EF4-FFF2-40B4-BE49-F238E27FC236}">
                  <a16:creationId xmlns:a16="http://schemas.microsoft.com/office/drawing/2014/main" id="{F6CAD63A-0F52-42B3-9BEE-E4A3721627F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60" y="1431"/>
              <a:ext cx="64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37251" name="Group 35">
            <a:extLst>
              <a:ext uri="{FF2B5EF4-FFF2-40B4-BE49-F238E27FC236}">
                <a16:creationId xmlns:a16="http://schemas.microsoft.com/office/drawing/2014/main" id="{A8AA0A0E-B688-47CE-89B2-482E49D90BCB}"/>
              </a:ext>
            </a:extLst>
          </p:cNvPr>
          <p:cNvGrpSpPr>
            <a:grpSpLocks/>
          </p:cNvGrpSpPr>
          <p:nvPr/>
        </p:nvGrpSpPr>
        <p:grpSpPr bwMode="auto">
          <a:xfrm>
            <a:off x="3886200" y="2782888"/>
            <a:ext cx="1666875" cy="1509712"/>
            <a:chOff x="2265" y="1310"/>
            <a:chExt cx="1050" cy="951"/>
          </a:xfrm>
        </p:grpSpPr>
        <p:sp>
          <p:nvSpPr>
            <p:cNvPr id="137252" name="Line 36">
              <a:extLst>
                <a:ext uri="{FF2B5EF4-FFF2-40B4-BE49-F238E27FC236}">
                  <a16:creationId xmlns:a16="http://schemas.microsoft.com/office/drawing/2014/main" id="{9EB1B76F-5AF7-4119-8443-744C79D4705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880" y="1877"/>
              <a:ext cx="288" cy="2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7253" name="Freeform 37">
              <a:extLst>
                <a:ext uri="{FF2B5EF4-FFF2-40B4-BE49-F238E27FC236}">
                  <a16:creationId xmlns:a16="http://schemas.microsoft.com/office/drawing/2014/main" id="{7B837820-B83D-43DE-8A66-F76B65A73375}"/>
                </a:ext>
              </a:extLst>
            </p:cNvPr>
            <p:cNvSpPr>
              <a:spLocks/>
            </p:cNvSpPr>
            <p:nvPr/>
          </p:nvSpPr>
          <p:spPr bwMode="auto">
            <a:xfrm>
              <a:off x="2445" y="1415"/>
              <a:ext cx="600" cy="600"/>
            </a:xfrm>
            <a:custGeom>
              <a:avLst/>
              <a:gdLst>
                <a:gd name="T0" fmla="*/ 0 w 600"/>
                <a:gd name="T1" fmla="*/ 600 h 600"/>
                <a:gd name="T2" fmla="*/ 600 w 600"/>
                <a:gd name="T3" fmla="*/ 0 h 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600" h="600">
                  <a:moveTo>
                    <a:pt x="0" y="600"/>
                  </a:moveTo>
                  <a:lnTo>
                    <a:pt x="600" y="0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7254" name="Freeform 38">
              <a:extLst>
                <a:ext uri="{FF2B5EF4-FFF2-40B4-BE49-F238E27FC236}">
                  <a16:creationId xmlns:a16="http://schemas.microsoft.com/office/drawing/2014/main" id="{03F10EEB-8A63-495C-A0C9-6D51ED082A81}"/>
                </a:ext>
              </a:extLst>
            </p:cNvPr>
            <p:cNvSpPr>
              <a:spLocks/>
            </p:cNvSpPr>
            <p:nvPr/>
          </p:nvSpPr>
          <p:spPr bwMode="auto">
            <a:xfrm>
              <a:off x="2785" y="1310"/>
              <a:ext cx="5" cy="951"/>
            </a:xfrm>
            <a:custGeom>
              <a:avLst/>
              <a:gdLst>
                <a:gd name="T0" fmla="*/ 5 w 5"/>
                <a:gd name="T1" fmla="*/ 0 h 951"/>
                <a:gd name="T2" fmla="*/ 0 w 5"/>
                <a:gd name="T3" fmla="*/ 951 h 9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5" h="951">
                  <a:moveTo>
                    <a:pt x="5" y="0"/>
                  </a:moveTo>
                  <a:lnTo>
                    <a:pt x="0" y="951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lgDashDot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7255" name="Line 39">
              <a:extLst>
                <a:ext uri="{FF2B5EF4-FFF2-40B4-BE49-F238E27FC236}">
                  <a16:creationId xmlns:a16="http://schemas.microsoft.com/office/drawing/2014/main" id="{98503A83-F6F2-4B81-B37B-9025DA3B113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72" y="1637"/>
              <a:ext cx="0" cy="24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7256" name="Freeform 40">
              <a:extLst>
                <a:ext uri="{FF2B5EF4-FFF2-40B4-BE49-F238E27FC236}">
                  <a16:creationId xmlns:a16="http://schemas.microsoft.com/office/drawing/2014/main" id="{2D3AEF33-FA66-42C0-886C-878AEDF0D79C}"/>
                </a:ext>
              </a:extLst>
            </p:cNvPr>
            <p:cNvSpPr>
              <a:spLocks/>
            </p:cNvSpPr>
            <p:nvPr/>
          </p:nvSpPr>
          <p:spPr bwMode="auto">
            <a:xfrm>
              <a:off x="3072" y="1637"/>
              <a:ext cx="138" cy="3"/>
            </a:xfrm>
            <a:custGeom>
              <a:avLst/>
              <a:gdLst>
                <a:gd name="T0" fmla="*/ 0 w 138"/>
                <a:gd name="T1" fmla="*/ 0 h 3"/>
                <a:gd name="T2" fmla="*/ 138 w 138"/>
                <a:gd name="T3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38" h="3">
                  <a:moveTo>
                    <a:pt x="0" y="0"/>
                  </a:moveTo>
                  <a:lnTo>
                    <a:pt x="138" y="3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7257" name="Line 41">
              <a:extLst>
                <a:ext uri="{FF2B5EF4-FFF2-40B4-BE49-F238E27FC236}">
                  <a16:creationId xmlns:a16="http://schemas.microsoft.com/office/drawing/2014/main" id="{5035CB8D-F246-42AC-8267-5CAB2CDAC6B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72" y="1877"/>
              <a:ext cx="14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7258" name="Freeform 42">
              <a:extLst>
                <a:ext uri="{FF2B5EF4-FFF2-40B4-BE49-F238E27FC236}">
                  <a16:creationId xmlns:a16="http://schemas.microsoft.com/office/drawing/2014/main" id="{16D4DD51-9F80-4BD4-BDB5-D2F7C298FA64}"/>
                </a:ext>
              </a:extLst>
            </p:cNvPr>
            <p:cNvSpPr>
              <a:spLocks/>
            </p:cNvSpPr>
            <p:nvPr/>
          </p:nvSpPr>
          <p:spPr bwMode="auto">
            <a:xfrm>
              <a:off x="2265" y="1760"/>
              <a:ext cx="1050" cy="1"/>
            </a:xfrm>
            <a:custGeom>
              <a:avLst/>
              <a:gdLst>
                <a:gd name="T0" fmla="*/ 0 w 1050"/>
                <a:gd name="T1" fmla="*/ 0 h 1"/>
                <a:gd name="T2" fmla="*/ 1050 w 1050"/>
                <a:gd name="T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050" h="1">
                  <a:moveTo>
                    <a:pt x="0" y="0"/>
                  </a:moveTo>
                  <a:lnTo>
                    <a:pt x="1050" y="0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lgDashDot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7259" name="Freeform 43">
              <a:extLst>
                <a:ext uri="{FF2B5EF4-FFF2-40B4-BE49-F238E27FC236}">
                  <a16:creationId xmlns:a16="http://schemas.microsoft.com/office/drawing/2014/main" id="{A70C148A-93B7-4985-818B-30565CF315FC}"/>
                </a:ext>
              </a:extLst>
            </p:cNvPr>
            <p:cNvSpPr>
              <a:spLocks/>
            </p:cNvSpPr>
            <p:nvPr/>
          </p:nvSpPr>
          <p:spPr bwMode="auto">
            <a:xfrm>
              <a:off x="2385" y="1370"/>
              <a:ext cx="510" cy="510"/>
            </a:xfrm>
            <a:custGeom>
              <a:avLst/>
              <a:gdLst>
                <a:gd name="T0" fmla="*/ 0 w 510"/>
                <a:gd name="T1" fmla="*/ 510 h 510"/>
                <a:gd name="T2" fmla="*/ 510 w 510"/>
                <a:gd name="T3" fmla="*/ 0 h 5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510" h="510">
                  <a:moveTo>
                    <a:pt x="0" y="510"/>
                  </a:moveTo>
                  <a:lnTo>
                    <a:pt x="510" y="0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7260" name="Line 44">
              <a:extLst>
                <a:ext uri="{FF2B5EF4-FFF2-40B4-BE49-F238E27FC236}">
                  <a16:creationId xmlns:a16="http://schemas.microsoft.com/office/drawing/2014/main" id="{09C503D1-0894-4319-B936-CC94BCE3306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352" y="1349"/>
              <a:ext cx="384" cy="38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7261" name="Freeform 45">
              <a:extLst>
                <a:ext uri="{FF2B5EF4-FFF2-40B4-BE49-F238E27FC236}">
                  <a16:creationId xmlns:a16="http://schemas.microsoft.com/office/drawing/2014/main" id="{784503DE-89CC-47CE-BD05-0D69756F1DAD}"/>
                </a:ext>
              </a:extLst>
            </p:cNvPr>
            <p:cNvSpPr>
              <a:spLocks/>
            </p:cNvSpPr>
            <p:nvPr/>
          </p:nvSpPr>
          <p:spPr bwMode="auto">
            <a:xfrm>
              <a:off x="2550" y="1520"/>
              <a:ext cx="585" cy="585"/>
            </a:xfrm>
            <a:custGeom>
              <a:avLst/>
              <a:gdLst>
                <a:gd name="T0" fmla="*/ 0 w 585"/>
                <a:gd name="T1" fmla="*/ 585 h 585"/>
                <a:gd name="T2" fmla="*/ 585 w 585"/>
                <a:gd name="T3" fmla="*/ 0 h 5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585" h="585">
                  <a:moveTo>
                    <a:pt x="0" y="585"/>
                  </a:moveTo>
                  <a:lnTo>
                    <a:pt x="585" y="0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7262" name="Freeform 46">
              <a:extLst>
                <a:ext uri="{FF2B5EF4-FFF2-40B4-BE49-F238E27FC236}">
                  <a16:creationId xmlns:a16="http://schemas.microsoft.com/office/drawing/2014/main" id="{86448F8D-1B1D-44B8-AF67-2EDE86782854}"/>
                </a:ext>
              </a:extLst>
            </p:cNvPr>
            <p:cNvSpPr>
              <a:spLocks/>
            </p:cNvSpPr>
            <p:nvPr/>
          </p:nvSpPr>
          <p:spPr bwMode="auto">
            <a:xfrm>
              <a:off x="2685" y="1781"/>
              <a:ext cx="387" cy="384"/>
            </a:xfrm>
            <a:custGeom>
              <a:avLst/>
              <a:gdLst>
                <a:gd name="T0" fmla="*/ 0 w 387"/>
                <a:gd name="T1" fmla="*/ 384 h 384"/>
                <a:gd name="T2" fmla="*/ 387 w 387"/>
                <a:gd name="T3" fmla="*/ 0 h 3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87" h="384">
                  <a:moveTo>
                    <a:pt x="0" y="384"/>
                  </a:moveTo>
                  <a:lnTo>
                    <a:pt x="387" y="0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7263" name="Arc 47">
              <a:extLst>
                <a:ext uri="{FF2B5EF4-FFF2-40B4-BE49-F238E27FC236}">
                  <a16:creationId xmlns:a16="http://schemas.microsoft.com/office/drawing/2014/main" id="{E28A7572-9664-4755-812B-8AD579692503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2352" y="1343"/>
              <a:ext cx="861" cy="834"/>
            </a:xfrm>
            <a:custGeom>
              <a:avLst/>
              <a:gdLst>
                <a:gd name="G0" fmla="+- 20865 0 0"/>
                <a:gd name="G1" fmla="+- 21600 0 0"/>
                <a:gd name="G2" fmla="+- 21600 0 0"/>
                <a:gd name="T0" fmla="*/ 330 w 42465"/>
                <a:gd name="T1" fmla="*/ 14901 h 43200"/>
                <a:gd name="T2" fmla="*/ 0 w 42465"/>
                <a:gd name="T3" fmla="*/ 27185 h 43200"/>
                <a:gd name="T4" fmla="*/ 20865 w 42465"/>
                <a:gd name="T5" fmla="*/ 21600 h 43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2465" h="43200" fill="none" extrusionOk="0">
                  <a:moveTo>
                    <a:pt x="330" y="14901"/>
                  </a:moveTo>
                  <a:cubicBezTo>
                    <a:pt x="3229" y="6013"/>
                    <a:pt x="11516" y="0"/>
                    <a:pt x="20865" y="0"/>
                  </a:cubicBezTo>
                  <a:cubicBezTo>
                    <a:pt x="32794" y="0"/>
                    <a:pt x="42465" y="9670"/>
                    <a:pt x="42465" y="21600"/>
                  </a:cubicBezTo>
                  <a:cubicBezTo>
                    <a:pt x="42465" y="33529"/>
                    <a:pt x="32794" y="43200"/>
                    <a:pt x="20865" y="43200"/>
                  </a:cubicBezTo>
                  <a:cubicBezTo>
                    <a:pt x="11086" y="43199"/>
                    <a:pt x="2527" y="36630"/>
                    <a:pt x="-1" y="27185"/>
                  </a:cubicBezTo>
                </a:path>
                <a:path w="42465" h="43200" stroke="0" extrusionOk="0">
                  <a:moveTo>
                    <a:pt x="330" y="14901"/>
                  </a:moveTo>
                  <a:cubicBezTo>
                    <a:pt x="3229" y="6013"/>
                    <a:pt x="11516" y="0"/>
                    <a:pt x="20865" y="0"/>
                  </a:cubicBezTo>
                  <a:cubicBezTo>
                    <a:pt x="32794" y="0"/>
                    <a:pt x="42465" y="9670"/>
                    <a:pt x="42465" y="21600"/>
                  </a:cubicBezTo>
                  <a:cubicBezTo>
                    <a:pt x="42465" y="33529"/>
                    <a:pt x="32794" y="43200"/>
                    <a:pt x="20865" y="43200"/>
                  </a:cubicBezTo>
                  <a:cubicBezTo>
                    <a:pt x="11086" y="43199"/>
                    <a:pt x="2527" y="36630"/>
                    <a:pt x="-1" y="27185"/>
                  </a:cubicBezTo>
                  <a:lnTo>
                    <a:pt x="20865" y="21600"/>
                  </a:lnTo>
                  <a:close/>
                </a:path>
              </a:pathLst>
            </a:cu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37264" name="Group 48">
            <a:extLst>
              <a:ext uri="{FF2B5EF4-FFF2-40B4-BE49-F238E27FC236}">
                <a16:creationId xmlns:a16="http://schemas.microsoft.com/office/drawing/2014/main" id="{0E3B6D31-136C-47BF-870C-21F5A6810413}"/>
              </a:ext>
            </a:extLst>
          </p:cNvPr>
          <p:cNvGrpSpPr>
            <a:grpSpLocks/>
          </p:cNvGrpSpPr>
          <p:nvPr/>
        </p:nvGrpSpPr>
        <p:grpSpPr bwMode="auto">
          <a:xfrm>
            <a:off x="892175" y="1219200"/>
            <a:ext cx="1152525" cy="1219200"/>
            <a:chOff x="378" y="2527"/>
            <a:chExt cx="726" cy="768"/>
          </a:xfrm>
        </p:grpSpPr>
        <p:sp>
          <p:nvSpPr>
            <p:cNvPr id="137265" name="Line 49">
              <a:extLst>
                <a:ext uri="{FF2B5EF4-FFF2-40B4-BE49-F238E27FC236}">
                  <a16:creationId xmlns:a16="http://schemas.microsoft.com/office/drawing/2014/main" id="{2DC8DE47-280A-485C-A3DD-74511891D0F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8" y="2886"/>
              <a:ext cx="726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lgDash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7266" name="Line 50">
              <a:extLst>
                <a:ext uri="{FF2B5EF4-FFF2-40B4-BE49-F238E27FC236}">
                  <a16:creationId xmlns:a16="http://schemas.microsoft.com/office/drawing/2014/main" id="{1CE9F371-9ED1-4DC8-8082-542A74E3668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14" y="2527"/>
              <a:ext cx="0" cy="76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lgDash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7267" name="Freeform 51">
              <a:extLst>
                <a:ext uri="{FF2B5EF4-FFF2-40B4-BE49-F238E27FC236}">
                  <a16:creationId xmlns:a16="http://schemas.microsoft.com/office/drawing/2014/main" id="{C7D36A8C-02EA-40AD-B6B7-6160800EE5EF}"/>
                </a:ext>
              </a:extLst>
            </p:cNvPr>
            <p:cNvSpPr>
              <a:spLocks/>
            </p:cNvSpPr>
            <p:nvPr/>
          </p:nvSpPr>
          <p:spPr bwMode="auto">
            <a:xfrm>
              <a:off x="382" y="2810"/>
              <a:ext cx="105" cy="1"/>
            </a:xfrm>
            <a:custGeom>
              <a:avLst/>
              <a:gdLst>
                <a:gd name="T0" fmla="*/ 0 w 105"/>
                <a:gd name="T1" fmla="*/ 0 h 1"/>
                <a:gd name="T2" fmla="*/ 105 w 105"/>
                <a:gd name="T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05" h="1">
                  <a:moveTo>
                    <a:pt x="0" y="0"/>
                  </a:moveTo>
                  <a:lnTo>
                    <a:pt x="105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7268" name="Freeform 52">
              <a:extLst>
                <a:ext uri="{FF2B5EF4-FFF2-40B4-BE49-F238E27FC236}">
                  <a16:creationId xmlns:a16="http://schemas.microsoft.com/office/drawing/2014/main" id="{36F09276-F859-4B6E-9037-89866B568F88}"/>
                </a:ext>
              </a:extLst>
            </p:cNvPr>
            <p:cNvSpPr>
              <a:spLocks/>
            </p:cNvSpPr>
            <p:nvPr/>
          </p:nvSpPr>
          <p:spPr bwMode="auto">
            <a:xfrm>
              <a:off x="476" y="2806"/>
              <a:ext cx="1" cy="165"/>
            </a:xfrm>
            <a:custGeom>
              <a:avLst/>
              <a:gdLst>
                <a:gd name="T0" fmla="*/ 0 w 1"/>
                <a:gd name="T1" fmla="*/ 0 h 165"/>
                <a:gd name="T2" fmla="*/ 0 w 1"/>
                <a:gd name="T3" fmla="*/ 165 h 1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165">
                  <a:moveTo>
                    <a:pt x="0" y="0"/>
                  </a:moveTo>
                  <a:lnTo>
                    <a:pt x="0" y="165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7269" name="Freeform 53">
              <a:extLst>
                <a:ext uri="{FF2B5EF4-FFF2-40B4-BE49-F238E27FC236}">
                  <a16:creationId xmlns:a16="http://schemas.microsoft.com/office/drawing/2014/main" id="{F6391B16-8860-476E-90FD-A4944C8F3336}"/>
                </a:ext>
              </a:extLst>
            </p:cNvPr>
            <p:cNvSpPr>
              <a:spLocks/>
            </p:cNvSpPr>
            <p:nvPr/>
          </p:nvSpPr>
          <p:spPr bwMode="auto">
            <a:xfrm>
              <a:off x="378" y="2960"/>
              <a:ext cx="96" cy="1"/>
            </a:xfrm>
            <a:custGeom>
              <a:avLst/>
              <a:gdLst>
                <a:gd name="T0" fmla="*/ 96 w 96"/>
                <a:gd name="T1" fmla="*/ 0 h 1"/>
                <a:gd name="T2" fmla="*/ 0 w 96"/>
                <a:gd name="T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96" h="1">
                  <a:moveTo>
                    <a:pt x="96" y="0"/>
                  </a:moveTo>
                  <a:lnTo>
                    <a:pt x="0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7270" name="Freeform 54">
              <a:extLst>
                <a:ext uri="{FF2B5EF4-FFF2-40B4-BE49-F238E27FC236}">
                  <a16:creationId xmlns:a16="http://schemas.microsoft.com/office/drawing/2014/main" id="{781E3854-69A3-4F87-A5F2-FA8433F4705A}"/>
                </a:ext>
              </a:extLst>
            </p:cNvPr>
            <p:cNvSpPr>
              <a:spLocks/>
            </p:cNvSpPr>
            <p:nvPr/>
          </p:nvSpPr>
          <p:spPr bwMode="auto">
            <a:xfrm>
              <a:off x="714" y="2586"/>
              <a:ext cx="108" cy="74"/>
            </a:xfrm>
            <a:custGeom>
              <a:avLst/>
              <a:gdLst>
                <a:gd name="T0" fmla="*/ 108 w 108"/>
                <a:gd name="T1" fmla="*/ 0 h 74"/>
                <a:gd name="T2" fmla="*/ 0 w 108"/>
                <a:gd name="T3" fmla="*/ 74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08" h="74">
                  <a:moveTo>
                    <a:pt x="108" y="0"/>
                  </a:moveTo>
                  <a:lnTo>
                    <a:pt x="0" y="74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7271" name="Freeform 55">
              <a:extLst>
                <a:ext uri="{FF2B5EF4-FFF2-40B4-BE49-F238E27FC236}">
                  <a16:creationId xmlns:a16="http://schemas.microsoft.com/office/drawing/2014/main" id="{D011570D-D842-4E9C-94D1-DCE2C9A6E610}"/>
                </a:ext>
              </a:extLst>
            </p:cNvPr>
            <p:cNvSpPr>
              <a:spLocks/>
            </p:cNvSpPr>
            <p:nvPr/>
          </p:nvSpPr>
          <p:spPr bwMode="auto">
            <a:xfrm>
              <a:off x="622" y="2778"/>
              <a:ext cx="418" cy="417"/>
            </a:xfrm>
            <a:custGeom>
              <a:avLst/>
              <a:gdLst>
                <a:gd name="T0" fmla="*/ 0 w 418"/>
                <a:gd name="T1" fmla="*/ 417 h 417"/>
                <a:gd name="T2" fmla="*/ 418 w 418"/>
                <a:gd name="T3" fmla="*/ 0 h 4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418" h="417">
                  <a:moveTo>
                    <a:pt x="0" y="417"/>
                  </a:moveTo>
                  <a:lnTo>
                    <a:pt x="418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7272" name="Freeform 56">
              <a:extLst>
                <a:ext uri="{FF2B5EF4-FFF2-40B4-BE49-F238E27FC236}">
                  <a16:creationId xmlns:a16="http://schemas.microsoft.com/office/drawing/2014/main" id="{736ED445-253D-4923-80E9-E98333C45DEB}"/>
                </a:ext>
              </a:extLst>
            </p:cNvPr>
            <p:cNvSpPr>
              <a:spLocks/>
            </p:cNvSpPr>
            <p:nvPr/>
          </p:nvSpPr>
          <p:spPr bwMode="auto">
            <a:xfrm>
              <a:off x="513" y="2676"/>
              <a:ext cx="464" cy="464"/>
            </a:xfrm>
            <a:custGeom>
              <a:avLst/>
              <a:gdLst>
                <a:gd name="T0" fmla="*/ 0 w 464"/>
                <a:gd name="T1" fmla="*/ 464 h 464"/>
                <a:gd name="T2" fmla="*/ 464 w 464"/>
                <a:gd name="T3" fmla="*/ 0 h 4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464" h="464">
                  <a:moveTo>
                    <a:pt x="0" y="464"/>
                  </a:moveTo>
                  <a:lnTo>
                    <a:pt x="464" y="0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7273" name="Freeform 57">
              <a:extLst>
                <a:ext uri="{FF2B5EF4-FFF2-40B4-BE49-F238E27FC236}">
                  <a16:creationId xmlns:a16="http://schemas.microsoft.com/office/drawing/2014/main" id="{4FE228ED-D072-4FFC-A709-F91F6B6B1FE1}"/>
                </a:ext>
              </a:extLst>
            </p:cNvPr>
            <p:cNvSpPr>
              <a:spLocks/>
            </p:cNvSpPr>
            <p:nvPr/>
          </p:nvSpPr>
          <p:spPr bwMode="auto">
            <a:xfrm>
              <a:off x="431" y="2614"/>
              <a:ext cx="452" cy="451"/>
            </a:xfrm>
            <a:custGeom>
              <a:avLst/>
              <a:gdLst>
                <a:gd name="T0" fmla="*/ 0 w 452"/>
                <a:gd name="T1" fmla="*/ 451 h 451"/>
                <a:gd name="T2" fmla="*/ 452 w 452"/>
                <a:gd name="T3" fmla="*/ 0 h 4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452" h="451">
                  <a:moveTo>
                    <a:pt x="0" y="451"/>
                  </a:moveTo>
                  <a:lnTo>
                    <a:pt x="452" y="0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7274" name="Freeform 58">
              <a:extLst>
                <a:ext uri="{FF2B5EF4-FFF2-40B4-BE49-F238E27FC236}">
                  <a16:creationId xmlns:a16="http://schemas.microsoft.com/office/drawing/2014/main" id="{393FA775-3428-40B7-A435-0F3A106DB971}"/>
                </a:ext>
              </a:extLst>
            </p:cNvPr>
            <p:cNvSpPr>
              <a:spLocks/>
            </p:cNvSpPr>
            <p:nvPr/>
          </p:nvSpPr>
          <p:spPr bwMode="auto">
            <a:xfrm>
              <a:off x="468" y="2640"/>
              <a:ext cx="223" cy="223"/>
            </a:xfrm>
            <a:custGeom>
              <a:avLst/>
              <a:gdLst>
                <a:gd name="T0" fmla="*/ 0 w 223"/>
                <a:gd name="T1" fmla="*/ 223 h 223"/>
                <a:gd name="T2" fmla="*/ 223 w 223"/>
                <a:gd name="T3" fmla="*/ 0 h 2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23" h="223">
                  <a:moveTo>
                    <a:pt x="0" y="223"/>
                  </a:moveTo>
                  <a:lnTo>
                    <a:pt x="223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7275" name="Freeform 59">
              <a:extLst>
                <a:ext uri="{FF2B5EF4-FFF2-40B4-BE49-F238E27FC236}">
                  <a16:creationId xmlns:a16="http://schemas.microsoft.com/office/drawing/2014/main" id="{E0606BB1-F6A9-46CD-843B-1B5A5DF412EC}"/>
                </a:ext>
              </a:extLst>
            </p:cNvPr>
            <p:cNvSpPr>
              <a:spLocks/>
            </p:cNvSpPr>
            <p:nvPr/>
          </p:nvSpPr>
          <p:spPr bwMode="auto">
            <a:xfrm>
              <a:off x="401" y="2610"/>
              <a:ext cx="169" cy="170"/>
            </a:xfrm>
            <a:custGeom>
              <a:avLst/>
              <a:gdLst>
                <a:gd name="T0" fmla="*/ 0 w 169"/>
                <a:gd name="T1" fmla="*/ 170 h 170"/>
                <a:gd name="T2" fmla="*/ 169 w 169"/>
                <a:gd name="T3" fmla="*/ 0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69" h="170">
                  <a:moveTo>
                    <a:pt x="0" y="170"/>
                  </a:moveTo>
                  <a:lnTo>
                    <a:pt x="169" y="0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7276" name="Freeform 60">
              <a:extLst>
                <a:ext uri="{FF2B5EF4-FFF2-40B4-BE49-F238E27FC236}">
                  <a16:creationId xmlns:a16="http://schemas.microsoft.com/office/drawing/2014/main" id="{12CF0835-DEB0-49C0-9A1E-C20E51BE967C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" y="2938"/>
              <a:ext cx="260" cy="260"/>
            </a:xfrm>
            <a:custGeom>
              <a:avLst/>
              <a:gdLst>
                <a:gd name="T0" fmla="*/ 0 w 271"/>
                <a:gd name="T1" fmla="*/ 271 h 271"/>
                <a:gd name="T2" fmla="*/ 271 w 271"/>
                <a:gd name="T3" fmla="*/ 0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71" h="271">
                  <a:moveTo>
                    <a:pt x="0" y="271"/>
                  </a:moveTo>
                  <a:lnTo>
                    <a:pt x="271" y="0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7277" name="Freeform 61">
              <a:extLst>
                <a:ext uri="{FF2B5EF4-FFF2-40B4-BE49-F238E27FC236}">
                  <a16:creationId xmlns:a16="http://schemas.microsoft.com/office/drawing/2014/main" id="{5DBF811A-32BD-484F-99AA-121F826D0EF1}"/>
                </a:ext>
              </a:extLst>
            </p:cNvPr>
            <p:cNvSpPr>
              <a:spLocks/>
            </p:cNvSpPr>
            <p:nvPr/>
          </p:nvSpPr>
          <p:spPr bwMode="auto">
            <a:xfrm>
              <a:off x="615" y="2583"/>
              <a:ext cx="105" cy="77"/>
            </a:xfrm>
            <a:custGeom>
              <a:avLst/>
              <a:gdLst>
                <a:gd name="T0" fmla="*/ 0 w 105"/>
                <a:gd name="T1" fmla="*/ 0 h 77"/>
                <a:gd name="T2" fmla="*/ 105 w 105"/>
                <a:gd name="T3" fmla="*/ 77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05" h="77">
                  <a:moveTo>
                    <a:pt x="0" y="0"/>
                  </a:moveTo>
                  <a:lnTo>
                    <a:pt x="105" y="77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7278" name="Arc 62">
              <a:extLst>
                <a:ext uri="{FF2B5EF4-FFF2-40B4-BE49-F238E27FC236}">
                  <a16:creationId xmlns:a16="http://schemas.microsoft.com/office/drawing/2014/main" id="{B28A5588-8BE6-40F3-9392-561AFE1D311E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386" y="2572"/>
              <a:ext cx="664" cy="630"/>
            </a:xfrm>
            <a:custGeom>
              <a:avLst/>
              <a:gdLst>
                <a:gd name="G0" fmla="+- 21108 0 0"/>
                <a:gd name="G1" fmla="+- 21600 0 0"/>
                <a:gd name="G2" fmla="+- 21600 0 0"/>
                <a:gd name="T0" fmla="*/ 0 w 42708"/>
                <a:gd name="T1" fmla="*/ 17015 h 43200"/>
                <a:gd name="T2" fmla="*/ 143 w 42708"/>
                <a:gd name="T3" fmla="*/ 26799 h 43200"/>
                <a:gd name="T4" fmla="*/ 21108 w 42708"/>
                <a:gd name="T5" fmla="*/ 21600 h 43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2708" h="43200" fill="none" extrusionOk="0">
                  <a:moveTo>
                    <a:pt x="0" y="17015"/>
                  </a:moveTo>
                  <a:cubicBezTo>
                    <a:pt x="2157" y="7084"/>
                    <a:pt x="10945" y="0"/>
                    <a:pt x="21108" y="0"/>
                  </a:cubicBezTo>
                  <a:cubicBezTo>
                    <a:pt x="33037" y="0"/>
                    <a:pt x="42708" y="9670"/>
                    <a:pt x="42708" y="21600"/>
                  </a:cubicBezTo>
                  <a:cubicBezTo>
                    <a:pt x="42708" y="33529"/>
                    <a:pt x="33037" y="43200"/>
                    <a:pt x="21108" y="43200"/>
                  </a:cubicBezTo>
                  <a:cubicBezTo>
                    <a:pt x="11181" y="43199"/>
                    <a:pt x="2532" y="36433"/>
                    <a:pt x="143" y="26798"/>
                  </a:cubicBezTo>
                </a:path>
                <a:path w="42708" h="43200" stroke="0" extrusionOk="0">
                  <a:moveTo>
                    <a:pt x="0" y="17015"/>
                  </a:moveTo>
                  <a:cubicBezTo>
                    <a:pt x="2157" y="7084"/>
                    <a:pt x="10945" y="0"/>
                    <a:pt x="21108" y="0"/>
                  </a:cubicBezTo>
                  <a:cubicBezTo>
                    <a:pt x="33037" y="0"/>
                    <a:pt x="42708" y="9670"/>
                    <a:pt x="42708" y="21600"/>
                  </a:cubicBezTo>
                  <a:cubicBezTo>
                    <a:pt x="42708" y="33529"/>
                    <a:pt x="33037" y="43200"/>
                    <a:pt x="21108" y="43200"/>
                  </a:cubicBezTo>
                  <a:cubicBezTo>
                    <a:pt x="11181" y="43199"/>
                    <a:pt x="2532" y="36433"/>
                    <a:pt x="143" y="26798"/>
                  </a:cubicBezTo>
                  <a:lnTo>
                    <a:pt x="21108" y="21600"/>
                  </a:lnTo>
                  <a:close/>
                </a:path>
              </a:pathLst>
            </a:cu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37279" name="Group 63">
            <a:extLst>
              <a:ext uri="{FF2B5EF4-FFF2-40B4-BE49-F238E27FC236}">
                <a16:creationId xmlns:a16="http://schemas.microsoft.com/office/drawing/2014/main" id="{742E4D94-0982-4428-B38D-D11DF55B970D}"/>
              </a:ext>
            </a:extLst>
          </p:cNvPr>
          <p:cNvGrpSpPr>
            <a:grpSpLocks/>
          </p:cNvGrpSpPr>
          <p:nvPr/>
        </p:nvGrpSpPr>
        <p:grpSpPr bwMode="auto">
          <a:xfrm>
            <a:off x="2197100" y="1150938"/>
            <a:ext cx="5000625" cy="1295400"/>
            <a:chOff x="1384" y="725"/>
            <a:chExt cx="3150" cy="816"/>
          </a:xfrm>
        </p:grpSpPr>
        <p:sp>
          <p:nvSpPr>
            <p:cNvPr id="137280" name="Arc 64">
              <a:extLst>
                <a:ext uri="{FF2B5EF4-FFF2-40B4-BE49-F238E27FC236}">
                  <a16:creationId xmlns:a16="http://schemas.microsoft.com/office/drawing/2014/main" id="{2A01611B-13C7-4B6F-AB97-310524E9C75C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2448" y="1013"/>
              <a:ext cx="123" cy="240"/>
            </a:xfrm>
            <a:custGeom>
              <a:avLst/>
              <a:gdLst>
                <a:gd name="G0" fmla="+- 506 0 0"/>
                <a:gd name="G1" fmla="+- 21600 0 0"/>
                <a:gd name="G2" fmla="+- 21600 0 0"/>
                <a:gd name="T0" fmla="*/ 506 w 22106"/>
                <a:gd name="T1" fmla="*/ 0 h 43200"/>
                <a:gd name="T2" fmla="*/ 0 w 22106"/>
                <a:gd name="T3" fmla="*/ 43194 h 43200"/>
                <a:gd name="T4" fmla="*/ 506 w 22106"/>
                <a:gd name="T5" fmla="*/ 21600 h 43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2106" h="43200" fill="none" extrusionOk="0">
                  <a:moveTo>
                    <a:pt x="506" y="0"/>
                  </a:moveTo>
                  <a:cubicBezTo>
                    <a:pt x="12435" y="0"/>
                    <a:pt x="22106" y="9670"/>
                    <a:pt x="22106" y="21600"/>
                  </a:cubicBezTo>
                  <a:cubicBezTo>
                    <a:pt x="22106" y="33529"/>
                    <a:pt x="12435" y="43200"/>
                    <a:pt x="506" y="43200"/>
                  </a:cubicBezTo>
                  <a:cubicBezTo>
                    <a:pt x="337" y="43199"/>
                    <a:pt x="168" y="43198"/>
                    <a:pt x="-1" y="43194"/>
                  </a:cubicBezTo>
                </a:path>
                <a:path w="22106" h="43200" stroke="0" extrusionOk="0">
                  <a:moveTo>
                    <a:pt x="506" y="0"/>
                  </a:moveTo>
                  <a:cubicBezTo>
                    <a:pt x="12435" y="0"/>
                    <a:pt x="22106" y="9670"/>
                    <a:pt x="22106" y="21600"/>
                  </a:cubicBezTo>
                  <a:cubicBezTo>
                    <a:pt x="22106" y="33529"/>
                    <a:pt x="12435" y="43200"/>
                    <a:pt x="506" y="43200"/>
                  </a:cubicBezTo>
                  <a:cubicBezTo>
                    <a:pt x="337" y="43199"/>
                    <a:pt x="168" y="43198"/>
                    <a:pt x="-1" y="43194"/>
                  </a:cubicBezTo>
                  <a:lnTo>
                    <a:pt x="506" y="21600"/>
                  </a:lnTo>
                  <a:close/>
                </a:path>
              </a:pathLst>
            </a:cu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137281" name="Group 65">
              <a:extLst>
                <a:ext uri="{FF2B5EF4-FFF2-40B4-BE49-F238E27FC236}">
                  <a16:creationId xmlns:a16="http://schemas.microsoft.com/office/drawing/2014/main" id="{D0AFCD8A-DF00-43BF-B7A0-AB58E9FE21F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70" y="817"/>
              <a:ext cx="874" cy="631"/>
              <a:chOff x="1286" y="1762"/>
              <a:chExt cx="874" cy="631"/>
            </a:xfrm>
          </p:grpSpPr>
          <p:sp>
            <p:nvSpPr>
              <p:cNvPr id="137282" name="Rectangle 66">
                <a:extLst>
                  <a:ext uri="{FF2B5EF4-FFF2-40B4-BE49-F238E27FC236}">
                    <a16:creationId xmlns:a16="http://schemas.microsoft.com/office/drawing/2014/main" id="{63762C88-C09B-409C-AC97-5366EA333C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H="1">
                <a:off x="1344" y="1766"/>
                <a:ext cx="816" cy="624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7283" name="Freeform 67">
                <a:extLst>
                  <a:ext uri="{FF2B5EF4-FFF2-40B4-BE49-F238E27FC236}">
                    <a16:creationId xmlns:a16="http://schemas.microsoft.com/office/drawing/2014/main" id="{143E30FB-B8D6-4977-BA03-6698CF58C73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86" y="1762"/>
                <a:ext cx="53" cy="53"/>
              </a:xfrm>
              <a:custGeom>
                <a:avLst/>
                <a:gdLst>
                  <a:gd name="T0" fmla="*/ 53 w 53"/>
                  <a:gd name="T1" fmla="*/ 0 h 53"/>
                  <a:gd name="T2" fmla="*/ 0 w 53"/>
                  <a:gd name="T3" fmla="*/ 53 h 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53" h="53">
                    <a:moveTo>
                      <a:pt x="53" y="0"/>
                    </a:moveTo>
                    <a:lnTo>
                      <a:pt x="0" y="53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7284" name="Freeform 68">
                <a:extLst>
                  <a:ext uri="{FF2B5EF4-FFF2-40B4-BE49-F238E27FC236}">
                    <a16:creationId xmlns:a16="http://schemas.microsoft.com/office/drawing/2014/main" id="{F8D0D794-7E0D-4672-86FD-FB8BDCBF816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86" y="2338"/>
                <a:ext cx="56" cy="55"/>
              </a:xfrm>
              <a:custGeom>
                <a:avLst/>
                <a:gdLst>
                  <a:gd name="T0" fmla="*/ 56 w 56"/>
                  <a:gd name="T1" fmla="*/ 55 h 55"/>
                  <a:gd name="T2" fmla="*/ 0 w 56"/>
                  <a:gd name="T3" fmla="*/ 0 h 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56" h="55">
                    <a:moveTo>
                      <a:pt x="56" y="55"/>
                    </a:moveTo>
                    <a:lnTo>
                      <a:pt x="0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7285" name="Freeform 69">
                <a:extLst>
                  <a:ext uri="{FF2B5EF4-FFF2-40B4-BE49-F238E27FC236}">
                    <a16:creationId xmlns:a16="http://schemas.microsoft.com/office/drawing/2014/main" id="{EC165695-9204-48CF-9936-D95B9AF9061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91" y="1807"/>
                <a:ext cx="1" cy="543"/>
              </a:xfrm>
              <a:custGeom>
                <a:avLst/>
                <a:gdLst>
                  <a:gd name="T0" fmla="*/ 0 w 1"/>
                  <a:gd name="T1" fmla="*/ 543 h 543"/>
                  <a:gd name="T2" fmla="*/ 0 w 1"/>
                  <a:gd name="T3" fmla="*/ 0 h 5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" h="543">
                    <a:moveTo>
                      <a:pt x="0" y="543"/>
                    </a:moveTo>
                    <a:lnTo>
                      <a:pt x="0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137286" name="Freeform 70">
              <a:extLst>
                <a:ext uri="{FF2B5EF4-FFF2-40B4-BE49-F238E27FC236}">
                  <a16:creationId xmlns:a16="http://schemas.microsoft.com/office/drawing/2014/main" id="{69C5623A-E009-418F-A2D4-5DA5A48F2B63}"/>
                </a:ext>
              </a:extLst>
            </p:cNvPr>
            <p:cNvSpPr>
              <a:spLocks/>
            </p:cNvSpPr>
            <p:nvPr/>
          </p:nvSpPr>
          <p:spPr bwMode="auto">
            <a:xfrm>
              <a:off x="1909" y="755"/>
              <a:ext cx="1" cy="181"/>
            </a:xfrm>
            <a:custGeom>
              <a:avLst/>
              <a:gdLst>
                <a:gd name="T0" fmla="*/ 0 w 1"/>
                <a:gd name="T1" fmla="*/ 0 h 181"/>
                <a:gd name="T2" fmla="*/ 0 w 1"/>
                <a:gd name="T3" fmla="*/ 181 h 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181">
                  <a:moveTo>
                    <a:pt x="0" y="0"/>
                  </a:moveTo>
                  <a:lnTo>
                    <a:pt x="0" y="181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7287" name="Line 71">
              <a:extLst>
                <a:ext uri="{FF2B5EF4-FFF2-40B4-BE49-F238E27FC236}">
                  <a16:creationId xmlns:a16="http://schemas.microsoft.com/office/drawing/2014/main" id="{3C3DEFF5-1B87-4210-82D6-6DE7607152A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05" y="1046"/>
              <a:ext cx="45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7288" name="Line 72">
              <a:extLst>
                <a:ext uri="{FF2B5EF4-FFF2-40B4-BE49-F238E27FC236}">
                  <a16:creationId xmlns:a16="http://schemas.microsoft.com/office/drawing/2014/main" id="{FA2201A8-FE4D-4025-90A9-FB5532D7CB0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07" y="1213"/>
              <a:ext cx="451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7289" name="Oval 73">
              <a:extLst>
                <a:ext uri="{FF2B5EF4-FFF2-40B4-BE49-F238E27FC236}">
                  <a16:creationId xmlns:a16="http://schemas.microsoft.com/office/drawing/2014/main" id="{858F60B2-0B9C-44CB-B009-3B876E137C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14" y="1065"/>
              <a:ext cx="151" cy="143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7290" name="Freeform 74">
              <a:extLst>
                <a:ext uri="{FF2B5EF4-FFF2-40B4-BE49-F238E27FC236}">
                  <a16:creationId xmlns:a16="http://schemas.microsoft.com/office/drawing/2014/main" id="{D870E099-2876-4CCE-BAA9-3CBEDAFA15B8}"/>
                </a:ext>
              </a:extLst>
            </p:cNvPr>
            <p:cNvSpPr>
              <a:spLocks/>
            </p:cNvSpPr>
            <p:nvPr/>
          </p:nvSpPr>
          <p:spPr bwMode="auto">
            <a:xfrm>
              <a:off x="3988" y="1021"/>
              <a:ext cx="1" cy="237"/>
            </a:xfrm>
            <a:custGeom>
              <a:avLst/>
              <a:gdLst>
                <a:gd name="T0" fmla="*/ 0 w 1"/>
                <a:gd name="T1" fmla="*/ 0 h 237"/>
                <a:gd name="T2" fmla="*/ 0 w 1"/>
                <a:gd name="T3" fmla="*/ 237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237">
                  <a:moveTo>
                    <a:pt x="0" y="0"/>
                  </a:moveTo>
                  <a:lnTo>
                    <a:pt x="0" y="237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137291" name="Group 75">
              <a:extLst>
                <a:ext uri="{FF2B5EF4-FFF2-40B4-BE49-F238E27FC236}">
                  <a16:creationId xmlns:a16="http://schemas.microsoft.com/office/drawing/2014/main" id="{B0A2A48A-2294-438C-AE2B-CFFE4A86A89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44" y="815"/>
              <a:ext cx="870" cy="632"/>
              <a:chOff x="3360" y="1760"/>
              <a:chExt cx="870" cy="632"/>
            </a:xfrm>
          </p:grpSpPr>
          <p:sp>
            <p:nvSpPr>
              <p:cNvPr id="137292" name="Rectangle 76">
                <a:extLst>
                  <a:ext uri="{FF2B5EF4-FFF2-40B4-BE49-F238E27FC236}">
                    <a16:creationId xmlns:a16="http://schemas.microsoft.com/office/drawing/2014/main" id="{87A99E78-49D0-4304-980F-506C5CDDEB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60" y="1766"/>
                <a:ext cx="816" cy="624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7293" name="Freeform 77">
                <a:extLst>
                  <a:ext uri="{FF2B5EF4-FFF2-40B4-BE49-F238E27FC236}">
                    <a16:creationId xmlns:a16="http://schemas.microsoft.com/office/drawing/2014/main" id="{6C496AF2-F3A0-4F60-BD68-F3F8AB7CA0C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76" y="1760"/>
                <a:ext cx="53" cy="53"/>
              </a:xfrm>
              <a:custGeom>
                <a:avLst/>
                <a:gdLst>
                  <a:gd name="T0" fmla="*/ 0 w 53"/>
                  <a:gd name="T1" fmla="*/ 0 h 53"/>
                  <a:gd name="T2" fmla="*/ 53 w 53"/>
                  <a:gd name="T3" fmla="*/ 53 h 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53" h="53">
                    <a:moveTo>
                      <a:pt x="0" y="0"/>
                    </a:moveTo>
                    <a:lnTo>
                      <a:pt x="53" y="53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7294" name="Freeform 78">
                <a:extLst>
                  <a:ext uri="{FF2B5EF4-FFF2-40B4-BE49-F238E27FC236}">
                    <a16:creationId xmlns:a16="http://schemas.microsoft.com/office/drawing/2014/main" id="{1CF360BE-FCDC-4899-B2AA-15B2CD69A83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76" y="2340"/>
                <a:ext cx="53" cy="52"/>
              </a:xfrm>
              <a:custGeom>
                <a:avLst/>
                <a:gdLst>
                  <a:gd name="T0" fmla="*/ 0 w 53"/>
                  <a:gd name="T1" fmla="*/ 52 h 52"/>
                  <a:gd name="T2" fmla="*/ 53 w 53"/>
                  <a:gd name="T3" fmla="*/ 0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53" h="52">
                    <a:moveTo>
                      <a:pt x="0" y="52"/>
                    </a:moveTo>
                    <a:lnTo>
                      <a:pt x="53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7295" name="Freeform 79">
                <a:extLst>
                  <a:ext uri="{FF2B5EF4-FFF2-40B4-BE49-F238E27FC236}">
                    <a16:creationId xmlns:a16="http://schemas.microsoft.com/office/drawing/2014/main" id="{13350574-593C-4D19-8701-D09B75902C6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29" y="1808"/>
                <a:ext cx="1" cy="542"/>
              </a:xfrm>
              <a:custGeom>
                <a:avLst/>
                <a:gdLst>
                  <a:gd name="T0" fmla="*/ 0 w 1"/>
                  <a:gd name="T1" fmla="*/ 542 h 542"/>
                  <a:gd name="T2" fmla="*/ 1 w 1"/>
                  <a:gd name="T3" fmla="*/ 0 h 5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" h="542">
                    <a:moveTo>
                      <a:pt x="0" y="542"/>
                    </a:moveTo>
                    <a:lnTo>
                      <a:pt x="1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137296" name="Rectangle 80">
              <a:extLst>
                <a:ext uri="{FF2B5EF4-FFF2-40B4-BE49-F238E27FC236}">
                  <a16:creationId xmlns:a16="http://schemas.microsoft.com/office/drawing/2014/main" id="{3C813BBD-34C2-4F5E-B625-17DA2BF32D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44" y="725"/>
              <a:ext cx="1200" cy="816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7297" name="Line 81">
              <a:extLst>
                <a:ext uri="{FF2B5EF4-FFF2-40B4-BE49-F238E27FC236}">
                  <a16:creationId xmlns:a16="http://schemas.microsoft.com/office/drawing/2014/main" id="{2A147B19-520B-42A4-95D0-3D1C027824E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72" y="1013"/>
              <a:ext cx="749" cy="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7298" name="Line 82">
              <a:extLst>
                <a:ext uri="{FF2B5EF4-FFF2-40B4-BE49-F238E27FC236}">
                  <a16:creationId xmlns:a16="http://schemas.microsoft.com/office/drawing/2014/main" id="{FC33CAE5-C7C5-4517-8606-54536367C75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70" y="1253"/>
              <a:ext cx="751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7299" name="Freeform 83">
              <a:extLst>
                <a:ext uri="{FF2B5EF4-FFF2-40B4-BE49-F238E27FC236}">
                  <a16:creationId xmlns:a16="http://schemas.microsoft.com/office/drawing/2014/main" id="{B57B715E-EAA8-43A1-AA68-34B13F497B15}"/>
                </a:ext>
              </a:extLst>
            </p:cNvPr>
            <p:cNvSpPr>
              <a:spLocks/>
            </p:cNvSpPr>
            <p:nvPr/>
          </p:nvSpPr>
          <p:spPr bwMode="auto">
            <a:xfrm>
              <a:off x="1384" y="1127"/>
              <a:ext cx="3150" cy="15"/>
            </a:xfrm>
            <a:custGeom>
              <a:avLst/>
              <a:gdLst>
                <a:gd name="T0" fmla="*/ 0 w 3150"/>
                <a:gd name="T1" fmla="*/ 0 h 15"/>
                <a:gd name="T2" fmla="*/ 3150 w 3150"/>
                <a:gd name="T3" fmla="*/ 15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150" h="15">
                  <a:moveTo>
                    <a:pt x="0" y="0"/>
                  </a:moveTo>
                  <a:lnTo>
                    <a:pt x="3150" y="15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lgDashDot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7300" name="Arc 84">
              <a:extLst>
                <a:ext uri="{FF2B5EF4-FFF2-40B4-BE49-F238E27FC236}">
                  <a16:creationId xmlns:a16="http://schemas.microsoft.com/office/drawing/2014/main" id="{CCA5833D-D7C2-4C24-B138-C0E486F6A64C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1622" y="1046"/>
              <a:ext cx="82" cy="168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43193"/>
                <a:gd name="T2" fmla="*/ 532 w 21600"/>
                <a:gd name="T3" fmla="*/ 43193 h 43193"/>
                <a:gd name="T4" fmla="*/ 0 w 21600"/>
                <a:gd name="T5" fmla="*/ 21600 h 431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43193" fill="none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33322"/>
                    <a:pt x="12250" y="42904"/>
                    <a:pt x="532" y="43193"/>
                  </a:cubicBezTo>
                </a:path>
                <a:path w="21600" h="43193" stroke="0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33322"/>
                    <a:pt x="12250" y="42904"/>
                    <a:pt x="532" y="43193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7301" name="Arc 85">
              <a:extLst>
                <a:ext uri="{FF2B5EF4-FFF2-40B4-BE49-F238E27FC236}">
                  <a16:creationId xmlns:a16="http://schemas.microsoft.com/office/drawing/2014/main" id="{3B856F4C-9601-4082-AD13-1A9333144977}"/>
                </a:ext>
              </a:extLst>
            </p:cNvPr>
            <p:cNvSpPr>
              <a:spLocks/>
            </p:cNvSpPr>
            <p:nvPr/>
          </p:nvSpPr>
          <p:spPr bwMode="auto">
            <a:xfrm>
              <a:off x="2158" y="1046"/>
              <a:ext cx="82" cy="168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43193"/>
                <a:gd name="T2" fmla="*/ 532 w 21600"/>
                <a:gd name="T3" fmla="*/ 43193 h 43193"/>
                <a:gd name="T4" fmla="*/ 0 w 21600"/>
                <a:gd name="T5" fmla="*/ 21600 h 431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43193" fill="none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33322"/>
                    <a:pt x="12250" y="42904"/>
                    <a:pt x="532" y="43193"/>
                  </a:cubicBezTo>
                </a:path>
                <a:path w="21600" h="43193" stroke="0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33322"/>
                    <a:pt x="12250" y="42904"/>
                    <a:pt x="532" y="43193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7302" name="Arc 86">
              <a:extLst>
                <a:ext uri="{FF2B5EF4-FFF2-40B4-BE49-F238E27FC236}">
                  <a16:creationId xmlns:a16="http://schemas.microsoft.com/office/drawing/2014/main" id="{2C29CBBD-5C64-40ED-8F38-FBF5E993929C}"/>
                </a:ext>
              </a:extLst>
            </p:cNvPr>
            <p:cNvSpPr>
              <a:spLocks/>
            </p:cNvSpPr>
            <p:nvPr/>
          </p:nvSpPr>
          <p:spPr bwMode="auto">
            <a:xfrm>
              <a:off x="3319" y="1013"/>
              <a:ext cx="123" cy="240"/>
            </a:xfrm>
            <a:custGeom>
              <a:avLst/>
              <a:gdLst>
                <a:gd name="G0" fmla="+- 506 0 0"/>
                <a:gd name="G1" fmla="+- 21600 0 0"/>
                <a:gd name="G2" fmla="+- 21600 0 0"/>
                <a:gd name="T0" fmla="*/ 506 w 22106"/>
                <a:gd name="T1" fmla="*/ 0 h 43200"/>
                <a:gd name="T2" fmla="*/ 0 w 22106"/>
                <a:gd name="T3" fmla="*/ 43194 h 43200"/>
                <a:gd name="T4" fmla="*/ 506 w 22106"/>
                <a:gd name="T5" fmla="*/ 21600 h 43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2106" h="43200" fill="none" extrusionOk="0">
                  <a:moveTo>
                    <a:pt x="506" y="0"/>
                  </a:moveTo>
                  <a:cubicBezTo>
                    <a:pt x="12435" y="0"/>
                    <a:pt x="22106" y="9670"/>
                    <a:pt x="22106" y="21600"/>
                  </a:cubicBezTo>
                  <a:cubicBezTo>
                    <a:pt x="22106" y="33529"/>
                    <a:pt x="12435" y="43200"/>
                    <a:pt x="506" y="43200"/>
                  </a:cubicBezTo>
                  <a:cubicBezTo>
                    <a:pt x="337" y="43199"/>
                    <a:pt x="168" y="43198"/>
                    <a:pt x="-1" y="43194"/>
                  </a:cubicBezTo>
                </a:path>
                <a:path w="22106" h="43200" stroke="0" extrusionOk="0">
                  <a:moveTo>
                    <a:pt x="506" y="0"/>
                  </a:moveTo>
                  <a:cubicBezTo>
                    <a:pt x="12435" y="0"/>
                    <a:pt x="22106" y="9670"/>
                    <a:pt x="22106" y="21600"/>
                  </a:cubicBezTo>
                  <a:cubicBezTo>
                    <a:pt x="22106" y="33529"/>
                    <a:pt x="12435" y="43200"/>
                    <a:pt x="506" y="43200"/>
                  </a:cubicBezTo>
                  <a:cubicBezTo>
                    <a:pt x="337" y="43199"/>
                    <a:pt x="168" y="43198"/>
                    <a:pt x="-1" y="43194"/>
                  </a:cubicBezTo>
                  <a:lnTo>
                    <a:pt x="506" y="21600"/>
                  </a:lnTo>
                  <a:close/>
                </a:path>
              </a:pathLst>
            </a:cu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137303" name="Group 87">
              <a:extLst>
                <a:ext uri="{FF2B5EF4-FFF2-40B4-BE49-F238E27FC236}">
                  <a16:creationId xmlns:a16="http://schemas.microsoft.com/office/drawing/2014/main" id="{BE026272-5A9D-4353-AC81-87AD27BC36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09" y="821"/>
              <a:ext cx="120" cy="67"/>
              <a:chOff x="1725" y="2580"/>
              <a:chExt cx="120" cy="67"/>
            </a:xfrm>
          </p:grpSpPr>
          <p:sp>
            <p:nvSpPr>
              <p:cNvPr id="137304" name="Line 88">
                <a:extLst>
                  <a:ext uri="{FF2B5EF4-FFF2-40B4-BE49-F238E27FC236}">
                    <a16:creationId xmlns:a16="http://schemas.microsoft.com/office/drawing/2014/main" id="{95BEF754-F515-426C-B4F3-7407D517497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725" y="2618"/>
                <a:ext cx="51" cy="29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7305" name="Freeform 89">
                <a:extLst>
                  <a:ext uri="{FF2B5EF4-FFF2-40B4-BE49-F238E27FC236}">
                    <a16:creationId xmlns:a16="http://schemas.microsoft.com/office/drawing/2014/main" id="{79AA20A4-A117-4610-A3E3-68D1311FDAB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1" y="2580"/>
                <a:ext cx="54" cy="31"/>
              </a:xfrm>
              <a:custGeom>
                <a:avLst/>
                <a:gdLst>
                  <a:gd name="T0" fmla="*/ 0 w 54"/>
                  <a:gd name="T1" fmla="*/ 31 h 31"/>
                  <a:gd name="T2" fmla="*/ 54 w 54"/>
                  <a:gd name="T3" fmla="*/ 0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54" h="31">
                    <a:moveTo>
                      <a:pt x="0" y="31"/>
                    </a:moveTo>
                    <a:lnTo>
                      <a:pt x="54" y="0"/>
                    </a:lnTo>
                  </a:path>
                </a:pathLst>
              </a:cu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37306" name="Group 90">
              <a:extLst>
                <a:ext uri="{FF2B5EF4-FFF2-40B4-BE49-F238E27FC236}">
                  <a16:creationId xmlns:a16="http://schemas.microsoft.com/office/drawing/2014/main" id="{C71FF84F-6287-4DA0-A078-80BEC6F453D4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1792" y="820"/>
              <a:ext cx="120" cy="67"/>
              <a:chOff x="1725" y="2580"/>
              <a:chExt cx="120" cy="67"/>
            </a:xfrm>
          </p:grpSpPr>
          <p:sp>
            <p:nvSpPr>
              <p:cNvPr id="137307" name="Line 91">
                <a:extLst>
                  <a:ext uri="{FF2B5EF4-FFF2-40B4-BE49-F238E27FC236}">
                    <a16:creationId xmlns:a16="http://schemas.microsoft.com/office/drawing/2014/main" id="{C88622C2-A9B5-4FCD-8BC1-D629BD789AB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725" y="2618"/>
                <a:ext cx="51" cy="29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7308" name="Freeform 92">
                <a:extLst>
                  <a:ext uri="{FF2B5EF4-FFF2-40B4-BE49-F238E27FC236}">
                    <a16:creationId xmlns:a16="http://schemas.microsoft.com/office/drawing/2014/main" id="{862E288E-FDFB-4AC6-AD10-DDA5E40DDF5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1" y="2580"/>
                <a:ext cx="54" cy="31"/>
              </a:xfrm>
              <a:custGeom>
                <a:avLst/>
                <a:gdLst>
                  <a:gd name="T0" fmla="*/ 0 w 54"/>
                  <a:gd name="T1" fmla="*/ 31 h 31"/>
                  <a:gd name="T2" fmla="*/ 54 w 54"/>
                  <a:gd name="T3" fmla="*/ 0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54" h="31">
                    <a:moveTo>
                      <a:pt x="0" y="31"/>
                    </a:moveTo>
                    <a:lnTo>
                      <a:pt x="54" y="0"/>
                    </a:lnTo>
                  </a:path>
                </a:pathLst>
              </a:cu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grpSp>
        <p:nvGrpSpPr>
          <p:cNvPr id="137309" name="Group 93">
            <a:extLst>
              <a:ext uri="{FF2B5EF4-FFF2-40B4-BE49-F238E27FC236}">
                <a16:creationId xmlns:a16="http://schemas.microsoft.com/office/drawing/2014/main" id="{A994DA32-9AB4-4CBD-83E2-5EF717C2300B}"/>
              </a:ext>
            </a:extLst>
          </p:cNvPr>
          <p:cNvGrpSpPr>
            <a:grpSpLocks/>
          </p:cNvGrpSpPr>
          <p:nvPr/>
        </p:nvGrpSpPr>
        <p:grpSpPr bwMode="auto">
          <a:xfrm>
            <a:off x="4695825" y="923925"/>
            <a:ext cx="311150" cy="1743075"/>
            <a:chOff x="2958" y="582"/>
            <a:chExt cx="196" cy="1098"/>
          </a:xfrm>
        </p:grpSpPr>
        <p:sp>
          <p:nvSpPr>
            <p:cNvPr id="137310" name="Freeform 94">
              <a:extLst>
                <a:ext uri="{FF2B5EF4-FFF2-40B4-BE49-F238E27FC236}">
                  <a16:creationId xmlns:a16="http://schemas.microsoft.com/office/drawing/2014/main" id="{B64B801C-D213-462A-A8AE-150057D95454}"/>
                </a:ext>
              </a:extLst>
            </p:cNvPr>
            <p:cNvSpPr>
              <a:spLocks/>
            </p:cNvSpPr>
            <p:nvPr/>
          </p:nvSpPr>
          <p:spPr bwMode="auto">
            <a:xfrm>
              <a:off x="2968" y="582"/>
              <a:ext cx="1" cy="117"/>
            </a:xfrm>
            <a:custGeom>
              <a:avLst/>
              <a:gdLst>
                <a:gd name="T0" fmla="*/ 0 w 1"/>
                <a:gd name="T1" fmla="*/ 0 h 117"/>
                <a:gd name="T2" fmla="*/ 0 w 1"/>
                <a:gd name="T3" fmla="*/ 117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117">
                  <a:moveTo>
                    <a:pt x="0" y="0"/>
                  </a:moveTo>
                  <a:lnTo>
                    <a:pt x="0" y="117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7311" name="Freeform 95">
              <a:extLst>
                <a:ext uri="{FF2B5EF4-FFF2-40B4-BE49-F238E27FC236}">
                  <a16:creationId xmlns:a16="http://schemas.microsoft.com/office/drawing/2014/main" id="{F2736E9F-951B-44D5-9259-6C5248D89A7B}"/>
                </a:ext>
              </a:extLst>
            </p:cNvPr>
            <p:cNvSpPr>
              <a:spLocks/>
            </p:cNvSpPr>
            <p:nvPr/>
          </p:nvSpPr>
          <p:spPr bwMode="auto">
            <a:xfrm>
              <a:off x="2968" y="1563"/>
              <a:ext cx="1" cy="117"/>
            </a:xfrm>
            <a:custGeom>
              <a:avLst/>
              <a:gdLst>
                <a:gd name="T0" fmla="*/ 0 w 1"/>
                <a:gd name="T1" fmla="*/ 0 h 117"/>
                <a:gd name="T2" fmla="*/ 0 w 1"/>
                <a:gd name="T3" fmla="*/ 117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117">
                  <a:moveTo>
                    <a:pt x="0" y="0"/>
                  </a:moveTo>
                  <a:lnTo>
                    <a:pt x="0" y="117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7312" name="Freeform 96">
              <a:extLst>
                <a:ext uri="{FF2B5EF4-FFF2-40B4-BE49-F238E27FC236}">
                  <a16:creationId xmlns:a16="http://schemas.microsoft.com/office/drawing/2014/main" id="{4C04B3EA-D678-4B60-96F2-3941A0D08EDD}"/>
                </a:ext>
              </a:extLst>
            </p:cNvPr>
            <p:cNvSpPr>
              <a:spLocks/>
            </p:cNvSpPr>
            <p:nvPr/>
          </p:nvSpPr>
          <p:spPr bwMode="auto">
            <a:xfrm>
              <a:off x="2958" y="582"/>
              <a:ext cx="180" cy="1"/>
            </a:xfrm>
            <a:custGeom>
              <a:avLst/>
              <a:gdLst>
                <a:gd name="T0" fmla="*/ 0 w 180"/>
                <a:gd name="T1" fmla="*/ 0 h 1"/>
                <a:gd name="T2" fmla="*/ 180 w 180"/>
                <a:gd name="T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80" h="1">
                  <a:moveTo>
                    <a:pt x="0" y="0"/>
                  </a:moveTo>
                  <a:lnTo>
                    <a:pt x="180" y="0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7313" name="Line 97">
              <a:extLst>
                <a:ext uri="{FF2B5EF4-FFF2-40B4-BE49-F238E27FC236}">
                  <a16:creationId xmlns:a16="http://schemas.microsoft.com/office/drawing/2014/main" id="{D25EE070-704C-44DB-9611-89D97F503EF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62" y="1676"/>
              <a:ext cx="19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7314" name="Line 98">
              <a:extLst>
                <a:ext uri="{FF2B5EF4-FFF2-40B4-BE49-F238E27FC236}">
                  <a16:creationId xmlns:a16="http://schemas.microsoft.com/office/drawing/2014/main" id="{9026CE0B-E1F9-47F0-B31A-5186CFA6791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64" y="705"/>
              <a:ext cx="0" cy="836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lgDash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37315" name="Text Box 99">
            <a:extLst>
              <a:ext uri="{FF2B5EF4-FFF2-40B4-BE49-F238E27FC236}">
                <a16:creationId xmlns:a16="http://schemas.microsoft.com/office/drawing/2014/main" id="{E554427A-F750-4500-A73A-9B9E7CFF63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8813" y="3116263"/>
            <a:ext cx="2051050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 sz="2800">
                <a:solidFill>
                  <a:srgbClr val="FF0000"/>
                </a:solidFill>
                <a:latin typeface="宋体" panose="02010600030101010101" pitchFamily="2" charset="-122"/>
              </a:rPr>
              <a:t>标注内容与剖视图相同</a:t>
            </a:r>
          </a:p>
        </p:txBody>
      </p:sp>
      <p:sp>
        <p:nvSpPr>
          <p:cNvPr id="137316" name="Text Box 100">
            <a:extLst>
              <a:ext uri="{FF2B5EF4-FFF2-40B4-BE49-F238E27FC236}">
                <a16:creationId xmlns:a16="http://schemas.microsoft.com/office/drawing/2014/main" id="{E9145425-D423-4117-98CC-0FE7E6B597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1138" y="5834063"/>
            <a:ext cx="8958262" cy="819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 eaLnBrk="1" hangingPunct="1">
              <a:lnSpc>
                <a:spcPct val="85000"/>
              </a:lnSpc>
            </a:pPr>
            <a:r>
              <a:rPr lang="en-US" altLang="zh-CN" sz="2800">
                <a:solidFill>
                  <a:srgbClr val="0000CC"/>
                </a:solidFill>
                <a:latin typeface="宋体" panose="02010600030101010101" pitchFamily="2" charset="-122"/>
              </a:rPr>
              <a:t>⑶ </a:t>
            </a:r>
            <a:r>
              <a:rPr lang="zh-CN" altLang="en-US" sz="2800">
                <a:solidFill>
                  <a:srgbClr val="0000CC"/>
                </a:solidFill>
                <a:latin typeface="宋体" panose="02010600030101010101" pitchFamily="2" charset="-122"/>
              </a:rPr>
              <a:t>配置在剖切线的延长线上的对称的移出断面，可省</a:t>
            </a:r>
          </a:p>
          <a:p>
            <a:pPr algn="l" eaLnBrk="1" hangingPunct="1">
              <a:lnSpc>
                <a:spcPct val="85000"/>
              </a:lnSpc>
            </a:pPr>
            <a:r>
              <a:rPr lang="zh-CN" altLang="en-US" sz="2800">
                <a:solidFill>
                  <a:srgbClr val="0000CC"/>
                </a:solidFill>
                <a:latin typeface="宋体" panose="02010600030101010101" pitchFamily="2" charset="-122"/>
              </a:rPr>
              <a:t>   略标注。</a:t>
            </a:r>
          </a:p>
        </p:txBody>
      </p:sp>
    </p:spTree>
  </p:cSld>
  <p:clrMapOvr>
    <a:masterClrMapping/>
  </p:clrMapOvr>
  <p:transition spd="med">
    <p:cover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137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37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7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37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37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373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373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137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3" dur="500"/>
                                        <p:tgtEl>
                                          <p:spTgt spid="137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8" dur="500"/>
                                        <p:tgtEl>
                                          <p:spTgt spid="137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7219" grpId="0" autoUpdateAnimBg="0"/>
      <p:bldP spid="137220" grpId="0" autoUpdateAnimBg="0"/>
      <p:bldP spid="137315" grpId="0" autoUpdateAnimBg="0"/>
      <p:bldP spid="137316" grpId="0" autoUpdateAnimBg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Text Box 2">
            <a:extLst>
              <a:ext uri="{FF2B5EF4-FFF2-40B4-BE49-F238E27FC236}">
                <a16:creationId xmlns:a16="http://schemas.microsoft.com/office/drawing/2014/main" id="{3F149267-02A4-4F86-A62D-8F69C57CE8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68261" y="-69282"/>
            <a:ext cx="36576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en-US" altLang="zh-CN" sz="3600" dirty="0">
                <a:solidFill>
                  <a:schemeClr val="bg1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 ⒉ </a:t>
            </a:r>
            <a:r>
              <a:rPr lang="zh-CN" altLang="en-US" sz="3600" dirty="0">
                <a:solidFill>
                  <a:schemeClr val="bg1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重合断面图</a:t>
            </a:r>
            <a:endParaRPr lang="zh-CN" altLang="en-US" sz="3600" dirty="0">
              <a:solidFill>
                <a:schemeClr val="bg1"/>
              </a:solidFill>
              <a:latin typeface="宋体" panose="02010600030101010101" pitchFamily="2" charset="-122"/>
            </a:endParaRPr>
          </a:p>
        </p:txBody>
      </p:sp>
      <p:sp>
        <p:nvSpPr>
          <p:cNvPr id="138243" name="Text Box 3">
            <a:extLst>
              <a:ext uri="{FF2B5EF4-FFF2-40B4-BE49-F238E27FC236}">
                <a16:creationId xmlns:a16="http://schemas.microsoft.com/office/drawing/2014/main" id="{AF85258D-428E-4FA6-BE89-10F6FF99D9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77963" y="1331913"/>
            <a:ext cx="798830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l" eaLnBrk="1" hangingPunct="1"/>
            <a:r>
              <a:rPr lang="zh-CN" altLang="en-US" sz="3200">
                <a:solidFill>
                  <a:srgbClr val="FF0000"/>
                </a:solidFill>
                <a:latin typeface="宋体" panose="02010600030101010101" pitchFamily="2" charset="-122"/>
              </a:rPr>
              <a:t>画在视图之内，轮廓线用细实线绘制。</a:t>
            </a:r>
          </a:p>
        </p:txBody>
      </p:sp>
      <p:sp>
        <p:nvSpPr>
          <p:cNvPr id="138244" name="Text Box 4">
            <a:extLst>
              <a:ext uri="{FF2B5EF4-FFF2-40B4-BE49-F238E27FC236}">
                <a16:creationId xmlns:a16="http://schemas.microsoft.com/office/drawing/2014/main" id="{F8A9B176-5C9E-4843-9157-5AF0A2474E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4063" y="690563"/>
            <a:ext cx="2016125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1" hangingPunct="1"/>
            <a:r>
              <a:rPr lang="en-US" altLang="zh-CN" sz="3600">
                <a:latin typeface="宋体" panose="02010600030101010101" pitchFamily="2" charset="-122"/>
              </a:rPr>
              <a:t>1</a:t>
            </a:r>
            <a:r>
              <a:rPr lang="zh-CN" altLang="en-US" sz="3600">
                <a:latin typeface="宋体" panose="02010600030101010101" pitchFamily="2" charset="-122"/>
              </a:rPr>
              <a:t>）画法</a:t>
            </a:r>
          </a:p>
        </p:txBody>
      </p:sp>
      <p:sp>
        <p:nvSpPr>
          <p:cNvPr id="138245" name="Text Box 5">
            <a:extLst>
              <a:ext uri="{FF2B5EF4-FFF2-40B4-BE49-F238E27FC236}">
                <a16:creationId xmlns:a16="http://schemas.microsoft.com/office/drawing/2014/main" id="{40F76FA8-B007-4C6E-8673-14D9266B77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84725" y="2811463"/>
            <a:ext cx="3692525" cy="2528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l" eaLnBrk="1" hangingPunct="1"/>
            <a:r>
              <a:rPr lang="en-US" altLang="zh-CN" sz="3200">
                <a:latin typeface="宋体" panose="02010600030101010101" pitchFamily="2" charset="-122"/>
              </a:rPr>
              <a:t>    </a:t>
            </a:r>
            <a:r>
              <a:rPr lang="zh-CN" altLang="en-US" sz="3200">
                <a:latin typeface="宋体" panose="02010600030101010101" pitchFamily="2" charset="-122"/>
              </a:rPr>
              <a:t>当视图中的轮廓线与断面图的图线重合时，视图中的轮廓线仍应连续画出。</a:t>
            </a:r>
          </a:p>
        </p:txBody>
      </p:sp>
      <p:grpSp>
        <p:nvGrpSpPr>
          <p:cNvPr id="138246" name="Group 6">
            <a:extLst>
              <a:ext uri="{FF2B5EF4-FFF2-40B4-BE49-F238E27FC236}">
                <a16:creationId xmlns:a16="http://schemas.microsoft.com/office/drawing/2014/main" id="{80AAAA23-8E2F-4C48-8D35-0DB85266027E}"/>
              </a:ext>
            </a:extLst>
          </p:cNvPr>
          <p:cNvGrpSpPr>
            <a:grpSpLocks/>
          </p:cNvGrpSpPr>
          <p:nvPr/>
        </p:nvGrpSpPr>
        <p:grpSpPr bwMode="auto">
          <a:xfrm>
            <a:off x="1028700" y="2078038"/>
            <a:ext cx="2771775" cy="4194175"/>
            <a:chOff x="648" y="1309"/>
            <a:chExt cx="1746" cy="2642"/>
          </a:xfrm>
        </p:grpSpPr>
        <p:grpSp>
          <p:nvGrpSpPr>
            <p:cNvPr id="138247" name="Group 7">
              <a:extLst>
                <a:ext uri="{FF2B5EF4-FFF2-40B4-BE49-F238E27FC236}">
                  <a16:creationId xmlns:a16="http://schemas.microsoft.com/office/drawing/2014/main" id="{E40ECB1C-4243-46A4-AE5B-249255495D4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69" y="2806"/>
              <a:ext cx="447" cy="452"/>
              <a:chOff x="769" y="2806"/>
              <a:chExt cx="447" cy="452"/>
            </a:xfrm>
          </p:grpSpPr>
          <p:sp>
            <p:nvSpPr>
              <p:cNvPr id="138248" name="Freeform 8">
                <a:extLst>
                  <a:ext uri="{FF2B5EF4-FFF2-40B4-BE49-F238E27FC236}">
                    <a16:creationId xmlns:a16="http://schemas.microsoft.com/office/drawing/2014/main" id="{DCB5D179-C207-4D28-9F2A-B4BE64BE341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70" y="2810"/>
                <a:ext cx="193" cy="192"/>
              </a:xfrm>
              <a:custGeom>
                <a:avLst/>
                <a:gdLst>
                  <a:gd name="T0" fmla="*/ 0 w 578"/>
                  <a:gd name="T1" fmla="*/ 577 h 577"/>
                  <a:gd name="T2" fmla="*/ 577 w 578"/>
                  <a:gd name="T3" fmla="*/ 0 h 577"/>
                  <a:gd name="T4" fmla="*/ 578 w 578"/>
                  <a:gd name="T5" fmla="*/ 0 h 5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578" h="577">
                    <a:moveTo>
                      <a:pt x="0" y="577"/>
                    </a:moveTo>
                    <a:lnTo>
                      <a:pt x="577" y="0"/>
                    </a:lnTo>
                    <a:lnTo>
                      <a:pt x="578" y="0"/>
                    </a:lnTo>
                  </a:path>
                </a:pathLst>
              </a:custGeom>
              <a:noFill/>
              <a:ln w="19050" cmpd="sng">
                <a:solidFill>
                  <a:srgbClr val="FF33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8249" name="Freeform 9">
                <a:extLst>
                  <a:ext uri="{FF2B5EF4-FFF2-40B4-BE49-F238E27FC236}">
                    <a16:creationId xmlns:a16="http://schemas.microsoft.com/office/drawing/2014/main" id="{B140C4D5-082C-4911-BA23-F6F18A2E53B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88" y="2827"/>
                <a:ext cx="299" cy="300"/>
              </a:xfrm>
              <a:custGeom>
                <a:avLst/>
                <a:gdLst>
                  <a:gd name="T0" fmla="*/ 0 w 898"/>
                  <a:gd name="T1" fmla="*/ 898 h 898"/>
                  <a:gd name="T2" fmla="*/ 897 w 898"/>
                  <a:gd name="T3" fmla="*/ 0 h 898"/>
                  <a:gd name="T4" fmla="*/ 898 w 898"/>
                  <a:gd name="T5" fmla="*/ 0 h 8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898" h="898">
                    <a:moveTo>
                      <a:pt x="0" y="898"/>
                    </a:moveTo>
                    <a:lnTo>
                      <a:pt x="897" y="0"/>
                    </a:lnTo>
                    <a:lnTo>
                      <a:pt x="898" y="0"/>
                    </a:lnTo>
                  </a:path>
                </a:pathLst>
              </a:custGeom>
              <a:noFill/>
              <a:ln w="19050" cmpd="sng">
                <a:solidFill>
                  <a:srgbClr val="FF33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8250" name="Freeform 10">
                <a:extLst>
                  <a:ext uri="{FF2B5EF4-FFF2-40B4-BE49-F238E27FC236}">
                    <a16:creationId xmlns:a16="http://schemas.microsoft.com/office/drawing/2014/main" id="{2F0B121C-6B0B-4675-8236-0F806657F7D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49" y="2889"/>
                <a:ext cx="319" cy="318"/>
              </a:xfrm>
              <a:custGeom>
                <a:avLst/>
                <a:gdLst>
                  <a:gd name="T0" fmla="*/ 0 w 956"/>
                  <a:gd name="T1" fmla="*/ 956 h 956"/>
                  <a:gd name="T2" fmla="*/ 955 w 956"/>
                  <a:gd name="T3" fmla="*/ 0 h 956"/>
                  <a:gd name="T4" fmla="*/ 956 w 956"/>
                  <a:gd name="T5" fmla="*/ 0 h 9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56" h="956">
                    <a:moveTo>
                      <a:pt x="0" y="956"/>
                    </a:moveTo>
                    <a:lnTo>
                      <a:pt x="955" y="0"/>
                    </a:lnTo>
                    <a:lnTo>
                      <a:pt x="956" y="0"/>
                    </a:lnTo>
                  </a:path>
                </a:pathLst>
              </a:custGeom>
              <a:noFill/>
              <a:ln w="19050" cmpd="sng">
                <a:solidFill>
                  <a:srgbClr val="FF33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8251" name="Freeform 11">
                <a:extLst>
                  <a:ext uri="{FF2B5EF4-FFF2-40B4-BE49-F238E27FC236}">
                    <a16:creationId xmlns:a16="http://schemas.microsoft.com/office/drawing/2014/main" id="{E8FD893F-DF5B-495D-B7DE-621ECA607EE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44" y="2984"/>
                <a:ext cx="271" cy="270"/>
              </a:xfrm>
              <a:custGeom>
                <a:avLst/>
                <a:gdLst>
                  <a:gd name="T0" fmla="*/ 0 w 812"/>
                  <a:gd name="T1" fmla="*/ 812 h 812"/>
                  <a:gd name="T2" fmla="*/ 811 w 812"/>
                  <a:gd name="T3" fmla="*/ 0 h 812"/>
                  <a:gd name="T4" fmla="*/ 812 w 812"/>
                  <a:gd name="T5" fmla="*/ 0 h 8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812" h="812">
                    <a:moveTo>
                      <a:pt x="0" y="812"/>
                    </a:moveTo>
                    <a:lnTo>
                      <a:pt x="811" y="0"/>
                    </a:lnTo>
                    <a:lnTo>
                      <a:pt x="812" y="0"/>
                    </a:lnTo>
                  </a:path>
                </a:pathLst>
              </a:custGeom>
              <a:noFill/>
              <a:ln w="19050" cmpd="sng">
                <a:solidFill>
                  <a:srgbClr val="FF33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8252" name="Oval 12">
                <a:extLst>
                  <a:ext uri="{FF2B5EF4-FFF2-40B4-BE49-F238E27FC236}">
                    <a16:creationId xmlns:a16="http://schemas.microsoft.com/office/drawing/2014/main" id="{1F9E9971-3A64-4D5F-A035-0943D7B1CE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9" y="2806"/>
                <a:ext cx="447" cy="452"/>
              </a:xfrm>
              <a:prstGeom prst="ellipse">
                <a:avLst/>
              </a:prstGeom>
              <a:noFill/>
              <a:ln w="19050">
                <a:solidFill>
                  <a:srgbClr val="FF33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38253" name="Group 13">
              <a:extLst>
                <a:ext uri="{FF2B5EF4-FFF2-40B4-BE49-F238E27FC236}">
                  <a16:creationId xmlns:a16="http://schemas.microsoft.com/office/drawing/2014/main" id="{86D10C93-F7F5-4689-A299-B992CC38993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55" y="2140"/>
              <a:ext cx="461" cy="457"/>
              <a:chOff x="1355" y="2140"/>
              <a:chExt cx="461" cy="457"/>
            </a:xfrm>
          </p:grpSpPr>
          <p:sp>
            <p:nvSpPr>
              <p:cNvPr id="138254" name="Freeform 14">
                <a:extLst>
                  <a:ext uri="{FF2B5EF4-FFF2-40B4-BE49-F238E27FC236}">
                    <a16:creationId xmlns:a16="http://schemas.microsoft.com/office/drawing/2014/main" id="{C2596167-72CD-40FD-8BCE-94BD279BB76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63" y="2147"/>
                <a:ext cx="258" cy="257"/>
              </a:xfrm>
              <a:custGeom>
                <a:avLst/>
                <a:gdLst>
                  <a:gd name="T0" fmla="*/ 0 w 772"/>
                  <a:gd name="T1" fmla="*/ 772 h 772"/>
                  <a:gd name="T2" fmla="*/ 771 w 772"/>
                  <a:gd name="T3" fmla="*/ 0 h 772"/>
                  <a:gd name="T4" fmla="*/ 772 w 772"/>
                  <a:gd name="T5" fmla="*/ 0 h 7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772" h="772">
                    <a:moveTo>
                      <a:pt x="0" y="772"/>
                    </a:moveTo>
                    <a:lnTo>
                      <a:pt x="771" y="0"/>
                    </a:lnTo>
                    <a:lnTo>
                      <a:pt x="772" y="0"/>
                    </a:lnTo>
                  </a:path>
                </a:pathLst>
              </a:custGeom>
              <a:noFill/>
              <a:ln w="19050" cmpd="sng">
                <a:solidFill>
                  <a:srgbClr val="FF33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8255" name="Freeform 15">
                <a:extLst>
                  <a:ext uri="{FF2B5EF4-FFF2-40B4-BE49-F238E27FC236}">
                    <a16:creationId xmlns:a16="http://schemas.microsoft.com/office/drawing/2014/main" id="{8C297E6C-BB0A-491A-BF63-26A090A548C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05" y="2188"/>
                <a:ext cx="316" cy="317"/>
              </a:xfrm>
              <a:custGeom>
                <a:avLst/>
                <a:gdLst>
                  <a:gd name="T0" fmla="*/ 0 w 949"/>
                  <a:gd name="T1" fmla="*/ 949 h 949"/>
                  <a:gd name="T2" fmla="*/ 948 w 949"/>
                  <a:gd name="T3" fmla="*/ 0 h 949"/>
                  <a:gd name="T4" fmla="*/ 949 w 949"/>
                  <a:gd name="T5" fmla="*/ 0 h 9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49" h="949">
                    <a:moveTo>
                      <a:pt x="0" y="949"/>
                    </a:moveTo>
                    <a:lnTo>
                      <a:pt x="948" y="0"/>
                    </a:lnTo>
                    <a:lnTo>
                      <a:pt x="949" y="0"/>
                    </a:lnTo>
                  </a:path>
                </a:pathLst>
              </a:custGeom>
              <a:noFill/>
              <a:ln w="19050" cmpd="sng">
                <a:solidFill>
                  <a:srgbClr val="FF33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8256" name="Freeform 16">
                <a:extLst>
                  <a:ext uri="{FF2B5EF4-FFF2-40B4-BE49-F238E27FC236}">
                    <a16:creationId xmlns:a16="http://schemas.microsoft.com/office/drawing/2014/main" id="{1728CDBC-9CD3-4B7A-8B20-0C9C1899EBB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81" y="2265"/>
                <a:ext cx="306" cy="306"/>
              </a:xfrm>
              <a:custGeom>
                <a:avLst/>
                <a:gdLst>
                  <a:gd name="T0" fmla="*/ 0 w 918"/>
                  <a:gd name="T1" fmla="*/ 917 h 917"/>
                  <a:gd name="T2" fmla="*/ 916 w 918"/>
                  <a:gd name="T3" fmla="*/ 0 h 917"/>
                  <a:gd name="T4" fmla="*/ 918 w 918"/>
                  <a:gd name="T5" fmla="*/ 0 h 9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18" h="917">
                    <a:moveTo>
                      <a:pt x="0" y="917"/>
                    </a:moveTo>
                    <a:lnTo>
                      <a:pt x="916" y="0"/>
                    </a:lnTo>
                    <a:lnTo>
                      <a:pt x="918" y="0"/>
                    </a:lnTo>
                  </a:path>
                </a:pathLst>
              </a:custGeom>
              <a:noFill/>
              <a:ln w="19050" cmpd="sng">
                <a:solidFill>
                  <a:srgbClr val="FF33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8257" name="Freeform 17">
                <a:extLst>
                  <a:ext uri="{FF2B5EF4-FFF2-40B4-BE49-F238E27FC236}">
                    <a16:creationId xmlns:a16="http://schemas.microsoft.com/office/drawing/2014/main" id="{064694EC-706B-463D-94E9-DBEAB8A0F8B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97" y="2381"/>
                <a:ext cx="217" cy="216"/>
              </a:xfrm>
              <a:custGeom>
                <a:avLst/>
                <a:gdLst>
                  <a:gd name="T0" fmla="*/ 0 w 649"/>
                  <a:gd name="T1" fmla="*/ 648 h 648"/>
                  <a:gd name="T2" fmla="*/ 648 w 649"/>
                  <a:gd name="T3" fmla="*/ 0 h 648"/>
                  <a:gd name="T4" fmla="*/ 649 w 649"/>
                  <a:gd name="T5" fmla="*/ 0 h 6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649" h="648">
                    <a:moveTo>
                      <a:pt x="0" y="648"/>
                    </a:moveTo>
                    <a:lnTo>
                      <a:pt x="648" y="0"/>
                    </a:lnTo>
                    <a:lnTo>
                      <a:pt x="649" y="0"/>
                    </a:lnTo>
                  </a:path>
                </a:pathLst>
              </a:custGeom>
              <a:noFill/>
              <a:ln w="19050" cmpd="sng">
                <a:solidFill>
                  <a:srgbClr val="FF33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8258" name="Oval 18">
                <a:extLst>
                  <a:ext uri="{FF2B5EF4-FFF2-40B4-BE49-F238E27FC236}">
                    <a16:creationId xmlns:a16="http://schemas.microsoft.com/office/drawing/2014/main" id="{1BCC8A63-7F00-4CD5-A0D4-4727439EDF7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55" y="2140"/>
                <a:ext cx="461" cy="451"/>
              </a:xfrm>
              <a:prstGeom prst="ellipse">
                <a:avLst/>
              </a:prstGeom>
              <a:noFill/>
              <a:ln w="19050">
                <a:solidFill>
                  <a:srgbClr val="FF33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38259" name="Group 19">
              <a:extLst>
                <a:ext uri="{FF2B5EF4-FFF2-40B4-BE49-F238E27FC236}">
                  <a16:creationId xmlns:a16="http://schemas.microsoft.com/office/drawing/2014/main" id="{C88DE3DD-1FCD-4DB4-9E98-65634605CB6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11" y="2806"/>
              <a:ext cx="487" cy="453"/>
              <a:chOff x="1811" y="2806"/>
              <a:chExt cx="487" cy="453"/>
            </a:xfrm>
          </p:grpSpPr>
          <p:sp>
            <p:nvSpPr>
              <p:cNvPr id="138260" name="Freeform 20">
                <a:extLst>
                  <a:ext uri="{FF2B5EF4-FFF2-40B4-BE49-F238E27FC236}">
                    <a16:creationId xmlns:a16="http://schemas.microsoft.com/office/drawing/2014/main" id="{B993297B-155F-4797-8A6F-4A8A3F0DB73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16" y="2817"/>
                <a:ext cx="135" cy="134"/>
              </a:xfrm>
              <a:custGeom>
                <a:avLst/>
                <a:gdLst>
                  <a:gd name="T0" fmla="*/ 0 w 404"/>
                  <a:gd name="T1" fmla="*/ 403 h 403"/>
                  <a:gd name="T2" fmla="*/ 403 w 404"/>
                  <a:gd name="T3" fmla="*/ 0 h 403"/>
                  <a:gd name="T4" fmla="*/ 404 w 404"/>
                  <a:gd name="T5" fmla="*/ 0 h 4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04" h="403">
                    <a:moveTo>
                      <a:pt x="0" y="403"/>
                    </a:moveTo>
                    <a:lnTo>
                      <a:pt x="403" y="0"/>
                    </a:lnTo>
                    <a:lnTo>
                      <a:pt x="404" y="0"/>
                    </a:lnTo>
                  </a:path>
                </a:pathLst>
              </a:custGeom>
              <a:noFill/>
              <a:ln w="19050" cmpd="sng">
                <a:solidFill>
                  <a:srgbClr val="FF33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8261" name="Freeform 21">
                <a:extLst>
                  <a:ext uri="{FF2B5EF4-FFF2-40B4-BE49-F238E27FC236}">
                    <a16:creationId xmlns:a16="http://schemas.microsoft.com/office/drawing/2014/main" id="{6B459101-F154-4585-B077-7233C212EBD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14" y="2843"/>
                <a:ext cx="253" cy="253"/>
              </a:xfrm>
              <a:custGeom>
                <a:avLst/>
                <a:gdLst>
                  <a:gd name="T0" fmla="*/ 0 w 759"/>
                  <a:gd name="T1" fmla="*/ 759 h 759"/>
                  <a:gd name="T2" fmla="*/ 758 w 759"/>
                  <a:gd name="T3" fmla="*/ 0 h 759"/>
                  <a:gd name="T4" fmla="*/ 759 w 759"/>
                  <a:gd name="T5" fmla="*/ 0 h 7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759" h="759">
                    <a:moveTo>
                      <a:pt x="0" y="759"/>
                    </a:moveTo>
                    <a:lnTo>
                      <a:pt x="758" y="0"/>
                    </a:lnTo>
                    <a:lnTo>
                      <a:pt x="759" y="0"/>
                    </a:lnTo>
                  </a:path>
                </a:pathLst>
              </a:custGeom>
              <a:noFill/>
              <a:ln w="19050" cmpd="sng">
                <a:solidFill>
                  <a:srgbClr val="FF33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8262" name="Freeform 22">
                <a:extLst>
                  <a:ext uri="{FF2B5EF4-FFF2-40B4-BE49-F238E27FC236}">
                    <a16:creationId xmlns:a16="http://schemas.microsoft.com/office/drawing/2014/main" id="{A6BE0E6E-47EC-4BC5-93E0-10FE01B7FFD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44" y="2869"/>
                <a:ext cx="339" cy="339"/>
              </a:xfrm>
              <a:custGeom>
                <a:avLst/>
                <a:gdLst>
                  <a:gd name="T0" fmla="*/ 0 w 1018"/>
                  <a:gd name="T1" fmla="*/ 1018 h 1018"/>
                  <a:gd name="T2" fmla="*/ 1017 w 1018"/>
                  <a:gd name="T3" fmla="*/ 0 h 1018"/>
                  <a:gd name="T4" fmla="*/ 1018 w 1018"/>
                  <a:gd name="T5" fmla="*/ 0 h 10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018" h="1018">
                    <a:moveTo>
                      <a:pt x="0" y="1018"/>
                    </a:moveTo>
                    <a:lnTo>
                      <a:pt x="1017" y="0"/>
                    </a:lnTo>
                    <a:lnTo>
                      <a:pt x="1018" y="0"/>
                    </a:lnTo>
                  </a:path>
                </a:pathLst>
              </a:custGeom>
              <a:noFill/>
              <a:ln w="19050" cmpd="sng">
                <a:solidFill>
                  <a:srgbClr val="FF33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8263" name="Freeform 23">
                <a:extLst>
                  <a:ext uri="{FF2B5EF4-FFF2-40B4-BE49-F238E27FC236}">
                    <a16:creationId xmlns:a16="http://schemas.microsoft.com/office/drawing/2014/main" id="{A3CEBCC7-824F-48E8-A626-FD68C4EF487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44" y="2899"/>
                <a:ext cx="350" cy="351"/>
              </a:xfrm>
              <a:custGeom>
                <a:avLst/>
                <a:gdLst>
                  <a:gd name="T0" fmla="*/ 0 w 1052"/>
                  <a:gd name="T1" fmla="*/ 1053 h 1053"/>
                  <a:gd name="T2" fmla="*/ 1051 w 1052"/>
                  <a:gd name="T3" fmla="*/ 0 h 1053"/>
                  <a:gd name="T4" fmla="*/ 1052 w 1052"/>
                  <a:gd name="T5" fmla="*/ 0 h 10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052" h="1053">
                    <a:moveTo>
                      <a:pt x="0" y="1053"/>
                    </a:moveTo>
                    <a:lnTo>
                      <a:pt x="1051" y="0"/>
                    </a:lnTo>
                    <a:lnTo>
                      <a:pt x="1052" y="0"/>
                    </a:lnTo>
                  </a:path>
                </a:pathLst>
              </a:custGeom>
              <a:noFill/>
              <a:ln w="19050" cmpd="sng">
                <a:solidFill>
                  <a:srgbClr val="FF33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8264" name="Freeform 24">
                <a:extLst>
                  <a:ext uri="{FF2B5EF4-FFF2-40B4-BE49-F238E27FC236}">
                    <a16:creationId xmlns:a16="http://schemas.microsoft.com/office/drawing/2014/main" id="{0AA2A6F2-4030-4ABC-8FAE-2B223ED0595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27" y="3038"/>
                <a:ext cx="171" cy="171"/>
              </a:xfrm>
              <a:custGeom>
                <a:avLst/>
                <a:gdLst>
                  <a:gd name="T0" fmla="*/ 0 w 515"/>
                  <a:gd name="T1" fmla="*/ 515 h 515"/>
                  <a:gd name="T2" fmla="*/ 514 w 515"/>
                  <a:gd name="T3" fmla="*/ 0 h 515"/>
                  <a:gd name="T4" fmla="*/ 515 w 515"/>
                  <a:gd name="T5" fmla="*/ 0 h 5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515" h="515">
                    <a:moveTo>
                      <a:pt x="0" y="515"/>
                    </a:moveTo>
                    <a:lnTo>
                      <a:pt x="514" y="0"/>
                    </a:lnTo>
                    <a:lnTo>
                      <a:pt x="515" y="0"/>
                    </a:lnTo>
                  </a:path>
                </a:pathLst>
              </a:custGeom>
              <a:noFill/>
              <a:ln w="19050" cmpd="sng">
                <a:solidFill>
                  <a:srgbClr val="FF33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8265" name="Freeform 25">
                <a:extLst>
                  <a:ext uri="{FF2B5EF4-FFF2-40B4-BE49-F238E27FC236}">
                    <a16:creationId xmlns:a16="http://schemas.microsoft.com/office/drawing/2014/main" id="{FFDAC232-6B4E-4B81-A7BB-F75187EE95D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09" y="3174"/>
                <a:ext cx="374" cy="84"/>
              </a:xfrm>
              <a:custGeom>
                <a:avLst/>
                <a:gdLst>
                  <a:gd name="T0" fmla="*/ 374 w 374"/>
                  <a:gd name="T1" fmla="*/ 0 h 84"/>
                  <a:gd name="T2" fmla="*/ 11 w 374"/>
                  <a:gd name="T3" fmla="*/ 83 h 84"/>
                  <a:gd name="T4" fmla="*/ 0 w 374"/>
                  <a:gd name="T5" fmla="*/ 84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74" h="84">
                    <a:moveTo>
                      <a:pt x="374" y="0"/>
                    </a:moveTo>
                    <a:lnTo>
                      <a:pt x="11" y="83"/>
                    </a:lnTo>
                    <a:lnTo>
                      <a:pt x="0" y="84"/>
                    </a:lnTo>
                  </a:path>
                </a:pathLst>
              </a:custGeom>
              <a:noFill/>
              <a:ln w="19050" cmpd="sng">
                <a:solidFill>
                  <a:srgbClr val="FF33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8266" name="Freeform 26">
                <a:extLst>
                  <a:ext uri="{FF2B5EF4-FFF2-40B4-BE49-F238E27FC236}">
                    <a16:creationId xmlns:a16="http://schemas.microsoft.com/office/drawing/2014/main" id="{AB610547-4DD0-4E9F-A9BB-30A177F4BCF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09" y="2807"/>
                <a:ext cx="375" cy="84"/>
              </a:xfrm>
              <a:custGeom>
                <a:avLst/>
                <a:gdLst>
                  <a:gd name="T0" fmla="*/ 375 w 375"/>
                  <a:gd name="T1" fmla="*/ 84 h 84"/>
                  <a:gd name="T2" fmla="*/ 1 w 375"/>
                  <a:gd name="T3" fmla="*/ 1 h 84"/>
                  <a:gd name="T4" fmla="*/ 0 w 375"/>
                  <a:gd name="T5" fmla="*/ 0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75" h="84">
                    <a:moveTo>
                      <a:pt x="375" y="84"/>
                    </a:moveTo>
                    <a:lnTo>
                      <a:pt x="1" y="1"/>
                    </a:lnTo>
                    <a:lnTo>
                      <a:pt x="0" y="0"/>
                    </a:lnTo>
                  </a:path>
                </a:pathLst>
              </a:custGeom>
              <a:noFill/>
              <a:ln w="19050" cmpd="sng">
                <a:solidFill>
                  <a:srgbClr val="FF33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8267" name="Freeform 27">
                <a:extLst>
                  <a:ext uri="{FF2B5EF4-FFF2-40B4-BE49-F238E27FC236}">
                    <a16:creationId xmlns:a16="http://schemas.microsoft.com/office/drawing/2014/main" id="{C8F833C2-0D9B-4128-8258-6E2A1701586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11" y="2806"/>
                <a:ext cx="107" cy="453"/>
              </a:xfrm>
              <a:custGeom>
                <a:avLst/>
                <a:gdLst>
                  <a:gd name="T0" fmla="*/ 107 w 107"/>
                  <a:gd name="T1" fmla="*/ 4 h 453"/>
                  <a:gd name="T2" fmla="*/ 87 w 107"/>
                  <a:gd name="T3" fmla="*/ 0 h 453"/>
                  <a:gd name="T4" fmla="*/ 73 w 107"/>
                  <a:gd name="T5" fmla="*/ 4 h 453"/>
                  <a:gd name="T6" fmla="*/ 57 w 107"/>
                  <a:gd name="T7" fmla="*/ 15 h 453"/>
                  <a:gd name="T8" fmla="*/ 42 w 107"/>
                  <a:gd name="T9" fmla="*/ 34 h 453"/>
                  <a:gd name="T10" fmla="*/ 29 w 107"/>
                  <a:gd name="T11" fmla="*/ 59 h 453"/>
                  <a:gd name="T12" fmla="*/ 18 w 107"/>
                  <a:gd name="T13" fmla="*/ 90 h 453"/>
                  <a:gd name="T14" fmla="*/ 9 w 107"/>
                  <a:gd name="T15" fmla="*/ 125 h 453"/>
                  <a:gd name="T16" fmla="*/ 3 w 107"/>
                  <a:gd name="T17" fmla="*/ 164 h 453"/>
                  <a:gd name="T18" fmla="*/ 0 w 107"/>
                  <a:gd name="T19" fmla="*/ 206 h 453"/>
                  <a:gd name="T20" fmla="*/ 0 w 107"/>
                  <a:gd name="T21" fmla="*/ 248 h 453"/>
                  <a:gd name="T22" fmla="*/ 3 w 107"/>
                  <a:gd name="T23" fmla="*/ 289 h 453"/>
                  <a:gd name="T24" fmla="*/ 9 w 107"/>
                  <a:gd name="T25" fmla="*/ 328 h 453"/>
                  <a:gd name="T26" fmla="*/ 18 w 107"/>
                  <a:gd name="T27" fmla="*/ 363 h 453"/>
                  <a:gd name="T28" fmla="*/ 29 w 107"/>
                  <a:gd name="T29" fmla="*/ 394 h 453"/>
                  <a:gd name="T30" fmla="*/ 42 w 107"/>
                  <a:gd name="T31" fmla="*/ 419 h 453"/>
                  <a:gd name="T32" fmla="*/ 57 w 107"/>
                  <a:gd name="T33" fmla="*/ 438 h 453"/>
                  <a:gd name="T34" fmla="*/ 73 w 107"/>
                  <a:gd name="T35" fmla="*/ 449 h 453"/>
                  <a:gd name="T36" fmla="*/ 104 w 107"/>
                  <a:gd name="T37" fmla="*/ 453 h 453"/>
                  <a:gd name="T38" fmla="*/ 90 w 107"/>
                  <a:gd name="T39" fmla="*/ 453 h 4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107" h="453">
                    <a:moveTo>
                      <a:pt x="107" y="4"/>
                    </a:moveTo>
                    <a:lnTo>
                      <a:pt x="87" y="0"/>
                    </a:lnTo>
                    <a:lnTo>
                      <a:pt x="73" y="4"/>
                    </a:lnTo>
                    <a:lnTo>
                      <a:pt x="57" y="15"/>
                    </a:lnTo>
                    <a:lnTo>
                      <a:pt x="42" y="34"/>
                    </a:lnTo>
                    <a:lnTo>
                      <a:pt x="29" y="59"/>
                    </a:lnTo>
                    <a:lnTo>
                      <a:pt x="18" y="90"/>
                    </a:lnTo>
                    <a:lnTo>
                      <a:pt x="9" y="125"/>
                    </a:lnTo>
                    <a:lnTo>
                      <a:pt x="3" y="164"/>
                    </a:lnTo>
                    <a:lnTo>
                      <a:pt x="0" y="206"/>
                    </a:lnTo>
                    <a:lnTo>
                      <a:pt x="0" y="248"/>
                    </a:lnTo>
                    <a:lnTo>
                      <a:pt x="3" y="289"/>
                    </a:lnTo>
                    <a:lnTo>
                      <a:pt x="9" y="328"/>
                    </a:lnTo>
                    <a:lnTo>
                      <a:pt x="18" y="363"/>
                    </a:lnTo>
                    <a:lnTo>
                      <a:pt x="29" y="394"/>
                    </a:lnTo>
                    <a:lnTo>
                      <a:pt x="42" y="419"/>
                    </a:lnTo>
                    <a:lnTo>
                      <a:pt x="57" y="438"/>
                    </a:lnTo>
                    <a:lnTo>
                      <a:pt x="73" y="449"/>
                    </a:lnTo>
                    <a:lnTo>
                      <a:pt x="104" y="453"/>
                    </a:lnTo>
                    <a:lnTo>
                      <a:pt x="90" y="453"/>
                    </a:lnTo>
                  </a:path>
                </a:pathLst>
              </a:custGeom>
              <a:noFill/>
              <a:ln w="19050" cmpd="sng">
                <a:solidFill>
                  <a:srgbClr val="FF33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38268" name="Group 28">
              <a:extLst>
                <a:ext uri="{FF2B5EF4-FFF2-40B4-BE49-F238E27FC236}">
                  <a16:creationId xmlns:a16="http://schemas.microsoft.com/office/drawing/2014/main" id="{5DD69B27-28B5-4BEE-805A-803765AC4F1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14" y="3305"/>
              <a:ext cx="450" cy="488"/>
              <a:chOff x="1314" y="3305"/>
              <a:chExt cx="450" cy="488"/>
            </a:xfrm>
          </p:grpSpPr>
          <p:sp>
            <p:nvSpPr>
              <p:cNvPr id="138269" name="Freeform 29">
                <a:extLst>
                  <a:ext uri="{FF2B5EF4-FFF2-40B4-BE49-F238E27FC236}">
                    <a16:creationId xmlns:a16="http://schemas.microsoft.com/office/drawing/2014/main" id="{8A4DEEE2-2918-4A74-846E-25A9D056201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15" y="3305"/>
                <a:ext cx="446" cy="135"/>
              </a:xfrm>
              <a:custGeom>
                <a:avLst/>
                <a:gdLst>
                  <a:gd name="T0" fmla="*/ 445 w 446"/>
                  <a:gd name="T1" fmla="*/ 106 h 135"/>
                  <a:gd name="T2" fmla="*/ 446 w 446"/>
                  <a:gd name="T3" fmla="*/ 73 h 135"/>
                  <a:gd name="T4" fmla="*/ 435 w 446"/>
                  <a:gd name="T5" fmla="*/ 57 h 135"/>
                  <a:gd name="T6" fmla="*/ 417 w 446"/>
                  <a:gd name="T7" fmla="*/ 43 h 135"/>
                  <a:gd name="T8" fmla="*/ 391 w 446"/>
                  <a:gd name="T9" fmla="*/ 29 h 135"/>
                  <a:gd name="T10" fmla="*/ 361 w 446"/>
                  <a:gd name="T11" fmla="*/ 18 h 135"/>
                  <a:gd name="T12" fmla="*/ 325 w 446"/>
                  <a:gd name="T13" fmla="*/ 9 h 135"/>
                  <a:gd name="T14" fmla="*/ 286 w 446"/>
                  <a:gd name="T15" fmla="*/ 3 h 135"/>
                  <a:gd name="T16" fmla="*/ 245 w 446"/>
                  <a:gd name="T17" fmla="*/ 0 h 135"/>
                  <a:gd name="T18" fmla="*/ 203 w 446"/>
                  <a:gd name="T19" fmla="*/ 0 h 135"/>
                  <a:gd name="T20" fmla="*/ 162 w 446"/>
                  <a:gd name="T21" fmla="*/ 3 h 135"/>
                  <a:gd name="T22" fmla="*/ 123 w 446"/>
                  <a:gd name="T23" fmla="*/ 9 h 135"/>
                  <a:gd name="T24" fmla="*/ 88 w 446"/>
                  <a:gd name="T25" fmla="*/ 18 h 135"/>
                  <a:gd name="T26" fmla="*/ 57 w 446"/>
                  <a:gd name="T27" fmla="*/ 29 h 135"/>
                  <a:gd name="T28" fmla="*/ 32 w 446"/>
                  <a:gd name="T29" fmla="*/ 43 h 135"/>
                  <a:gd name="T30" fmla="*/ 13 w 446"/>
                  <a:gd name="T31" fmla="*/ 57 h 135"/>
                  <a:gd name="T32" fmla="*/ 0 w 446"/>
                  <a:gd name="T33" fmla="*/ 71 h 135"/>
                  <a:gd name="T34" fmla="*/ 0 w 446"/>
                  <a:gd name="T35" fmla="*/ 97 h 135"/>
                  <a:gd name="T36" fmla="*/ 7 w 446"/>
                  <a:gd name="T37" fmla="*/ 135 h 1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446" h="135">
                    <a:moveTo>
                      <a:pt x="445" y="106"/>
                    </a:moveTo>
                    <a:lnTo>
                      <a:pt x="446" y="73"/>
                    </a:lnTo>
                    <a:lnTo>
                      <a:pt x="435" y="57"/>
                    </a:lnTo>
                    <a:lnTo>
                      <a:pt x="417" y="43"/>
                    </a:lnTo>
                    <a:lnTo>
                      <a:pt x="391" y="29"/>
                    </a:lnTo>
                    <a:lnTo>
                      <a:pt x="361" y="18"/>
                    </a:lnTo>
                    <a:lnTo>
                      <a:pt x="325" y="9"/>
                    </a:lnTo>
                    <a:lnTo>
                      <a:pt x="286" y="3"/>
                    </a:lnTo>
                    <a:lnTo>
                      <a:pt x="245" y="0"/>
                    </a:lnTo>
                    <a:lnTo>
                      <a:pt x="203" y="0"/>
                    </a:lnTo>
                    <a:lnTo>
                      <a:pt x="162" y="3"/>
                    </a:lnTo>
                    <a:lnTo>
                      <a:pt x="123" y="9"/>
                    </a:lnTo>
                    <a:lnTo>
                      <a:pt x="88" y="18"/>
                    </a:lnTo>
                    <a:lnTo>
                      <a:pt x="57" y="29"/>
                    </a:lnTo>
                    <a:lnTo>
                      <a:pt x="32" y="43"/>
                    </a:lnTo>
                    <a:lnTo>
                      <a:pt x="13" y="57"/>
                    </a:lnTo>
                    <a:lnTo>
                      <a:pt x="0" y="71"/>
                    </a:lnTo>
                    <a:lnTo>
                      <a:pt x="0" y="97"/>
                    </a:lnTo>
                    <a:lnTo>
                      <a:pt x="7" y="135"/>
                    </a:lnTo>
                  </a:path>
                </a:pathLst>
              </a:custGeom>
              <a:noFill/>
              <a:ln w="19050" cmpd="sng">
                <a:solidFill>
                  <a:srgbClr val="FF33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8270" name="Freeform 30">
                <a:extLst>
                  <a:ext uri="{FF2B5EF4-FFF2-40B4-BE49-F238E27FC236}">
                    <a16:creationId xmlns:a16="http://schemas.microsoft.com/office/drawing/2014/main" id="{A416F223-F21B-4698-A18D-8B77DF4E512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23" y="3310"/>
                <a:ext cx="134" cy="135"/>
              </a:xfrm>
              <a:custGeom>
                <a:avLst/>
                <a:gdLst>
                  <a:gd name="T0" fmla="*/ 0 w 403"/>
                  <a:gd name="T1" fmla="*/ 403 h 403"/>
                  <a:gd name="T2" fmla="*/ 402 w 403"/>
                  <a:gd name="T3" fmla="*/ 0 h 403"/>
                  <a:gd name="T4" fmla="*/ 403 w 403"/>
                  <a:gd name="T5" fmla="*/ 0 h 4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03" h="403">
                    <a:moveTo>
                      <a:pt x="0" y="403"/>
                    </a:moveTo>
                    <a:lnTo>
                      <a:pt x="402" y="0"/>
                    </a:lnTo>
                    <a:lnTo>
                      <a:pt x="403" y="0"/>
                    </a:lnTo>
                  </a:path>
                </a:pathLst>
              </a:custGeom>
              <a:noFill/>
              <a:ln w="19050" cmpd="sng">
                <a:solidFill>
                  <a:srgbClr val="FF33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8271" name="Freeform 31">
                <a:extLst>
                  <a:ext uri="{FF2B5EF4-FFF2-40B4-BE49-F238E27FC236}">
                    <a16:creationId xmlns:a16="http://schemas.microsoft.com/office/drawing/2014/main" id="{8B8D2113-FE63-421D-A025-F2739789B02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49" y="3308"/>
                <a:ext cx="253" cy="253"/>
              </a:xfrm>
              <a:custGeom>
                <a:avLst/>
                <a:gdLst>
                  <a:gd name="T0" fmla="*/ 0 w 760"/>
                  <a:gd name="T1" fmla="*/ 759 h 759"/>
                  <a:gd name="T2" fmla="*/ 759 w 760"/>
                  <a:gd name="T3" fmla="*/ 0 h 759"/>
                  <a:gd name="T4" fmla="*/ 760 w 760"/>
                  <a:gd name="T5" fmla="*/ 0 h 7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760" h="759">
                    <a:moveTo>
                      <a:pt x="0" y="759"/>
                    </a:moveTo>
                    <a:lnTo>
                      <a:pt x="759" y="0"/>
                    </a:lnTo>
                    <a:lnTo>
                      <a:pt x="760" y="0"/>
                    </a:lnTo>
                  </a:path>
                </a:pathLst>
              </a:custGeom>
              <a:noFill/>
              <a:ln w="19050" cmpd="sng">
                <a:solidFill>
                  <a:srgbClr val="FF33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8272" name="Freeform 32">
                <a:extLst>
                  <a:ext uri="{FF2B5EF4-FFF2-40B4-BE49-F238E27FC236}">
                    <a16:creationId xmlns:a16="http://schemas.microsoft.com/office/drawing/2014/main" id="{32A36602-EA87-463D-BAB6-5CD6B005FED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75" y="3337"/>
                <a:ext cx="340" cy="340"/>
              </a:xfrm>
              <a:custGeom>
                <a:avLst/>
                <a:gdLst>
                  <a:gd name="T0" fmla="*/ 0 w 1019"/>
                  <a:gd name="T1" fmla="*/ 1019 h 1019"/>
                  <a:gd name="T2" fmla="*/ 1018 w 1019"/>
                  <a:gd name="T3" fmla="*/ 0 h 1019"/>
                  <a:gd name="T4" fmla="*/ 1019 w 1019"/>
                  <a:gd name="T5" fmla="*/ 0 h 10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019" h="1019">
                    <a:moveTo>
                      <a:pt x="0" y="1019"/>
                    </a:moveTo>
                    <a:lnTo>
                      <a:pt x="1018" y="0"/>
                    </a:lnTo>
                    <a:lnTo>
                      <a:pt x="1019" y="0"/>
                    </a:lnTo>
                  </a:path>
                </a:pathLst>
              </a:custGeom>
              <a:noFill/>
              <a:ln w="19050" cmpd="sng">
                <a:solidFill>
                  <a:srgbClr val="FF33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8273" name="Freeform 33">
                <a:extLst>
                  <a:ext uri="{FF2B5EF4-FFF2-40B4-BE49-F238E27FC236}">
                    <a16:creationId xmlns:a16="http://schemas.microsoft.com/office/drawing/2014/main" id="{73DDE65A-2DC9-42F7-B15E-545310B2A21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06" y="3438"/>
                <a:ext cx="350" cy="351"/>
              </a:xfrm>
              <a:custGeom>
                <a:avLst/>
                <a:gdLst>
                  <a:gd name="T0" fmla="*/ 0 w 1052"/>
                  <a:gd name="T1" fmla="*/ 1052 h 1052"/>
                  <a:gd name="T2" fmla="*/ 1051 w 1052"/>
                  <a:gd name="T3" fmla="*/ 0 h 1052"/>
                  <a:gd name="T4" fmla="*/ 1052 w 1052"/>
                  <a:gd name="T5" fmla="*/ 0 h 10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052" h="1052">
                    <a:moveTo>
                      <a:pt x="0" y="1052"/>
                    </a:moveTo>
                    <a:lnTo>
                      <a:pt x="1051" y="0"/>
                    </a:lnTo>
                    <a:lnTo>
                      <a:pt x="1052" y="0"/>
                    </a:lnTo>
                  </a:path>
                </a:pathLst>
              </a:custGeom>
              <a:noFill/>
              <a:ln w="19050" cmpd="sng">
                <a:solidFill>
                  <a:srgbClr val="FF33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8274" name="Freeform 34">
                <a:extLst>
                  <a:ext uri="{FF2B5EF4-FFF2-40B4-BE49-F238E27FC236}">
                    <a16:creationId xmlns:a16="http://schemas.microsoft.com/office/drawing/2014/main" id="{0B10736A-D614-41C6-8AF6-D069545FBAE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44" y="3621"/>
                <a:ext cx="172" cy="172"/>
              </a:xfrm>
              <a:custGeom>
                <a:avLst/>
                <a:gdLst>
                  <a:gd name="T0" fmla="*/ 0 w 516"/>
                  <a:gd name="T1" fmla="*/ 515 h 515"/>
                  <a:gd name="T2" fmla="*/ 515 w 516"/>
                  <a:gd name="T3" fmla="*/ 0 h 515"/>
                  <a:gd name="T4" fmla="*/ 516 w 516"/>
                  <a:gd name="T5" fmla="*/ 0 h 5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516" h="515">
                    <a:moveTo>
                      <a:pt x="0" y="515"/>
                    </a:moveTo>
                    <a:lnTo>
                      <a:pt x="515" y="0"/>
                    </a:lnTo>
                    <a:lnTo>
                      <a:pt x="516" y="0"/>
                    </a:lnTo>
                  </a:path>
                </a:pathLst>
              </a:custGeom>
              <a:noFill/>
              <a:ln w="19050" cmpd="sng">
                <a:solidFill>
                  <a:srgbClr val="FF33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8275" name="Freeform 35">
                <a:extLst>
                  <a:ext uri="{FF2B5EF4-FFF2-40B4-BE49-F238E27FC236}">
                    <a16:creationId xmlns:a16="http://schemas.microsoft.com/office/drawing/2014/main" id="{F2D7C794-2DD4-4E2B-BEED-C479B538992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80" y="3403"/>
                <a:ext cx="84" cy="376"/>
              </a:xfrm>
              <a:custGeom>
                <a:avLst/>
                <a:gdLst>
                  <a:gd name="T0" fmla="*/ 0 w 253"/>
                  <a:gd name="T1" fmla="*/ 1127 h 1127"/>
                  <a:gd name="T2" fmla="*/ 252 w 253"/>
                  <a:gd name="T3" fmla="*/ 0 h 1127"/>
                  <a:gd name="T4" fmla="*/ 253 w 253"/>
                  <a:gd name="T5" fmla="*/ 0 h 11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53" h="1127">
                    <a:moveTo>
                      <a:pt x="0" y="1127"/>
                    </a:moveTo>
                    <a:lnTo>
                      <a:pt x="252" y="0"/>
                    </a:lnTo>
                    <a:lnTo>
                      <a:pt x="253" y="0"/>
                    </a:lnTo>
                  </a:path>
                </a:pathLst>
              </a:custGeom>
              <a:noFill/>
              <a:ln w="19050" cmpd="sng">
                <a:solidFill>
                  <a:srgbClr val="FF33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8276" name="Freeform 36">
                <a:extLst>
                  <a:ext uri="{FF2B5EF4-FFF2-40B4-BE49-F238E27FC236}">
                    <a16:creationId xmlns:a16="http://schemas.microsoft.com/office/drawing/2014/main" id="{24A9944D-05E7-4545-9737-FA4191E8E29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14" y="3403"/>
                <a:ext cx="83" cy="375"/>
              </a:xfrm>
              <a:custGeom>
                <a:avLst/>
                <a:gdLst>
                  <a:gd name="T0" fmla="*/ 251 w 251"/>
                  <a:gd name="T1" fmla="*/ 1124 h 1124"/>
                  <a:gd name="T2" fmla="*/ 0 w 251"/>
                  <a:gd name="T3" fmla="*/ 0 h 1124"/>
                  <a:gd name="T4" fmla="*/ 1 w 251"/>
                  <a:gd name="T5" fmla="*/ 0 h 11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51" h="1124">
                    <a:moveTo>
                      <a:pt x="251" y="1124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rgbClr val="FF33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38277" name="Group 37">
              <a:extLst>
                <a:ext uri="{FF2B5EF4-FFF2-40B4-BE49-F238E27FC236}">
                  <a16:creationId xmlns:a16="http://schemas.microsoft.com/office/drawing/2014/main" id="{51113FBE-105C-4D17-9DA4-D4F13F07983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37" y="2530"/>
              <a:ext cx="1203" cy="1203"/>
              <a:chOff x="1037" y="2530"/>
              <a:chExt cx="1203" cy="1203"/>
            </a:xfrm>
          </p:grpSpPr>
          <p:sp>
            <p:nvSpPr>
              <p:cNvPr id="138278" name="Arc 38">
                <a:extLst>
                  <a:ext uri="{FF2B5EF4-FFF2-40B4-BE49-F238E27FC236}">
                    <a16:creationId xmlns:a16="http://schemas.microsoft.com/office/drawing/2014/main" id="{07724C67-4E5A-4A08-9113-C702988F1359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1335" y="2774"/>
                <a:ext cx="560" cy="615"/>
              </a:xfrm>
              <a:custGeom>
                <a:avLst/>
                <a:gdLst>
                  <a:gd name="G0" fmla="+- 12865 0 0"/>
                  <a:gd name="G1" fmla="+- 21600 0 0"/>
                  <a:gd name="G2" fmla="+- 21600 0 0"/>
                  <a:gd name="T0" fmla="*/ 0 w 34465"/>
                  <a:gd name="T1" fmla="*/ 4249 h 36177"/>
                  <a:gd name="T2" fmla="*/ 28805 w 34465"/>
                  <a:gd name="T3" fmla="*/ 36177 h 36177"/>
                  <a:gd name="T4" fmla="*/ 12865 w 34465"/>
                  <a:gd name="T5" fmla="*/ 21600 h 361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4465" h="36177" fill="none" extrusionOk="0">
                    <a:moveTo>
                      <a:pt x="0" y="4249"/>
                    </a:moveTo>
                    <a:cubicBezTo>
                      <a:pt x="3721" y="1489"/>
                      <a:pt x="8231" y="0"/>
                      <a:pt x="12865" y="0"/>
                    </a:cubicBezTo>
                    <a:cubicBezTo>
                      <a:pt x="24794" y="0"/>
                      <a:pt x="34465" y="9670"/>
                      <a:pt x="34465" y="21600"/>
                    </a:cubicBezTo>
                    <a:cubicBezTo>
                      <a:pt x="34465" y="26995"/>
                      <a:pt x="32445" y="32195"/>
                      <a:pt x="28804" y="36176"/>
                    </a:cubicBezTo>
                  </a:path>
                  <a:path w="34465" h="36177" stroke="0" extrusionOk="0">
                    <a:moveTo>
                      <a:pt x="0" y="4249"/>
                    </a:moveTo>
                    <a:cubicBezTo>
                      <a:pt x="3721" y="1489"/>
                      <a:pt x="8231" y="0"/>
                      <a:pt x="12865" y="0"/>
                    </a:cubicBezTo>
                    <a:cubicBezTo>
                      <a:pt x="24794" y="0"/>
                      <a:pt x="34465" y="9670"/>
                      <a:pt x="34465" y="21600"/>
                    </a:cubicBezTo>
                    <a:cubicBezTo>
                      <a:pt x="34465" y="26995"/>
                      <a:pt x="32445" y="32195"/>
                      <a:pt x="28804" y="36176"/>
                    </a:cubicBezTo>
                    <a:lnTo>
                      <a:pt x="12865" y="21600"/>
                    </a:lnTo>
                    <a:close/>
                  </a:path>
                </a:pathLst>
              </a:custGeom>
              <a:noFill/>
              <a:ln w="57150">
                <a:solidFill>
                  <a:schemeClr val="tx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8279" name="Arc 39">
                <a:extLst>
                  <a:ext uri="{FF2B5EF4-FFF2-40B4-BE49-F238E27FC236}">
                    <a16:creationId xmlns:a16="http://schemas.microsoft.com/office/drawing/2014/main" id="{5BF8A7FE-F040-4C95-A3E5-D7008E92B5BC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1066" y="2582"/>
                <a:ext cx="1174" cy="1151"/>
              </a:xfrm>
              <a:custGeom>
                <a:avLst/>
                <a:gdLst>
                  <a:gd name="G0" fmla="+- 14620 0 0"/>
                  <a:gd name="G1" fmla="+- 21600 0 0"/>
                  <a:gd name="G2" fmla="+- 21600 0 0"/>
                  <a:gd name="T0" fmla="*/ 0 w 36220"/>
                  <a:gd name="T1" fmla="*/ 5700 h 35513"/>
                  <a:gd name="T2" fmla="*/ 31142 w 36220"/>
                  <a:gd name="T3" fmla="*/ 35513 h 35513"/>
                  <a:gd name="T4" fmla="*/ 14620 w 36220"/>
                  <a:gd name="T5" fmla="*/ 21600 h 355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6220" h="35513" fill="none" extrusionOk="0">
                    <a:moveTo>
                      <a:pt x="-1" y="5699"/>
                    </a:moveTo>
                    <a:cubicBezTo>
                      <a:pt x="3986" y="2034"/>
                      <a:pt x="9204" y="0"/>
                      <a:pt x="14620" y="0"/>
                    </a:cubicBezTo>
                    <a:cubicBezTo>
                      <a:pt x="26549" y="0"/>
                      <a:pt x="36220" y="9670"/>
                      <a:pt x="36220" y="21600"/>
                    </a:cubicBezTo>
                    <a:cubicBezTo>
                      <a:pt x="36220" y="26691"/>
                      <a:pt x="34421" y="31618"/>
                      <a:pt x="31142" y="35513"/>
                    </a:cubicBezTo>
                  </a:path>
                  <a:path w="36220" h="35513" stroke="0" extrusionOk="0">
                    <a:moveTo>
                      <a:pt x="-1" y="5699"/>
                    </a:moveTo>
                    <a:cubicBezTo>
                      <a:pt x="3986" y="2034"/>
                      <a:pt x="9204" y="0"/>
                      <a:pt x="14620" y="0"/>
                    </a:cubicBezTo>
                    <a:cubicBezTo>
                      <a:pt x="26549" y="0"/>
                      <a:pt x="36220" y="9670"/>
                      <a:pt x="36220" y="21600"/>
                    </a:cubicBezTo>
                    <a:cubicBezTo>
                      <a:pt x="36220" y="26691"/>
                      <a:pt x="34421" y="31618"/>
                      <a:pt x="31142" y="35513"/>
                    </a:cubicBezTo>
                    <a:lnTo>
                      <a:pt x="14620" y="21600"/>
                    </a:lnTo>
                    <a:close/>
                  </a:path>
                </a:pathLst>
              </a:custGeom>
              <a:noFill/>
              <a:ln w="57150">
                <a:solidFill>
                  <a:schemeClr val="tx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8280" name="Arc 40">
                <a:extLst>
                  <a:ext uri="{FF2B5EF4-FFF2-40B4-BE49-F238E27FC236}">
                    <a16:creationId xmlns:a16="http://schemas.microsoft.com/office/drawing/2014/main" id="{1A54F42A-B375-4584-9E23-8BA9D7A8C458}"/>
                  </a:ext>
                </a:extLst>
              </p:cNvPr>
              <p:cNvSpPr>
                <a:spLocks/>
              </p:cNvSpPr>
              <p:nvPr/>
            </p:nvSpPr>
            <p:spPr bwMode="auto">
              <a:xfrm rot="-3593609">
                <a:off x="996" y="3285"/>
                <a:ext cx="332" cy="249"/>
              </a:xfrm>
              <a:custGeom>
                <a:avLst/>
                <a:gdLst>
                  <a:gd name="G0" fmla="+- 19575 0 0"/>
                  <a:gd name="G1" fmla="+- 21600 0 0"/>
                  <a:gd name="G2" fmla="+- 21600 0 0"/>
                  <a:gd name="T0" fmla="*/ 0 w 41175"/>
                  <a:gd name="T1" fmla="*/ 12470 h 25109"/>
                  <a:gd name="T2" fmla="*/ 40888 w 41175"/>
                  <a:gd name="T3" fmla="*/ 25109 h 25109"/>
                  <a:gd name="T4" fmla="*/ 19575 w 41175"/>
                  <a:gd name="T5" fmla="*/ 21600 h 25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1175" h="25109" fill="none" extrusionOk="0">
                    <a:moveTo>
                      <a:pt x="-1" y="12469"/>
                    </a:moveTo>
                    <a:cubicBezTo>
                      <a:pt x="3547" y="4862"/>
                      <a:pt x="11181" y="0"/>
                      <a:pt x="19575" y="0"/>
                    </a:cubicBezTo>
                    <a:cubicBezTo>
                      <a:pt x="31504" y="0"/>
                      <a:pt x="41175" y="9670"/>
                      <a:pt x="41175" y="21600"/>
                    </a:cubicBezTo>
                    <a:cubicBezTo>
                      <a:pt x="41175" y="22775"/>
                      <a:pt x="41079" y="23949"/>
                      <a:pt x="40888" y="25109"/>
                    </a:cubicBezTo>
                  </a:path>
                  <a:path w="41175" h="25109" stroke="0" extrusionOk="0">
                    <a:moveTo>
                      <a:pt x="-1" y="12469"/>
                    </a:moveTo>
                    <a:cubicBezTo>
                      <a:pt x="3547" y="4862"/>
                      <a:pt x="11181" y="0"/>
                      <a:pt x="19575" y="0"/>
                    </a:cubicBezTo>
                    <a:cubicBezTo>
                      <a:pt x="31504" y="0"/>
                      <a:pt x="41175" y="9670"/>
                      <a:pt x="41175" y="21600"/>
                    </a:cubicBezTo>
                    <a:cubicBezTo>
                      <a:pt x="41175" y="22775"/>
                      <a:pt x="41079" y="23949"/>
                      <a:pt x="40888" y="25109"/>
                    </a:cubicBezTo>
                    <a:lnTo>
                      <a:pt x="19575" y="21600"/>
                    </a:lnTo>
                    <a:close/>
                  </a:path>
                </a:pathLst>
              </a:custGeom>
              <a:noFill/>
              <a:ln w="57150">
                <a:solidFill>
                  <a:schemeClr val="tx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8281" name="Arc 41">
                <a:extLst>
                  <a:ext uri="{FF2B5EF4-FFF2-40B4-BE49-F238E27FC236}">
                    <a16:creationId xmlns:a16="http://schemas.microsoft.com/office/drawing/2014/main" id="{B3715663-FD8F-4934-B8A9-9663F9A87095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1787" y="2530"/>
                <a:ext cx="290" cy="258"/>
              </a:xfrm>
              <a:custGeom>
                <a:avLst/>
                <a:gdLst>
                  <a:gd name="G0" fmla="+- 18001 0 0"/>
                  <a:gd name="G1" fmla="+- 21600 0 0"/>
                  <a:gd name="G2" fmla="+- 21600 0 0"/>
                  <a:gd name="T0" fmla="*/ 0 w 39601"/>
                  <a:gd name="T1" fmla="*/ 9662 h 35315"/>
                  <a:gd name="T2" fmla="*/ 34688 w 39601"/>
                  <a:gd name="T3" fmla="*/ 35315 h 35315"/>
                  <a:gd name="T4" fmla="*/ 18001 w 39601"/>
                  <a:gd name="T5" fmla="*/ 21600 h 353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9601" h="35315" fill="none" extrusionOk="0">
                    <a:moveTo>
                      <a:pt x="-1" y="9661"/>
                    </a:moveTo>
                    <a:cubicBezTo>
                      <a:pt x="4001" y="3627"/>
                      <a:pt x="10760" y="0"/>
                      <a:pt x="18001" y="0"/>
                    </a:cubicBezTo>
                    <a:cubicBezTo>
                      <a:pt x="29930" y="0"/>
                      <a:pt x="39601" y="9670"/>
                      <a:pt x="39601" y="21600"/>
                    </a:cubicBezTo>
                    <a:cubicBezTo>
                      <a:pt x="39601" y="26602"/>
                      <a:pt x="37864" y="31450"/>
                      <a:pt x="34688" y="35315"/>
                    </a:cubicBezTo>
                  </a:path>
                  <a:path w="39601" h="35315" stroke="0" extrusionOk="0">
                    <a:moveTo>
                      <a:pt x="-1" y="9661"/>
                    </a:moveTo>
                    <a:cubicBezTo>
                      <a:pt x="4001" y="3627"/>
                      <a:pt x="10760" y="0"/>
                      <a:pt x="18001" y="0"/>
                    </a:cubicBezTo>
                    <a:cubicBezTo>
                      <a:pt x="29930" y="0"/>
                      <a:pt x="39601" y="9670"/>
                      <a:pt x="39601" y="21600"/>
                    </a:cubicBezTo>
                    <a:cubicBezTo>
                      <a:pt x="39601" y="26602"/>
                      <a:pt x="37864" y="31450"/>
                      <a:pt x="34688" y="35315"/>
                    </a:cubicBezTo>
                    <a:lnTo>
                      <a:pt x="18001" y="21600"/>
                    </a:lnTo>
                    <a:close/>
                  </a:path>
                </a:pathLst>
              </a:custGeom>
              <a:noFill/>
              <a:ln w="57150">
                <a:solidFill>
                  <a:schemeClr val="tx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138282" name="Freeform 42">
              <a:extLst>
                <a:ext uri="{FF2B5EF4-FFF2-40B4-BE49-F238E27FC236}">
                  <a16:creationId xmlns:a16="http://schemas.microsoft.com/office/drawing/2014/main" id="{FEBB8AAD-CA56-4D4A-9026-300836D31FAA}"/>
                </a:ext>
              </a:extLst>
            </p:cNvPr>
            <p:cNvSpPr>
              <a:spLocks/>
            </p:cNvSpPr>
            <p:nvPr/>
          </p:nvSpPr>
          <p:spPr bwMode="auto">
            <a:xfrm>
              <a:off x="1338" y="2214"/>
              <a:ext cx="334" cy="582"/>
            </a:xfrm>
            <a:custGeom>
              <a:avLst/>
              <a:gdLst>
                <a:gd name="T0" fmla="*/ 0 w 334"/>
                <a:gd name="T1" fmla="*/ 0 h 582"/>
                <a:gd name="T2" fmla="*/ 0 w 334"/>
                <a:gd name="T3" fmla="*/ 96 h 582"/>
                <a:gd name="T4" fmla="*/ 25 w 334"/>
                <a:gd name="T5" fmla="*/ 237 h 582"/>
                <a:gd name="T6" fmla="*/ 70 w 334"/>
                <a:gd name="T7" fmla="*/ 327 h 582"/>
                <a:gd name="T8" fmla="*/ 155 w 334"/>
                <a:gd name="T9" fmla="*/ 436 h 582"/>
                <a:gd name="T10" fmla="*/ 334 w 334"/>
                <a:gd name="T11" fmla="*/ 582 h 582"/>
                <a:gd name="T12" fmla="*/ 334 w 334"/>
                <a:gd name="T13" fmla="*/ 582 h 5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34" h="582">
                  <a:moveTo>
                    <a:pt x="0" y="0"/>
                  </a:moveTo>
                  <a:lnTo>
                    <a:pt x="0" y="96"/>
                  </a:lnTo>
                  <a:lnTo>
                    <a:pt x="25" y="237"/>
                  </a:lnTo>
                  <a:lnTo>
                    <a:pt x="70" y="327"/>
                  </a:lnTo>
                  <a:lnTo>
                    <a:pt x="155" y="436"/>
                  </a:lnTo>
                  <a:lnTo>
                    <a:pt x="334" y="582"/>
                  </a:lnTo>
                  <a:lnTo>
                    <a:pt x="334" y="582"/>
                  </a:lnTo>
                </a:path>
              </a:pathLst>
            </a:custGeom>
            <a:noFill/>
            <a:ln w="571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8283" name="Freeform 43">
              <a:extLst>
                <a:ext uri="{FF2B5EF4-FFF2-40B4-BE49-F238E27FC236}">
                  <a16:creationId xmlns:a16="http://schemas.microsoft.com/office/drawing/2014/main" id="{189CE7AD-493A-43AE-8BFA-0E5860DDE616}"/>
                </a:ext>
              </a:extLst>
            </p:cNvPr>
            <p:cNvSpPr>
              <a:spLocks/>
            </p:cNvSpPr>
            <p:nvPr/>
          </p:nvSpPr>
          <p:spPr bwMode="auto">
            <a:xfrm>
              <a:off x="769" y="2339"/>
              <a:ext cx="1536" cy="1465"/>
            </a:xfrm>
            <a:custGeom>
              <a:avLst/>
              <a:gdLst>
                <a:gd name="T0" fmla="*/ 0 w 1536"/>
                <a:gd name="T1" fmla="*/ 725 h 1465"/>
                <a:gd name="T2" fmla="*/ 37 w 1536"/>
                <a:gd name="T3" fmla="*/ 861 h 1465"/>
                <a:gd name="T4" fmla="*/ 69 w 1536"/>
                <a:gd name="T5" fmla="*/ 970 h 1465"/>
                <a:gd name="T6" fmla="*/ 127 w 1536"/>
                <a:gd name="T7" fmla="*/ 1091 h 1465"/>
                <a:gd name="T8" fmla="*/ 204 w 1536"/>
                <a:gd name="T9" fmla="*/ 1207 h 1465"/>
                <a:gd name="T10" fmla="*/ 274 w 1536"/>
                <a:gd name="T11" fmla="*/ 1290 h 1465"/>
                <a:gd name="T12" fmla="*/ 363 w 1536"/>
                <a:gd name="T13" fmla="*/ 1348 h 1465"/>
                <a:gd name="T14" fmla="*/ 460 w 1536"/>
                <a:gd name="T15" fmla="*/ 1399 h 1465"/>
                <a:gd name="T16" fmla="*/ 592 w 1536"/>
                <a:gd name="T17" fmla="*/ 1444 h 1465"/>
                <a:gd name="T18" fmla="*/ 693 w 1536"/>
                <a:gd name="T19" fmla="*/ 1465 h 1465"/>
                <a:gd name="T20" fmla="*/ 840 w 1536"/>
                <a:gd name="T21" fmla="*/ 1461 h 1465"/>
                <a:gd name="T22" fmla="*/ 962 w 1536"/>
                <a:gd name="T23" fmla="*/ 1443 h 1465"/>
                <a:gd name="T24" fmla="*/ 1081 w 1536"/>
                <a:gd name="T25" fmla="*/ 1398 h 1465"/>
                <a:gd name="T26" fmla="*/ 1194 w 1536"/>
                <a:gd name="T27" fmla="*/ 1334 h 1465"/>
                <a:gd name="T28" fmla="*/ 1289 w 1536"/>
                <a:gd name="T29" fmla="*/ 1261 h 1465"/>
                <a:gd name="T30" fmla="*/ 1384 w 1536"/>
                <a:gd name="T31" fmla="*/ 1159 h 1465"/>
                <a:gd name="T32" fmla="*/ 1443 w 1536"/>
                <a:gd name="T33" fmla="*/ 1065 h 1465"/>
                <a:gd name="T34" fmla="*/ 1493 w 1536"/>
                <a:gd name="T35" fmla="*/ 963 h 1465"/>
                <a:gd name="T36" fmla="*/ 1525 w 1536"/>
                <a:gd name="T37" fmla="*/ 830 h 1465"/>
                <a:gd name="T38" fmla="*/ 1536 w 1536"/>
                <a:gd name="T39" fmla="*/ 723 h 1465"/>
                <a:gd name="T40" fmla="*/ 1529 w 1536"/>
                <a:gd name="T41" fmla="*/ 581 h 1465"/>
                <a:gd name="T42" fmla="*/ 1500 w 1536"/>
                <a:gd name="T43" fmla="*/ 461 h 1465"/>
                <a:gd name="T44" fmla="*/ 1453 w 1536"/>
                <a:gd name="T45" fmla="*/ 344 h 1465"/>
                <a:gd name="T46" fmla="*/ 1391 w 1536"/>
                <a:gd name="T47" fmla="*/ 250 h 1465"/>
                <a:gd name="T48" fmla="*/ 1305 w 1536"/>
                <a:gd name="T49" fmla="*/ 143 h 1465"/>
                <a:gd name="T50" fmla="*/ 1202 w 1536"/>
                <a:gd name="T51" fmla="*/ 61 h 1465"/>
                <a:gd name="T52" fmla="*/ 1102 w 1536"/>
                <a:gd name="T53" fmla="*/ 0 h 1465"/>
                <a:gd name="T54" fmla="*/ 1102 w 1536"/>
                <a:gd name="T55" fmla="*/ 0 h 14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536" h="1465">
                  <a:moveTo>
                    <a:pt x="0" y="725"/>
                  </a:moveTo>
                  <a:lnTo>
                    <a:pt x="37" y="861"/>
                  </a:lnTo>
                  <a:lnTo>
                    <a:pt x="69" y="970"/>
                  </a:lnTo>
                  <a:lnTo>
                    <a:pt x="127" y="1091"/>
                  </a:lnTo>
                  <a:lnTo>
                    <a:pt x="204" y="1207"/>
                  </a:lnTo>
                  <a:lnTo>
                    <a:pt x="274" y="1290"/>
                  </a:lnTo>
                  <a:lnTo>
                    <a:pt x="363" y="1348"/>
                  </a:lnTo>
                  <a:lnTo>
                    <a:pt x="460" y="1399"/>
                  </a:lnTo>
                  <a:lnTo>
                    <a:pt x="592" y="1444"/>
                  </a:lnTo>
                  <a:lnTo>
                    <a:pt x="693" y="1465"/>
                  </a:lnTo>
                  <a:lnTo>
                    <a:pt x="840" y="1461"/>
                  </a:lnTo>
                  <a:lnTo>
                    <a:pt x="962" y="1443"/>
                  </a:lnTo>
                  <a:lnTo>
                    <a:pt x="1081" y="1398"/>
                  </a:lnTo>
                  <a:lnTo>
                    <a:pt x="1194" y="1334"/>
                  </a:lnTo>
                  <a:lnTo>
                    <a:pt x="1289" y="1261"/>
                  </a:lnTo>
                  <a:lnTo>
                    <a:pt x="1384" y="1159"/>
                  </a:lnTo>
                  <a:lnTo>
                    <a:pt x="1443" y="1065"/>
                  </a:lnTo>
                  <a:lnTo>
                    <a:pt x="1493" y="963"/>
                  </a:lnTo>
                  <a:lnTo>
                    <a:pt x="1525" y="830"/>
                  </a:lnTo>
                  <a:lnTo>
                    <a:pt x="1536" y="723"/>
                  </a:lnTo>
                  <a:lnTo>
                    <a:pt x="1529" y="581"/>
                  </a:lnTo>
                  <a:lnTo>
                    <a:pt x="1500" y="461"/>
                  </a:lnTo>
                  <a:lnTo>
                    <a:pt x="1453" y="344"/>
                  </a:lnTo>
                  <a:lnTo>
                    <a:pt x="1391" y="250"/>
                  </a:lnTo>
                  <a:lnTo>
                    <a:pt x="1305" y="143"/>
                  </a:lnTo>
                  <a:lnTo>
                    <a:pt x="1202" y="61"/>
                  </a:lnTo>
                  <a:lnTo>
                    <a:pt x="1102" y="0"/>
                  </a:lnTo>
                  <a:lnTo>
                    <a:pt x="1102" y="0"/>
                  </a:lnTo>
                </a:path>
              </a:pathLst>
            </a:custGeom>
            <a:noFill/>
            <a:ln w="571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8284" name="Freeform 44">
              <a:extLst>
                <a:ext uri="{FF2B5EF4-FFF2-40B4-BE49-F238E27FC236}">
                  <a16:creationId xmlns:a16="http://schemas.microsoft.com/office/drawing/2014/main" id="{E57422D8-8928-43A4-A5C9-DCEBA4AC4979}"/>
                </a:ext>
              </a:extLst>
            </p:cNvPr>
            <p:cNvSpPr>
              <a:spLocks/>
            </p:cNvSpPr>
            <p:nvPr/>
          </p:nvSpPr>
          <p:spPr bwMode="auto">
            <a:xfrm>
              <a:off x="1397" y="3778"/>
              <a:ext cx="18" cy="15"/>
            </a:xfrm>
            <a:custGeom>
              <a:avLst/>
              <a:gdLst>
                <a:gd name="T0" fmla="*/ 0 w 52"/>
                <a:gd name="T1" fmla="*/ 0 h 46"/>
                <a:gd name="T2" fmla="*/ 51 w 52"/>
                <a:gd name="T3" fmla="*/ 46 h 46"/>
                <a:gd name="T4" fmla="*/ 52 w 52"/>
                <a:gd name="T5" fmla="*/ 46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2" h="46">
                  <a:moveTo>
                    <a:pt x="0" y="0"/>
                  </a:moveTo>
                  <a:lnTo>
                    <a:pt x="51" y="46"/>
                  </a:lnTo>
                  <a:lnTo>
                    <a:pt x="52" y="46"/>
                  </a:lnTo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8285" name="Freeform 45">
              <a:extLst>
                <a:ext uri="{FF2B5EF4-FFF2-40B4-BE49-F238E27FC236}">
                  <a16:creationId xmlns:a16="http://schemas.microsoft.com/office/drawing/2014/main" id="{234AE58B-08AA-4B39-AD06-1B3B3B93A3BA}"/>
                </a:ext>
              </a:extLst>
            </p:cNvPr>
            <p:cNvSpPr>
              <a:spLocks/>
            </p:cNvSpPr>
            <p:nvPr/>
          </p:nvSpPr>
          <p:spPr bwMode="auto">
            <a:xfrm>
              <a:off x="825" y="2635"/>
              <a:ext cx="456" cy="484"/>
            </a:xfrm>
            <a:custGeom>
              <a:avLst/>
              <a:gdLst>
                <a:gd name="T0" fmla="*/ 456 w 456"/>
                <a:gd name="T1" fmla="*/ 484 h 484"/>
                <a:gd name="T2" fmla="*/ 410 w 456"/>
                <a:gd name="T3" fmla="*/ 367 h 484"/>
                <a:gd name="T4" fmla="*/ 359 w 456"/>
                <a:gd name="T5" fmla="*/ 276 h 484"/>
                <a:gd name="T6" fmla="*/ 301 w 456"/>
                <a:gd name="T7" fmla="*/ 194 h 484"/>
                <a:gd name="T8" fmla="*/ 201 w 456"/>
                <a:gd name="T9" fmla="*/ 109 h 484"/>
                <a:gd name="T10" fmla="*/ 103 w 456"/>
                <a:gd name="T11" fmla="*/ 47 h 484"/>
                <a:gd name="T12" fmla="*/ 0 w 456"/>
                <a:gd name="T13" fmla="*/ 0 h 484"/>
                <a:gd name="T14" fmla="*/ 0 w 456"/>
                <a:gd name="T15" fmla="*/ 0 h 4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56" h="484">
                  <a:moveTo>
                    <a:pt x="456" y="484"/>
                  </a:moveTo>
                  <a:lnTo>
                    <a:pt x="410" y="367"/>
                  </a:lnTo>
                  <a:lnTo>
                    <a:pt x="359" y="276"/>
                  </a:lnTo>
                  <a:lnTo>
                    <a:pt x="301" y="194"/>
                  </a:lnTo>
                  <a:lnTo>
                    <a:pt x="201" y="109"/>
                  </a:lnTo>
                  <a:lnTo>
                    <a:pt x="103" y="47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 w="571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8286" name="Freeform 46">
              <a:extLst>
                <a:ext uri="{FF2B5EF4-FFF2-40B4-BE49-F238E27FC236}">
                  <a16:creationId xmlns:a16="http://schemas.microsoft.com/office/drawing/2014/main" id="{C219E72B-3576-4445-9582-D2F79780A17B}"/>
                </a:ext>
              </a:extLst>
            </p:cNvPr>
            <p:cNvSpPr>
              <a:spLocks/>
            </p:cNvSpPr>
            <p:nvPr/>
          </p:nvSpPr>
          <p:spPr bwMode="auto">
            <a:xfrm>
              <a:off x="663" y="2768"/>
              <a:ext cx="105" cy="310"/>
            </a:xfrm>
            <a:custGeom>
              <a:avLst/>
              <a:gdLst>
                <a:gd name="T0" fmla="*/ 105 w 105"/>
                <a:gd name="T1" fmla="*/ 310 h 310"/>
                <a:gd name="T2" fmla="*/ 69 w 105"/>
                <a:gd name="T3" fmla="*/ 166 h 310"/>
                <a:gd name="T4" fmla="*/ 39 w 105"/>
                <a:gd name="T5" fmla="*/ 88 h 310"/>
                <a:gd name="T6" fmla="*/ 0 w 105"/>
                <a:gd name="T7" fmla="*/ 0 h 310"/>
                <a:gd name="T8" fmla="*/ 0 w 105"/>
                <a:gd name="T9" fmla="*/ 0 h 3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5" h="310">
                  <a:moveTo>
                    <a:pt x="105" y="310"/>
                  </a:moveTo>
                  <a:lnTo>
                    <a:pt x="69" y="166"/>
                  </a:lnTo>
                  <a:lnTo>
                    <a:pt x="39" y="88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 w="571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8287" name="Freeform 47">
              <a:extLst>
                <a:ext uri="{FF2B5EF4-FFF2-40B4-BE49-F238E27FC236}">
                  <a16:creationId xmlns:a16="http://schemas.microsoft.com/office/drawing/2014/main" id="{96D51745-F7F3-4DE3-B999-5E9322F28F41}"/>
                </a:ext>
              </a:extLst>
            </p:cNvPr>
            <p:cNvSpPr>
              <a:spLocks/>
            </p:cNvSpPr>
            <p:nvPr/>
          </p:nvSpPr>
          <p:spPr bwMode="auto">
            <a:xfrm>
              <a:off x="648" y="2618"/>
              <a:ext cx="178" cy="172"/>
            </a:xfrm>
            <a:custGeom>
              <a:avLst/>
              <a:gdLst>
                <a:gd name="T0" fmla="*/ 178 w 178"/>
                <a:gd name="T1" fmla="*/ 18 h 172"/>
                <a:gd name="T2" fmla="*/ 130 w 178"/>
                <a:gd name="T3" fmla="*/ 0 h 172"/>
                <a:gd name="T4" fmla="*/ 82 w 178"/>
                <a:gd name="T5" fmla="*/ 0 h 172"/>
                <a:gd name="T6" fmla="*/ 37 w 178"/>
                <a:gd name="T7" fmla="*/ 12 h 172"/>
                <a:gd name="T8" fmla="*/ 6 w 178"/>
                <a:gd name="T9" fmla="*/ 58 h 172"/>
                <a:gd name="T10" fmla="*/ 0 w 178"/>
                <a:gd name="T11" fmla="*/ 106 h 172"/>
                <a:gd name="T12" fmla="*/ 18 w 178"/>
                <a:gd name="T13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8" h="172">
                  <a:moveTo>
                    <a:pt x="178" y="18"/>
                  </a:moveTo>
                  <a:lnTo>
                    <a:pt x="130" y="0"/>
                  </a:lnTo>
                  <a:lnTo>
                    <a:pt x="82" y="0"/>
                  </a:lnTo>
                  <a:lnTo>
                    <a:pt x="37" y="12"/>
                  </a:lnTo>
                  <a:lnTo>
                    <a:pt x="6" y="58"/>
                  </a:lnTo>
                  <a:lnTo>
                    <a:pt x="0" y="106"/>
                  </a:lnTo>
                  <a:lnTo>
                    <a:pt x="18" y="172"/>
                  </a:lnTo>
                </a:path>
              </a:pathLst>
            </a:custGeom>
            <a:noFill/>
            <a:ln w="571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38288" name="Group 48">
              <a:extLst>
                <a:ext uri="{FF2B5EF4-FFF2-40B4-BE49-F238E27FC236}">
                  <a16:creationId xmlns:a16="http://schemas.microsoft.com/office/drawing/2014/main" id="{D89EC7C1-256E-4970-9E41-EAFFDBCCFBF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19" y="2849"/>
              <a:ext cx="507" cy="401"/>
              <a:chOff x="719" y="2849"/>
              <a:chExt cx="507" cy="401"/>
            </a:xfrm>
          </p:grpSpPr>
          <p:sp>
            <p:nvSpPr>
              <p:cNvPr id="138289" name="Freeform 49">
                <a:extLst>
                  <a:ext uri="{FF2B5EF4-FFF2-40B4-BE49-F238E27FC236}">
                    <a16:creationId xmlns:a16="http://schemas.microsoft.com/office/drawing/2014/main" id="{68D7DEA1-3DDF-498B-8391-50B50809867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95" y="3096"/>
                <a:ext cx="19" cy="15"/>
              </a:xfrm>
              <a:custGeom>
                <a:avLst/>
                <a:gdLst>
                  <a:gd name="T0" fmla="*/ 0 w 57"/>
                  <a:gd name="T1" fmla="*/ 46 h 46"/>
                  <a:gd name="T2" fmla="*/ 56 w 57"/>
                  <a:gd name="T3" fmla="*/ 0 h 46"/>
                  <a:gd name="T4" fmla="*/ 57 w 57"/>
                  <a:gd name="T5" fmla="*/ 0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57" h="46">
                    <a:moveTo>
                      <a:pt x="0" y="46"/>
                    </a:moveTo>
                    <a:lnTo>
                      <a:pt x="56" y="0"/>
                    </a:lnTo>
                    <a:lnTo>
                      <a:pt x="57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8290" name="Freeform 50">
                <a:extLst>
                  <a:ext uri="{FF2B5EF4-FFF2-40B4-BE49-F238E27FC236}">
                    <a16:creationId xmlns:a16="http://schemas.microsoft.com/office/drawing/2014/main" id="{DA1D0D38-F9CC-4D0D-A7BC-860CCC313C2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19" y="3131"/>
                <a:ext cx="151" cy="119"/>
              </a:xfrm>
              <a:custGeom>
                <a:avLst/>
                <a:gdLst>
                  <a:gd name="T0" fmla="*/ 0 w 453"/>
                  <a:gd name="T1" fmla="*/ 357 h 357"/>
                  <a:gd name="T2" fmla="*/ 452 w 453"/>
                  <a:gd name="T3" fmla="*/ 0 h 357"/>
                  <a:gd name="T4" fmla="*/ 453 w 453"/>
                  <a:gd name="T5" fmla="*/ 0 h 3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53" h="357">
                    <a:moveTo>
                      <a:pt x="0" y="357"/>
                    </a:moveTo>
                    <a:lnTo>
                      <a:pt x="452" y="0"/>
                    </a:lnTo>
                    <a:lnTo>
                      <a:pt x="453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8291" name="Freeform 51">
                <a:extLst>
                  <a:ext uri="{FF2B5EF4-FFF2-40B4-BE49-F238E27FC236}">
                    <a16:creationId xmlns:a16="http://schemas.microsoft.com/office/drawing/2014/main" id="{AD4F9879-B66F-4AAF-B236-88CA42DF57E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38" y="2849"/>
                <a:ext cx="288" cy="228"/>
              </a:xfrm>
              <a:custGeom>
                <a:avLst/>
                <a:gdLst>
                  <a:gd name="T0" fmla="*/ 0 w 865"/>
                  <a:gd name="T1" fmla="*/ 683 h 683"/>
                  <a:gd name="T2" fmla="*/ 863 w 865"/>
                  <a:gd name="T3" fmla="*/ 0 h 683"/>
                  <a:gd name="T4" fmla="*/ 865 w 865"/>
                  <a:gd name="T5" fmla="*/ 0 h 6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865" h="683">
                    <a:moveTo>
                      <a:pt x="0" y="683"/>
                    </a:moveTo>
                    <a:lnTo>
                      <a:pt x="863" y="0"/>
                    </a:lnTo>
                    <a:lnTo>
                      <a:pt x="865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38292" name="Freeform 52">
              <a:extLst>
                <a:ext uri="{FF2B5EF4-FFF2-40B4-BE49-F238E27FC236}">
                  <a16:creationId xmlns:a16="http://schemas.microsoft.com/office/drawing/2014/main" id="{DF80820B-9F87-45D0-87E2-49B30DF17538}"/>
                </a:ext>
              </a:extLst>
            </p:cNvPr>
            <p:cNvSpPr>
              <a:spLocks/>
            </p:cNvSpPr>
            <p:nvPr/>
          </p:nvSpPr>
          <p:spPr bwMode="auto">
            <a:xfrm>
              <a:off x="652" y="2598"/>
              <a:ext cx="250" cy="283"/>
            </a:xfrm>
            <a:custGeom>
              <a:avLst/>
              <a:gdLst>
                <a:gd name="T0" fmla="*/ 751 w 751"/>
                <a:gd name="T1" fmla="*/ 848 h 848"/>
                <a:gd name="T2" fmla="*/ 0 w 751"/>
                <a:gd name="T3" fmla="*/ 0 h 848"/>
                <a:gd name="T4" fmla="*/ 1 w 751"/>
                <a:gd name="T5" fmla="*/ 0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751" h="848">
                  <a:moveTo>
                    <a:pt x="751" y="848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8293" name="Freeform 53">
              <a:extLst>
                <a:ext uri="{FF2B5EF4-FFF2-40B4-BE49-F238E27FC236}">
                  <a16:creationId xmlns:a16="http://schemas.microsoft.com/office/drawing/2014/main" id="{114D261C-B7A0-4986-AAD1-4C716AF17F85}"/>
                </a:ext>
              </a:extLst>
            </p:cNvPr>
            <p:cNvSpPr>
              <a:spLocks/>
            </p:cNvSpPr>
            <p:nvPr/>
          </p:nvSpPr>
          <p:spPr bwMode="auto">
            <a:xfrm>
              <a:off x="915" y="2900"/>
              <a:ext cx="12" cy="18"/>
            </a:xfrm>
            <a:custGeom>
              <a:avLst/>
              <a:gdLst>
                <a:gd name="T0" fmla="*/ 35 w 35"/>
                <a:gd name="T1" fmla="*/ 55 h 55"/>
                <a:gd name="T2" fmla="*/ 0 w 35"/>
                <a:gd name="T3" fmla="*/ 0 h 55"/>
                <a:gd name="T4" fmla="*/ 1 w 35"/>
                <a:gd name="T5" fmla="*/ 0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5" h="55">
                  <a:moveTo>
                    <a:pt x="35" y="55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8294" name="Freeform 54">
              <a:extLst>
                <a:ext uri="{FF2B5EF4-FFF2-40B4-BE49-F238E27FC236}">
                  <a16:creationId xmlns:a16="http://schemas.microsoft.com/office/drawing/2014/main" id="{BBD090CC-58D5-4DF5-8C93-D21C908B2A20}"/>
                </a:ext>
              </a:extLst>
            </p:cNvPr>
            <p:cNvSpPr>
              <a:spLocks/>
            </p:cNvSpPr>
            <p:nvPr/>
          </p:nvSpPr>
          <p:spPr bwMode="auto">
            <a:xfrm>
              <a:off x="939" y="2936"/>
              <a:ext cx="225" cy="460"/>
            </a:xfrm>
            <a:custGeom>
              <a:avLst/>
              <a:gdLst>
                <a:gd name="T0" fmla="*/ 225 w 225"/>
                <a:gd name="T1" fmla="*/ 460 h 460"/>
                <a:gd name="T2" fmla="*/ 177 w 225"/>
                <a:gd name="T3" fmla="*/ 412 h 460"/>
                <a:gd name="T4" fmla="*/ 129 w 225"/>
                <a:gd name="T5" fmla="*/ 310 h 460"/>
                <a:gd name="T6" fmla="*/ 105 w 225"/>
                <a:gd name="T7" fmla="*/ 232 h 460"/>
                <a:gd name="T8" fmla="*/ 81 w 225"/>
                <a:gd name="T9" fmla="*/ 166 h 460"/>
                <a:gd name="T10" fmla="*/ 63 w 225"/>
                <a:gd name="T11" fmla="*/ 112 h 460"/>
                <a:gd name="T12" fmla="*/ 39 w 225"/>
                <a:gd name="T13" fmla="*/ 58 h 460"/>
                <a:gd name="T14" fmla="*/ 0 w 225"/>
                <a:gd name="T15" fmla="*/ 0 h 460"/>
                <a:gd name="T16" fmla="*/ 0 w 225"/>
                <a:gd name="T17" fmla="*/ 0 h 4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25" h="460">
                  <a:moveTo>
                    <a:pt x="225" y="460"/>
                  </a:moveTo>
                  <a:lnTo>
                    <a:pt x="177" y="412"/>
                  </a:lnTo>
                  <a:lnTo>
                    <a:pt x="129" y="310"/>
                  </a:lnTo>
                  <a:lnTo>
                    <a:pt x="105" y="232"/>
                  </a:lnTo>
                  <a:lnTo>
                    <a:pt x="81" y="166"/>
                  </a:lnTo>
                  <a:lnTo>
                    <a:pt x="63" y="112"/>
                  </a:lnTo>
                  <a:lnTo>
                    <a:pt x="39" y="58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8295" name="Freeform 55">
              <a:extLst>
                <a:ext uri="{FF2B5EF4-FFF2-40B4-BE49-F238E27FC236}">
                  <a16:creationId xmlns:a16="http://schemas.microsoft.com/office/drawing/2014/main" id="{C4B2009D-28A9-4964-9B47-302B762D266F}"/>
                </a:ext>
              </a:extLst>
            </p:cNvPr>
            <p:cNvSpPr>
              <a:spLocks/>
            </p:cNvSpPr>
            <p:nvPr/>
          </p:nvSpPr>
          <p:spPr bwMode="auto">
            <a:xfrm>
              <a:off x="1665" y="3779"/>
              <a:ext cx="15" cy="13"/>
            </a:xfrm>
            <a:custGeom>
              <a:avLst/>
              <a:gdLst>
                <a:gd name="T0" fmla="*/ 0 w 47"/>
                <a:gd name="T1" fmla="*/ 41 h 41"/>
                <a:gd name="T2" fmla="*/ 46 w 47"/>
                <a:gd name="T3" fmla="*/ 0 h 41"/>
                <a:gd name="T4" fmla="*/ 47 w 47"/>
                <a:gd name="T5" fmla="*/ 0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7" h="41">
                  <a:moveTo>
                    <a:pt x="0" y="41"/>
                  </a:moveTo>
                  <a:lnTo>
                    <a:pt x="46" y="0"/>
                  </a:lnTo>
                  <a:lnTo>
                    <a:pt x="47" y="0"/>
                  </a:lnTo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38296" name="Group 56">
              <a:extLst>
                <a:ext uri="{FF2B5EF4-FFF2-40B4-BE49-F238E27FC236}">
                  <a16:creationId xmlns:a16="http://schemas.microsoft.com/office/drawing/2014/main" id="{425DB022-FB75-43DC-9286-63029EAEA46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03" y="3033"/>
              <a:ext cx="1091" cy="1"/>
              <a:chOff x="1303" y="3033"/>
              <a:chExt cx="1091" cy="1"/>
            </a:xfrm>
          </p:grpSpPr>
          <p:sp>
            <p:nvSpPr>
              <p:cNvPr id="138297" name="Freeform 57">
                <a:extLst>
                  <a:ext uri="{FF2B5EF4-FFF2-40B4-BE49-F238E27FC236}">
                    <a16:creationId xmlns:a16="http://schemas.microsoft.com/office/drawing/2014/main" id="{DE7A71B2-E54E-4D10-8C4B-0F492736EAA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03" y="3033"/>
                <a:ext cx="374" cy="1"/>
              </a:xfrm>
              <a:custGeom>
                <a:avLst/>
                <a:gdLst>
                  <a:gd name="T0" fmla="*/ 0 w 1123"/>
                  <a:gd name="T1" fmla="*/ 1122 w 1123"/>
                  <a:gd name="T2" fmla="*/ 1123 w 1123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123">
                    <a:moveTo>
                      <a:pt x="0" y="0"/>
                    </a:moveTo>
                    <a:lnTo>
                      <a:pt x="1122" y="0"/>
                    </a:lnTo>
                    <a:lnTo>
                      <a:pt x="1123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8298" name="Freeform 58">
                <a:extLst>
                  <a:ext uri="{FF2B5EF4-FFF2-40B4-BE49-F238E27FC236}">
                    <a16:creationId xmlns:a16="http://schemas.microsoft.com/office/drawing/2014/main" id="{3C36F1BA-2251-42C7-8880-668EB33008A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61" y="3033"/>
                <a:ext cx="633" cy="1"/>
              </a:xfrm>
              <a:custGeom>
                <a:avLst/>
                <a:gdLst>
                  <a:gd name="T0" fmla="*/ 0 w 1899"/>
                  <a:gd name="T1" fmla="*/ 1898 w 1899"/>
                  <a:gd name="T2" fmla="*/ 1899 w 1899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899">
                    <a:moveTo>
                      <a:pt x="0" y="0"/>
                    </a:moveTo>
                    <a:lnTo>
                      <a:pt x="1898" y="0"/>
                    </a:lnTo>
                    <a:lnTo>
                      <a:pt x="1899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8299" name="Freeform 59">
                <a:extLst>
                  <a:ext uri="{FF2B5EF4-FFF2-40B4-BE49-F238E27FC236}">
                    <a16:creationId xmlns:a16="http://schemas.microsoft.com/office/drawing/2014/main" id="{DA337408-9F31-4F84-9BF8-993AED67E62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07" y="3033"/>
                <a:ext cx="21" cy="1"/>
              </a:xfrm>
              <a:custGeom>
                <a:avLst/>
                <a:gdLst>
                  <a:gd name="T0" fmla="*/ 0 w 64"/>
                  <a:gd name="T1" fmla="*/ 63 w 64"/>
                  <a:gd name="T2" fmla="*/ 64 w 64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64">
                    <a:moveTo>
                      <a:pt x="0" y="0"/>
                    </a:moveTo>
                    <a:lnTo>
                      <a:pt x="63" y="0"/>
                    </a:lnTo>
                    <a:lnTo>
                      <a:pt x="64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38300" name="Freeform 60">
              <a:extLst>
                <a:ext uri="{FF2B5EF4-FFF2-40B4-BE49-F238E27FC236}">
                  <a16:creationId xmlns:a16="http://schemas.microsoft.com/office/drawing/2014/main" id="{1DD71FB1-418D-4D8F-BD44-BEA7F0527E1F}"/>
                </a:ext>
              </a:extLst>
            </p:cNvPr>
            <p:cNvSpPr>
              <a:spLocks/>
            </p:cNvSpPr>
            <p:nvPr/>
          </p:nvSpPr>
          <p:spPr bwMode="auto">
            <a:xfrm>
              <a:off x="2283" y="3157"/>
              <a:ext cx="16" cy="17"/>
            </a:xfrm>
            <a:custGeom>
              <a:avLst/>
              <a:gdLst>
                <a:gd name="T0" fmla="*/ 0 w 48"/>
                <a:gd name="T1" fmla="*/ 51 h 51"/>
                <a:gd name="T2" fmla="*/ 47 w 48"/>
                <a:gd name="T3" fmla="*/ 0 h 51"/>
                <a:gd name="T4" fmla="*/ 48 w 48"/>
                <a:gd name="T5" fmla="*/ 0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8" h="51">
                  <a:moveTo>
                    <a:pt x="0" y="51"/>
                  </a:moveTo>
                  <a:lnTo>
                    <a:pt x="47" y="0"/>
                  </a:lnTo>
                  <a:lnTo>
                    <a:pt x="48" y="0"/>
                  </a:lnTo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8301" name="Freeform 61">
              <a:extLst>
                <a:ext uri="{FF2B5EF4-FFF2-40B4-BE49-F238E27FC236}">
                  <a16:creationId xmlns:a16="http://schemas.microsoft.com/office/drawing/2014/main" id="{E3CC7B49-8E3C-411E-9C0D-6073B3054338}"/>
                </a:ext>
              </a:extLst>
            </p:cNvPr>
            <p:cNvSpPr>
              <a:spLocks/>
            </p:cNvSpPr>
            <p:nvPr/>
          </p:nvSpPr>
          <p:spPr bwMode="auto">
            <a:xfrm>
              <a:off x="2284" y="2891"/>
              <a:ext cx="14" cy="16"/>
            </a:xfrm>
            <a:custGeom>
              <a:avLst/>
              <a:gdLst>
                <a:gd name="T0" fmla="*/ 41 w 41"/>
                <a:gd name="T1" fmla="*/ 47 h 47"/>
                <a:gd name="T2" fmla="*/ 0 w 41"/>
                <a:gd name="T3" fmla="*/ 0 h 47"/>
                <a:gd name="T4" fmla="*/ 1 w 41"/>
                <a:gd name="T5" fmla="*/ 0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47">
                  <a:moveTo>
                    <a:pt x="41" y="47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8302" name="Freeform 62">
              <a:extLst>
                <a:ext uri="{FF2B5EF4-FFF2-40B4-BE49-F238E27FC236}">
                  <a16:creationId xmlns:a16="http://schemas.microsoft.com/office/drawing/2014/main" id="{B0DEF506-AF75-456E-8BC4-34DED68B7189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3" y="1448"/>
              <a:ext cx="292" cy="1"/>
            </a:xfrm>
            <a:custGeom>
              <a:avLst/>
              <a:gdLst>
                <a:gd name="T0" fmla="*/ 0 w 876"/>
                <a:gd name="T1" fmla="*/ 875 w 876"/>
                <a:gd name="T2" fmla="*/ 876 w 87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876">
                  <a:moveTo>
                    <a:pt x="0" y="0"/>
                  </a:moveTo>
                  <a:lnTo>
                    <a:pt x="875" y="0"/>
                  </a:lnTo>
                  <a:lnTo>
                    <a:pt x="876" y="0"/>
                  </a:lnTo>
                </a:path>
              </a:pathLst>
            </a:custGeom>
            <a:noFill/>
            <a:ln w="571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8303" name="Freeform 63">
              <a:extLst>
                <a:ext uri="{FF2B5EF4-FFF2-40B4-BE49-F238E27FC236}">
                  <a16:creationId xmlns:a16="http://schemas.microsoft.com/office/drawing/2014/main" id="{F6A23221-F957-4A71-91BA-FB9AF0F05B15}"/>
                </a:ext>
              </a:extLst>
            </p:cNvPr>
            <p:cNvSpPr>
              <a:spLocks/>
            </p:cNvSpPr>
            <p:nvPr/>
          </p:nvSpPr>
          <p:spPr bwMode="auto">
            <a:xfrm>
              <a:off x="1351" y="1897"/>
              <a:ext cx="375" cy="1"/>
            </a:xfrm>
            <a:custGeom>
              <a:avLst/>
              <a:gdLst>
                <a:gd name="T0" fmla="*/ 0 w 1125"/>
                <a:gd name="T1" fmla="*/ 1124 w 1125"/>
                <a:gd name="T2" fmla="*/ 1125 w 112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1125">
                  <a:moveTo>
                    <a:pt x="0" y="0"/>
                  </a:moveTo>
                  <a:lnTo>
                    <a:pt x="1124" y="0"/>
                  </a:lnTo>
                  <a:lnTo>
                    <a:pt x="1125" y="0"/>
                  </a:lnTo>
                </a:path>
              </a:pathLst>
            </a:custGeom>
            <a:noFill/>
            <a:ln w="571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8304" name="Freeform 64">
              <a:extLst>
                <a:ext uri="{FF2B5EF4-FFF2-40B4-BE49-F238E27FC236}">
                  <a16:creationId xmlns:a16="http://schemas.microsoft.com/office/drawing/2014/main" id="{AFE35075-8F05-4280-96C1-F67D0A72CBAE}"/>
                </a:ext>
              </a:extLst>
            </p:cNvPr>
            <p:cNvSpPr>
              <a:spLocks/>
            </p:cNvSpPr>
            <p:nvPr/>
          </p:nvSpPr>
          <p:spPr bwMode="auto">
            <a:xfrm>
              <a:off x="1335" y="1960"/>
              <a:ext cx="408" cy="1"/>
            </a:xfrm>
            <a:custGeom>
              <a:avLst/>
              <a:gdLst>
                <a:gd name="T0" fmla="*/ 0 w 1222"/>
                <a:gd name="T1" fmla="*/ 1221 w 1222"/>
                <a:gd name="T2" fmla="*/ 1222 w 122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1222">
                  <a:moveTo>
                    <a:pt x="0" y="0"/>
                  </a:moveTo>
                  <a:lnTo>
                    <a:pt x="1221" y="0"/>
                  </a:lnTo>
                  <a:lnTo>
                    <a:pt x="1222" y="0"/>
                  </a:lnTo>
                </a:path>
              </a:pathLst>
            </a:custGeom>
            <a:noFill/>
            <a:ln w="571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8305" name="Freeform 65">
              <a:extLst>
                <a:ext uri="{FF2B5EF4-FFF2-40B4-BE49-F238E27FC236}">
                  <a16:creationId xmlns:a16="http://schemas.microsoft.com/office/drawing/2014/main" id="{5999C482-B090-466A-89DB-BDF3D24932FF}"/>
                </a:ext>
              </a:extLst>
            </p:cNvPr>
            <p:cNvSpPr>
              <a:spLocks/>
            </p:cNvSpPr>
            <p:nvPr/>
          </p:nvSpPr>
          <p:spPr bwMode="auto">
            <a:xfrm>
              <a:off x="1393" y="1448"/>
              <a:ext cx="1" cy="449"/>
            </a:xfrm>
            <a:custGeom>
              <a:avLst/>
              <a:gdLst>
                <a:gd name="T0" fmla="*/ 0 w 1"/>
                <a:gd name="T1" fmla="*/ 1346 h 1346"/>
                <a:gd name="T2" fmla="*/ 0 w 1"/>
                <a:gd name="T3" fmla="*/ 0 h 1346"/>
                <a:gd name="T4" fmla="*/ 1 w 1"/>
                <a:gd name="T5" fmla="*/ 0 h 13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1346">
                  <a:moveTo>
                    <a:pt x="0" y="1346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8306" name="Freeform 66">
              <a:extLst>
                <a:ext uri="{FF2B5EF4-FFF2-40B4-BE49-F238E27FC236}">
                  <a16:creationId xmlns:a16="http://schemas.microsoft.com/office/drawing/2014/main" id="{B773A4AC-BF64-405A-AF08-FA270FA801FA}"/>
                </a:ext>
              </a:extLst>
            </p:cNvPr>
            <p:cNvSpPr>
              <a:spLocks/>
            </p:cNvSpPr>
            <p:nvPr/>
          </p:nvSpPr>
          <p:spPr bwMode="auto">
            <a:xfrm>
              <a:off x="1349" y="1498"/>
              <a:ext cx="3" cy="404"/>
            </a:xfrm>
            <a:custGeom>
              <a:avLst/>
              <a:gdLst>
                <a:gd name="T0" fmla="*/ 0 w 3"/>
                <a:gd name="T1" fmla="*/ 0 h 404"/>
                <a:gd name="T2" fmla="*/ 0 w 3"/>
                <a:gd name="T3" fmla="*/ 403 h 404"/>
                <a:gd name="T4" fmla="*/ 3 w 3"/>
                <a:gd name="T5" fmla="*/ 404 h 4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" h="404">
                  <a:moveTo>
                    <a:pt x="0" y="0"/>
                  </a:moveTo>
                  <a:lnTo>
                    <a:pt x="0" y="403"/>
                  </a:lnTo>
                  <a:lnTo>
                    <a:pt x="3" y="404"/>
                  </a:lnTo>
                </a:path>
              </a:pathLst>
            </a:custGeom>
            <a:noFill/>
            <a:ln w="571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8307" name="Freeform 67">
              <a:extLst>
                <a:ext uri="{FF2B5EF4-FFF2-40B4-BE49-F238E27FC236}">
                  <a16:creationId xmlns:a16="http://schemas.microsoft.com/office/drawing/2014/main" id="{FE610C58-7ABA-4EEC-BAB2-3A20C635C494}"/>
                </a:ext>
              </a:extLst>
            </p:cNvPr>
            <p:cNvSpPr>
              <a:spLocks/>
            </p:cNvSpPr>
            <p:nvPr/>
          </p:nvSpPr>
          <p:spPr bwMode="auto">
            <a:xfrm>
              <a:off x="1341" y="1954"/>
              <a:ext cx="1" cy="263"/>
            </a:xfrm>
            <a:custGeom>
              <a:avLst/>
              <a:gdLst>
                <a:gd name="T0" fmla="*/ 0 w 1"/>
                <a:gd name="T1" fmla="*/ 0 h 787"/>
                <a:gd name="T2" fmla="*/ 0 w 1"/>
                <a:gd name="T3" fmla="*/ 787 h 787"/>
                <a:gd name="T4" fmla="*/ 1 w 1"/>
                <a:gd name="T5" fmla="*/ 787 h 7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787">
                  <a:moveTo>
                    <a:pt x="0" y="0"/>
                  </a:moveTo>
                  <a:lnTo>
                    <a:pt x="0" y="787"/>
                  </a:lnTo>
                  <a:lnTo>
                    <a:pt x="1" y="787"/>
                  </a:lnTo>
                </a:path>
              </a:pathLst>
            </a:custGeom>
            <a:noFill/>
            <a:ln w="571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8308" name="Freeform 68">
              <a:extLst>
                <a:ext uri="{FF2B5EF4-FFF2-40B4-BE49-F238E27FC236}">
                  <a16:creationId xmlns:a16="http://schemas.microsoft.com/office/drawing/2014/main" id="{6D61F79E-BEE2-4FB2-AD2F-39890638B0A6}"/>
                </a:ext>
              </a:extLst>
            </p:cNvPr>
            <p:cNvSpPr>
              <a:spLocks/>
            </p:cNvSpPr>
            <p:nvPr/>
          </p:nvSpPr>
          <p:spPr bwMode="auto">
            <a:xfrm>
              <a:off x="1393" y="1897"/>
              <a:ext cx="1" cy="63"/>
            </a:xfrm>
            <a:custGeom>
              <a:avLst/>
              <a:gdLst>
                <a:gd name="T0" fmla="*/ 0 w 1"/>
                <a:gd name="T1" fmla="*/ 191 h 191"/>
                <a:gd name="T2" fmla="*/ 0 w 1"/>
                <a:gd name="T3" fmla="*/ 0 h 191"/>
                <a:gd name="T4" fmla="*/ 1 w 1"/>
                <a:gd name="T5" fmla="*/ 0 h 1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191">
                  <a:moveTo>
                    <a:pt x="0" y="191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571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8309" name="Freeform 69">
              <a:extLst>
                <a:ext uri="{FF2B5EF4-FFF2-40B4-BE49-F238E27FC236}">
                  <a16:creationId xmlns:a16="http://schemas.microsoft.com/office/drawing/2014/main" id="{667B7E07-BF66-4FF9-ABB0-13F130F71DB1}"/>
                </a:ext>
              </a:extLst>
            </p:cNvPr>
            <p:cNvSpPr>
              <a:spLocks/>
            </p:cNvSpPr>
            <p:nvPr/>
          </p:nvSpPr>
          <p:spPr bwMode="auto">
            <a:xfrm>
              <a:off x="1685" y="1448"/>
              <a:ext cx="1" cy="449"/>
            </a:xfrm>
            <a:custGeom>
              <a:avLst/>
              <a:gdLst>
                <a:gd name="T0" fmla="*/ 0 w 1"/>
                <a:gd name="T1" fmla="*/ 1346 h 1346"/>
                <a:gd name="T2" fmla="*/ 0 w 1"/>
                <a:gd name="T3" fmla="*/ 0 h 1346"/>
                <a:gd name="T4" fmla="*/ 1 w 1"/>
                <a:gd name="T5" fmla="*/ 0 h 13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1346">
                  <a:moveTo>
                    <a:pt x="0" y="1346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8310" name="Freeform 70">
              <a:extLst>
                <a:ext uri="{FF2B5EF4-FFF2-40B4-BE49-F238E27FC236}">
                  <a16:creationId xmlns:a16="http://schemas.microsoft.com/office/drawing/2014/main" id="{DDF7719B-EA5E-4C5A-A7C3-E5E0FEDD2885}"/>
                </a:ext>
              </a:extLst>
            </p:cNvPr>
            <p:cNvSpPr>
              <a:spLocks/>
            </p:cNvSpPr>
            <p:nvPr/>
          </p:nvSpPr>
          <p:spPr bwMode="auto">
            <a:xfrm>
              <a:off x="1745" y="2117"/>
              <a:ext cx="126" cy="222"/>
            </a:xfrm>
            <a:custGeom>
              <a:avLst/>
              <a:gdLst>
                <a:gd name="T0" fmla="*/ 0 w 126"/>
                <a:gd name="T1" fmla="*/ 0 h 222"/>
                <a:gd name="T2" fmla="*/ 15 w 126"/>
                <a:gd name="T3" fmla="*/ 91 h 222"/>
                <a:gd name="T4" fmla="*/ 60 w 126"/>
                <a:gd name="T5" fmla="*/ 168 h 222"/>
                <a:gd name="T6" fmla="*/ 126 w 126"/>
                <a:gd name="T7" fmla="*/ 222 h 222"/>
                <a:gd name="T8" fmla="*/ 126 w 126"/>
                <a:gd name="T9" fmla="*/ 222 h 2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6" h="222">
                  <a:moveTo>
                    <a:pt x="0" y="0"/>
                  </a:moveTo>
                  <a:lnTo>
                    <a:pt x="15" y="91"/>
                  </a:lnTo>
                  <a:lnTo>
                    <a:pt x="60" y="168"/>
                  </a:lnTo>
                  <a:lnTo>
                    <a:pt x="126" y="222"/>
                  </a:lnTo>
                  <a:lnTo>
                    <a:pt x="126" y="222"/>
                  </a:lnTo>
                </a:path>
              </a:pathLst>
            </a:custGeom>
            <a:noFill/>
            <a:ln w="571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8311" name="Freeform 71">
              <a:extLst>
                <a:ext uri="{FF2B5EF4-FFF2-40B4-BE49-F238E27FC236}">
                  <a16:creationId xmlns:a16="http://schemas.microsoft.com/office/drawing/2014/main" id="{14D35FAF-32EB-4F74-9235-76C49475D162}"/>
                </a:ext>
              </a:extLst>
            </p:cNvPr>
            <p:cNvSpPr>
              <a:spLocks/>
            </p:cNvSpPr>
            <p:nvPr/>
          </p:nvSpPr>
          <p:spPr bwMode="auto">
            <a:xfrm>
              <a:off x="1539" y="2223"/>
              <a:ext cx="249" cy="363"/>
            </a:xfrm>
            <a:custGeom>
              <a:avLst/>
              <a:gdLst>
                <a:gd name="T0" fmla="*/ 0 w 249"/>
                <a:gd name="T1" fmla="*/ 0 h 363"/>
                <a:gd name="T2" fmla="*/ 28 w 249"/>
                <a:gd name="T3" fmla="*/ 149 h 363"/>
                <a:gd name="T4" fmla="*/ 123 w 249"/>
                <a:gd name="T5" fmla="*/ 273 h 363"/>
                <a:gd name="T6" fmla="*/ 249 w 249"/>
                <a:gd name="T7" fmla="*/ 363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49" h="363">
                  <a:moveTo>
                    <a:pt x="0" y="0"/>
                  </a:moveTo>
                  <a:lnTo>
                    <a:pt x="28" y="149"/>
                  </a:lnTo>
                  <a:lnTo>
                    <a:pt x="123" y="273"/>
                  </a:lnTo>
                  <a:lnTo>
                    <a:pt x="249" y="363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8312" name="Freeform 72">
              <a:extLst>
                <a:ext uri="{FF2B5EF4-FFF2-40B4-BE49-F238E27FC236}">
                  <a16:creationId xmlns:a16="http://schemas.microsoft.com/office/drawing/2014/main" id="{B790B719-47AE-4BB3-9BB2-C36438E2DD03}"/>
                </a:ext>
              </a:extLst>
            </p:cNvPr>
            <p:cNvSpPr>
              <a:spLocks/>
            </p:cNvSpPr>
            <p:nvPr/>
          </p:nvSpPr>
          <p:spPr bwMode="auto">
            <a:xfrm>
              <a:off x="1309" y="2359"/>
              <a:ext cx="302" cy="108"/>
            </a:xfrm>
            <a:custGeom>
              <a:avLst/>
              <a:gdLst>
                <a:gd name="T0" fmla="*/ 0 w 905"/>
                <a:gd name="T1" fmla="*/ 341 h 341"/>
                <a:gd name="T2" fmla="*/ 904 w 905"/>
                <a:gd name="T3" fmla="*/ 0 h 341"/>
                <a:gd name="T4" fmla="*/ 905 w 905"/>
                <a:gd name="T5" fmla="*/ 0 h 3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05" h="341">
                  <a:moveTo>
                    <a:pt x="0" y="341"/>
                  </a:moveTo>
                  <a:lnTo>
                    <a:pt x="904" y="0"/>
                  </a:lnTo>
                  <a:lnTo>
                    <a:pt x="905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8313" name="Freeform 73">
              <a:extLst>
                <a:ext uri="{FF2B5EF4-FFF2-40B4-BE49-F238E27FC236}">
                  <a16:creationId xmlns:a16="http://schemas.microsoft.com/office/drawing/2014/main" id="{40E312B5-C163-44EA-A2C4-FAFA8C39095E}"/>
                </a:ext>
              </a:extLst>
            </p:cNvPr>
            <p:cNvSpPr>
              <a:spLocks/>
            </p:cNvSpPr>
            <p:nvPr/>
          </p:nvSpPr>
          <p:spPr bwMode="auto">
            <a:xfrm>
              <a:off x="1690" y="2260"/>
              <a:ext cx="198" cy="70"/>
            </a:xfrm>
            <a:custGeom>
              <a:avLst/>
              <a:gdLst>
                <a:gd name="T0" fmla="*/ 0 w 593"/>
                <a:gd name="T1" fmla="*/ 223 h 223"/>
                <a:gd name="T2" fmla="*/ 592 w 593"/>
                <a:gd name="T3" fmla="*/ 0 h 223"/>
                <a:gd name="T4" fmla="*/ 593 w 593"/>
                <a:gd name="T5" fmla="*/ 0 h 2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93" h="223">
                  <a:moveTo>
                    <a:pt x="0" y="223"/>
                  </a:moveTo>
                  <a:lnTo>
                    <a:pt x="592" y="0"/>
                  </a:lnTo>
                  <a:lnTo>
                    <a:pt x="593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8314" name="Freeform 74">
              <a:extLst>
                <a:ext uri="{FF2B5EF4-FFF2-40B4-BE49-F238E27FC236}">
                  <a16:creationId xmlns:a16="http://schemas.microsoft.com/office/drawing/2014/main" id="{BBB1FC26-6630-4548-A208-24AD30F2D34F}"/>
                </a:ext>
              </a:extLst>
            </p:cNvPr>
            <p:cNvSpPr>
              <a:spLocks/>
            </p:cNvSpPr>
            <p:nvPr/>
          </p:nvSpPr>
          <p:spPr bwMode="auto">
            <a:xfrm>
              <a:off x="1638" y="2342"/>
              <a:ext cx="20" cy="7"/>
            </a:xfrm>
            <a:custGeom>
              <a:avLst/>
              <a:gdLst>
                <a:gd name="T0" fmla="*/ 0 w 61"/>
                <a:gd name="T1" fmla="*/ 23 h 23"/>
                <a:gd name="T2" fmla="*/ 59 w 61"/>
                <a:gd name="T3" fmla="*/ 0 h 23"/>
                <a:gd name="T4" fmla="*/ 61 w 61"/>
                <a:gd name="T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1" h="23">
                  <a:moveTo>
                    <a:pt x="0" y="23"/>
                  </a:moveTo>
                  <a:lnTo>
                    <a:pt x="59" y="0"/>
                  </a:lnTo>
                  <a:lnTo>
                    <a:pt x="61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8315" name="Freeform 75">
              <a:extLst>
                <a:ext uri="{FF2B5EF4-FFF2-40B4-BE49-F238E27FC236}">
                  <a16:creationId xmlns:a16="http://schemas.microsoft.com/office/drawing/2014/main" id="{FEF5C9DA-4E3F-40CA-943E-AF82929E282E}"/>
                </a:ext>
              </a:extLst>
            </p:cNvPr>
            <p:cNvSpPr>
              <a:spLocks/>
            </p:cNvSpPr>
            <p:nvPr/>
          </p:nvSpPr>
          <p:spPr bwMode="auto">
            <a:xfrm>
              <a:off x="1685" y="1897"/>
              <a:ext cx="1" cy="63"/>
            </a:xfrm>
            <a:custGeom>
              <a:avLst/>
              <a:gdLst>
                <a:gd name="T0" fmla="*/ 0 w 1"/>
                <a:gd name="T1" fmla="*/ 191 h 191"/>
                <a:gd name="T2" fmla="*/ 0 w 1"/>
                <a:gd name="T3" fmla="*/ 0 h 191"/>
                <a:gd name="T4" fmla="*/ 1 w 1"/>
                <a:gd name="T5" fmla="*/ 0 h 1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191">
                  <a:moveTo>
                    <a:pt x="0" y="191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571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8316" name="Freeform 76">
              <a:extLst>
                <a:ext uri="{FF2B5EF4-FFF2-40B4-BE49-F238E27FC236}">
                  <a16:creationId xmlns:a16="http://schemas.microsoft.com/office/drawing/2014/main" id="{CB9BA7FC-E66D-4808-8988-8A7D0B9E86FD}"/>
                </a:ext>
              </a:extLst>
            </p:cNvPr>
            <p:cNvSpPr>
              <a:spLocks/>
            </p:cNvSpPr>
            <p:nvPr/>
          </p:nvSpPr>
          <p:spPr bwMode="auto">
            <a:xfrm>
              <a:off x="1743" y="1950"/>
              <a:ext cx="3" cy="186"/>
            </a:xfrm>
            <a:custGeom>
              <a:avLst/>
              <a:gdLst>
                <a:gd name="T0" fmla="*/ 3 w 3"/>
                <a:gd name="T1" fmla="*/ 0 h 186"/>
                <a:gd name="T2" fmla="*/ 3 w 3"/>
                <a:gd name="T3" fmla="*/ 186 h 186"/>
                <a:gd name="T4" fmla="*/ 0 w 3"/>
                <a:gd name="T5" fmla="*/ 184 h 1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" h="186">
                  <a:moveTo>
                    <a:pt x="3" y="0"/>
                  </a:moveTo>
                  <a:lnTo>
                    <a:pt x="3" y="186"/>
                  </a:lnTo>
                  <a:lnTo>
                    <a:pt x="0" y="184"/>
                  </a:lnTo>
                </a:path>
              </a:pathLst>
            </a:custGeom>
            <a:noFill/>
            <a:ln w="571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38317" name="Group 77">
              <a:extLst>
                <a:ext uri="{FF2B5EF4-FFF2-40B4-BE49-F238E27FC236}">
                  <a16:creationId xmlns:a16="http://schemas.microsoft.com/office/drawing/2014/main" id="{C1750D34-2712-4EEF-B940-6731D16824D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39" y="1309"/>
              <a:ext cx="1" cy="2642"/>
              <a:chOff x="1539" y="1273"/>
              <a:chExt cx="1" cy="2642"/>
            </a:xfrm>
          </p:grpSpPr>
          <p:sp>
            <p:nvSpPr>
              <p:cNvPr id="138318" name="Freeform 78">
                <a:extLst>
                  <a:ext uri="{FF2B5EF4-FFF2-40B4-BE49-F238E27FC236}">
                    <a16:creationId xmlns:a16="http://schemas.microsoft.com/office/drawing/2014/main" id="{4D7AC187-FB40-4183-8ADF-9B695213CED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39" y="1805"/>
                <a:ext cx="1" cy="1027"/>
              </a:xfrm>
              <a:custGeom>
                <a:avLst/>
                <a:gdLst>
                  <a:gd name="T0" fmla="*/ 0 w 1"/>
                  <a:gd name="T1" fmla="*/ 0 h 3082"/>
                  <a:gd name="T2" fmla="*/ 0 w 1"/>
                  <a:gd name="T3" fmla="*/ 3082 h 3082"/>
                  <a:gd name="T4" fmla="*/ 1 w 1"/>
                  <a:gd name="T5" fmla="*/ 3082 h 30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3082">
                    <a:moveTo>
                      <a:pt x="0" y="0"/>
                    </a:moveTo>
                    <a:lnTo>
                      <a:pt x="0" y="3082"/>
                    </a:lnTo>
                    <a:lnTo>
                      <a:pt x="1" y="3082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8319" name="Freeform 79">
                <a:extLst>
                  <a:ext uri="{FF2B5EF4-FFF2-40B4-BE49-F238E27FC236}">
                    <a16:creationId xmlns:a16="http://schemas.microsoft.com/office/drawing/2014/main" id="{E1270ED9-8EAF-4546-B718-E8C12CE5758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39" y="2925"/>
                <a:ext cx="1" cy="990"/>
              </a:xfrm>
              <a:custGeom>
                <a:avLst/>
                <a:gdLst>
                  <a:gd name="T0" fmla="*/ 0 w 1"/>
                  <a:gd name="T1" fmla="*/ 0 h 2971"/>
                  <a:gd name="T2" fmla="*/ 0 w 1"/>
                  <a:gd name="T3" fmla="*/ 2971 h 2971"/>
                  <a:gd name="T4" fmla="*/ 1 w 1"/>
                  <a:gd name="T5" fmla="*/ 2971 h 29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971">
                    <a:moveTo>
                      <a:pt x="0" y="0"/>
                    </a:moveTo>
                    <a:lnTo>
                      <a:pt x="0" y="2971"/>
                    </a:lnTo>
                    <a:lnTo>
                      <a:pt x="1" y="2971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8320" name="Freeform 80">
                <a:extLst>
                  <a:ext uri="{FF2B5EF4-FFF2-40B4-BE49-F238E27FC236}">
                    <a16:creationId xmlns:a16="http://schemas.microsoft.com/office/drawing/2014/main" id="{CFC963AE-7870-4B04-AEF8-52067B84ACC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39" y="2866"/>
                <a:ext cx="1" cy="25"/>
              </a:xfrm>
              <a:custGeom>
                <a:avLst/>
                <a:gdLst>
                  <a:gd name="T0" fmla="*/ 0 w 1"/>
                  <a:gd name="T1" fmla="*/ 0 h 76"/>
                  <a:gd name="T2" fmla="*/ 0 w 1"/>
                  <a:gd name="T3" fmla="*/ 76 h 76"/>
                  <a:gd name="T4" fmla="*/ 1 w 1"/>
                  <a:gd name="T5" fmla="*/ 7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76">
                    <a:moveTo>
                      <a:pt x="0" y="0"/>
                    </a:moveTo>
                    <a:lnTo>
                      <a:pt x="0" y="76"/>
                    </a:lnTo>
                    <a:lnTo>
                      <a:pt x="1" y="76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8321" name="Freeform 81">
                <a:extLst>
                  <a:ext uri="{FF2B5EF4-FFF2-40B4-BE49-F238E27FC236}">
                    <a16:creationId xmlns:a16="http://schemas.microsoft.com/office/drawing/2014/main" id="{27586D27-4309-4A7A-B3CE-464C5538FBA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39" y="1273"/>
                <a:ext cx="1" cy="443"/>
              </a:xfrm>
              <a:custGeom>
                <a:avLst/>
                <a:gdLst>
                  <a:gd name="T0" fmla="*/ 0 w 1"/>
                  <a:gd name="T1" fmla="*/ 0 h 1330"/>
                  <a:gd name="T2" fmla="*/ 0 w 1"/>
                  <a:gd name="T3" fmla="*/ 1330 h 1330"/>
                  <a:gd name="T4" fmla="*/ 1 w 1"/>
                  <a:gd name="T5" fmla="*/ 1330 h 13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330">
                    <a:moveTo>
                      <a:pt x="0" y="0"/>
                    </a:moveTo>
                    <a:lnTo>
                      <a:pt x="0" y="1330"/>
                    </a:lnTo>
                    <a:lnTo>
                      <a:pt x="1" y="133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8322" name="Freeform 82">
                <a:extLst>
                  <a:ext uri="{FF2B5EF4-FFF2-40B4-BE49-F238E27FC236}">
                    <a16:creationId xmlns:a16="http://schemas.microsoft.com/office/drawing/2014/main" id="{C5AB179A-9838-49B9-AEA9-6733DC6BF59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39" y="1750"/>
                <a:ext cx="1" cy="21"/>
              </a:xfrm>
              <a:custGeom>
                <a:avLst/>
                <a:gdLst>
                  <a:gd name="T0" fmla="*/ 0 w 1"/>
                  <a:gd name="T1" fmla="*/ 0 h 63"/>
                  <a:gd name="T2" fmla="*/ 0 w 1"/>
                  <a:gd name="T3" fmla="*/ 63 h 63"/>
                  <a:gd name="T4" fmla="*/ 1 w 1"/>
                  <a:gd name="T5" fmla="*/ 63 h 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63">
                    <a:moveTo>
                      <a:pt x="0" y="0"/>
                    </a:moveTo>
                    <a:lnTo>
                      <a:pt x="0" y="63"/>
                    </a:lnTo>
                    <a:lnTo>
                      <a:pt x="1" y="63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38323" name="Arc 83">
              <a:extLst>
                <a:ext uri="{FF2B5EF4-FFF2-40B4-BE49-F238E27FC236}">
                  <a16:creationId xmlns:a16="http://schemas.microsoft.com/office/drawing/2014/main" id="{C14F2C45-18E4-4E9C-B4D8-C847884E0A39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1279" y="2786"/>
              <a:ext cx="531" cy="516"/>
            </a:xfrm>
            <a:custGeom>
              <a:avLst/>
              <a:gdLst>
                <a:gd name="G0" fmla="+- 20849 0 0"/>
                <a:gd name="G1" fmla="+- 21600 0 0"/>
                <a:gd name="G2" fmla="+- 21600 0 0"/>
                <a:gd name="T0" fmla="*/ 0 w 42449"/>
                <a:gd name="T1" fmla="*/ 15953 h 41275"/>
                <a:gd name="T2" fmla="*/ 29763 w 42449"/>
                <a:gd name="T3" fmla="*/ 41275 h 41275"/>
                <a:gd name="T4" fmla="*/ 20849 w 42449"/>
                <a:gd name="T5" fmla="*/ 21600 h 41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2449" h="41275" fill="none" extrusionOk="0">
                  <a:moveTo>
                    <a:pt x="0" y="15953"/>
                  </a:moveTo>
                  <a:cubicBezTo>
                    <a:pt x="2550" y="6537"/>
                    <a:pt x="11094" y="0"/>
                    <a:pt x="20849" y="0"/>
                  </a:cubicBezTo>
                  <a:cubicBezTo>
                    <a:pt x="32778" y="0"/>
                    <a:pt x="42449" y="9670"/>
                    <a:pt x="42449" y="21600"/>
                  </a:cubicBezTo>
                  <a:cubicBezTo>
                    <a:pt x="42449" y="30079"/>
                    <a:pt x="37487" y="37775"/>
                    <a:pt x="29762" y="41274"/>
                  </a:cubicBezTo>
                </a:path>
                <a:path w="42449" h="41275" stroke="0" extrusionOk="0">
                  <a:moveTo>
                    <a:pt x="0" y="15953"/>
                  </a:moveTo>
                  <a:cubicBezTo>
                    <a:pt x="2550" y="6537"/>
                    <a:pt x="11094" y="0"/>
                    <a:pt x="20849" y="0"/>
                  </a:cubicBezTo>
                  <a:cubicBezTo>
                    <a:pt x="32778" y="0"/>
                    <a:pt x="42449" y="9670"/>
                    <a:pt x="42449" y="21600"/>
                  </a:cubicBezTo>
                  <a:cubicBezTo>
                    <a:pt x="42449" y="30079"/>
                    <a:pt x="37487" y="37775"/>
                    <a:pt x="29762" y="41274"/>
                  </a:cubicBezTo>
                  <a:lnTo>
                    <a:pt x="20849" y="21600"/>
                  </a:lnTo>
                  <a:close/>
                </a:path>
              </a:pathLst>
            </a:custGeom>
            <a:noFill/>
            <a:ln w="57150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8324" name="Line 84">
              <a:extLst>
                <a:ext uri="{FF2B5EF4-FFF2-40B4-BE49-F238E27FC236}">
                  <a16:creationId xmlns:a16="http://schemas.microsoft.com/office/drawing/2014/main" id="{9626692C-9D38-4856-83E7-FFCFABF3BDD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49" y="1505"/>
              <a:ext cx="393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8325" name="Line 85">
              <a:extLst>
                <a:ext uri="{FF2B5EF4-FFF2-40B4-BE49-F238E27FC236}">
                  <a16:creationId xmlns:a16="http://schemas.microsoft.com/office/drawing/2014/main" id="{2282B103-AB99-4760-B6AB-997EA8927B1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349" y="1439"/>
              <a:ext cx="66" cy="66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8326" name="Freeform 86">
              <a:extLst>
                <a:ext uri="{FF2B5EF4-FFF2-40B4-BE49-F238E27FC236}">
                  <a16:creationId xmlns:a16="http://schemas.microsoft.com/office/drawing/2014/main" id="{76B0E99E-DB6E-4508-B74B-59C1EDD59A80}"/>
                </a:ext>
              </a:extLst>
            </p:cNvPr>
            <p:cNvSpPr>
              <a:spLocks/>
            </p:cNvSpPr>
            <p:nvPr/>
          </p:nvSpPr>
          <p:spPr bwMode="auto">
            <a:xfrm>
              <a:off x="1681" y="1444"/>
              <a:ext cx="57" cy="58"/>
            </a:xfrm>
            <a:custGeom>
              <a:avLst/>
              <a:gdLst>
                <a:gd name="T0" fmla="*/ 57 w 57"/>
                <a:gd name="T1" fmla="*/ 58 h 58"/>
                <a:gd name="T2" fmla="*/ 0 w 57"/>
                <a:gd name="T3" fmla="*/ 0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57" h="58">
                  <a:moveTo>
                    <a:pt x="57" y="58"/>
                  </a:moveTo>
                  <a:lnTo>
                    <a:pt x="0" y="0"/>
                  </a:lnTo>
                </a:path>
              </a:pathLst>
            </a:custGeom>
            <a:noFill/>
            <a:ln w="57150" cmpd="sng">
              <a:solidFill>
                <a:schemeClr val="tx1"/>
              </a:solidFill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8327" name="Line 87">
              <a:extLst>
                <a:ext uri="{FF2B5EF4-FFF2-40B4-BE49-F238E27FC236}">
                  <a16:creationId xmlns:a16="http://schemas.microsoft.com/office/drawing/2014/main" id="{785BA270-97FE-4FFF-A6C5-9A131E0B7D7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28" y="1503"/>
              <a:ext cx="0" cy="404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8328" name="Arc 88">
              <a:extLst>
                <a:ext uri="{FF2B5EF4-FFF2-40B4-BE49-F238E27FC236}">
                  <a16:creationId xmlns:a16="http://schemas.microsoft.com/office/drawing/2014/main" id="{8B2424CB-7B40-40F4-B2B3-53049DCFCF2F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1546" y="2582"/>
              <a:ext cx="521" cy="787"/>
            </a:xfrm>
            <a:custGeom>
              <a:avLst/>
              <a:gdLst>
                <a:gd name="G0" fmla="+- 0 0 0"/>
                <a:gd name="G1" fmla="+- 13540 0 0"/>
                <a:gd name="G2" fmla="+- 21600 0 0"/>
                <a:gd name="T0" fmla="*/ 16829 w 21600"/>
                <a:gd name="T1" fmla="*/ 0 h 32967"/>
                <a:gd name="T2" fmla="*/ 9443 w 21600"/>
                <a:gd name="T3" fmla="*/ 32967 h 32967"/>
                <a:gd name="T4" fmla="*/ 0 w 21600"/>
                <a:gd name="T5" fmla="*/ 13540 h 329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32967" fill="none" extrusionOk="0">
                  <a:moveTo>
                    <a:pt x="16829" y="-1"/>
                  </a:moveTo>
                  <a:cubicBezTo>
                    <a:pt x="19916" y="3837"/>
                    <a:pt x="21600" y="8614"/>
                    <a:pt x="21600" y="13540"/>
                  </a:cubicBezTo>
                  <a:cubicBezTo>
                    <a:pt x="21600" y="21808"/>
                    <a:pt x="16879" y="29351"/>
                    <a:pt x="9442" y="32966"/>
                  </a:cubicBezTo>
                </a:path>
                <a:path w="21600" h="32967" stroke="0" extrusionOk="0">
                  <a:moveTo>
                    <a:pt x="16829" y="-1"/>
                  </a:moveTo>
                  <a:cubicBezTo>
                    <a:pt x="19916" y="3837"/>
                    <a:pt x="21600" y="8614"/>
                    <a:pt x="21600" y="13540"/>
                  </a:cubicBezTo>
                  <a:cubicBezTo>
                    <a:pt x="21600" y="21808"/>
                    <a:pt x="16879" y="29351"/>
                    <a:pt x="9442" y="32966"/>
                  </a:cubicBezTo>
                  <a:lnTo>
                    <a:pt x="0" y="13540"/>
                  </a:lnTo>
                  <a:close/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8329" name="Arc 89">
              <a:extLst>
                <a:ext uri="{FF2B5EF4-FFF2-40B4-BE49-F238E27FC236}">
                  <a16:creationId xmlns:a16="http://schemas.microsoft.com/office/drawing/2014/main" id="{27313108-D7E2-4B2B-8497-79F6BBBFB34B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1231" y="3049"/>
              <a:ext cx="656" cy="515"/>
            </a:xfrm>
            <a:custGeom>
              <a:avLst/>
              <a:gdLst>
                <a:gd name="G0" fmla="+- 13434 0 0"/>
                <a:gd name="G1" fmla="+- 21600 0 0"/>
                <a:gd name="G2" fmla="+- 21600 0 0"/>
                <a:gd name="T0" fmla="*/ 0 w 27185"/>
                <a:gd name="T1" fmla="*/ 4686 h 21600"/>
                <a:gd name="T2" fmla="*/ 27185 w 27185"/>
                <a:gd name="T3" fmla="*/ 4943 h 21600"/>
                <a:gd name="T4" fmla="*/ 13434 w 27185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7185" h="21600" fill="none" extrusionOk="0">
                  <a:moveTo>
                    <a:pt x="-1" y="4685"/>
                  </a:moveTo>
                  <a:cubicBezTo>
                    <a:pt x="3820" y="1651"/>
                    <a:pt x="8555" y="0"/>
                    <a:pt x="13434" y="0"/>
                  </a:cubicBezTo>
                  <a:cubicBezTo>
                    <a:pt x="18452" y="0"/>
                    <a:pt x="23314" y="1747"/>
                    <a:pt x="27185" y="4942"/>
                  </a:cubicBezTo>
                </a:path>
                <a:path w="27185" h="21600" stroke="0" extrusionOk="0">
                  <a:moveTo>
                    <a:pt x="-1" y="4685"/>
                  </a:moveTo>
                  <a:cubicBezTo>
                    <a:pt x="3820" y="1651"/>
                    <a:pt x="8555" y="0"/>
                    <a:pt x="13434" y="0"/>
                  </a:cubicBezTo>
                  <a:cubicBezTo>
                    <a:pt x="18452" y="0"/>
                    <a:pt x="23314" y="1747"/>
                    <a:pt x="27185" y="4942"/>
                  </a:cubicBezTo>
                  <a:lnTo>
                    <a:pt x="13434" y="21600"/>
                  </a:lnTo>
                  <a:close/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8330" name="Line 90">
              <a:extLst>
                <a:ext uri="{FF2B5EF4-FFF2-40B4-BE49-F238E27FC236}">
                  <a16:creationId xmlns:a16="http://schemas.microsoft.com/office/drawing/2014/main" id="{9681F0FF-3B4E-4231-AF8F-ED4FBFB61F0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912" y="3401"/>
              <a:ext cx="15" cy="14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8331" name="Line 91">
              <a:extLst>
                <a:ext uri="{FF2B5EF4-FFF2-40B4-BE49-F238E27FC236}">
                  <a16:creationId xmlns:a16="http://schemas.microsoft.com/office/drawing/2014/main" id="{AB1D691E-5524-4EF5-8CE9-AAAF1F87640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80" y="3415"/>
              <a:ext cx="31" cy="3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38332" name="AutoShape 92">
            <a:extLst>
              <a:ext uri="{FF2B5EF4-FFF2-40B4-BE49-F238E27FC236}">
                <a16:creationId xmlns:a16="http://schemas.microsoft.com/office/drawing/2014/main" id="{0E548F32-A610-409A-A4C7-CE77308265D8}"/>
              </a:ext>
            </a:extLst>
          </p:cNvPr>
          <p:cNvSpPr>
            <a:spLocks noChangeArrowheads="1"/>
          </p:cNvSpPr>
          <p:nvPr/>
        </p:nvSpPr>
        <p:spPr bwMode="auto">
          <a:xfrm rot="-8543919">
            <a:off x="3465513" y="4932363"/>
            <a:ext cx="669925" cy="407987"/>
          </a:xfrm>
          <a:prstGeom prst="notchedRightArrow">
            <a:avLst>
              <a:gd name="adj1" fmla="val 48583"/>
              <a:gd name="adj2" fmla="val 59668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ransition spd="med">
    <p:cover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38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38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382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382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23" dur="500"/>
                                        <p:tgtEl>
                                          <p:spTgt spid="138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383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383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8243" grpId="0" autoUpdateAnimBg="0"/>
      <p:bldP spid="138244" grpId="0" autoUpdateAnimBg="0"/>
      <p:bldP spid="138245" grpId="0" autoUpdateAnimBg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9266" name="Group 2">
            <a:extLst>
              <a:ext uri="{FF2B5EF4-FFF2-40B4-BE49-F238E27FC236}">
                <a16:creationId xmlns:a16="http://schemas.microsoft.com/office/drawing/2014/main" id="{056D10D7-2274-4C24-951D-D017AA74EE47}"/>
              </a:ext>
            </a:extLst>
          </p:cNvPr>
          <p:cNvGrpSpPr>
            <a:grpSpLocks/>
          </p:cNvGrpSpPr>
          <p:nvPr/>
        </p:nvGrpSpPr>
        <p:grpSpPr bwMode="auto">
          <a:xfrm>
            <a:off x="3354388" y="1847850"/>
            <a:ext cx="1144587" cy="1144588"/>
            <a:chOff x="3974" y="714"/>
            <a:chExt cx="721" cy="721"/>
          </a:xfrm>
        </p:grpSpPr>
        <p:grpSp>
          <p:nvGrpSpPr>
            <p:cNvPr id="139267" name="Group 3">
              <a:extLst>
                <a:ext uri="{FF2B5EF4-FFF2-40B4-BE49-F238E27FC236}">
                  <a16:creationId xmlns:a16="http://schemas.microsoft.com/office/drawing/2014/main" id="{AE916472-C244-40DC-83C5-88A1FDE5385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74" y="714"/>
              <a:ext cx="701" cy="721"/>
              <a:chOff x="3974" y="714"/>
              <a:chExt cx="701" cy="721"/>
            </a:xfrm>
          </p:grpSpPr>
          <p:sp>
            <p:nvSpPr>
              <p:cNvPr id="139268" name="Line 4">
                <a:extLst>
                  <a:ext uri="{FF2B5EF4-FFF2-40B4-BE49-F238E27FC236}">
                    <a16:creationId xmlns:a16="http://schemas.microsoft.com/office/drawing/2014/main" id="{EDDEBEB1-2EA4-48CF-BB49-4EB227C19D6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974" y="714"/>
                <a:ext cx="96" cy="96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9269" name="Line 5">
                <a:extLst>
                  <a:ext uri="{FF2B5EF4-FFF2-40B4-BE49-F238E27FC236}">
                    <a16:creationId xmlns:a16="http://schemas.microsoft.com/office/drawing/2014/main" id="{8F31216B-B016-4FE8-A224-C3426292CC1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974" y="810"/>
                <a:ext cx="192" cy="192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9270" name="Line 6">
                <a:extLst>
                  <a:ext uri="{FF2B5EF4-FFF2-40B4-BE49-F238E27FC236}">
                    <a16:creationId xmlns:a16="http://schemas.microsoft.com/office/drawing/2014/main" id="{196C43AA-E863-4CCB-8924-4D667E80921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974" y="1002"/>
                <a:ext cx="192" cy="192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9271" name="Line 7">
                <a:extLst>
                  <a:ext uri="{FF2B5EF4-FFF2-40B4-BE49-F238E27FC236}">
                    <a16:creationId xmlns:a16="http://schemas.microsoft.com/office/drawing/2014/main" id="{A3D98975-E8EC-45D2-8087-A4D7B9A70E4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974" y="1194"/>
                <a:ext cx="192" cy="192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9272" name="Line 8">
                <a:extLst>
                  <a:ext uri="{FF2B5EF4-FFF2-40B4-BE49-F238E27FC236}">
                    <a16:creationId xmlns:a16="http://schemas.microsoft.com/office/drawing/2014/main" id="{9EB0A655-1D72-48A1-8147-B23EE2EB7E4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118" y="1242"/>
                <a:ext cx="192" cy="192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9273" name="Line 9">
                <a:extLst>
                  <a:ext uri="{FF2B5EF4-FFF2-40B4-BE49-F238E27FC236}">
                    <a16:creationId xmlns:a16="http://schemas.microsoft.com/office/drawing/2014/main" id="{5D397EE6-55F3-40FF-8D89-0114E9F13BD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310" y="1242"/>
                <a:ext cx="192" cy="192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9274" name="Freeform 10">
                <a:extLst>
                  <a:ext uri="{FF2B5EF4-FFF2-40B4-BE49-F238E27FC236}">
                    <a16:creationId xmlns:a16="http://schemas.microsoft.com/office/drawing/2014/main" id="{C9AC8218-A772-4D9C-92A1-28B3ABE2EAA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02" y="1262"/>
                <a:ext cx="173" cy="173"/>
              </a:xfrm>
              <a:custGeom>
                <a:avLst/>
                <a:gdLst>
                  <a:gd name="T0" fmla="*/ 0 w 173"/>
                  <a:gd name="T1" fmla="*/ 173 h 173"/>
                  <a:gd name="T2" fmla="*/ 173 w 173"/>
                  <a:gd name="T3" fmla="*/ 0 h 1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73" h="173">
                    <a:moveTo>
                      <a:pt x="0" y="173"/>
                    </a:moveTo>
                    <a:lnTo>
                      <a:pt x="173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39275" name="Group 11">
              <a:extLst>
                <a:ext uri="{FF2B5EF4-FFF2-40B4-BE49-F238E27FC236}">
                  <a16:creationId xmlns:a16="http://schemas.microsoft.com/office/drawing/2014/main" id="{83C13661-9478-4C8E-9343-4AF8B097ECF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74" y="714"/>
              <a:ext cx="721" cy="720"/>
              <a:chOff x="3974" y="714"/>
              <a:chExt cx="721" cy="720"/>
            </a:xfrm>
          </p:grpSpPr>
          <p:sp>
            <p:nvSpPr>
              <p:cNvPr id="139276" name="Line 12">
                <a:extLst>
                  <a:ext uri="{FF2B5EF4-FFF2-40B4-BE49-F238E27FC236}">
                    <a16:creationId xmlns:a16="http://schemas.microsoft.com/office/drawing/2014/main" id="{55695F23-209A-4A02-9AD9-C74C5A6A668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74" y="714"/>
                <a:ext cx="0" cy="720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9277" name="Freeform 13">
                <a:extLst>
                  <a:ext uri="{FF2B5EF4-FFF2-40B4-BE49-F238E27FC236}">
                    <a16:creationId xmlns:a16="http://schemas.microsoft.com/office/drawing/2014/main" id="{D46976DB-A8B9-4D4E-959A-9BE7E224373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66" y="779"/>
                <a:ext cx="1" cy="421"/>
              </a:xfrm>
              <a:custGeom>
                <a:avLst/>
                <a:gdLst>
                  <a:gd name="T0" fmla="*/ 0 w 1"/>
                  <a:gd name="T1" fmla="*/ 0 h 421"/>
                  <a:gd name="T2" fmla="*/ 0 w 1"/>
                  <a:gd name="T3" fmla="*/ 421 h 4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" h="421">
                    <a:moveTo>
                      <a:pt x="0" y="0"/>
                    </a:moveTo>
                    <a:lnTo>
                      <a:pt x="0" y="421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9278" name="Freeform 14">
                <a:extLst>
                  <a:ext uri="{FF2B5EF4-FFF2-40B4-BE49-F238E27FC236}">
                    <a16:creationId xmlns:a16="http://schemas.microsoft.com/office/drawing/2014/main" id="{221150E6-B023-4DF8-95D7-192B105E23B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94" y="1296"/>
                <a:ext cx="1" cy="138"/>
              </a:xfrm>
              <a:custGeom>
                <a:avLst/>
                <a:gdLst>
                  <a:gd name="T0" fmla="*/ 0 w 1"/>
                  <a:gd name="T1" fmla="*/ 0 h 138"/>
                  <a:gd name="T2" fmla="*/ 1 w 1"/>
                  <a:gd name="T3" fmla="*/ 138 h 1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" h="138">
                    <a:moveTo>
                      <a:pt x="0" y="0"/>
                    </a:moveTo>
                    <a:lnTo>
                      <a:pt x="1" y="138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9279" name="Freeform 15">
                <a:extLst>
                  <a:ext uri="{FF2B5EF4-FFF2-40B4-BE49-F238E27FC236}">
                    <a16:creationId xmlns:a16="http://schemas.microsoft.com/office/drawing/2014/main" id="{8D7898AC-CBDA-49A0-9A94-4A950A161C1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74" y="714"/>
                <a:ext cx="140" cy="1"/>
              </a:xfrm>
              <a:custGeom>
                <a:avLst/>
                <a:gdLst>
                  <a:gd name="T0" fmla="*/ 0 w 140"/>
                  <a:gd name="T1" fmla="*/ 0 h 1"/>
                  <a:gd name="T2" fmla="*/ 140 w 140"/>
                  <a:gd name="T3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40" h="1">
                    <a:moveTo>
                      <a:pt x="0" y="0"/>
                    </a:moveTo>
                    <a:lnTo>
                      <a:pt x="140" y="1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9280" name="Freeform 16">
                <a:extLst>
                  <a:ext uri="{FF2B5EF4-FFF2-40B4-BE49-F238E27FC236}">
                    <a16:creationId xmlns:a16="http://schemas.microsoft.com/office/drawing/2014/main" id="{7EE91CBA-EAF9-47AB-9D35-C2215D9DC04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20" y="1243"/>
                <a:ext cx="432" cy="1"/>
              </a:xfrm>
              <a:custGeom>
                <a:avLst/>
                <a:gdLst>
                  <a:gd name="T0" fmla="*/ 0 w 432"/>
                  <a:gd name="T1" fmla="*/ 0 h 1"/>
                  <a:gd name="T2" fmla="*/ 432 w 432"/>
                  <a:gd name="T3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432" h="1">
                    <a:moveTo>
                      <a:pt x="0" y="0"/>
                    </a:moveTo>
                    <a:lnTo>
                      <a:pt x="432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9281" name="Line 17">
                <a:extLst>
                  <a:ext uri="{FF2B5EF4-FFF2-40B4-BE49-F238E27FC236}">
                    <a16:creationId xmlns:a16="http://schemas.microsoft.com/office/drawing/2014/main" id="{0FF5E77C-9A62-4488-ADF1-4195995691B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74" y="1434"/>
                <a:ext cx="720" cy="0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9282" name="Freeform 18">
                <a:extLst>
                  <a:ext uri="{FF2B5EF4-FFF2-40B4-BE49-F238E27FC236}">
                    <a16:creationId xmlns:a16="http://schemas.microsoft.com/office/drawing/2014/main" id="{9B8ADFA5-7B68-4253-830E-57F9FD8C487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09" y="715"/>
                <a:ext cx="53" cy="67"/>
              </a:xfrm>
              <a:custGeom>
                <a:avLst/>
                <a:gdLst>
                  <a:gd name="T0" fmla="*/ 0 w 53"/>
                  <a:gd name="T1" fmla="*/ 0 h 67"/>
                  <a:gd name="T2" fmla="*/ 43 w 53"/>
                  <a:gd name="T3" fmla="*/ 19 h 67"/>
                  <a:gd name="T4" fmla="*/ 53 w 53"/>
                  <a:gd name="T5" fmla="*/ 67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53" h="67">
                    <a:moveTo>
                      <a:pt x="0" y="0"/>
                    </a:moveTo>
                    <a:cubicBezTo>
                      <a:pt x="17" y="4"/>
                      <a:pt x="34" y="8"/>
                      <a:pt x="43" y="19"/>
                    </a:cubicBezTo>
                    <a:cubicBezTo>
                      <a:pt x="52" y="30"/>
                      <a:pt x="52" y="48"/>
                      <a:pt x="53" y="67"/>
                    </a:cubicBezTo>
                  </a:path>
                </a:pathLst>
              </a:custGeom>
              <a:noFill/>
              <a:ln w="19050" cap="flat" cmpd="sng">
                <a:solidFill>
                  <a:srgbClr val="FF3300"/>
                </a:solidFill>
                <a:prstDash val="solid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9283" name="Freeform 19">
                <a:extLst>
                  <a:ext uri="{FF2B5EF4-FFF2-40B4-BE49-F238E27FC236}">
                    <a16:creationId xmlns:a16="http://schemas.microsoft.com/office/drawing/2014/main" id="{E38276B4-9BD9-4ED8-8761-97B1A356D70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66" y="1195"/>
                <a:ext cx="53" cy="50"/>
              </a:xfrm>
              <a:custGeom>
                <a:avLst/>
                <a:gdLst>
                  <a:gd name="T0" fmla="*/ 0 w 53"/>
                  <a:gd name="T1" fmla="*/ 0 h 50"/>
                  <a:gd name="T2" fmla="*/ 15 w 53"/>
                  <a:gd name="T3" fmla="*/ 43 h 50"/>
                  <a:gd name="T4" fmla="*/ 53 w 53"/>
                  <a:gd name="T5" fmla="*/ 43 h 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53" h="50">
                    <a:moveTo>
                      <a:pt x="0" y="0"/>
                    </a:moveTo>
                    <a:cubicBezTo>
                      <a:pt x="3" y="18"/>
                      <a:pt x="6" y="36"/>
                      <a:pt x="15" y="43"/>
                    </a:cubicBezTo>
                    <a:cubicBezTo>
                      <a:pt x="24" y="50"/>
                      <a:pt x="38" y="46"/>
                      <a:pt x="53" y="43"/>
                    </a:cubicBezTo>
                  </a:path>
                </a:pathLst>
              </a:custGeom>
              <a:noFill/>
              <a:ln w="19050" cap="flat" cmpd="sng">
                <a:solidFill>
                  <a:srgbClr val="FF3300"/>
                </a:solidFill>
                <a:prstDash val="solid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9284" name="Freeform 20">
                <a:extLst>
                  <a:ext uri="{FF2B5EF4-FFF2-40B4-BE49-F238E27FC236}">
                    <a16:creationId xmlns:a16="http://schemas.microsoft.com/office/drawing/2014/main" id="{7DE6019D-BBD4-4D53-823C-3C907165DBB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37" y="1243"/>
                <a:ext cx="57" cy="58"/>
              </a:xfrm>
              <a:custGeom>
                <a:avLst/>
                <a:gdLst>
                  <a:gd name="T0" fmla="*/ 0 w 57"/>
                  <a:gd name="T1" fmla="*/ 0 h 58"/>
                  <a:gd name="T2" fmla="*/ 38 w 57"/>
                  <a:gd name="T3" fmla="*/ 15 h 58"/>
                  <a:gd name="T4" fmla="*/ 57 w 57"/>
                  <a:gd name="T5" fmla="*/ 58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57" h="58">
                    <a:moveTo>
                      <a:pt x="0" y="0"/>
                    </a:moveTo>
                    <a:cubicBezTo>
                      <a:pt x="14" y="2"/>
                      <a:pt x="29" y="5"/>
                      <a:pt x="38" y="15"/>
                    </a:cubicBezTo>
                    <a:cubicBezTo>
                      <a:pt x="47" y="25"/>
                      <a:pt x="52" y="41"/>
                      <a:pt x="57" y="58"/>
                    </a:cubicBezTo>
                  </a:path>
                </a:pathLst>
              </a:custGeom>
              <a:noFill/>
              <a:ln w="19050" cap="flat" cmpd="sng">
                <a:solidFill>
                  <a:srgbClr val="FF3300"/>
                </a:solidFill>
                <a:prstDash val="solid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sp>
        <p:nvSpPr>
          <p:cNvPr id="139285" name="Text Box 21">
            <a:extLst>
              <a:ext uri="{FF2B5EF4-FFF2-40B4-BE49-F238E27FC236}">
                <a16:creationId xmlns:a16="http://schemas.microsoft.com/office/drawing/2014/main" id="{2F51EF22-8481-470D-9B42-33E0F1D933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58181" y="3969"/>
            <a:ext cx="2792413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en-US" altLang="zh-CN" sz="320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sz="320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）标注方法</a:t>
            </a:r>
            <a:endParaRPr lang="zh-CN" altLang="en-US" sz="3200" b="0" dirty="0">
              <a:solidFill>
                <a:schemeClr val="bg1"/>
              </a:solidFill>
            </a:endParaRPr>
          </a:p>
        </p:txBody>
      </p:sp>
      <p:sp>
        <p:nvSpPr>
          <p:cNvPr id="139286" name="Text Box 22">
            <a:extLst>
              <a:ext uri="{FF2B5EF4-FFF2-40B4-BE49-F238E27FC236}">
                <a16:creationId xmlns:a16="http://schemas.microsoft.com/office/drawing/2014/main" id="{B6AF7D4C-DAE4-468E-ABD9-0A138AA3C2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20775" y="1008063"/>
            <a:ext cx="7813675" cy="530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l" eaLnBrk="1" hangingPunct="1">
              <a:lnSpc>
                <a:spcPct val="90000"/>
              </a:lnSpc>
            </a:pPr>
            <a:r>
              <a:rPr lang="en-US" altLang="zh-CN" sz="3200">
                <a:solidFill>
                  <a:srgbClr val="0000CC"/>
                </a:solidFill>
                <a:latin typeface="宋体" panose="02010600030101010101" pitchFamily="2" charset="-122"/>
              </a:rPr>
              <a:t>⑴ </a:t>
            </a:r>
            <a:r>
              <a:rPr lang="zh-CN" altLang="en-US" sz="3200">
                <a:solidFill>
                  <a:srgbClr val="0000CC"/>
                </a:solidFill>
                <a:latin typeface="宋体" panose="02010600030101010101" pitchFamily="2" charset="-122"/>
              </a:rPr>
              <a:t>不对称的重合断面可省略标注。</a:t>
            </a:r>
          </a:p>
        </p:txBody>
      </p:sp>
      <p:sp>
        <p:nvSpPr>
          <p:cNvPr id="139287" name="Text Box 23">
            <a:extLst>
              <a:ext uri="{FF2B5EF4-FFF2-40B4-BE49-F238E27FC236}">
                <a16:creationId xmlns:a16="http://schemas.microsoft.com/office/drawing/2014/main" id="{098D5F5D-308C-4806-912D-841C268BE2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20775" y="3524250"/>
            <a:ext cx="7110413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l" eaLnBrk="1" hangingPunct="1"/>
            <a:r>
              <a:rPr lang="en-US" altLang="zh-CN" sz="3200">
                <a:solidFill>
                  <a:srgbClr val="0000CC"/>
                </a:solidFill>
                <a:latin typeface="宋体" panose="02010600030101010101" pitchFamily="2" charset="-122"/>
              </a:rPr>
              <a:t>⑵ </a:t>
            </a:r>
            <a:r>
              <a:rPr lang="zh-CN" altLang="en-US" sz="3200">
                <a:solidFill>
                  <a:srgbClr val="0000CC"/>
                </a:solidFill>
                <a:latin typeface="宋体" panose="02010600030101010101" pitchFamily="2" charset="-122"/>
              </a:rPr>
              <a:t>对称的重合断面图，不必标注。</a:t>
            </a:r>
          </a:p>
        </p:txBody>
      </p:sp>
      <p:grpSp>
        <p:nvGrpSpPr>
          <p:cNvPr id="139295" name="Group 31">
            <a:extLst>
              <a:ext uri="{FF2B5EF4-FFF2-40B4-BE49-F238E27FC236}">
                <a16:creationId xmlns:a16="http://schemas.microsoft.com/office/drawing/2014/main" id="{BF7B6AF7-7690-436D-8DCC-36D967ADE041}"/>
              </a:ext>
            </a:extLst>
          </p:cNvPr>
          <p:cNvGrpSpPr>
            <a:grpSpLocks/>
          </p:cNvGrpSpPr>
          <p:nvPr/>
        </p:nvGrpSpPr>
        <p:grpSpPr bwMode="auto">
          <a:xfrm>
            <a:off x="2736850" y="1739900"/>
            <a:ext cx="2309813" cy="1325563"/>
            <a:chOff x="1724" y="1376"/>
            <a:chExt cx="1455" cy="835"/>
          </a:xfrm>
        </p:grpSpPr>
        <p:sp>
          <p:nvSpPr>
            <p:cNvPr id="139296" name="Line 32">
              <a:extLst>
                <a:ext uri="{FF2B5EF4-FFF2-40B4-BE49-F238E27FC236}">
                  <a16:creationId xmlns:a16="http://schemas.microsoft.com/office/drawing/2014/main" id="{A034589E-6401-41CD-883E-6560CCFC699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77" y="1444"/>
              <a:ext cx="1339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9297" name="Line 33">
              <a:extLst>
                <a:ext uri="{FF2B5EF4-FFF2-40B4-BE49-F238E27FC236}">
                  <a16:creationId xmlns:a16="http://schemas.microsoft.com/office/drawing/2014/main" id="{2DAE5F40-5F1F-4094-B281-18800428BA2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77" y="1972"/>
              <a:ext cx="1344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9298" name="Line 34">
              <a:extLst>
                <a:ext uri="{FF2B5EF4-FFF2-40B4-BE49-F238E27FC236}">
                  <a16:creationId xmlns:a16="http://schemas.microsoft.com/office/drawing/2014/main" id="{C3568472-3637-4ADD-A85E-CDB0AC1A3B9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77" y="2164"/>
              <a:ext cx="1344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139299" name="Group 35">
              <a:extLst>
                <a:ext uri="{FF2B5EF4-FFF2-40B4-BE49-F238E27FC236}">
                  <a16:creationId xmlns:a16="http://schemas.microsoft.com/office/drawing/2014/main" id="{7B41E72D-5D42-4364-BF72-D86F426E1BB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24" y="1376"/>
              <a:ext cx="99" cy="834"/>
              <a:chOff x="3585" y="1881"/>
              <a:chExt cx="99" cy="834"/>
            </a:xfrm>
          </p:grpSpPr>
          <p:sp>
            <p:nvSpPr>
              <p:cNvPr id="139300" name="Line 36">
                <a:extLst>
                  <a:ext uri="{FF2B5EF4-FFF2-40B4-BE49-F238E27FC236}">
                    <a16:creationId xmlns:a16="http://schemas.microsoft.com/office/drawing/2014/main" id="{EAEB8D78-2A07-4999-AE09-225B9C6C436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34" y="1881"/>
                <a:ext cx="0" cy="328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9301" name="Line 37">
                <a:extLst>
                  <a:ext uri="{FF2B5EF4-FFF2-40B4-BE49-F238E27FC236}">
                    <a16:creationId xmlns:a16="http://schemas.microsoft.com/office/drawing/2014/main" id="{9B7C82D5-74E1-4CFA-A21D-D9AB3F8CBC3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34" y="2204"/>
                <a:ext cx="50" cy="29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9302" name="Line 38">
                <a:extLst>
                  <a:ext uri="{FF2B5EF4-FFF2-40B4-BE49-F238E27FC236}">
                    <a16:creationId xmlns:a16="http://schemas.microsoft.com/office/drawing/2014/main" id="{C08F7F52-4980-43FC-9B31-073BEEA2BC8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34" y="2278"/>
                <a:ext cx="0" cy="437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9303" name="Line 39">
                <a:extLst>
                  <a:ext uri="{FF2B5EF4-FFF2-40B4-BE49-F238E27FC236}">
                    <a16:creationId xmlns:a16="http://schemas.microsoft.com/office/drawing/2014/main" id="{EC03DFB8-FD05-48D1-AF1A-677661E1598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85" y="2256"/>
                <a:ext cx="50" cy="29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9304" name="Freeform 40">
                <a:extLst>
                  <a:ext uri="{FF2B5EF4-FFF2-40B4-BE49-F238E27FC236}">
                    <a16:creationId xmlns:a16="http://schemas.microsoft.com/office/drawing/2014/main" id="{9537A808-4579-4A8F-9496-A5DA3E8FB4C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86" y="2232"/>
                <a:ext cx="86" cy="29"/>
              </a:xfrm>
              <a:custGeom>
                <a:avLst/>
                <a:gdLst>
                  <a:gd name="T0" fmla="*/ 86 w 86"/>
                  <a:gd name="T1" fmla="*/ 0 h 29"/>
                  <a:gd name="T2" fmla="*/ 0 w 86"/>
                  <a:gd name="T3" fmla="*/ 29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86" h="29">
                    <a:moveTo>
                      <a:pt x="86" y="0"/>
                    </a:moveTo>
                    <a:lnTo>
                      <a:pt x="0" y="29"/>
                    </a:lnTo>
                  </a:path>
                </a:pathLst>
              </a:custGeom>
              <a:noFill/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39305" name="Group 41">
              <a:extLst>
                <a:ext uri="{FF2B5EF4-FFF2-40B4-BE49-F238E27FC236}">
                  <a16:creationId xmlns:a16="http://schemas.microsoft.com/office/drawing/2014/main" id="{C94C0806-8FCA-4A67-85ED-CC57CA7FEA6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64" y="1403"/>
              <a:ext cx="115" cy="808"/>
              <a:chOff x="4925" y="1908"/>
              <a:chExt cx="115" cy="808"/>
            </a:xfrm>
          </p:grpSpPr>
          <p:sp>
            <p:nvSpPr>
              <p:cNvPr id="139306" name="Line 42">
                <a:extLst>
                  <a:ext uri="{FF2B5EF4-FFF2-40B4-BE49-F238E27FC236}">
                    <a16:creationId xmlns:a16="http://schemas.microsoft.com/office/drawing/2014/main" id="{58B1E87B-E3A1-4C0E-92D4-FB17C82A379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982" y="2356"/>
                <a:ext cx="0" cy="36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9307" name="Line 43">
                <a:extLst>
                  <a:ext uri="{FF2B5EF4-FFF2-40B4-BE49-F238E27FC236}">
                    <a16:creationId xmlns:a16="http://schemas.microsoft.com/office/drawing/2014/main" id="{CBE8E51A-1493-46B9-8BDD-445DE71790B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982" y="1908"/>
                <a:ext cx="0" cy="39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9308" name="Line 44">
                <a:extLst>
                  <a:ext uri="{FF2B5EF4-FFF2-40B4-BE49-F238E27FC236}">
                    <a16:creationId xmlns:a16="http://schemas.microsoft.com/office/drawing/2014/main" id="{B116848D-0343-4B52-9224-AF646B88624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82" y="2294"/>
                <a:ext cx="56" cy="1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9309" name="Line 45">
                <a:extLst>
                  <a:ext uri="{FF2B5EF4-FFF2-40B4-BE49-F238E27FC236}">
                    <a16:creationId xmlns:a16="http://schemas.microsoft.com/office/drawing/2014/main" id="{133AE86D-99B0-4CE3-9B98-63869221C2F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25" y="2347"/>
                <a:ext cx="56" cy="1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9310" name="Line 46">
                <a:extLst>
                  <a:ext uri="{FF2B5EF4-FFF2-40B4-BE49-F238E27FC236}">
                    <a16:creationId xmlns:a16="http://schemas.microsoft.com/office/drawing/2014/main" id="{AE296B91-64A7-42CF-8715-50CD5955136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925" y="2309"/>
                <a:ext cx="115" cy="38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grpSp>
        <p:nvGrpSpPr>
          <p:cNvPr id="139311" name="Group 47">
            <a:extLst>
              <a:ext uri="{FF2B5EF4-FFF2-40B4-BE49-F238E27FC236}">
                <a16:creationId xmlns:a16="http://schemas.microsoft.com/office/drawing/2014/main" id="{847DFF2B-2D9A-413A-956A-990F6AE05227}"/>
              </a:ext>
            </a:extLst>
          </p:cNvPr>
          <p:cNvGrpSpPr>
            <a:grpSpLocks/>
          </p:cNvGrpSpPr>
          <p:nvPr/>
        </p:nvGrpSpPr>
        <p:grpSpPr bwMode="auto">
          <a:xfrm>
            <a:off x="1962150" y="4152900"/>
            <a:ext cx="3648075" cy="1809750"/>
            <a:chOff x="1236" y="2832"/>
            <a:chExt cx="2298" cy="1140"/>
          </a:xfrm>
        </p:grpSpPr>
        <p:sp>
          <p:nvSpPr>
            <p:cNvPr id="139312" name="Freeform 48">
              <a:extLst>
                <a:ext uri="{FF2B5EF4-FFF2-40B4-BE49-F238E27FC236}">
                  <a16:creationId xmlns:a16="http://schemas.microsoft.com/office/drawing/2014/main" id="{DC0C5505-46D9-4812-A4C9-0F19B4AD8223}"/>
                </a:ext>
              </a:extLst>
            </p:cNvPr>
            <p:cNvSpPr>
              <a:spLocks/>
            </p:cNvSpPr>
            <p:nvPr/>
          </p:nvSpPr>
          <p:spPr bwMode="auto">
            <a:xfrm>
              <a:off x="2130" y="3118"/>
              <a:ext cx="997" cy="2"/>
            </a:xfrm>
            <a:custGeom>
              <a:avLst/>
              <a:gdLst>
                <a:gd name="T0" fmla="*/ 997 w 997"/>
                <a:gd name="T1" fmla="*/ 0 h 2"/>
                <a:gd name="T2" fmla="*/ 0 w 997"/>
                <a:gd name="T3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997" h="2">
                  <a:moveTo>
                    <a:pt x="997" y="0"/>
                  </a:moveTo>
                  <a:lnTo>
                    <a:pt x="0" y="2"/>
                  </a:lnTo>
                </a:path>
              </a:pathLst>
            </a:custGeom>
            <a:noFill/>
            <a:ln w="571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9313" name="Freeform 49">
              <a:extLst>
                <a:ext uri="{FF2B5EF4-FFF2-40B4-BE49-F238E27FC236}">
                  <a16:creationId xmlns:a16="http://schemas.microsoft.com/office/drawing/2014/main" id="{7FCC54AF-C03E-4848-A6CB-1476E0BA1D96}"/>
                </a:ext>
              </a:extLst>
            </p:cNvPr>
            <p:cNvSpPr>
              <a:spLocks/>
            </p:cNvSpPr>
            <p:nvPr/>
          </p:nvSpPr>
          <p:spPr bwMode="auto">
            <a:xfrm>
              <a:off x="2167" y="3694"/>
              <a:ext cx="960" cy="7"/>
            </a:xfrm>
            <a:custGeom>
              <a:avLst/>
              <a:gdLst>
                <a:gd name="T0" fmla="*/ 960 w 960"/>
                <a:gd name="T1" fmla="*/ 0 h 7"/>
                <a:gd name="T2" fmla="*/ 0 w 960"/>
                <a:gd name="T3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960" h="7">
                  <a:moveTo>
                    <a:pt x="960" y="0"/>
                  </a:moveTo>
                  <a:lnTo>
                    <a:pt x="0" y="7"/>
                  </a:lnTo>
                </a:path>
              </a:pathLst>
            </a:custGeom>
            <a:noFill/>
            <a:ln w="571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9314" name="Oval 50">
              <a:extLst>
                <a:ext uri="{FF2B5EF4-FFF2-40B4-BE49-F238E27FC236}">
                  <a16:creationId xmlns:a16="http://schemas.microsoft.com/office/drawing/2014/main" id="{91E23DD4-8921-4FA7-9682-4E930FFD5B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88" y="2974"/>
              <a:ext cx="966" cy="912"/>
            </a:xfrm>
            <a:prstGeom prst="ellips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9315" name="Freeform 51">
              <a:extLst>
                <a:ext uri="{FF2B5EF4-FFF2-40B4-BE49-F238E27FC236}">
                  <a16:creationId xmlns:a16="http://schemas.microsoft.com/office/drawing/2014/main" id="{B869A195-0645-428F-AE1E-93C305289BA3}"/>
                </a:ext>
              </a:extLst>
            </p:cNvPr>
            <p:cNvSpPr>
              <a:spLocks/>
            </p:cNvSpPr>
            <p:nvPr/>
          </p:nvSpPr>
          <p:spPr bwMode="auto">
            <a:xfrm>
              <a:off x="1514" y="3163"/>
              <a:ext cx="245" cy="244"/>
            </a:xfrm>
            <a:custGeom>
              <a:avLst/>
              <a:gdLst>
                <a:gd name="T0" fmla="*/ 0 w 245"/>
                <a:gd name="T1" fmla="*/ 244 h 244"/>
                <a:gd name="T2" fmla="*/ 245 w 245"/>
                <a:gd name="T3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45" h="244">
                  <a:moveTo>
                    <a:pt x="0" y="244"/>
                  </a:moveTo>
                  <a:lnTo>
                    <a:pt x="245" y="0"/>
                  </a:lnTo>
                </a:path>
              </a:pathLst>
            </a:custGeom>
            <a:noFill/>
            <a:ln w="571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9316" name="Freeform 52">
              <a:extLst>
                <a:ext uri="{FF2B5EF4-FFF2-40B4-BE49-F238E27FC236}">
                  <a16:creationId xmlns:a16="http://schemas.microsoft.com/office/drawing/2014/main" id="{857C4F01-E851-4CC8-BE65-BC7149EF28AD}"/>
                </a:ext>
              </a:extLst>
            </p:cNvPr>
            <p:cNvSpPr>
              <a:spLocks/>
            </p:cNvSpPr>
            <p:nvPr/>
          </p:nvSpPr>
          <p:spPr bwMode="auto">
            <a:xfrm>
              <a:off x="1512" y="3403"/>
              <a:ext cx="247" cy="244"/>
            </a:xfrm>
            <a:custGeom>
              <a:avLst/>
              <a:gdLst>
                <a:gd name="T0" fmla="*/ 0 w 247"/>
                <a:gd name="T1" fmla="*/ 0 h 244"/>
                <a:gd name="T2" fmla="*/ 247 w 247"/>
                <a:gd name="T3" fmla="*/ 244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47" h="244">
                  <a:moveTo>
                    <a:pt x="0" y="0"/>
                  </a:moveTo>
                  <a:lnTo>
                    <a:pt x="247" y="244"/>
                  </a:lnTo>
                </a:path>
              </a:pathLst>
            </a:custGeom>
            <a:noFill/>
            <a:ln w="5715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9317" name="Freeform 53">
              <a:extLst>
                <a:ext uri="{FF2B5EF4-FFF2-40B4-BE49-F238E27FC236}">
                  <a16:creationId xmlns:a16="http://schemas.microsoft.com/office/drawing/2014/main" id="{189CB398-C01C-42EF-8F2B-AE144DCBC657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4" y="3396"/>
              <a:ext cx="252" cy="256"/>
            </a:xfrm>
            <a:custGeom>
              <a:avLst/>
              <a:gdLst>
                <a:gd name="T0" fmla="*/ 0 w 252"/>
                <a:gd name="T1" fmla="*/ 256 h 256"/>
                <a:gd name="T2" fmla="*/ 252 w 252"/>
                <a:gd name="T3" fmla="*/ 0 h 2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52" h="256">
                  <a:moveTo>
                    <a:pt x="0" y="256"/>
                  </a:moveTo>
                  <a:lnTo>
                    <a:pt x="252" y="0"/>
                  </a:lnTo>
                </a:path>
              </a:pathLst>
            </a:custGeom>
            <a:noFill/>
            <a:ln w="5715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9318" name="Freeform 54">
              <a:extLst>
                <a:ext uri="{FF2B5EF4-FFF2-40B4-BE49-F238E27FC236}">
                  <a16:creationId xmlns:a16="http://schemas.microsoft.com/office/drawing/2014/main" id="{2905596F-4040-4983-90FA-A8CBE009BB40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2" y="3156"/>
              <a:ext cx="254" cy="255"/>
            </a:xfrm>
            <a:custGeom>
              <a:avLst/>
              <a:gdLst>
                <a:gd name="T0" fmla="*/ 254 w 254"/>
                <a:gd name="T1" fmla="*/ 255 h 255"/>
                <a:gd name="T2" fmla="*/ 0 w 254"/>
                <a:gd name="T3" fmla="*/ 0 h 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54" h="255">
                  <a:moveTo>
                    <a:pt x="254" y="255"/>
                  </a:moveTo>
                  <a:lnTo>
                    <a:pt x="0" y="0"/>
                  </a:lnTo>
                </a:path>
              </a:pathLst>
            </a:custGeom>
            <a:noFill/>
            <a:ln w="571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9319" name="Freeform 55">
              <a:extLst>
                <a:ext uri="{FF2B5EF4-FFF2-40B4-BE49-F238E27FC236}">
                  <a16:creationId xmlns:a16="http://schemas.microsoft.com/office/drawing/2014/main" id="{8F4C931E-DD54-43B8-8604-71C8BE886611}"/>
                </a:ext>
              </a:extLst>
            </p:cNvPr>
            <p:cNvSpPr>
              <a:spLocks/>
            </p:cNvSpPr>
            <p:nvPr/>
          </p:nvSpPr>
          <p:spPr bwMode="auto">
            <a:xfrm>
              <a:off x="1236" y="3403"/>
              <a:ext cx="2298" cy="1"/>
            </a:xfrm>
            <a:custGeom>
              <a:avLst/>
              <a:gdLst>
                <a:gd name="T0" fmla="*/ 0 w 2298"/>
                <a:gd name="T1" fmla="*/ 0 h 1"/>
                <a:gd name="T2" fmla="*/ 2298 w 2298"/>
                <a:gd name="T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298" h="1">
                  <a:moveTo>
                    <a:pt x="0" y="0"/>
                  </a:moveTo>
                  <a:lnTo>
                    <a:pt x="2298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lgDash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9320" name="Arc 56">
              <a:extLst>
                <a:ext uri="{FF2B5EF4-FFF2-40B4-BE49-F238E27FC236}">
                  <a16:creationId xmlns:a16="http://schemas.microsoft.com/office/drawing/2014/main" id="{682AED1E-5998-40F6-A99E-3AA429448273}"/>
                </a:ext>
              </a:extLst>
            </p:cNvPr>
            <p:cNvSpPr>
              <a:spLocks/>
            </p:cNvSpPr>
            <p:nvPr/>
          </p:nvSpPr>
          <p:spPr bwMode="auto">
            <a:xfrm>
              <a:off x="3112" y="3118"/>
              <a:ext cx="304" cy="584"/>
            </a:xfrm>
            <a:custGeom>
              <a:avLst/>
              <a:gdLst>
                <a:gd name="G0" fmla="+- 321 0 0"/>
                <a:gd name="G1" fmla="+- 21600 0 0"/>
                <a:gd name="G2" fmla="+- 21600 0 0"/>
                <a:gd name="T0" fmla="*/ 321 w 21921"/>
                <a:gd name="T1" fmla="*/ 0 h 43200"/>
                <a:gd name="T2" fmla="*/ 0 w 21921"/>
                <a:gd name="T3" fmla="*/ 43198 h 43200"/>
                <a:gd name="T4" fmla="*/ 321 w 21921"/>
                <a:gd name="T5" fmla="*/ 21600 h 43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921" h="43200" fill="none" extrusionOk="0">
                  <a:moveTo>
                    <a:pt x="321" y="0"/>
                  </a:moveTo>
                  <a:cubicBezTo>
                    <a:pt x="12250" y="0"/>
                    <a:pt x="21921" y="9670"/>
                    <a:pt x="21921" y="21600"/>
                  </a:cubicBezTo>
                  <a:cubicBezTo>
                    <a:pt x="21921" y="33529"/>
                    <a:pt x="12250" y="43200"/>
                    <a:pt x="321" y="43200"/>
                  </a:cubicBezTo>
                  <a:cubicBezTo>
                    <a:pt x="213" y="43199"/>
                    <a:pt x="106" y="43199"/>
                    <a:pt x="0" y="43197"/>
                  </a:cubicBezTo>
                </a:path>
                <a:path w="21921" h="43200" stroke="0" extrusionOk="0">
                  <a:moveTo>
                    <a:pt x="321" y="0"/>
                  </a:moveTo>
                  <a:cubicBezTo>
                    <a:pt x="12250" y="0"/>
                    <a:pt x="21921" y="9670"/>
                    <a:pt x="21921" y="21600"/>
                  </a:cubicBezTo>
                  <a:cubicBezTo>
                    <a:pt x="21921" y="33529"/>
                    <a:pt x="12250" y="43200"/>
                    <a:pt x="321" y="43200"/>
                  </a:cubicBezTo>
                  <a:cubicBezTo>
                    <a:pt x="213" y="43199"/>
                    <a:pt x="106" y="43199"/>
                    <a:pt x="0" y="43197"/>
                  </a:cubicBezTo>
                  <a:lnTo>
                    <a:pt x="321" y="21600"/>
                  </a:lnTo>
                  <a:close/>
                </a:path>
              </a:pathLst>
            </a:custGeom>
            <a:noFill/>
            <a:ln w="571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9321" name="Line 57">
              <a:extLst>
                <a:ext uri="{FF2B5EF4-FFF2-40B4-BE49-F238E27FC236}">
                  <a16:creationId xmlns:a16="http://schemas.microsoft.com/office/drawing/2014/main" id="{88CE513E-A2D7-4773-9C01-52715FF1CDE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12" y="3022"/>
              <a:ext cx="0" cy="76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lgDash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9322" name="Freeform 58">
              <a:extLst>
                <a:ext uri="{FF2B5EF4-FFF2-40B4-BE49-F238E27FC236}">
                  <a16:creationId xmlns:a16="http://schemas.microsoft.com/office/drawing/2014/main" id="{B8FEAAE9-A2AD-42DF-B24B-7D2CDCE2B248}"/>
                </a:ext>
              </a:extLst>
            </p:cNvPr>
            <p:cNvSpPr>
              <a:spLocks/>
            </p:cNvSpPr>
            <p:nvPr/>
          </p:nvSpPr>
          <p:spPr bwMode="auto">
            <a:xfrm>
              <a:off x="1764" y="2832"/>
              <a:ext cx="1" cy="1140"/>
            </a:xfrm>
            <a:custGeom>
              <a:avLst/>
              <a:gdLst>
                <a:gd name="T0" fmla="*/ 0 w 1"/>
                <a:gd name="T1" fmla="*/ 1140 h 1140"/>
                <a:gd name="T2" fmla="*/ 0 w 1"/>
                <a:gd name="T3" fmla="*/ 0 h 11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1140">
                  <a:moveTo>
                    <a:pt x="0" y="1140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lgDashDot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39323" name="Freeform 59">
            <a:extLst>
              <a:ext uri="{FF2B5EF4-FFF2-40B4-BE49-F238E27FC236}">
                <a16:creationId xmlns:a16="http://schemas.microsoft.com/office/drawing/2014/main" id="{FA42D386-275C-4F52-AF57-723CE850853C}"/>
              </a:ext>
            </a:extLst>
          </p:cNvPr>
          <p:cNvSpPr>
            <a:spLocks/>
          </p:cNvSpPr>
          <p:nvPr/>
        </p:nvSpPr>
        <p:spPr bwMode="auto">
          <a:xfrm>
            <a:off x="4059238" y="4498975"/>
            <a:ext cx="14287" cy="1127125"/>
          </a:xfrm>
          <a:custGeom>
            <a:avLst/>
            <a:gdLst>
              <a:gd name="T0" fmla="*/ 0 w 9"/>
              <a:gd name="T1" fmla="*/ 0 h 710"/>
              <a:gd name="T2" fmla="*/ 9 w 9"/>
              <a:gd name="T3" fmla="*/ 710 h 710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9" h="710">
                <a:moveTo>
                  <a:pt x="0" y="0"/>
                </a:moveTo>
                <a:lnTo>
                  <a:pt x="9" y="710"/>
                </a:lnTo>
              </a:path>
            </a:pathLst>
          </a:custGeom>
          <a:noFill/>
          <a:ln w="19050" cap="flat" cmpd="sng">
            <a:solidFill>
              <a:srgbClr val="FF0000"/>
            </a:solidFill>
            <a:prstDash val="lgDashDot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39335" name="Group 71">
            <a:extLst>
              <a:ext uri="{FF2B5EF4-FFF2-40B4-BE49-F238E27FC236}">
                <a16:creationId xmlns:a16="http://schemas.microsoft.com/office/drawing/2014/main" id="{62A058E7-A3B3-4DEC-B084-31284BE6639C}"/>
              </a:ext>
            </a:extLst>
          </p:cNvPr>
          <p:cNvGrpSpPr>
            <a:grpSpLocks/>
          </p:cNvGrpSpPr>
          <p:nvPr/>
        </p:nvGrpSpPr>
        <p:grpSpPr bwMode="auto">
          <a:xfrm>
            <a:off x="3867150" y="4605338"/>
            <a:ext cx="392113" cy="927100"/>
            <a:chOff x="2436" y="2901"/>
            <a:chExt cx="247" cy="584"/>
          </a:xfrm>
        </p:grpSpPr>
        <p:sp>
          <p:nvSpPr>
            <p:cNvPr id="139325" name="Freeform 61">
              <a:extLst>
                <a:ext uri="{FF2B5EF4-FFF2-40B4-BE49-F238E27FC236}">
                  <a16:creationId xmlns:a16="http://schemas.microsoft.com/office/drawing/2014/main" id="{093ECDB2-C4C5-4956-AEB3-A42618CA248D}"/>
                </a:ext>
              </a:extLst>
            </p:cNvPr>
            <p:cNvSpPr>
              <a:spLocks/>
            </p:cNvSpPr>
            <p:nvPr/>
          </p:nvSpPr>
          <p:spPr bwMode="auto">
            <a:xfrm>
              <a:off x="2443" y="2911"/>
              <a:ext cx="160" cy="160"/>
            </a:xfrm>
            <a:custGeom>
              <a:avLst/>
              <a:gdLst>
                <a:gd name="T0" fmla="*/ 0 w 160"/>
                <a:gd name="T1" fmla="*/ 160 h 160"/>
                <a:gd name="T2" fmla="*/ 160 w 160"/>
                <a:gd name="T3" fmla="*/ 0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60" h="160">
                  <a:moveTo>
                    <a:pt x="0" y="160"/>
                  </a:moveTo>
                  <a:lnTo>
                    <a:pt x="160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9326" name="Freeform 62">
              <a:extLst>
                <a:ext uri="{FF2B5EF4-FFF2-40B4-BE49-F238E27FC236}">
                  <a16:creationId xmlns:a16="http://schemas.microsoft.com/office/drawing/2014/main" id="{452CD1BC-0130-4946-98C7-FAF3A5A3CA59}"/>
                </a:ext>
              </a:extLst>
            </p:cNvPr>
            <p:cNvSpPr>
              <a:spLocks/>
            </p:cNvSpPr>
            <p:nvPr/>
          </p:nvSpPr>
          <p:spPr bwMode="auto">
            <a:xfrm>
              <a:off x="2443" y="2955"/>
              <a:ext cx="218" cy="218"/>
            </a:xfrm>
            <a:custGeom>
              <a:avLst/>
              <a:gdLst>
                <a:gd name="T0" fmla="*/ 0 w 218"/>
                <a:gd name="T1" fmla="*/ 218 h 218"/>
                <a:gd name="T2" fmla="*/ 218 w 218"/>
                <a:gd name="T3" fmla="*/ 0 h 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18" h="218">
                  <a:moveTo>
                    <a:pt x="0" y="218"/>
                  </a:moveTo>
                  <a:lnTo>
                    <a:pt x="218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9327" name="Line 63">
              <a:extLst>
                <a:ext uri="{FF2B5EF4-FFF2-40B4-BE49-F238E27FC236}">
                  <a16:creationId xmlns:a16="http://schemas.microsoft.com/office/drawing/2014/main" id="{67EC372E-8816-46F5-9B5E-D3E8F88D6F2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440" y="3027"/>
              <a:ext cx="240" cy="24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9328" name="Line 64">
              <a:extLst>
                <a:ext uri="{FF2B5EF4-FFF2-40B4-BE49-F238E27FC236}">
                  <a16:creationId xmlns:a16="http://schemas.microsoft.com/office/drawing/2014/main" id="{FA6E3949-991E-4126-99A9-DC2A8DD7369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440" y="3123"/>
              <a:ext cx="240" cy="24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9329" name="Freeform 65">
              <a:extLst>
                <a:ext uri="{FF2B5EF4-FFF2-40B4-BE49-F238E27FC236}">
                  <a16:creationId xmlns:a16="http://schemas.microsoft.com/office/drawing/2014/main" id="{92854F0E-4378-48FE-8FFE-387BA0C82B1D}"/>
                </a:ext>
              </a:extLst>
            </p:cNvPr>
            <p:cNvSpPr>
              <a:spLocks/>
            </p:cNvSpPr>
            <p:nvPr/>
          </p:nvSpPr>
          <p:spPr bwMode="auto">
            <a:xfrm>
              <a:off x="2472" y="3219"/>
              <a:ext cx="208" cy="208"/>
            </a:xfrm>
            <a:custGeom>
              <a:avLst/>
              <a:gdLst>
                <a:gd name="T0" fmla="*/ 0 w 208"/>
                <a:gd name="T1" fmla="*/ 208 h 208"/>
                <a:gd name="T2" fmla="*/ 208 w 208"/>
                <a:gd name="T3" fmla="*/ 0 h 2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08" h="208">
                  <a:moveTo>
                    <a:pt x="0" y="208"/>
                  </a:moveTo>
                  <a:lnTo>
                    <a:pt x="208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9330" name="Freeform 66">
              <a:extLst>
                <a:ext uri="{FF2B5EF4-FFF2-40B4-BE49-F238E27FC236}">
                  <a16:creationId xmlns:a16="http://schemas.microsoft.com/office/drawing/2014/main" id="{F7553F44-DC5F-4E57-ACBB-8E5FAFB3785D}"/>
                </a:ext>
              </a:extLst>
            </p:cNvPr>
            <p:cNvSpPr>
              <a:spLocks/>
            </p:cNvSpPr>
            <p:nvPr/>
          </p:nvSpPr>
          <p:spPr bwMode="auto">
            <a:xfrm>
              <a:off x="2523" y="3318"/>
              <a:ext cx="160" cy="160"/>
            </a:xfrm>
            <a:custGeom>
              <a:avLst/>
              <a:gdLst>
                <a:gd name="T0" fmla="*/ 0 w 160"/>
                <a:gd name="T1" fmla="*/ 160 h 160"/>
                <a:gd name="T2" fmla="*/ 160 w 160"/>
                <a:gd name="T3" fmla="*/ 0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60" h="160">
                  <a:moveTo>
                    <a:pt x="0" y="160"/>
                  </a:moveTo>
                  <a:lnTo>
                    <a:pt x="160" y="0"/>
                  </a:lnTo>
                </a:path>
              </a:pathLst>
            </a:custGeom>
            <a:noFill/>
            <a:ln w="19050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9331" name="Freeform 67">
              <a:extLst>
                <a:ext uri="{FF2B5EF4-FFF2-40B4-BE49-F238E27FC236}">
                  <a16:creationId xmlns:a16="http://schemas.microsoft.com/office/drawing/2014/main" id="{EFABBEA6-6D36-4999-B39D-689332DF6106}"/>
                </a:ext>
              </a:extLst>
            </p:cNvPr>
            <p:cNvSpPr>
              <a:spLocks/>
            </p:cNvSpPr>
            <p:nvPr/>
          </p:nvSpPr>
          <p:spPr bwMode="auto">
            <a:xfrm>
              <a:off x="2436" y="3014"/>
              <a:ext cx="4" cy="358"/>
            </a:xfrm>
            <a:custGeom>
              <a:avLst/>
              <a:gdLst>
                <a:gd name="T0" fmla="*/ 4 w 4"/>
                <a:gd name="T1" fmla="*/ 0 h 358"/>
                <a:gd name="T2" fmla="*/ 0 w 4"/>
                <a:gd name="T3" fmla="*/ 358 h 3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4" h="358">
                  <a:moveTo>
                    <a:pt x="4" y="0"/>
                  </a:moveTo>
                  <a:lnTo>
                    <a:pt x="0" y="358"/>
                  </a:lnTo>
                </a:path>
              </a:pathLst>
            </a:custGeom>
            <a:noFill/>
            <a:ln w="19050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9332" name="Freeform 68">
              <a:extLst>
                <a:ext uri="{FF2B5EF4-FFF2-40B4-BE49-F238E27FC236}">
                  <a16:creationId xmlns:a16="http://schemas.microsoft.com/office/drawing/2014/main" id="{C5C4F6EE-5E11-4669-98B2-69BDD55E38CA}"/>
                </a:ext>
              </a:extLst>
            </p:cNvPr>
            <p:cNvSpPr>
              <a:spLocks/>
            </p:cNvSpPr>
            <p:nvPr/>
          </p:nvSpPr>
          <p:spPr bwMode="auto">
            <a:xfrm>
              <a:off x="2682" y="3012"/>
              <a:ext cx="1" cy="372"/>
            </a:xfrm>
            <a:custGeom>
              <a:avLst/>
              <a:gdLst>
                <a:gd name="T0" fmla="*/ 0 w 1"/>
                <a:gd name="T1" fmla="*/ 0 h 372"/>
                <a:gd name="T2" fmla="*/ 0 w 1"/>
                <a:gd name="T3" fmla="*/ 372 h 3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372">
                  <a:moveTo>
                    <a:pt x="0" y="0"/>
                  </a:moveTo>
                  <a:lnTo>
                    <a:pt x="0" y="372"/>
                  </a:lnTo>
                </a:path>
              </a:pathLst>
            </a:custGeom>
            <a:noFill/>
            <a:ln w="19050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9333" name="Arc 69">
              <a:extLst>
                <a:ext uri="{FF2B5EF4-FFF2-40B4-BE49-F238E27FC236}">
                  <a16:creationId xmlns:a16="http://schemas.microsoft.com/office/drawing/2014/main" id="{DF8DE6F1-F02D-44EF-9F65-D0E7906C9020}"/>
                </a:ext>
              </a:extLst>
            </p:cNvPr>
            <p:cNvSpPr>
              <a:spLocks/>
            </p:cNvSpPr>
            <p:nvPr/>
          </p:nvSpPr>
          <p:spPr bwMode="auto">
            <a:xfrm>
              <a:off x="2441" y="2901"/>
              <a:ext cx="240" cy="120"/>
            </a:xfrm>
            <a:custGeom>
              <a:avLst/>
              <a:gdLst>
                <a:gd name="G0" fmla="+- 21584 0 0"/>
                <a:gd name="G1" fmla="+- 21600 0 0"/>
                <a:gd name="G2" fmla="+- 21600 0 0"/>
                <a:gd name="T0" fmla="*/ 0 w 43184"/>
                <a:gd name="T1" fmla="*/ 20770 h 21600"/>
                <a:gd name="T2" fmla="*/ 43184 w 43184"/>
                <a:gd name="T3" fmla="*/ 21600 h 21600"/>
                <a:gd name="T4" fmla="*/ 21584 w 43184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3184" h="21600" fill="none" extrusionOk="0">
                  <a:moveTo>
                    <a:pt x="-1" y="20769"/>
                  </a:moveTo>
                  <a:cubicBezTo>
                    <a:pt x="445" y="9172"/>
                    <a:pt x="9977" y="0"/>
                    <a:pt x="21584" y="0"/>
                  </a:cubicBezTo>
                  <a:cubicBezTo>
                    <a:pt x="33513" y="0"/>
                    <a:pt x="43184" y="9670"/>
                    <a:pt x="43184" y="21600"/>
                  </a:cubicBezTo>
                </a:path>
                <a:path w="43184" h="21600" stroke="0" extrusionOk="0">
                  <a:moveTo>
                    <a:pt x="-1" y="20769"/>
                  </a:moveTo>
                  <a:cubicBezTo>
                    <a:pt x="445" y="9172"/>
                    <a:pt x="9977" y="0"/>
                    <a:pt x="21584" y="0"/>
                  </a:cubicBezTo>
                  <a:cubicBezTo>
                    <a:pt x="33513" y="0"/>
                    <a:pt x="43184" y="9670"/>
                    <a:pt x="43184" y="21600"/>
                  </a:cubicBezTo>
                  <a:lnTo>
                    <a:pt x="21584" y="21600"/>
                  </a:lnTo>
                  <a:close/>
                </a:path>
              </a:pathLst>
            </a:custGeom>
            <a:noFill/>
            <a:ln w="1905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9334" name="Arc 70">
              <a:extLst>
                <a:ext uri="{FF2B5EF4-FFF2-40B4-BE49-F238E27FC236}">
                  <a16:creationId xmlns:a16="http://schemas.microsoft.com/office/drawing/2014/main" id="{D997F4A6-C39B-4EA0-A805-69470FE5433B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2441" y="3365"/>
              <a:ext cx="240" cy="120"/>
            </a:xfrm>
            <a:custGeom>
              <a:avLst/>
              <a:gdLst>
                <a:gd name="G0" fmla="+- 21584 0 0"/>
                <a:gd name="G1" fmla="+- 21600 0 0"/>
                <a:gd name="G2" fmla="+- 21600 0 0"/>
                <a:gd name="T0" fmla="*/ 0 w 43184"/>
                <a:gd name="T1" fmla="*/ 20770 h 21600"/>
                <a:gd name="T2" fmla="*/ 43184 w 43184"/>
                <a:gd name="T3" fmla="*/ 21600 h 21600"/>
                <a:gd name="T4" fmla="*/ 21584 w 43184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3184" h="21600" fill="none" extrusionOk="0">
                  <a:moveTo>
                    <a:pt x="-1" y="20769"/>
                  </a:moveTo>
                  <a:cubicBezTo>
                    <a:pt x="445" y="9172"/>
                    <a:pt x="9977" y="0"/>
                    <a:pt x="21584" y="0"/>
                  </a:cubicBezTo>
                  <a:cubicBezTo>
                    <a:pt x="33513" y="0"/>
                    <a:pt x="43184" y="9670"/>
                    <a:pt x="43184" y="21600"/>
                  </a:cubicBezTo>
                </a:path>
                <a:path w="43184" h="21600" stroke="0" extrusionOk="0">
                  <a:moveTo>
                    <a:pt x="-1" y="20769"/>
                  </a:moveTo>
                  <a:cubicBezTo>
                    <a:pt x="445" y="9172"/>
                    <a:pt x="9977" y="0"/>
                    <a:pt x="21584" y="0"/>
                  </a:cubicBezTo>
                  <a:cubicBezTo>
                    <a:pt x="33513" y="0"/>
                    <a:pt x="43184" y="9670"/>
                    <a:pt x="43184" y="21600"/>
                  </a:cubicBezTo>
                  <a:lnTo>
                    <a:pt x="21584" y="21600"/>
                  </a:lnTo>
                  <a:close/>
                </a:path>
              </a:pathLst>
            </a:custGeom>
            <a:noFill/>
            <a:ln w="1905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 spd="med">
    <p:cover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392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139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392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392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392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392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392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393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393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139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1" dur="500"/>
                                        <p:tgtEl>
                                          <p:spTgt spid="1393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9286" grpId="0" autoUpdateAnimBg="0"/>
      <p:bldP spid="139287" grpId="0" autoUpdateAnimBg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1661" name="Group 349">
            <a:extLst>
              <a:ext uri="{FF2B5EF4-FFF2-40B4-BE49-F238E27FC236}">
                <a16:creationId xmlns:a16="http://schemas.microsoft.com/office/drawing/2014/main" id="{C4D29CA5-5231-46F2-874B-BAF42A165FB9}"/>
              </a:ext>
            </a:extLst>
          </p:cNvPr>
          <p:cNvGrpSpPr>
            <a:grpSpLocks/>
          </p:cNvGrpSpPr>
          <p:nvPr/>
        </p:nvGrpSpPr>
        <p:grpSpPr bwMode="auto">
          <a:xfrm>
            <a:off x="4186238" y="1466850"/>
            <a:ext cx="4418012" cy="2654300"/>
            <a:chOff x="2637" y="924"/>
            <a:chExt cx="2783" cy="1672"/>
          </a:xfrm>
        </p:grpSpPr>
        <p:sp>
          <p:nvSpPr>
            <p:cNvPr id="141316" name="Text Box 4">
              <a:extLst>
                <a:ext uri="{FF2B5EF4-FFF2-40B4-BE49-F238E27FC236}">
                  <a16:creationId xmlns:a16="http://schemas.microsoft.com/office/drawing/2014/main" id="{62AF5B96-A15F-4474-BB26-A36A3E961A5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37" y="1193"/>
              <a:ext cx="2783" cy="140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l" eaLnBrk="1" hangingPunct="1"/>
              <a:r>
                <a:rPr lang="en-US" altLang="zh-CN" sz="2800">
                  <a:latin typeface="宋体" panose="02010600030101010101" pitchFamily="2" charset="-122"/>
                </a:rPr>
                <a:t>    </a:t>
              </a:r>
              <a:r>
                <a:rPr lang="zh-CN" altLang="en-US" sz="2800"/>
                <a:t>对于机件的肋板，如果平行于肋板平面剖切，肋板不画剖面符号，而用粗实线将它与其邻接部分分开。</a:t>
              </a:r>
            </a:p>
          </p:txBody>
        </p:sp>
        <p:sp>
          <p:nvSpPr>
            <p:cNvPr id="141317" name="Text Box 5">
              <a:extLst>
                <a:ext uri="{FF2B5EF4-FFF2-40B4-BE49-F238E27FC236}">
                  <a16:creationId xmlns:a16="http://schemas.microsoft.com/office/drawing/2014/main" id="{7903321E-744B-4E32-8563-0000A229F04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82" y="924"/>
              <a:ext cx="791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zh-CN" altLang="en-US" sz="2800">
                  <a:solidFill>
                    <a:srgbClr val="FF0000"/>
                  </a:solidFill>
                </a:rPr>
                <a:t>规则：</a:t>
              </a:r>
            </a:p>
          </p:txBody>
        </p:sp>
      </p:grpSp>
      <p:sp>
        <p:nvSpPr>
          <p:cNvPr id="141314" name="Text Box 2">
            <a:extLst>
              <a:ext uri="{FF2B5EF4-FFF2-40B4-BE49-F238E27FC236}">
                <a16:creationId xmlns:a16="http://schemas.microsoft.com/office/drawing/2014/main" id="{A5E07CAA-8F8A-44B4-9125-190AC94941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7050" y="647700"/>
            <a:ext cx="46863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en-US" altLang="zh-CN" sz="3200">
                <a:latin typeface="黑体" panose="02010609060101010101" pitchFamily="49" charset="-122"/>
                <a:ea typeface="黑体" panose="02010609060101010101" pitchFamily="49" charset="-122"/>
              </a:rPr>
              <a:t>1.</a:t>
            </a:r>
            <a:r>
              <a:rPr lang="zh-CN" altLang="en-US" sz="3200">
                <a:latin typeface="黑体" panose="02010609060101010101" pitchFamily="49" charset="-122"/>
                <a:ea typeface="黑体" panose="02010609060101010101" pitchFamily="49" charset="-122"/>
              </a:rPr>
              <a:t>肋板剖切的画法</a:t>
            </a:r>
            <a:endParaRPr lang="zh-CN" altLang="en-US" sz="3200" b="0"/>
          </a:p>
        </p:txBody>
      </p:sp>
      <p:grpSp>
        <p:nvGrpSpPr>
          <p:cNvPr id="141654" name="Group 342">
            <a:extLst>
              <a:ext uri="{FF2B5EF4-FFF2-40B4-BE49-F238E27FC236}">
                <a16:creationId xmlns:a16="http://schemas.microsoft.com/office/drawing/2014/main" id="{422F2618-BB19-4E5E-BA2C-EE74ED43EB26}"/>
              </a:ext>
            </a:extLst>
          </p:cNvPr>
          <p:cNvGrpSpPr>
            <a:grpSpLocks/>
          </p:cNvGrpSpPr>
          <p:nvPr/>
        </p:nvGrpSpPr>
        <p:grpSpPr bwMode="auto">
          <a:xfrm>
            <a:off x="1852613" y="1090613"/>
            <a:ext cx="663575" cy="3448050"/>
            <a:chOff x="1167" y="687"/>
            <a:chExt cx="418" cy="2172"/>
          </a:xfrm>
        </p:grpSpPr>
        <p:sp>
          <p:nvSpPr>
            <p:cNvPr id="141319" name="Line 7">
              <a:extLst>
                <a:ext uri="{FF2B5EF4-FFF2-40B4-BE49-F238E27FC236}">
                  <a16:creationId xmlns:a16="http://schemas.microsoft.com/office/drawing/2014/main" id="{AEC871A3-B286-4C36-9D21-1B7486F014E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403" y="839"/>
              <a:ext cx="0" cy="8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1320" name="Line 8">
              <a:extLst>
                <a:ext uri="{FF2B5EF4-FFF2-40B4-BE49-F238E27FC236}">
                  <a16:creationId xmlns:a16="http://schemas.microsoft.com/office/drawing/2014/main" id="{872A93E3-E9E4-4A15-B0E4-5085B2D00BC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03" y="831"/>
              <a:ext cx="18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1321" name="Text Box 9">
              <a:extLst>
                <a:ext uri="{FF2B5EF4-FFF2-40B4-BE49-F238E27FC236}">
                  <a16:creationId xmlns:a16="http://schemas.microsoft.com/office/drawing/2014/main" id="{C61C5DAF-399D-47DD-B16C-BC756B4D4BD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00" y="687"/>
              <a:ext cx="21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i="1">
                  <a:latin typeface="宋体" panose="02010600030101010101" pitchFamily="2" charset="-122"/>
                </a:rPr>
                <a:t>B</a:t>
              </a:r>
              <a:endParaRPr lang="en-US" altLang="zh-CN"/>
            </a:p>
          </p:txBody>
        </p:sp>
        <p:sp>
          <p:nvSpPr>
            <p:cNvPr id="141322" name="Line 10">
              <a:extLst>
                <a:ext uri="{FF2B5EF4-FFF2-40B4-BE49-F238E27FC236}">
                  <a16:creationId xmlns:a16="http://schemas.microsoft.com/office/drawing/2014/main" id="{08770950-C03C-4F07-804F-8FBE08A9646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03" y="2640"/>
              <a:ext cx="0" cy="109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1323" name="Line 11">
              <a:extLst>
                <a:ext uri="{FF2B5EF4-FFF2-40B4-BE49-F238E27FC236}">
                  <a16:creationId xmlns:a16="http://schemas.microsoft.com/office/drawing/2014/main" id="{2E6276A3-EC12-4079-8402-6C1045BA0C2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03" y="2743"/>
              <a:ext cx="17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1324" name="Text Box 12">
              <a:extLst>
                <a:ext uri="{FF2B5EF4-FFF2-40B4-BE49-F238E27FC236}">
                  <a16:creationId xmlns:a16="http://schemas.microsoft.com/office/drawing/2014/main" id="{1289A0B7-6615-4565-88CA-3CE6C06F060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67" y="2571"/>
              <a:ext cx="31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i="1">
                  <a:latin typeface="宋体" panose="02010600030101010101" pitchFamily="2" charset="-122"/>
                </a:rPr>
                <a:t>B </a:t>
              </a:r>
            </a:p>
          </p:txBody>
        </p:sp>
      </p:grpSp>
      <p:grpSp>
        <p:nvGrpSpPr>
          <p:cNvPr id="141656" name="Group 344">
            <a:extLst>
              <a:ext uri="{FF2B5EF4-FFF2-40B4-BE49-F238E27FC236}">
                <a16:creationId xmlns:a16="http://schemas.microsoft.com/office/drawing/2014/main" id="{DF90346B-85BF-45B0-B790-E3D972B10580}"/>
              </a:ext>
            </a:extLst>
          </p:cNvPr>
          <p:cNvGrpSpPr>
            <a:grpSpLocks/>
          </p:cNvGrpSpPr>
          <p:nvPr/>
        </p:nvGrpSpPr>
        <p:grpSpPr bwMode="auto">
          <a:xfrm>
            <a:off x="619125" y="1501775"/>
            <a:ext cx="3249613" cy="4714875"/>
            <a:chOff x="390" y="946"/>
            <a:chExt cx="2047" cy="2970"/>
          </a:xfrm>
        </p:grpSpPr>
        <p:sp>
          <p:nvSpPr>
            <p:cNvPr id="141495" name="Line 183">
              <a:extLst>
                <a:ext uri="{FF2B5EF4-FFF2-40B4-BE49-F238E27FC236}">
                  <a16:creationId xmlns:a16="http://schemas.microsoft.com/office/drawing/2014/main" id="{0891AD12-4D2E-4891-8D9A-FC63AE71418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06" y="946"/>
              <a:ext cx="0" cy="1715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lgDash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1496" name="Text Box 184">
              <a:extLst>
                <a:ext uri="{FF2B5EF4-FFF2-40B4-BE49-F238E27FC236}">
                  <a16:creationId xmlns:a16="http://schemas.microsoft.com/office/drawing/2014/main" id="{70746E1A-E112-4523-B38F-65C02EB2EE7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87" y="2788"/>
              <a:ext cx="83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eaLnBrk="1" hangingPunct="1"/>
              <a:r>
                <a:rPr lang="en-US" altLang="zh-CN" i="1"/>
                <a:t>A</a:t>
              </a:r>
              <a:r>
                <a:rPr lang="zh-CN" altLang="en-US" i="1"/>
                <a:t>－</a:t>
              </a:r>
              <a:r>
                <a:rPr lang="en-US" altLang="zh-CN" i="1"/>
                <a:t>A</a:t>
              </a:r>
            </a:p>
          </p:txBody>
        </p:sp>
        <p:grpSp>
          <p:nvGrpSpPr>
            <p:cNvPr id="141655" name="Group 343">
              <a:extLst>
                <a:ext uri="{FF2B5EF4-FFF2-40B4-BE49-F238E27FC236}">
                  <a16:creationId xmlns:a16="http://schemas.microsoft.com/office/drawing/2014/main" id="{6FFA317C-8CB7-4365-9D21-E40EEF3936C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0" y="1002"/>
              <a:ext cx="2047" cy="1617"/>
              <a:chOff x="390" y="1002"/>
              <a:chExt cx="2047" cy="1617"/>
            </a:xfrm>
          </p:grpSpPr>
          <p:sp>
            <p:nvSpPr>
              <p:cNvPr id="141498" name="Line 186">
                <a:extLst>
                  <a:ext uri="{FF2B5EF4-FFF2-40B4-BE49-F238E27FC236}">
                    <a16:creationId xmlns:a16="http://schemas.microsoft.com/office/drawing/2014/main" id="{42E92FA1-9A9E-4A9B-AF53-52F861DB297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73" y="1905"/>
                <a:ext cx="99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41499" name="Line 187">
                <a:extLst>
                  <a:ext uri="{FF2B5EF4-FFF2-40B4-BE49-F238E27FC236}">
                    <a16:creationId xmlns:a16="http://schemas.microsoft.com/office/drawing/2014/main" id="{E7B7A1CB-EAF3-421E-8649-F75628AA37E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40" y="1905"/>
                <a:ext cx="79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41500" name="Text Box 188">
                <a:extLst>
                  <a:ext uri="{FF2B5EF4-FFF2-40B4-BE49-F238E27FC236}">
                    <a16:creationId xmlns:a16="http://schemas.microsoft.com/office/drawing/2014/main" id="{8221FBAE-C277-485B-98A7-C89F25E2A13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0" y="1728"/>
                <a:ext cx="214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eaLnBrk="1" hangingPunct="1"/>
                <a:r>
                  <a:rPr lang="en-US" altLang="zh-CN" i="1">
                    <a:latin typeface="宋体" panose="02010600030101010101" pitchFamily="2" charset="-122"/>
                  </a:rPr>
                  <a:t>A</a:t>
                </a:r>
                <a:endParaRPr lang="en-US" altLang="zh-CN" i="1"/>
              </a:p>
            </p:txBody>
          </p:sp>
          <p:sp>
            <p:nvSpPr>
              <p:cNvPr id="141501" name="Text Box 189">
                <a:extLst>
                  <a:ext uri="{FF2B5EF4-FFF2-40B4-BE49-F238E27FC236}">
                    <a16:creationId xmlns:a16="http://schemas.microsoft.com/office/drawing/2014/main" id="{1465CD8F-AB18-488A-9FD7-CDEA61545FE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45" y="1739"/>
                <a:ext cx="29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pPr eaLnBrk="1" hangingPunct="1"/>
                <a:r>
                  <a:rPr lang="en-US" altLang="zh-CN" i="1"/>
                  <a:t> </a:t>
                </a:r>
                <a:r>
                  <a:rPr lang="en-US" altLang="zh-CN" i="1">
                    <a:latin typeface="宋体" panose="02010600030101010101" pitchFamily="2" charset="-122"/>
                  </a:rPr>
                  <a:t>A</a:t>
                </a:r>
                <a:endParaRPr lang="en-US" altLang="zh-CN" i="1"/>
              </a:p>
            </p:txBody>
          </p:sp>
          <p:sp>
            <p:nvSpPr>
              <p:cNvPr id="141502" name="Line 190">
                <a:extLst>
                  <a:ext uri="{FF2B5EF4-FFF2-40B4-BE49-F238E27FC236}">
                    <a16:creationId xmlns:a16="http://schemas.microsoft.com/office/drawing/2014/main" id="{1248BFD4-BA0B-41AD-A700-8EBEB749883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79" y="2348"/>
                <a:ext cx="1" cy="271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prstDash val="lgDash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41503" name="Line 191">
                <a:extLst>
                  <a:ext uri="{FF2B5EF4-FFF2-40B4-BE49-F238E27FC236}">
                    <a16:creationId xmlns:a16="http://schemas.microsoft.com/office/drawing/2014/main" id="{C159BB0D-093E-41B2-9530-CB40EA46B35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58" y="2375"/>
                <a:ext cx="0" cy="74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41504" name="Line 192">
                <a:extLst>
                  <a:ext uri="{FF2B5EF4-FFF2-40B4-BE49-F238E27FC236}">
                    <a16:creationId xmlns:a16="http://schemas.microsoft.com/office/drawing/2014/main" id="{4936A1F1-4584-4CC0-8A74-C1D8D62570A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66" y="2366"/>
                <a:ext cx="51" cy="51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41505" name="Line 193">
                <a:extLst>
                  <a:ext uri="{FF2B5EF4-FFF2-40B4-BE49-F238E27FC236}">
                    <a16:creationId xmlns:a16="http://schemas.microsoft.com/office/drawing/2014/main" id="{328DBCBF-0631-4D09-A36F-56DA5FA65FB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03" y="1409"/>
                <a:ext cx="1184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prstDash val="lgDash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41506" name="AutoShape 194">
                <a:extLst>
                  <a:ext uri="{FF2B5EF4-FFF2-40B4-BE49-F238E27FC236}">
                    <a16:creationId xmlns:a16="http://schemas.microsoft.com/office/drawing/2014/main" id="{D5743E98-E7B8-4154-9451-7CC3A7B85A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75" y="1002"/>
                <a:ext cx="864" cy="813"/>
              </a:xfrm>
              <a:custGeom>
                <a:avLst/>
                <a:gdLst>
                  <a:gd name="G0" fmla="+- 4034 0 0"/>
                  <a:gd name="G1" fmla="+- 21600 0 4034"/>
                  <a:gd name="G2" fmla="+- 21600 0 4034"/>
                  <a:gd name="G3" fmla="*/ G0 2929 10000"/>
                  <a:gd name="G4" fmla="+- 21600 0 G3"/>
                  <a:gd name="G5" fmla="+- 21600 0 G3"/>
                  <a:gd name="T0" fmla="*/ 10800 w 21600"/>
                  <a:gd name="T1" fmla="*/ 0 h 21600"/>
                  <a:gd name="T2" fmla="*/ 3163 w 21600"/>
                  <a:gd name="T3" fmla="*/ 3163 h 21600"/>
                  <a:gd name="T4" fmla="*/ 0 w 21600"/>
                  <a:gd name="T5" fmla="*/ 10800 h 21600"/>
                  <a:gd name="T6" fmla="*/ 3163 w 21600"/>
                  <a:gd name="T7" fmla="*/ 18437 h 21600"/>
                  <a:gd name="T8" fmla="*/ 10800 w 21600"/>
                  <a:gd name="T9" fmla="*/ 21600 h 21600"/>
                  <a:gd name="T10" fmla="*/ 18437 w 21600"/>
                  <a:gd name="T11" fmla="*/ 18437 h 21600"/>
                  <a:gd name="T12" fmla="*/ 21600 w 21600"/>
                  <a:gd name="T13" fmla="*/ 10800 h 21600"/>
                  <a:gd name="T14" fmla="*/ 18437 w 21600"/>
                  <a:gd name="T15" fmla="*/ 3163 h 21600"/>
                  <a:gd name="T16" fmla="*/ 3163 w 21600"/>
                  <a:gd name="T17" fmla="*/ 3163 h 21600"/>
                  <a:gd name="T18" fmla="*/ 18437 w 21600"/>
                  <a:gd name="T19" fmla="*/ 18437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T16" t="T17" r="T18" b="T19"/>
                <a:pathLst>
                  <a:path w="21600" h="21600">
                    <a:moveTo>
                      <a:pt x="0" y="10800"/>
                    </a:move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ubicBezTo>
                      <a:pt x="4835" y="21600"/>
                      <a:pt x="0" y="16765"/>
                      <a:pt x="0" y="10800"/>
                    </a:cubicBezTo>
                    <a:close/>
                    <a:moveTo>
                      <a:pt x="4034" y="10800"/>
                    </a:moveTo>
                    <a:cubicBezTo>
                      <a:pt x="4034" y="14537"/>
                      <a:pt x="7063" y="17566"/>
                      <a:pt x="10800" y="17566"/>
                    </a:cubicBezTo>
                    <a:cubicBezTo>
                      <a:pt x="14537" y="17566"/>
                      <a:pt x="17566" y="14537"/>
                      <a:pt x="17566" y="10800"/>
                    </a:cubicBezTo>
                    <a:cubicBezTo>
                      <a:pt x="17566" y="7063"/>
                      <a:pt x="14537" y="4034"/>
                      <a:pt x="10800" y="4034"/>
                    </a:cubicBezTo>
                    <a:cubicBezTo>
                      <a:pt x="7063" y="4034"/>
                      <a:pt x="4034" y="7063"/>
                      <a:pt x="4034" y="10800"/>
                    </a:cubicBezTo>
                    <a:close/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41507" name="Rectangle 195">
                <a:extLst>
                  <a:ext uri="{FF2B5EF4-FFF2-40B4-BE49-F238E27FC236}">
                    <a16:creationId xmlns:a16="http://schemas.microsoft.com/office/drawing/2014/main" id="{067D3392-385B-4E0F-8FBF-11060C76E6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0" y="2375"/>
                <a:ext cx="1752" cy="217"/>
              </a:xfrm>
              <a:prstGeom prst="rect">
                <a:avLst/>
              </a:prstGeom>
              <a:noFill/>
              <a:ln w="38100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41508" name="Line 196">
                <a:extLst>
                  <a:ext uri="{FF2B5EF4-FFF2-40B4-BE49-F238E27FC236}">
                    <a16:creationId xmlns:a16="http://schemas.microsoft.com/office/drawing/2014/main" id="{DA4546CC-AAAF-46EF-91FC-FDD0D2AAC7F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30" y="1297"/>
                <a:ext cx="455" cy="1078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41509" name="Line 197">
                <a:extLst>
                  <a:ext uri="{FF2B5EF4-FFF2-40B4-BE49-F238E27FC236}">
                    <a16:creationId xmlns:a16="http://schemas.microsoft.com/office/drawing/2014/main" id="{06D724F6-B6EB-4773-8ED6-F8917BDEA21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824" y="1298"/>
                <a:ext cx="458" cy="1077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grpSp>
            <p:nvGrpSpPr>
              <p:cNvPr id="141510" name="Group 198">
                <a:extLst>
                  <a:ext uri="{FF2B5EF4-FFF2-40B4-BE49-F238E27FC236}">
                    <a16:creationId xmlns:a16="http://schemas.microsoft.com/office/drawing/2014/main" id="{A9C2097C-C311-4D4A-B691-084892E04D5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256" y="1789"/>
                <a:ext cx="290" cy="587"/>
                <a:chOff x="1373" y="1891"/>
                <a:chExt cx="331" cy="667"/>
              </a:xfrm>
            </p:grpSpPr>
            <p:sp>
              <p:nvSpPr>
                <p:cNvPr id="141511" name="Line 199">
                  <a:extLst>
                    <a:ext uri="{FF2B5EF4-FFF2-40B4-BE49-F238E27FC236}">
                      <a16:creationId xmlns:a16="http://schemas.microsoft.com/office/drawing/2014/main" id="{B1B28872-7724-4112-BAAF-9CB0374B458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427" y="1954"/>
                  <a:ext cx="0" cy="558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41512" name="Line 200">
                  <a:extLst>
                    <a:ext uri="{FF2B5EF4-FFF2-40B4-BE49-F238E27FC236}">
                      <a16:creationId xmlns:a16="http://schemas.microsoft.com/office/drawing/2014/main" id="{E278C42E-8BB0-4FA8-A0F5-F3AD6F34D36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654" y="1944"/>
                  <a:ext cx="0" cy="571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41513" name="Freeform 201">
                  <a:extLst>
                    <a:ext uri="{FF2B5EF4-FFF2-40B4-BE49-F238E27FC236}">
                      <a16:creationId xmlns:a16="http://schemas.microsoft.com/office/drawing/2014/main" id="{9B5F9018-BB2F-44DF-85A6-1BBF8C65F3D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656" y="1891"/>
                  <a:ext cx="43" cy="58"/>
                </a:xfrm>
                <a:custGeom>
                  <a:avLst/>
                  <a:gdLst>
                    <a:gd name="T0" fmla="*/ 0 w 43"/>
                    <a:gd name="T1" fmla="*/ 58 h 58"/>
                    <a:gd name="T2" fmla="*/ 14 w 43"/>
                    <a:gd name="T3" fmla="*/ 24 h 58"/>
                    <a:gd name="T4" fmla="*/ 43 w 43"/>
                    <a:gd name="T5" fmla="*/ 0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43" h="58">
                      <a:moveTo>
                        <a:pt x="0" y="58"/>
                      </a:moveTo>
                      <a:cubicBezTo>
                        <a:pt x="3" y="46"/>
                        <a:pt x="7" y="34"/>
                        <a:pt x="14" y="24"/>
                      </a:cubicBezTo>
                      <a:cubicBezTo>
                        <a:pt x="21" y="14"/>
                        <a:pt x="38" y="4"/>
                        <a:pt x="43" y="0"/>
                      </a:cubicBezTo>
                    </a:path>
                  </a:pathLst>
                </a:custGeom>
                <a:noFill/>
                <a:ln w="38100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41514" name="Freeform 202">
                  <a:extLst>
                    <a:ext uri="{FF2B5EF4-FFF2-40B4-BE49-F238E27FC236}">
                      <a16:creationId xmlns:a16="http://schemas.microsoft.com/office/drawing/2014/main" id="{535A56ED-0CBA-480A-9FAA-3F51CEAD86D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382" y="1896"/>
                  <a:ext cx="44" cy="62"/>
                </a:xfrm>
                <a:custGeom>
                  <a:avLst/>
                  <a:gdLst>
                    <a:gd name="T0" fmla="*/ 44 w 44"/>
                    <a:gd name="T1" fmla="*/ 62 h 62"/>
                    <a:gd name="T2" fmla="*/ 29 w 44"/>
                    <a:gd name="T3" fmla="*/ 29 h 62"/>
                    <a:gd name="T4" fmla="*/ 0 w 44"/>
                    <a:gd name="T5" fmla="*/ 0 h 6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44" h="62">
                      <a:moveTo>
                        <a:pt x="44" y="62"/>
                      </a:moveTo>
                      <a:cubicBezTo>
                        <a:pt x="40" y="50"/>
                        <a:pt x="36" y="39"/>
                        <a:pt x="29" y="29"/>
                      </a:cubicBezTo>
                      <a:cubicBezTo>
                        <a:pt x="22" y="19"/>
                        <a:pt x="11" y="9"/>
                        <a:pt x="0" y="0"/>
                      </a:cubicBezTo>
                    </a:path>
                  </a:pathLst>
                </a:custGeom>
                <a:noFill/>
                <a:ln w="38100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41515" name="Freeform 203">
                  <a:extLst>
                    <a:ext uri="{FF2B5EF4-FFF2-40B4-BE49-F238E27FC236}">
                      <a16:creationId xmlns:a16="http://schemas.microsoft.com/office/drawing/2014/main" id="{4A12892F-9AC6-4C15-B7A4-C8D3E3E796A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656" y="2510"/>
                  <a:ext cx="48" cy="48"/>
                </a:xfrm>
                <a:custGeom>
                  <a:avLst/>
                  <a:gdLst>
                    <a:gd name="T0" fmla="*/ 0 w 48"/>
                    <a:gd name="T1" fmla="*/ 0 h 48"/>
                    <a:gd name="T2" fmla="*/ 14 w 48"/>
                    <a:gd name="T3" fmla="*/ 34 h 48"/>
                    <a:gd name="T4" fmla="*/ 48 w 48"/>
                    <a:gd name="T5" fmla="*/ 48 h 4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48" h="48">
                      <a:moveTo>
                        <a:pt x="0" y="0"/>
                      </a:moveTo>
                      <a:cubicBezTo>
                        <a:pt x="3" y="13"/>
                        <a:pt x="6" y="26"/>
                        <a:pt x="14" y="34"/>
                      </a:cubicBezTo>
                      <a:cubicBezTo>
                        <a:pt x="22" y="42"/>
                        <a:pt x="35" y="45"/>
                        <a:pt x="48" y="48"/>
                      </a:cubicBezTo>
                    </a:path>
                  </a:pathLst>
                </a:custGeom>
                <a:noFill/>
                <a:ln w="38100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41516" name="Freeform 204">
                  <a:extLst>
                    <a:ext uri="{FF2B5EF4-FFF2-40B4-BE49-F238E27FC236}">
                      <a16:creationId xmlns:a16="http://schemas.microsoft.com/office/drawing/2014/main" id="{558AC89B-4179-45B5-80C3-99B2BA5DDCB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373" y="2506"/>
                  <a:ext cx="53" cy="52"/>
                </a:xfrm>
                <a:custGeom>
                  <a:avLst/>
                  <a:gdLst>
                    <a:gd name="T0" fmla="*/ 53 w 53"/>
                    <a:gd name="T1" fmla="*/ 0 h 52"/>
                    <a:gd name="T2" fmla="*/ 38 w 53"/>
                    <a:gd name="T3" fmla="*/ 28 h 52"/>
                    <a:gd name="T4" fmla="*/ 0 w 53"/>
                    <a:gd name="T5" fmla="*/ 52 h 5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53" h="52">
                      <a:moveTo>
                        <a:pt x="53" y="0"/>
                      </a:moveTo>
                      <a:cubicBezTo>
                        <a:pt x="50" y="9"/>
                        <a:pt x="47" y="19"/>
                        <a:pt x="38" y="28"/>
                      </a:cubicBezTo>
                      <a:cubicBezTo>
                        <a:pt x="29" y="37"/>
                        <a:pt x="14" y="44"/>
                        <a:pt x="0" y="52"/>
                      </a:cubicBezTo>
                    </a:path>
                  </a:pathLst>
                </a:custGeom>
                <a:noFill/>
                <a:ln w="38100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zh-CN" altLang="en-US"/>
                </a:p>
              </p:txBody>
            </p:sp>
          </p:grpSp>
          <p:sp>
            <p:nvSpPr>
              <p:cNvPr id="141517" name="Line 205">
                <a:extLst>
                  <a:ext uri="{FF2B5EF4-FFF2-40B4-BE49-F238E27FC236}">
                    <a16:creationId xmlns:a16="http://schemas.microsoft.com/office/drawing/2014/main" id="{23B6A26F-8931-4610-96BE-64663877A99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93" y="2375"/>
                <a:ext cx="0" cy="74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41518" name="Freeform 206">
                <a:extLst>
                  <a:ext uri="{FF2B5EF4-FFF2-40B4-BE49-F238E27FC236}">
                    <a16:creationId xmlns:a16="http://schemas.microsoft.com/office/drawing/2014/main" id="{0FB9CC54-F20D-4021-94F0-B7E0849D441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85" y="2444"/>
                <a:ext cx="184" cy="1"/>
              </a:xfrm>
              <a:custGeom>
                <a:avLst/>
                <a:gdLst>
                  <a:gd name="T0" fmla="*/ 0 w 209"/>
                  <a:gd name="T1" fmla="*/ 0 h 1"/>
                  <a:gd name="T2" fmla="*/ 209 w 209"/>
                  <a:gd name="T3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209" h="1">
                    <a:moveTo>
                      <a:pt x="0" y="0"/>
                    </a:moveTo>
                    <a:lnTo>
                      <a:pt x="209" y="0"/>
                    </a:lnTo>
                  </a:path>
                </a:pathLst>
              </a:cu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41519" name="Line 207">
                <a:extLst>
                  <a:ext uri="{FF2B5EF4-FFF2-40B4-BE49-F238E27FC236}">
                    <a16:creationId xmlns:a16="http://schemas.microsoft.com/office/drawing/2014/main" id="{D20331E0-0520-41DB-B0F7-C87D5E9B051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27" y="2449"/>
                <a:ext cx="0" cy="142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41520" name="Line 208">
                <a:extLst>
                  <a:ext uri="{FF2B5EF4-FFF2-40B4-BE49-F238E27FC236}">
                    <a16:creationId xmlns:a16="http://schemas.microsoft.com/office/drawing/2014/main" id="{B11A8C20-F48F-4D34-8F48-A3EA6F55A09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28" y="2449"/>
                <a:ext cx="0" cy="143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41521" name="Freeform 209">
                <a:extLst>
                  <a:ext uri="{FF2B5EF4-FFF2-40B4-BE49-F238E27FC236}">
                    <a16:creationId xmlns:a16="http://schemas.microsoft.com/office/drawing/2014/main" id="{B491CA6A-0D25-4913-8BCE-0817881DA4F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39" y="2373"/>
                <a:ext cx="22" cy="224"/>
              </a:xfrm>
              <a:custGeom>
                <a:avLst/>
                <a:gdLst>
                  <a:gd name="T0" fmla="*/ 1 w 25"/>
                  <a:gd name="T1" fmla="*/ 0 h 254"/>
                  <a:gd name="T2" fmla="*/ 25 w 25"/>
                  <a:gd name="T3" fmla="*/ 86 h 254"/>
                  <a:gd name="T4" fmla="*/ 1 w 25"/>
                  <a:gd name="T5" fmla="*/ 172 h 254"/>
                  <a:gd name="T6" fmla="*/ 20 w 25"/>
                  <a:gd name="T7" fmla="*/ 230 h 254"/>
                  <a:gd name="T8" fmla="*/ 10 w 25"/>
                  <a:gd name="T9" fmla="*/ 254 h 2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5" h="254">
                    <a:moveTo>
                      <a:pt x="1" y="0"/>
                    </a:moveTo>
                    <a:cubicBezTo>
                      <a:pt x="13" y="28"/>
                      <a:pt x="25" y="57"/>
                      <a:pt x="25" y="86"/>
                    </a:cubicBezTo>
                    <a:cubicBezTo>
                      <a:pt x="25" y="115"/>
                      <a:pt x="2" y="148"/>
                      <a:pt x="1" y="172"/>
                    </a:cubicBezTo>
                    <a:cubicBezTo>
                      <a:pt x="0" y="196"/>
                      <a:pt x="19" y="216"/>
                      <a:pt x="20" y="230"/>
                    </a:cubicBezTo>
                    <a:cubicBezTo>
                      <a:pt x="21" y="244"/>
                      <a:pt x="15" y="249"/>
                      <a:pt x="10" y="254"/>
                    </a:cubicBezTo>
                  </a:path>
                </a:pathLst>
              </a:cu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41522" name="Freeform 210">
                <a:extLst>
                  <a:ext uri="{FF2B5EF4-FFF2-40B4-BE49-F238E27FC236}">
                    <a16:creationId xmlns:a16="http://schemas.microsoft.com/office/drawing/2014/main" id="{9480CB65-C9CC-4F1C-B438-5CAFA193D68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4" y="2411"/>
                <a:ext cx="71" cy="72"/>
              </a:xfrm>
              <a:custGeom>
                <a:avLst/>
                <a:gdLst>
                  <a:gd name="T0" fmla="*/ 0 w 81"/>
                  <a:gd name="T1" fmla="*/ 82 h 82"/>
                  <a:gd name="T2" fmla="*/ 81 w 81"/>
                  <a:gd name="T3" fmla="*/ 0 h 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81" h="82">
                    <a:moveTo>
                      <a:pt x="0" y="82"/>
                    </a:moveTo>
                    <a:lnTo>
                      <a:pt x="81" y="0"/>
                    </a:lnTo>
                  </a:path>
                </a:pathLst>
              </a:cu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41523" name="Freeform 211">
                <a:extLst>
                  <a:ext uri="{FF2B5EF4-FFF2-40B4-BE49-F238E27FC236}">
                    <a16:creationId xmlns:a16="http://schemas.microsoft.com/office/drawing/2014/main" id="{3AC1E5E3-5227-4AA0-8511-FF3742B2582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2" y="2491"/>
                <a:ext cx="97" cy="98"/>
              </a:xfrm>
              <a:custGeom>
                <a:avLst/>
                <a:gdLst>
                  <a:gd name="T0" fmla="*/ 0 w 111"/>
                  <a:gd name="T1" fmla="*/ 111 h 111"/>
                  <a:gd name="T2" fmla="*/ 111 w 111"/>
                  <a:gd name="T3" fmla="*/ 0 h 1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11" h="111">
                    <a:moveTo>
                      <a:pt x="0" y="111"/>
                    </a:moveTo>
                    <a:lnTo>
                      <a:pt x="111" y="0"/>
                    </a:lnTo>
                  </a:path>
                </a:pathLst>
              </a:cu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41524" name="Line 212">
                <a:extLst>
                  <a:ext uri="{FF2B5EF4-FFF2-40B4-BE49-F238E27FC236}">
                    <a16:creationId xmlns:a16="http://schemas.microsoft.com/office/drawing/2014/main" id="{BE7333D4-C7C6-40F8-8F91-D1B81CBBA50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28" y="2432"/>
                <a:ext cx="131" cy="131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41525" name="Freeform 213">
                <a:extLst>
                  <a:ext uri="{FF2B5EF4-FFF2-40B4-BE49-F238E27FC236}">
                    <a16:creationId xmlns:a16="http://schemas.microsoft.com/office/drawing/2014/main" id="{B22915B3-8AE3-465D-8905-156824F84F1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05" y="2551"/>
                <a:ext cx="43" cy="42"/>
              </a:xfrm>
              <a:custGeom>
                <a:avLst/>
                <a:gdLst>
                  <a:gd name="T0" fmla="*/ 0 w 48"/>
                  <a:gd name="T1" fmla="*/ 48 h 48"/>
                  <a:gd name="T2" fmla="*/ 48 w 48"/>
                  <a:gd name="T3" fmla="*/ 0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48" h="48">
                    <a:moveTo>
                      <a:pt x="0" y="48"/>
                    </a:moveTo>
                    <a:lnTo>
                      <a:pt x="48" y="0"/>
                    </a:lnTo>
                  </a:path>
                </a:pathLst>
              </a:cu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41526" name="Line 214">
                <a:extLst>
                  <a:ext uri="{FF2B5EF4-FFF2-40B4-BE49-F238E27FC236}">
                    <a16:creationId xmlns:a16="http://schemas.microsoft.com/office/drawing/2014/main" id="{A2890ED2-98E6-4CD3-B769-1A95E64E78C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5" y="1903"/>
                <a:ext cx="0" cy="147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1527" name="Line 215">
                <a:extLst>
                  <a:ext uri="{FF2B5EF4-FFF2-40B4-BE49-F238E27FC236}">
                    <a16:creationId xmlns:a16="http://schemas.microsoft.com/office/drawing/2014/main" id="{EE39687F-EC9E-478A-8945-1D838858044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14" y="1903"/>
                <a:ext cx="0" cy="141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41528" name="Group 216">
              <a:extLst>
                <a:ext uri="{FF2B5EF4-FFF2-40B4-BE49-F238E27FC236}">
                  <a16:creationId xmlns:a16="http://schemas.microsoft.com/office/drawing/2014/main" id="{946FC569-4C65-4622-AAE5-261100C9081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61" y="2978"/>
              <a:ext cx="1900" cy="938"/>
              <a:chOff x="450" y="2989"/>
              <a:chExt cx="1900" cy="938"/>
            </a:xfrm>
          </p:grpSpPr>
          <p:sp>
            <p:nvSpPr>
              <p:cNvPr id="141529" name="Line 217">
                <a:extLst>
                  <a:ext uri="{FF2B5EF4-FFF2-40B4-BE49-F238E27FC236}">
                    <a16:creationId xmlns:a16="http://schemas.microsoft.com/office/drawing/2014/main" id="{B5F130C8-1F82-4BEF-A295-A1E84E65745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27" y="3105"/>
                <a:ext cx="0" cy="219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1530" name="Line 218">
                <a:extLst>
                  <a:ext uri="{FF2B5EF4-FFF2-40B4-BE49-F238E27FC236}">
                    <a16:creationId xmlns:a16="http://schemas.microsoft.com/office/drawing/2014/main" id="{942A0A12-A893-44CA-AB39-DBDF0EF0757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21" y="3615"/>
                <a:ext cx="0" cy="21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1531" name="Line 219">
                <a:extLst>
                  <a:ext uri="{FF2B5EF4-FFF2-40B4-BE49-F238E27FC236}">
                    <a16:creationId xmlns:a16="http://schemas.microsoft.com/office/drawing/2014/main" id="{39D60D86-90B1-4FE3-A76C-F7393063154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63" y="3102"/>
                <a:ext cx="0" cy="219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1532" name="Line 220">
                <a:extLst>
                  <a:ext uri="{FF2B5EF4-FFF2-40B4-BE49-F238E27FC236}">
                    <a16:creationId xmlns:a16="http://schemas.microsoft.com/office/drawing/2014/main" id="{CA506C94-1E5C-4321-852D-717F782FD6E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63" y="3612"/>
                <a:ext cx="0" cy="219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1533" name="Line 221">
                <a:extLst>
                  <a:ext uri="{FF2B5EF4-FFF2-40B4-BE49-F238E27FC236}">
                    <a16:creationId xmlns:a16="http://schemas.microsoft.com/office/drawing/2014/main" id="{404AD6CA-B82F-4C65-BD0B-B246E9612A7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95" y="2989"/>
                <a:ext cx="0" cy="938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prstDash val="lgDash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41534" name="Line 222">
                <a:extLst>
                  <a:ext uri="{FF2B5EF4-FFF2-40B4-BE49-F238E27FC236}">
                    <a16:creationId xmlns:a16="http://schemas.microsoft.com/office/drawing/2014/main" id="{3A7EC008-A414-48E3-9C74-088D8D115C0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0" y="3473"/>
                <a:ext cx="1900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prstDash val="lgDash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41535" name="AutoShape 223">
                <a:extLst>
                  <a:ext uri="{FF2B5EF4-FFF2-40B4-BE49-F238E27FC236}">
                    <a16:creationId xmlns:a16="http://schemas.microsoft.com/office/drawing/2014/main" id="{82254460-5C72-416C-A487-D891A90B33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8" y="3081"/>
                <a:ext cx="1753" cy="777"/>
              </a:xfrm>
              <a:prstGeom prst="roundRect">
                <a:avLst>
                  <a:gd name="adj" fmla="val 16667"/>
                </a:avLst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41536" name="Line 224">
                <a:extLst>
                  <a:ext uri="{FF2B5EF4-FFF2-40B4-BE49-F238E27FC236}">
                    <a16:creationId xmlns:a16="http://schemas.microsoft.com/office/drawing/2014/main" id="{E53EEE55-89BE-4DD9-B739-1A114C54941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54" y="3726"/>
                <a:ext cx="223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41537" name="Line 225">
                <a:extLst>
                  <a:ext uri="{FF2B5EF4-FFF2-40B4-BE49-F238E27FC236}">
                    <a16:creationId xmlns:a16="http://schemas.microsoft.com/office/drawing/2014/main" id="{2069F461-3E8E-4DA3-84AC-08A5DE82E4D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57" y="3216"/>
                <a:ext cx="223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41538" name="Line 226">
                <a:extLst>
                  <a:ext uri="{FF2B5EF4-FFF2-40B4-BE49-F238E27FC236}">
                    <a16:creationId xmlns:a16="http://schemas.microsoft.com/office/drawing/2014/main" id="{50BF1338-861A-4093-8245-2B20740B456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09" y="3726"/>
                <a:ext cx="230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41539" name="Line 227">
                <a:extLst>
                  <a:ext uri="{FF2B5EF4-FFF2-40B4-BE49-F238E27FC236}">
                    <a16:creationId xmlns:a16="http://schemas.microsoft.com/office/drawing/2014/main" id="{2BE16590-39D8-447C-B1C9-68A6CD8F2A2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12" y="3216"/>
                <a:ext cx="230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41540" name="Line 228">
                <a:extLst>
                  <a:ext uri="{FF2B5EF4-FFF2-40B4-BE49-F238E27FC236}">
                    <a16:creationId xmlns:a16="http://schemas.microsoft.com/office/drawing/2014/main" id="{CEEA4848-02BE-4C24-A391-B0F5D0913AE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93" y="3119"/>
                <a:ext cx="0" cy="249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41541" name="Line 229">
                <a:extLst>
                  <a:ext uri="{FF2B5EF4-FFF2-40B4-BE49-F238E27FC236}">
                    <a16:creationId xmlns:a16="http://schemas.microsoft.com/office/drawing/2014/main" id="{E4285779-9661-49C8-8E2C-7E614C48354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92" y="3131"/>
                <a:ext cx="0" cy="243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41542" name="Freeform 230">
                <a:extLst>
                  <a:ext uri="{FF2B5EF4-FFF2-40B4-BE49-F238E27FC236}">
                    <a16:creationId xmlns:a16="http://schemas.microsoft.com/office/drawing/2014/main" id="{AA98A2D1-D192-447E-86A0-BF4D2607AB8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93" y="3078"/>
                <a:ext cx="44" cy="45"/>
              </a:xfrm>
              <a:custGeom>
                <a:avLst/>
                <a:gdLst>
                  <a:gd name="T0" fmla="*/ 0 w 50"/>
                  <a:gd name="T1" fmla="*/ 51 h 51"/>
                  <a:gd name="T2" fmla="*/ 14 w 50"/>
                  <a:gd name="T3" fmla="*/ 22 h 51"/>
                  <a:gd name="T4" fmla="*/ 50 w 50"/>
                  <a:gd name="T5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50" h="51">
                    <a:moveTo>
                      <a:pt x="0" y="51"/>
                    </a:moveTo>
                    <a:cubicBezTo>
                      <a:pt x="3" y="40"/>
                      <a:pt x="6" y="30"/>
                      <a:pt x="14" y="22"/>
                    </a:cubicBezTo>
                    <a:cubicBezTo>
                      <a:pt x="22" y="14"/>
                      <a:pt x="43" y="5"/>
                      <a:pt x="50" y="0"/>
                    </a:cubicBezTo>
                  </a:path>
                </a:pathLst>
              </a:cu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41543" name="Freeform 231">
                <a:extLst>
                  <a:ext uri="{FF2B5EF4-FFF2-40B4-BE49-F238E27FC236}">
                    <a16:creationId xmlns:a16="http://schemas.microsoft.com/office/drawing/2014/main" id="{9B722F8D-0C14-4AD7-A384-35365452B71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50" y="3083"/>
                <a:ext cx="45" cy="54"/>
              </a:xfrm>
              <a:custGeom>
                <a:avLst/>
                <a:gdLst>
                  <a:gd name="T0" fmla="*/ 51 w 51"/>
                  <a:gd name="T1" fmla="*/ 61 h 61"/>
                  <a:gd name="T2" fmla="*/ 35 w 51"/>
                  <a:gd name="T3" fmla="*/ 27 h 61"/>
                  <a:gd name="T4" fmla="*/ 0 w 51"/>
                  <a:gd name="T5" fmla="*/ 0 h 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51" h="61">
                    <a:moveTo>
                      <a:pt x="51" y="61"/>
                    </a:moveTo>
                    <a:cubicBezTo>
                      <a:pt x="48" y="55"/>
                      <a:pt x="43" y="37"/>
                      <a:pt x="35" y="27"/>
                    </a:cubicBezTo>
                    <a:cubicBezTo>
                      <a:pt x="27" y="17"/>
                      <a:pt x="7" y="6"/>
                      <a:pt x="0" y="0"/>
                    </a:cubicBezTo>
                  </a:path>
                </a:pathLst>
              </a:cu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41544" name="Line 232">
                <a:extLst>
                  <a:ext uri="{FF2B5EF4-FFF2-40B4-BE49-F238E27FC236}">
                    <a16:creationId xmlns:a16="http://schemas.microsoft.com/office/drawing/2014/main" id="{A7854D03-5739-4483-8BC5-CBC414E079A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26" y="3390"/>
                <a:ext cx="699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41545" name="Freeform 233">
                <a:extLst>
                  <a:ext uri="{FF2B5EF4-FFF2-40B4-BE49-F238E27FC236}">
                    <a16:creationId xmlns:a16="http://schemas.microsoft.com/office/drawing/2014/main" id="{95CBC199-7747-48BA-A0C8-D0D3E5DADBE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91" y="3354"/>
                <a:ext cx="40" cy="38"/>
              </a:xfrm>
              <a:custGeom>
                <a:avLst/>
                <a:gdLst>
                  <a:gd name="T0" fmla="*/ 0 w 45"/>
                  <a:gd name="T1" fmla="*/ 0 h 43"/>
                  <a:gd name="T2" fmla="*/ 8 w 45"/>
                  <a:gd name="T3" fmla="*/ 27 h 43"/>
                  <a:gd name="T4" fmla="*/ 24 w 45"/>
                  <a:gd name="T5" fmla="*/ 40 h 43"/>
                  <a:gd name="T6" fmla="*/ 45 w 45"/>
                  <a:gd name="T7" fmla="*/ 43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5" h="43">
                    <a:moveTo>
                      <a:pt x="0" y="0"/>
                    </a:moveTo>
                    <a:lnTo>
                      <a:pt x="8" y="27"/>
                    </a:lnTo>
                    <a:lnTo>
                      <a:pt x="24" y="40"/>
                    </a:lnTo>
                    <a:lnTo>
                      <a:pt x="45" y="43"/>
                    </a:lnTo>
                  </a:path>
                </a:pathLst>
              </a:cu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41546" name="Line 234">
                <a:extLst>
                  <a:ext uri="{FF2B5EF4-FFF2-40B4-BE49-F238E27FC236}">
                    <a16:creationId xmlns:a16="http://schemas.microsoft.com/office/drawing/2014/main" id="{5B5A2CBD-0C85-4414-8EDA-957C96BB69F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62" y="3390"/>
                <a:ext cx="699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41547" name="Freeform 235">
                <a:extLst>
                  <a:ext uri="{FF2B5EF4-FFF2-40B4-BE49-F238E27FC236}">
                    <a16:creationId xmlns:a16="http://schemas.microsoft.com/office/drawing/2014/main" id="{1DBD689A-D9B1-4F86-8B15-7AE9517A9EB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57" y="3368"/>
                <a:ext cx="37" cy="24"/>
              </a:xfrm>
              <a:custGeom>
                <a:avLst/>
                <a:gdLst>
                  <a:gd name="T0" fmla="*/ 42 w 42"/>
                  <a:gd name="T1" fmla="*/ 0 h 27"/>
                  <a:gd name="T2" fmla="*/ 27 w 42"/>
                  <a:gd name="T3" fmla="*/ 19 h 27"/>
                  <a:gd name="T4" fmla="*/ 0 w 42"/>
                  <a:gd name="T5" fmla="*/ 27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2" h="27">
                    <a:moveTo>
                      <a:pt x="42" y="0"/>
                    </a:moveTo>
                    <a:cubicBezTo>
                      <a:pt x="40" y="3"/>
                      <a:pt x="34" y="15"/>
                      <a:pt x="27" y="19"/>
                    </a:cubicBezTo>
                    <a:cubicBezTo>
                      <a:pt x="20" y="23"/>
                      <a:pt x="6" y="25"/>
                      <a:pt x="0" y="27"/>
                    </a:cubicBezTo>
                  </a:path>
                </a:pathLst>
              </a:cu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41548" name="Line 236">
                <a:extLst>
                  <a:ext uri="{FF2B5EF4-FFF2-40B4-BE49-F238E27FC236}">
                    <a16:creationId xmlns:a16="http://schemas.microsoft.com/office/drawing/2014/main" id="{9E09C8B9-85AD-44B2-978D-B83A2FB7775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31" y="3556"/>
                <a:ext cx="699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41549" name="Line 237">
                <a:extLst>
                  <a:ext uri="{FF2B5EF4-FFF2-40B4-BE49-F238E27FC236}">
                    <a16:creationId xmlns:a16="http://schemas.microsoft.com/office/drawing/2014/main" id="{0406CA89-BB5D-4436-B28A-6D087D61211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62" y="3556"/>
                <a:ext cx="704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41550" name="Line 238">
                <a:extLst>
                  <a:ext uri="{FF2B5EF4-FFF2-40B4-BE49-F238E27FC236}">
                    <a16:creationId xmlns:a16="http://schemas.microsoft.com/office/drawing/2014/main" id="{625DB5B1-2817-4BE1-B6E8-C771DACC5DE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94" y="3574"/>
                <a:ext cx="0" cy="253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41551" name="Freeform 239">
                <a:extLst>
                  <a:ext uri="{FF2B5EF4-FFF2-40B4-BE49-F238E27FC236}">
                    <a16:creationId xmlns:a16="http://schemas.microsoft.com/office/drawing/2014/main" id="{D30A9859-0921-48AC-910F-7E58B4D9B27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93" y="3580"/>
                <a:ext cx="1" cy="195"/>
              </a:xfrm>
              <a:custGeom>
                <a:avLst/>
                <a:gdLst>
                  <a:gd name="T0" fmla="*/ 0 w 1"/>
                  <a:gd name="T1" fmla="*/ 0 h 195"/>
                  <a:gd name="T2" fmla="*/ 1 w 1"/>
                  <a:gd name="T3" fmla="*/ 195 h 1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" h="195">
                    <a:moveTo>
                      <a:pt x="0" y="0"/>
                    </a:moveTo>
                    <a:lnTo>
                      <a:pt x="1" y="195"/>
                    </a:lnTo>
                  </a:path>
                </a:pathLst>
              </a:cu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41552" name="Freeform 240">
                <a:extLst>
                  <a:ext uri="{FF2B5EF4-FFF2-40B4-BE49-F238E27FC236}">
                    <a16:creationId xmlns:a16="http://schemas.microsoft.com/office/drawing/2014/main" id="{8E5951DC-3894-4543-9313-01C20889E1A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57" y="3553"/>
                <a:ext cx="38" cy="36"/>
              </a:xfrm>
              <a:custGeom>
                <a:avLst/>
                <a:gdLst>
                  <a:gd name="T0" fmla="*/ 0 w 43"/>
                  <a:gd name="T1" fmla="*/ 0 h 41"/>
                  <a:gd name="T2" fmla="*/ 32 w 43"/>
                  <a:gd name="T3" fmla="*/ 17 h 41"/>
                  <a:gd name="T4" fmla="*/ 43 w 43"/>
                  <a:gd name="T5" fmla="*/ 41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" h="41">
                    <a:moveTo>
                      <a:pt x="0" y="0"/>
                    </a:moveTo>
                    <a:cubicBezTo>
                      <a:pt x="5" y="3"/>
                      <a:pt x="25" y="10"/>
                      <a:pt x="32" y="17"/>
                    </a:cubicBezTo>
                    <a:cubicBezTo>
                      <a:pt x="39" y="24"/>
                      <a:pt x="41" y="36"/>
                      <a:pt x="43" y="41"/>
                    </a:cubicBezTo>
                  </a:path>
                </a:pathLst>
              </a:cu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41553" name="Freeform 241">
                <a:extLst>
                  <a:ext uri="{FF2B5EF4-FFF2-40B4-BE49-F238E27FC236}">
                    <a16:creationId xmlns:a16="http://schemas.microsoft.com/office/drawing/2014/main" id="{97BDE9ED-29ED-419D-B0D9-D5176CE6712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93" y="3554"/>
                <a:ext cx="42" cy="30"/>
              </a:xfrm>
              <a:custGeom>
                <a:avLst/>
                <a:gdLst>
                  <a:gd name="T0" fmla="*/ 48 w 48"/>
                  <a:gd name="T1" fmla="*/ 0 h 34"/>
                  <a:gd name="T2" fmla="*/ 14 w 48"/>
                  <a:gd name="T3" fmla="*/ 10 h 34"/>
                  <a:gd name="T4" fmla="*/ 0 w 48"/>
                  <a:gd name="T5" fmla="*/ 34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8" h="34">
                    <a:moveTo>
                      <a:pt x="48" y="0"/>
                    </a:moveTo>
                    <a:cubicBezTo>
                      <a:pt x="42" y="2"/>
                      <a:pt x="22" y="4"/>
                      <a:pt x="14" y="10"/>
                    </a:cubicBezTo>
                    <a:cubicBezTo>
                      <a:pt x="6" y="16"/>
                      <a:pt x="3" y="29"/>
                      <a:pt x="0" y="34"/>
                    </a:cubicBezTo>
                  </a:path>
                </a:pathLst>
              </a:cu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41554" name="Freeform 242">
                <a:extLst>
                  <a:ext uri="{FF2B5EF4-FFF2-40B4-BE49-F238E27FC236}">
                    <a16:creationId xmlns:a16="http://schemas.microsoft.com/office/drawing/2014/main" id="{C9AAB9BA-F593-455A-BDC4-DD97CAFB2D7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93" y="3817"/>
                <a:ext cx="51" cy="38"/>
              </a:xfrm>
              <a:custGeom>
                <a:avLst/>
                <a:gdLst>
                  <a:gd name="T0" fmla="*/ 0 w 58"/>
                  <a:gd name="T1" fmla="*/ 0 h 43"/>
                  <a:gd name="T2" fmla="*/ 24 w 58"/>
                  <a:gd name="T3" fmla="*/ 29 h 43"/>
                  <a:gd name="T4" fmla="*/ 58 w 58"/>
                  <a:gd name="T5" fmla="*/ 43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58" h="43">
                    <a:moveTo>
                      <a:pt x="0" y="0"/>
                    </a:moveTo>
                    <a:cubicBezTo>
                      <a:pt x="4" y="5"/>
                      <a:pt x="14" y="22"/>
                      <a:pt x="24" y="29"/>
                    </a:cubicBezTo>
                    <a:cubicBezTo>
                      <a:pt x="34" y="36"/>
                      <a:pt x="51" y="40"/>
                      <a:pt x="58" y="43"/>
                    </a:cubicBezTo>
                  </a:path>
                </a:pathLst>
              </a:cu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41555" name="Freeform 243">
                <a:extLst>
                  <a:ext uri="{FF2B5EF4-FFF2-40B4-BE49-F238E27FC236}">
                    <a16:creationId xmlns:a16="http://schemas.microsoft.com/office/drawing/2014/main" id="{D14D6B21-2B76-42A7-BB38-C8F82765279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53" y="3763"/>
                <a:ext cx="41" cy="96"/>
              </a:xfrm>
              <a:custGeom>
                <a:avLst/>
                <a:gdLst>
                  <a:gd name="T0" fmla="*/ 41 w 41"/>
                  <a:gd name="T1" fmla="*/ 0 h 96"/>
                  <a:gd name="T2" fmla="*/ 38 w 41"/>
                  <a:gd name="T3" fmla="*/ 58 h 96"/>
                  <a:gd name="T4" fmla="*/ 24 w 41"/>
                  <a:gd name="T5" fmla="*/ 79 h 96"/>
                  <a:gd name="T6" fmla="*/ 0 w 41"/>
                  <a:gd name="T7" fmla="*/ 96 h 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1" h="96">
                    <a:moveTo>
                      <a:pt x="41" y="0"/>
                    </a:moveTo>
                    <a:cubicBezTo>
                      <a:pt x="41" y="10"/>
                      <a:pt x="41" y="45"/>
                      <a:pt x="38" y="58"/>
                    </a:cubicBezTo>
                    <a:cubicBezTo>
                      <a:pt x="35" y="71"/>
                      <a:pt x="30" y="73"/>
                      <a:pt x="24" y="79"/>
                    </a:cubicBezTo>
                    <a:cubicBezTo>
                      <a:pt x="18" y="85"/>
                      <a:pt x="5" y="92"/>
                      <a:pt x="0" y="96"/>
                    </a:cubicBezTo>
                  </a:path>
                </a:pathLst>
              </a:cu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41556" name="Freeform 244">
                <a:extLst>
                  <a:ext uri="{FF2B5EF4-FFF2-40B4-BE49-F238E27FC236}">
                    <a16:creationId xmlns:a16="http://schemas.microsoft.com/office/drawing/2014/main" id="{6396FC01-924E-4DC3-AC2B-C32C8E8F96C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0" y="3351"/>
                <a:ext cx="52" cy="41"/>
              </a:xfrm>
              <a:custGeom>
                <a:avLst/>
                <a:gdLst>
                  <a:gd name="T0" fmla="*/ 59 w 59"/>
                  <a:gd name="T1" fmla="*/ 46 h 46"/>
                  <a:gd name="T2" fmla="*/ 26 w 59"/>
                  <a:gd name="T3" fmla="*/ 35 h 46"/>
                  <a:gd name="T4" fmla="*/ 0 w 59"/>
                  <a:gd name="T5" fmla="*/ 0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59" h="46">
                    <a:moveTo>
                      <a:pt x="59" y="46"/>
                    </a:moveTo>
                    <a:cubicBezTo>
                      <a:pt x="54" y="44"/>
                      <a:pt x="36" y="43"/>
                      <a:pt x="26" y="35"/>
                    </a:cubicBezTo>
                    <a:cubicBezTo>
                      <a:pt x="16" y="27"/>
                      <a:pt x="5" y="7"/>
                      <a:pt x="0" y="0"/>
                    </a:cubicBezTo>
                  </a:path>
                </a:pathLst>
              </a:cu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41557" name="Freeform 245">
                <a:extLst>
                  <a:ext uri="{FF2B5EF4-FFF2-40B4-BE49-F238E27FC236}">
                    <a16:creationId xmlns:a16="http://schemas.microsoft.com/office/drawing/2014/main" id="{5CCD0188-FE5E-476E-B505-A9A143F8EB3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0" y="3554"/>
                <a:ext cx="49" cy="34"/>
              </a:xfrm>
              <a:custGeom>
                <a:avLst/>
                <a:gdLst>
                  <a:gd name="T0" fmla="*/ 56 w 56"/>
                  <a:gd name="T1" fmla="*/ 0 h 39"/>
                  <a:gd name="T2" fmla="*/ 19 w 56"/>
                  <a:gd name="T3" fmla="*/ 15 h 39"/>
                  <a:gd name="T4" fmla="*/ 0 w 56"/>
                  <a:gd name="T5" fmla="*/ 39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56" h="39">
                    <a:moveTo>
                      <a:pt x="56" y="0"/>
                    </a:moveTo>
                    <a:cubicBezTo>
                      <a:pt x="50" y="2"/>
                      <a:pt x="28" y="9"/>
                      <a:pt x="19" y="15"/>
                    </a:cubicBezTo>
                    <a:cubicBezTo>
                      <a:pt x="10" y="21"/>
                      <a:pt x="4" y="34"/>
                      <a:pt x="0" y="39"/>
                    </a:cubicBezTo>
                  </a:path>
                </a:pathLst>
              </a:cu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41558" name="Freeform 246">
                <a:extLst>
                  <a:ext uri="{FF2B5EF4-FFF2-40B4-BE49-F238E27FC236}">
                    <a16:creationId xmlns:a16="http://schemas.microsoft.com/office/drawing/2014/main" id="{20240C25-C6BF-45A7-B64B-DFEBAEFB841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16" y="3343"/>
                <a:ext cx="56" cy="49"/>
              </a:xfrm>
              <a:custGeom>
                <a:avLst/>
                <a:gdLst>
                  <a:gd name="T0" fmla="*/ 0 w 64"/>
                  <a:gd name="T1" fmla="*/ 56 h 56"/>
                  <a:gd name="T2" fmla="*/ 40 w 64"/>
                  <a:gd name="T3" fmla="*/ 44 h 56"/>
                  <a:gd name="T4" fmla="*/ 64 w 64"/>
                  <a:gd name="T5" fmla="*/ 0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64" h="56">
                    <a:moveTo>
                      <a:pt x="0" y="56"/>
                    </a:moveTo>
                    <a:cubicBezTo>
                      <a:pt x="7" y="54"/>
                      <a:pt x="29" y="53"/>
                      <a:pt x="40" y="44"/>
                    </a:cubicBezTo>
                    <a:cubicBezTo>
                      <a:pt x="51" y="35"/>
                      <a:pt x="59" y="9"/>
                      <a:pt x="64" y="0"/>
                    </a:cubicBezTo>
                  </a:path>
                </a:pathLst>
              </a:cu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41559" name="Freeform 247">
                <a:extLst>
                  <a:ext uri="{FF2B5EF4-FFF2-40B4-BE49-F238E27FC236}">
                    <a16:creationId xmlns:a16="http://schemas.microsoft.com/office/drawing/2014/main" id="{89EE2858-BC11-4D52-8910-A8FC8ECC098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21" y="3556"/>
                <a:ext cx="53" cy="42"/>
              </a:xfrm>
              <a:custGeom>
                <a:avLst/>
                <a:gdLst>
                  <a:gd name="T0" fmla="*/ 0 w 60"/>
                  <a:gd name="T1" fmla="*/ 0 h 48"/>
                  <a:gd name="T2" fmla="*/ 21 w 60"/>
                  <a:gd name="T3" fmla="*/ 3 h 48"/>
                  <a:gd name="T4" fmla="*/ 45 w 60"/>
                  <a:gd name="T5" fmla="*/ 19 h 48"/>
                  <a:gd name="T6" fmla="*/ 60 w 60"/>
                  <a:gd name="T7" fmla="*/ 48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0" h="48">
                    <a:moveTo>
                      <a:pt x="0" y="0"/>
                    </a:moveTo>
                    <a:cubicBezTo>
                      <a:pt x="3" y="1"/>
                      <a:pt x="14" y="0"/>
                      <a:pt x="21" y="3"/>
                    </a:cubicBezTo>
                    <a:cubicBezTo>
                      <a:pt x="28" y="6"/>
                      <a:pt x="39" y="12"/>
                      <a:pt x="45" y="19"/>
                    </a:cubicBezTo>
                    <a:cubicBezTo>
                      <a:pt x="51" y="26"/>
                      <a:pt x="57" y="42"/>
                      <a:pt x="60" y="48"/>
                    </a:cubicBezTo>
                  </a:path>
                </a:pathLst>
              </a:cu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41560" name="Line 248">
                <a:extLst>
                  <a:ext uri="{FF2B5EF4-FFF2-40B4-BE49-F238E27FC236}">
                    <a16:creationId xmlns:a16="http://schemas.microsoft.com/office/drawing/2014/main" id="{E5DDF7D1-9ABB-49EE-859D-1CC74153A36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16" y="3417"/>
                <a:ext cx="0" cy="115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41561" name="Line 249">
                <a:extLst>
                  <a:ext uri="{FF2B5EF4-FFF2-40B4-BE49-F238E27FC236}">
                    <a16:creationId xmlns:a16="http://schemas.microsoft.com/office/drawing/2014/main" id="{CEDF2F60-54C0-4C7E-A4E5-40D2DB13D8B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65" y="3417"/>
                <a:ext cx="0" cy="115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41562" name="Freeform 250">
                <a:extLst>
                  <a:ext uri="{FF2B5EF4-FFF2-40B4-BE49-F238E27FC236}">
                    <a16:creationId xmlns:a16="http://schemas.microsoft.com/office/drawing/2014/main" id="{38AFC73C-D58A-4958-9DBE-313D9B51883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39" y="3389"/>
                <a:ext cx="27" cy="40"/>
              </a:xfrm>
              <a:custGeom>
                <a:avLst/>
                <a:gdLst>
                  <a:gd name="T0" fmla="*/ 0 w 31"/>
                  <a:gd name="T1" fmla="*/ 0 h 45"/>
                  <a:gd name="T2" fmla="*/ 24 w 31"/>
                  <a:gd name="T3" fmla="*/ 19 h 45"/>
                  <a:gd name="T4" fmla="*/ 31 w 31"/>
                  <a:gd name="T5" fmla="*/ 45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1" h="45">
                    <a:moveTo>
                      <a:pt x="0" y="0"/>
                    </a:moveTo>
                    <a:cubicBezTo>
                      <a:pt x="4" y="3"/>
                      <a:pt x="19" y="12"/>
                      <a:pt x="24" y="19"/>
                    </a:cubicBezTo>
                    <a:cubicBezTo>
                      <a:pt x="29" y="26"/>
                      <a:pt x="30" y="40"/>
                      <a:pt x="31" y="45"/>
                    </a:cubicBezTo>
                  </a:path>
                </a:pathLst>
              </a:cu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41563" name="Freeform 251">
                <a:extLst>
                  <a:ext uri="{FF2B5EF4-FFF2-40B4-BE49-F238E27FC236}">
                    <a16:creationId xmlns:a16="http://schemas.microsoft.com/office/drawing/2014/main" id="{2E72B22A-8D3A-4996-984F-E39D79507C6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40" y="3515"/>
                <a:ext cx="28" cy="39"/>
              </a:xfrm>
              <a:custGeom>
                <a:avLst/>
                <a:gdLst>
                  <a:gd name="T0" fmla="*/ 32 w 32"/>
                  <a:gd name="T1" fmla="*/ 0 h 44"/>
                  <a:gd name="T2" fmla="*/ 22 w 32"/>
                  <a:gd name="T3" fmla="*/ 28 h 44"/>
                  <a:gd name="T4" fmla="*/ 0 w 32"/>
                  <a:gd name="T5" fmla="*/ 44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2" h="44">
                    <a:moveTo>
                      <a:pt x="32" y="0"/>
                    </a:moveTo>
                    <a:cubicBezTo>
                      <a:pt x="30" y="4"/>
                      <a:pt x="27" y="21"/>
                      <a:pt x="22" y="28"/>
                    </a:cubicBezTo>
                    <a:cubicBezTo>
                      <a:pt x="17" y="35"/>
                      <a:pt x="5" y="41"/>
                      <a:pt x="0" y="44"/>
                    </a:cubicBezTo>
                  </a:path>
                </a:pathLst>
              </a:cu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41564" name="Freeform 252">
                <a:extLst>
                  <a:ext uri="{FF2B5EF4-FFF2-40B4-BE49-F238E27FC236}">
                    <a16:creationId xmlns:a16="http://schemas.microsoft.com/office/drawing/2014/main" id="{2A05388A-EDD1-4AEB-A09D-0ACC27DBBEB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14" y="3389"/>
                <a:ext cx="27" cy="33"/>
              </a:xfrm>
              <a:custGeom>
                <a:avLst/>
                <a:gdLst>
                  <a:gd name="T0" fmla="*/ 0 w 31"/>
                  <a:gd name="T1" fmla="*/ 37 h 37"/>
                  <a:gd name="T2" fmla="*/ 10 w 31"/>
                  <a:gd name="T3" fmla="*/ 17 h 37"/>
                  <a:gd name="T4" fmla="*/ 31 w 31"/>
                  <a:gd name="T5" fmla="*/ 0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1" h="37">
                    <a:moveTo>
                      <a:pt x="0" y="37"/>
                    </a:moveTo>
                    <a:cubicBezTo>
                      <a:pt x="2" y="34"/>
                      <a:pt x="5" y="23"/>
                      <a:pt x="10" y="17"/>
                    </a:cubicBezTo>
                    <a:cubicBezTo>
                      <a:pt x="15" y="11"/>
                      <a:pt x="27" y="4"/>
                      <a:pt x="31" y="0"/>
                    </a:cubicBezTo>
                  </a:path>
                </a:pathLst>
              </a:cu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41565" name="Freeform 253">
                <a:extLst>
                  <a:ext uri="{FF2B5EF4-FFF2-40B4-BE49-F238E27FC236}">
                    <a16:creationId xmlns:a16="http://schemas.microsoft.com/office/drawing/2014/main" id="{6B11CC79-A01B-456D-8675-5A39B863EC1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16" y="3523"/>
                <a:ext cx="31" cy="34"/>
              </a:xfrm>
              <a:custGeom>
                <a:avLst/>
                <a:gdLst>
                  <a:gd name="T0" fmla="*/ 0 w 36"/>
                  <a:gd name="T1" fmla="*/ 0 h 38"/>
                  <a:gd name="T2" fmla="*/ 9 w 36"/>
                  <a:gd name="T3" fmla="*/ 26 h 38"/>
                  <a:gd name="T4" fmla="*/ 36 w 36"/>
                  <a:gd name="T5" fmla="*/ 38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6" h="38">
                    <a:moveTo>
                      <a:pt x="0" y="0"/>
                    </a:moveTo>
                    <a:cubicBezTo>
                      <a:pt x="1" y="4"/>
                      <a:pt x="3" y="20"/>
                      <a:pt x="9" y="26"/>
                    </a:cubicBezTo>
                    <a:cubicBezTo>
                      <a:pt x="15" y="32"/>
                      <a:pt x="31" y="36"/>
                      <a:pt x="36" y="38"/>
                    </a:cubicBezTo>
                  </a:path>
                </a:pathLst>
              </a:cu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41566" name="Line 254">
                <a:extLst>
                  <a:ext uri="{FF2B5EF4-FFF2-40B4-BE49-F238E27FC236}">
                    <a16:creationId xmlns:a16="http://schemas.microsoft.com/office/drawing/2014/main" id="{D5CAB738-8584-4BF3-931F-2375223CAF8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25" y="3165"/>
                <a:ext cx="138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41567" name="Freeform 255">
                <a:extLst>
                  <a:ext uri="{FF2B5EF4-FFF2-40B4-BE49-F238E27FC236}">
                    <a16:creationId xmlns:a16="http://schemas.microsoft.com/office/drawing/2014/main" id="{E61F2C52-B949-42C7-A7C5-1AD027661B5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58" y="3165"/>
                <a:ext cx="37" cy="24"/>
              </a:xfrm>
              <a:custGeom>
                <a:avLst/>
                <a:gdLst>
                  <a:gd name="T0" fmla="*/ 0 w 42"/>
                  <a:gd name="T1" fmla="*/ 0 h 27"/>
                  <a:gd name="T2" fmla="*/ 26 w 42"/>
                  <a:gd name="T3" fmla="*/ 6 h 27"/>
                  <a:gd name="T4" fmla="*/ 42 w 42"/>
                  <a:gd name="T5" fmla="*/ 27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2" h="27">
                    <a:moveTo>
                      <a:pt x="0" y="0"/>
                    </a:moveTo>
                    <a:cubicBezTo>
                      <a:pt x="4" y="1"/>
                      <a:pt x="19" y="2"/>
                      <a:pt x="26" y="6"/>
                    </a:cubicBezTo>
                    <a:cubicBezTo>
                      <a:pt x="33" y="10"/>
                      <a:pt x="39" y="23"/>
                      <a:pt x="42" y="27"/>
                    </a:cubicBezTo>
                  </a:path>
                </a:pathLst>
              </a:cu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41568" name="Freeform 256">
                <a:extLst>
                  <a:ext uri="{FF2B5EF4-FFF2-40B4-BE49-F238E27FC236}">
                    <a16:creationId xmlns:a16="http://schemas.microsoft.com/office/drawing/2014/main" id="{B89E64DF-09CA-4848-833C-1DD8CDA0670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91" y="3165"/>
                <a:ext cx="39" cy="26"/>
              </a:xfrm>
              <a:custGeom>
                <a:avLst/>
                <a:gdLst>
                  <a:gd name="T0" fmla="*/ 44 w 44"/>
                  <a:gd name="T1" fmla="*/ 0 h 29"/>
                  <a:gd name="T2" fmla="*/ 19 w 44"/>
                  <a:gd name="T3" fmla="*/ 5 h 29"/>
                  <a:gd name="T4" fmla="*/ 0 w 44"/>
                  <a:gd name="T5" fmla="*/ 29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4" h="29">
                    <a:moveTo>
                      <a:pt x="44" y="0"/>
                    </a:moveTo>
                    <a:cubicBezTo>
                      <a:pt x="40" y="1"/>
                      <a:pt x="26" y="0"/>
                      <a:pt x="19" y="5"/>
                    </a:cubicBezTo>
                    <a:cubicBezTo>
                      <a:pt x="12" y="10"/>
                      <a:pt x="4" y="24"/>
                      <a:pt x="0" y="29"/>
                    </a:cubicBezTo>
                  </a:path>
                </a:pathLst>
              </a:cu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41569" name="Freeform 257">
                <a:extLst>
                  <a:ext uri="{FF2B5EF4-FFF2-40B4-BE49-F238E27FC236}">
                    <a16:creationId xmlns:a16="http://schemas.microsoft.com/office/drawing/2014/main" id="{A74B1F70-52F6-43A7-82F5-EF7C02D98FF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23" y="3781"/>
                <a:ext cx="142" cy="2"/>
              </a:xfrm>
              <a:custGeom>
                <a:avLst/>
                <a:gdLst>
                  <a:gd name="T0" fmla="*/ 0 w 162"/>
                  <a:gd name="T1" fmla="*/ 3 h 3"/>
                  <a:gd name="T2" fmla="*/ 162 w 162"/>
                  <a:gd name="T3" fmla="*/ 0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62" h="3">
                    <a:moveTo>
                      <a:pt x="0" y="3"/>
                    </a:moveTo>
                    <a:lnTo>
                      <a:pt x="162" y="0"/>
                    </a:lnTo>
                  </a:path>
                </a:pathLst>
              </a:cu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41570" name="Freeform 258">
                <a:extLst>
                  <a:ext uri="{FF2B5EF4-FFF2-40B4-BE49-F238E27FC236}">
                    <a16:creationId xmlns:a16="http://schemas.microsoft.com/office/drawing/2014/main" id="{F3EC5800-0215-427E-BFD2-BE6CDB03550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53" y="3752"/>
                <a:ext cx="42" cy="30"/>
              </a:xfrm>
              <a:custGeom>
                <a:avLst/>
                <a:gdLst>
                  <a:gd name="T0" fmla="*/ 0 w 48"/>
                  <a:gd name="T1" fmla="*/ 34 h 34"/>
                  <a:gd name="T2" fmla="*/ 28 w 48"/>
                  <a:gd name="T3" fmla="*/ 26 h 34"/>
                  <a:gd name="T4" fmla="*/ 48 w 48"/>
                  <a:gd name="T5" fmla="*/ 0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8" h="34">
                    <a:moveTo>
                      <a:pt x="0" y="34"/>
                    </a:moveTo>
                    <a:cubicBezTo>
                      <a:pt x="5" y="33"/>
                      <a:pt x="20" y="32"/>
                      <a:pt x="28" y="26"/>
                    </a:cubicBezTo>
                    <a:cubicBezTo>
                      <a:pt x="36" y="20"/>
                      <a:pt x="44" y="5"/>
                      <a:pt x="48" y="0"/>
                    </a:cubicBezTo>
                  </a:path>
                </a:pathLst>
              </a:cu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41571" name="Freeform 259">
                <a:extLst>
                  <a:ext uri="{FF2B5EF4-FFF2-40B4-BE49-F238E27FC236}">
                    <a16:creationId xmlns:a16="http://schemas.microsoft.com/office/drawing/2014/main" id="{2BD2AC8E-209D-46A0-B30C-E72AFEDED8B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90" y="3758"/>
                <a:ext cx="43" cy="24"/>
              </a:xfrm>
              <a:custGeom>
                <a:avLst/>
                <a:gdLst>
                  <a:gd name="T0" fmla="*/ 0 w 49"/>
                  <a:gd name="T1" fmla="*/ 0 h 28"/>
                  <a:gd name="T2" fmla="*/ 22 w 49"/>
                  <a:gd name="T3" fmla="*/ 21 h 28"/>
                  <a:gd name="T4" fmla="*/ 49 w 49"/>
                  <a:gd name="T5" fmla="*/ 28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9" h="28">
                    <a:moveTo>
                      <a:pt x="0" y="0"/>
                    </a:moveTo>
                    <a:cubicBezTo>
                      <a:pt x="4" y="3"/>
                      <a:pt x="14" y="16"/>
                      <a:pt x="22" y="21"/>
                    </a:cubicBezTo>
                    <a:cubicBezTo>
                      <a:pt x="30" y="26"/>
                      <a:pt x="44" y="27"/>
                      <a:pt x="49" y="28"/>
                    </a:cubicBezTo>
                  </a:path>
                </a:pathLst>
              </a:cu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41572" name="Freeform 260">
                <a:extLst>
                  <a:ext uri="{FF2B5EF4-FFF2-40B4-BE49-F238E27FC236}">
                    <a16:creationId xmlns:a16="http://schemas.microsoft.com/office/drawing/2014/main" id="{8327B6AE-29AE-4F43-A871-030B0FEAEED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10" y="3386"/>
                <a:ext cx="96" cy="98"/>
              </a:xfrm>
              <a:custGeom>
                <a:avLst/>
                <a:gdLst>
                  <a:gd name="T0" fmla="*/ 0 w 110"/>
                  <a:gd name="T1" fmla="*/ 112 h 112"/>
                  <a:gd name="T2" fmla="*/ 110 w 110"/>
                  <a:gd name="T3" fmla="*/ 0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10" h="112">
                    <a:moveTo>
                      <a:pt x="0" y="112"/>
                    </a:moveTo>
                    <a:lnTo>
                      <a:pt x="110" y="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41573" name="Line 261">
                <a:extLst>
                  <a:ext uri="{FF2B5EF4-FFF2-40B4-BE49-F238E27FC236}">
                    <a16:creationId xmlns:a16="http://schemas.microsoft.com/office/drawing/2014/main" id="{655263C2-F14C-426D-BC5F-799F8774C1E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44" y="3398"/>
                <a:ext cx="160" cy="16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41574" name="Line 262">
                <a:extLst>
                  <a:ext uri="{FF2B5EF4-FFF2-40B4-BE49-F238E27FC236}">
                    <a16:creationId xmlns:a16="http://schemas.microsoft.com/office/drawing/2014/main" id="{56BF9FFD-CE13-4AAE-B98A-48E9E64EF6F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074" y="3392"/>
                <a:ext cx="166" cy="166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41575" name="Freeform 263">
                <a:extLst>
                  <a:ext uri="{FF2B5EF4-FFF2-40B4-BE49-F238E27FC236}">
                    <a16:creationId xmlns:a16="http://schemas.microsoft.com/office/drawing/2014/main" id="{C91A5977-C498-4723-8823-39939CBE881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90" y="3167"/>
                <a:ext cx="186" cy="186"/>
              </a:xfrm>
              <a:custGeom>
                <a:avLst/>
                <a:gdLst>
                  <a:gd name="T0" fmla="*/ 0 w 212"/>
                  <a:gd name="T1" fmla="*/ 211 h 211"/>
                  <a:gd name="T2" fmla="*/ 212 w 212"/>
                  <a:gd name="T3" fmla="*/ 0 h 2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212" h="211">
                    <a:moveTo>
                      <a:pt x="0" y="211"/>
                    </a:moveTo>
                    <a:lnTo>
                      <a:pt x="212" y="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41576" name="Line 264">
                <a:extLst>
                  <a:ext uri="{FF2B5EF4-FFF2-40B4-BE49-F238E27FC236}">
                    <a16:creationId xmlns:a16="http://schemas.microsoft.com/office/drawing/2014/main" id="{7201A02A-F6A4-40A9-899E-D372374CDB5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290" y="3392"/>
                <a:ext cx="205" cy="205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41577" name="Freeform 265">
                <a:extLst>
                  <a:ext uri="{FF2B5EF4-FFF2-40B4-BE49-F238E27FC236}">
                    <a16:creationId xmlns:a16="http://schemas.microsoft.com/office/drawing/2014/main" id="{E95F1CF6-6909-4D96-95C9-1942C9DCE56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41" y="3628"/>
                <a:ext cx="161" cy="161"/>
              </a:xfrm>
              <a:custGeom>
                <a:avLst/>
                <a:gdLst>
                  <a:gd name="T0" fmla="*/ 0 w 183"/>
                  <a:gd name="T1" fmla="*/ 183 h 183"/>
                  <a:gd name="T2" fmla="*/ 183 w 183"/>
                  <a:gd name="T3" fmla="*/ 0 h 1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83" h="183">
                    <a:moveTo>
                      <a:pt x="0" y="183"/>
                    </a:moveTo>
                    <a:lnTo>
                      <a:pt x="183" y="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41578" name="Line 266">
                <a:extLst>
                  <a:ext uri="{FF2B5EF4-FFF2-40B4-BE49-F238E27FC236}">
                    <a16:creationId xmlns:a16="http://schemas.microsoft.com/office/drawing/2014/main" id="{C53197B8-C545-45D8-8024-265BEBAF86F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560" y="3386"/>
                <a:ext cx="178" cy="179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41579" name="Freeform 267">
                <a:extLst>
                  <a:ext uri="{FF2B5EF4-FFF2-40B4-BE49-F238E27FC236}">
                    <a16:creationId xmlns:a16="http://schemas.microsoft.com/office/drawing/2014/main" id="{7A5C02F3-D23B-4295-AC00-1B81C301E78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89" y="3383"/>
                <a:ext cx="171" cy="175"/>
              </a:xfrm>
              <a:custGeom>
                <a:avLst/>
                <a:gdLst>
                  <a:gd name="T0" fmla="*/ 0 w 195"/>
                  <a:gd name="T1" fmla="*/ 199 h 199"/>
                  <a:gd name="T2" fmla="*/ 195 w 195"/>
                  <a:gd name="T3" fmla="*/ 0 h 1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95" h="199">
                    <a:moveTo>
                      <a:pt x="0" y="199"/>
                    </a:moveTo>
                    <a:lnTo>
                      <a:pt x="195" y="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41580" name="Line 268">
                <a:extLst>
                  <a:ext uri="{FF2B5EF4-FFF2-40B4-BE49-F238E27FC236}">
                    <a16:creationId xmlns:a16="http://schemas.microsoft.com/office/drawing/2014/main" id="{9388400B-34F8-4D60-8A82-CFCA7FDA2CA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37" y="3392"/>
                <a:ext cx="172" cy="17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41581" name="Line 269">
                <a:extLst>
                  <a:ext uri="{FF2B5EF4-FFF2-40B4-BE49-F238E27FC236}">
                    <a16:creationId xmlns:a16="http://schemas.microsoft.com/office/drawing/2014/main" id="{62072BB5-0B20-4B38-8160-857736217AB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966" y="3399"/>
                <a:ext cx="153" cy="153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41582" name="Freeform 270">
                <a:extLst>
                  <a:ext uri="{FF2B5EF4-FFF2-40B4-BE49-F238E27FC236}">
                    <a16:creationId xmlns:a16="http://schemas.microsoft.com/office/drawing/2014/main" id="{1DFF72B2-7EBE-4189-8A80-CED35DDE07B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87" y="3162"/>
                <a:ext cx="81" cy="81"/>
              </a:xfrm>
              <a:custGeom>
                <a:avLst/>
                <a:gdLst>
                  <a:gd name="T0" fmla="*/ 0 w 92"/>
                  <a:gd name="T1" fmla="*/ 92 h 92"/>
                  <a:gd name="T2" fmla="*/ 92 w 92"/>
                  <a:gd name="T3" fmla="*/ 0 h 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92" h="92">
                    <a:moveTo>
                      <a:pt x="0" y="92"/>
                    </a:moveTo>
                    <a:lnTo>
                      <a:pt x="92" y="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41583" name="Line 271">
                <a:extLst>
                  <a:ext uri="{FF2B5EF4-FFF2-40B4-BE49-F238E27FC236}">
                    <a16:creationId xmlns:a16="http://schemas.microsoft.com/office/drawing/2014/main" id="{B89835A4-E165-4F60-82FB-38A73CF5F35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201" y="3270"/>
                <a:ext cx="287" cy="288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41584" name="Freeform 272">
                <a:extLst>
                  <a:ext uri="{FF2B5EF4-FFF2-40B4-BE49-F238E27FC236}">
                    <a16:creationId xmlns:a16="http://schemas.microsoft.com/office/drawing/2014/main" id="{54E2DE42-B409-4985-9ADB-35242DCA682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87" y="3387"/>
                <a:ext cx="328" cy="330"/>
              </a:xfrm>
              <a:custGeom>
                <a:avLst/>
                <a:gdLst>
                  <a:gd name="T0" fmla="*/ 0 w 374"/>
                  <a:gd name="T1" fmla="*/ 374 h 374"/>
                  <a:gd name="T2" fmla="*/ 374 w 374"/>
                  <a:gd name="T3" fmla="*/ 0 h 3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374" h="374">
                    <a:moveTo>
                      <a:pt x="0" y="374"/>
                    </a:moveTo>
                    <a:lnTo>
                      <a:pt x="374" y="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41585" name="Freeform 273">
                <a:extLst>
                  <a:ext uri="{FF2B5EF4-FFF2-40B4-BE49-F238E27FC236}">
                    <a16:creationId xmlns:a16="http://schemas.microsoft.com/office/drawing/2014/main" id="{474AEAD4-54B3-4210-8FC6-FDD708B8492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86" y="3383"/>
                <a:ext cx="169" cy="170"/>
              </a:xfrm>
              <a:custGeom>
                <a:avLst/>
                <a:gdLst>
                  <a:gd name="T0" fmla="*/ 0 w 193"/>
                  <a:gd name="T1" fmla="*/ 193 h 193"/>
                  <a:gd name="T2" fmla="*/ 193 w 193"/>
                  <a:gd name="T3" fmla="*/ 0 h 1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93" h="193">
                    <a:moveTo>
                      <a:pt x="0" y="193"/>
                    </a:moveTo>
                    <a:lnTo>
                      <a:pt x="193" y="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41586" name="Freeform 274">
                <a:extLst>
                  <a:ext uri="{FF2B5EF4-FFF2-40B4-BE49-F238E27FC236}">
                    <a16:creationId xmlns:a16="http://schemas.microsoft.com/office/drawing/2014/main" id="{A268708F-E581-4473-B065-CBF3572AB18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03" y="3395"/>
                <a:ext cx="158" cy="163"/>
              </a:xfrm>
              <a:custGeom>
                <a:avLst/>
                <a:gdLst>
                  <a:gd name="T0" fmla="*/ 0 w 180"/>
                  <a:gd name="T1" fmla="*/ 185 h 185"/>
                  <a:gd name="T2" fmla="*/ 180 w 180"/>
                  <a:gd name="T3" fmla="*/ 0 h 1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80" h="185">
                    <a:moveTo>
                      <a:pt x="0" y="185"/>
                    </a:moveTo>
                    <a:lnTo>
                      <a:pt x="180" y="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41587" name="Line 275">
                <a:extLst>
                  <a:ext uri="{FF2B5EF4-FFF2-40B4-BE49-F238E27FC236}">
                    <a16:creationId xmlns:a16="http://schemas.microsoft.com/office/drawing/2014/main" id="{0BAA51C1-26C3-4015-90A3-05F06AAE9DB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018" y="3514"/>
                <a:ext cx="38" cy="38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grpSp>
            <p:nvGrpSpPr>
              <p:cNvPr id="141588" name="Group 276">
                <a:extLst>
                  <a:ext uri="{FF2B5EF4-FFF2-40B4-BE49-F238E27FC236}">
                    <a16:creationId xmlns:a16="http://schemas.microsoft.com/office/drawing/2014/main" id="{8309F37C-9796-4335-A85E-C1AF8ED8C29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82" y="3645"/>
                <a:ext cx="165" cy="162"/>
                <a:chOff x="582" y="3645"/>
                <a:chExt cx="165" cy="162"/>
              </a:xfrm>
            </p:grpSpPr>
            <p:sp>
              <p:nvSpPr>
                <p:cNvPr id="141589" name="Oval 277">
                  <a:extLst>
                    <a:ext uri="{FF2B5EF4-FFF2-40B4-BE49-F238E27FC236}">
                      <a16:creationId xmlns:a16="http://schemas.microsoft.com/office/drawing/2014/main" id="{AE8513BF-A98C-432C-B836-0684A01A28B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8" y="3681"/>
                  <a:ext cx="87" cy="87"/>
                </a:xfrm>
                <a:prstGeom prst="ellips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41590" name="Oval 278">
                  <a:extLst>
                    <a:ext uri="{FF2B5EF4-FFF2-40B4-BE49-F238E27FC236}">
                      <a16:creationId xmlns:a16="http://schemas.microsoft.com/office/drawing/2014/main" id="{6688FF76-380A-46F4-BEB8-58B14388DB3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82" y="3645"/>
                  <a:ext cx="165" cy="162"/>
                </a:xfrm>
                <a:prstGeom prst="ellips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41591" name="Group 279">
                <a:extLst>
                  <a:ext uri="{FF2B5EF4-FFF2-40B4-BE49-F238E27FC236}">
                    <a16:creationId xmlns:a16="http://schemas.microsoft.com/office/drawing/2014/main" id="{6D223FD6-13F4-44FC-9EDF-5E21866A90A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034" y="3642"/>
                <a:ext cx="165" cy="162"/>
                <a:chOff x="582" y="3645"/>
                <a:chExt cx="165" cy="162"/>
              </a:xfrm>
            </p:grpSpPr>
            <p:sp>
              <p:nvSpPr>
                <p:cNvPr id="141592" name="Oval 280">
                  <a:extLst>
                    <a:ext uri="{FF2B5EF4-FFF2-40B4-BE49-F238E27FC236}">
                      <a16:creationId xmlns:a16="http://schemas.microsoft.com/office/drawing/2014/main" id="{1447E97D-B416-4757-BD50-C38432CD75B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8" y="3681"/>
                  <a:ext cx="87" cy="87"/>
                </a:xfrm>
                <a:prstGeom prst="ellips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41593" name="Oval 281">
                  <a:extLst>
                    <a:ext uri="{FF2B5EF4-FFF2-40B4-BE49-F238E27FC236}">
                      <a16:creationId xmlns:a16="http://schemas.microsoft.com/office/drawing/2014/main" id="{3839FC9C-938C-4433-8AF7-8B0B8C8B46F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82" y="3645"/>
                  <a:ext cx="165" cy="162"/>
                </a:xfrm>
                <a:prstGeom prst="ellips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41594" name="Group 282">
                <a:extLst>
                  <a:ext uri="{FF2B5EF4-FFF2-40B4-BE49-F238E27FC236}">
                    <a16:creationId xmlns:a16="http://schemas.microsoft.com/office/drawing/2014/main" id="{066C2E2B-5821-463A-8681-E2A0A2CD464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043" y="3135"/>
                <a:ext cx="165" cy="162"/>
                <a:chOff x="582" y="3645"/>
                <a:chExt cx="165" cy="162"/>
              </a:xfrm>
            </p:grpSpPr>
            <p:sp>
              <p:nvSpPr>
                <p:cNvPr id="141595" name="Oval 283">
                  <a:extLst>
                    <a:ext uri="{FF2B5EF4-FFF2-40B4-BE49-F238E27FC236}">
                      <a16:creationId xmlns:a16="http://schemas.microsoft.com/office/drawing/2014/main" id="{8234EA2A-26CB-4985-A3AB-4FDFD10A440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8" y="3681"/>
                  <a:ext cx="87" cy="87"/>
                </a:xfrm>
                <a:prstGeom prst="ellips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41596" name="Oval 284">
                  <a:extLst>
                    <a:ext uri="{FF2B5EF4-FFF2-40B4-BE49-F238E27FC236}">
                      <a16:creationId xmlns:a16="http://schemas.microsoft.com/office/drawing/2014/main" id="{E6703020-7B4A-41A1-936B-9C4CA4FB0BE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82" y="3645"/>
                  <a:ext cx="165" cy="162"/>
                </a:xfrm>
                <a:prstGeom prst="ellips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41597" name="Group 285">
                <a:extLst>
                  <a:ext uri="{FF2B5EF4-FFF2-40B4-BE49-F238E27FC236}">
                    <a16:creationId xmlns:a16="http://schemas.microsoft.com/office/drawing/2014/main" id="{6F827F99-396D-445C-9747-4BCA511C7B8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85" y="3132"/>
                <a:ext cx="165" cy="162"/>
                <a:chOff x="582" y="3645"/>
                <a:chExt cx="165" cy="162"/>
              </a:xfrm>
            </p:grpSpPr>
            <p:sp>
              <p:nvSpPr>
                <p:cNvPr id="141598" name="Oval 286">
                  <a:extLst>
                    <a:ext uri="{FF2B5EF4-FFF2-40B4-BE49-F238E27FC236}">
                      <a16:creationId xmlns:a16="http://schemas.microsoft.com/office/drawing/2014/main" id="{88EC1F0C-980D-47F4-A424-25CBB298C8C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8" y="3681"/>
                  <a:ext cx="87" cy="87"/>
                </a:xfrm>
                <a:prstGeom prst="ellips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41599" name="Oval 287">
                  <a:extLst>
                    <a:ext uri="{FF2B5EF4-FFF2-40B4-BE49-F238E27FC236}">
                      <a16:creationId xmlns:a16="http://schemas.microsoft.com/office/drawing/2014/main" id="{21E5AE46-4EA2-4CC6-88FF-6D4D45C01B5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82" y="3645"/>
                  <a:ext cx="165" cy="162"/>
                </a:xfrm>
                <a:prstGeom prst="ellips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</p:grpSp>
      </p:grpSp>
      <p:sp>
        <p:nvSpPr>
          <p:cNvPr id="141646" name="Text Box 334">
            <a:extLst>
              <a:ext uri="{FF2B5EF4-FFF2-40B4-BE49-F238E27FC236}">
                <a16:creationId xmlns:a16="http://schemas.microsoft.com/office/drawing/2014/main" id="{B386FD10-61C7-48A6-9BC3-92D0D07612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17663" y="-56242"/>
            <a:ext cx="62230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FFCCFF"/>
                    </a:gs>
                    <a:gs pos="50000">
                      <a:srgbClr val="FFFF00"/>
                    </a:gs>
                    <a:gs pos="100000">
                      <a:srgbClr val="FFCCFF"/>
                    </a:gs>
                  </a:gsLst>
                  <a:lin ang="5400000" scaled="1"/>
                </a:gradFill>
              </a14:hiddenFill>
            </a:ext>
            <a:ext uri="{91240B29-F687-4F45-9708-019B960494DF}">
              <a14:hiddenLine xmlns:a14="http://schemas.microsoft.com/office/drawing/2010/main" w="38100">
                <a:pattFill prst="dkUpDiag">
                  <a:fgClr>
                    <a:srgbClr val="FF0000"/>
                  </a:fgClr>
                  <a:bgClr>
                    <a:srgbClr val="FFCCFF"/>
                  </a:bgClr>
                </a:patt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en-US" altLang="zh-CN" sz="360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7.4 </a:t>
            </a:r>
            <a:r>
              <a:rPr lang="zh-CN" altLang="en-US" sz="360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规定画法和简化画法</a:t>
            </a:r>
          </a:p>
        </p:txBody>
      </p:sp>
      <p:pic>
        <p:nvPicPr>
          <p:cNvPr id="141647" name="Picture 335">
            <a:extLst>
              <a:ext uri="{FF2B5EF4-FFF2-40B4-BE49-F238E27FC236}">
                <a16:creationId xmlns:a16="http://schemas.microsoft.com/office/drawing/2014/main" id="{41464790-3601-493B-B642-3283A2EB16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00FFFF"/>
              </a:clrFrom>
              <a:clrTo>
                <a:srgbClr val="00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3525" y="4619625"/>
            <a:ext cx="2255838" cy="1660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41648" name="Picture 336">
            <a:extLst>
              <a:ext uri="{FF2B5EF4-FFF2-40B4-BE49-F238E27FC236}">
                <a16:creationId xmlns:a16="http://schemas.microsoft.com/office/drawing/2014/main" id="{20D140C5-091F-4739-8E11-D2B81F580C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00FFFF"/>
              </a:clrFrom>
              <a:clrTo>
                <a:srgbClr val="00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29425" y="4262438"/>
            <a:ext cx="1733550" cy="2273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141659" name="Group 347">
            <a:extLst>
              <a:ext uri="{FF2B5EF4-FFF2-40B4-BE49-F238E27FC236}">
                <a16:creationId xmlns:a16="http://schemas.microsoft.com/office/drawing/2014/main" id="{A25B2CC5-513C-4215-BC88-A8D12E9E74A1}"/>
              </a:ext>
            </a:extLst>
          </p:cNvPr>
          <p:cNvGrpSpPr>
            <a:grpSpLocks/>
          </p:cNvGrpSpPr>
          <p:nvPr/>
        </p:nvGrpSpPr>
        <p:grpSpPr bwMode="auto">
          <a:xfrm>
            <a:off x="6850063" y="4318000"/>
            <a:ext cx="877887" cy="2181225"/>
            <a:chOff x="4315" y="2720"/>
            <a:chExt cx="553" cy="1374"/>
          </a:xfrm>
        </p:grpSpPr>
        <p:sp>
          <p:nvSpPr>
            <p:cNvPr id="141650" name="Freeform 338">
              <a:extLst>
                <a:ext uri="{FF2B5EF4-FFF2-40B4-BE49-F238E27FC236}">
                  <a16:creationId xmlns:a16="http://schemas.microsoft.com/office/drawing/2014/main" id="{84E12A2B-4858-4216-9513-DB395E983FBE}"/>
                </a:ext>
              </a:extLst>
            </p:cNvPr>
            <p:cNvSpPr>
              <a:spLocks/>
            </p:cNvSpPr>
            <p:nvPr/>
          </p:nvSpPr>
          <p:spPr bwMode="auto">
            <a:xfrm>
              <a:off x="4315" y="3112"/>
              <a:ext cx="553" cy="982"/>
            </a:xfrm>
            <a:custGeom>
              <a:avLst/>
              <a:gdLst>
                <a:gd name="T0" fmla="*/ 483 w 553"/>
                <a:gd name="T1" fmla="*/ 345 h 982"/>
                <a:gd name="T2" fmla="*/ 314 w 553"/>
                <a:gd name="T3" fmla="*/ 245 h 982"/>
                <a:gd name="T4" fmla="*/ 314 w 553"/>
                <a:gd name="T5" fmla="*/ 714 h 982"/>
                <a:gd name="T6" fmla="*/ 553 w 553"/>
                <a:gd name="T7" fmla="*/ 852 h 982"/>
                <a:gd name="T8" fmla="*/ 553 w 553"/>
                <a:gd name="T9" fmla="*/ 982 h 982"/>
                <a:gd name="T10" fmla="*/ 0 w 553"/>
                <a:gd name="T11" fmla="*/ 660 h 982"/>
                <a:gd name="T12" fmla="*/ 0 w 553"/>
                <a:gd name="T13" fmla="*/ 530 h 982"/>
                <a:gd name="T14" fmla="*/ 207 w 553"/>
                <a:gd name="T15" fmla="*/ 652 h 982"/>
                <a:gd name="T16" fmla="*/ 207 w 553"/>
                <a:gd name="T17" fmla="*/ 184 h 982"/>
                <a:gd name="T18" fmla="*/ 69 w 553"/>
                <a:gd name="T19" fmla="*/ 107 h 982"/>
                <a:gd name="T20" fmla="*/ 69 w 553"/>
                <a:gd name="T21" fmla="*/ 0 h 982"/>
                <a:gd name="T22" fmla="*/ 483 w 553"/>
                <a:gd name="T23" fmla="*/ 245 h 982"/>
                <a:gd name="T24" fmla="*/ 483 w 553"/>
                <a:gd name="T25" fmla="*/ 345 h 9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53" h="982">
                  <a:moveTo>
                    <a:pt x="483" y="345"/>
                  </a:moveTo>
                  <a:lnTo>
                    <a:pt x="314" y="245"/>
                  </a:lnTo>
                  <a:lnTo>
                    <a:pt x="314" y="714"/>
                  </a:lnTo>
                  <a:lnTo>
                    <a:pt x="553" y="852"/>
                  </a:lnTo>
                  <a:lnTo>
                    <a:pt x="553" y="982"/>
                  </a:lnTo>
                  <a:lnTo>
                    <a:pt x="0" y="660"/>
                  </a:lnTo>
                  <a:lnTo>
                    <a:pt x="0" y="530"/>
                  </a:lnTo>
                  <a:lnTo>
                    <a:pt x="207" y="652"/>
                  </a:lnTo>
                  <a:lnTo>
                    <a:pt x="207" y="184"/>
                  </a:lnTo>
                  <a:lnTo>
                    <a:pt x="69" y="107"/>
                  </a:lnTo>
                  <a:lnTo>
                    <a:pt x="69" y="0"/>
                  </a:lnTo>
                  <a:lnTo>
                    <a:pt x="483" y="245"/>
                  </a:lnTo>
                  <a:lnTo>
                    <a:pt x="483" y="345"/>
                  </a:lnTo>
                  <a:close/>
                </a:path>
              </a:pathLst>
            </a:custGeom>
            <a:solidFill>
              <a:srgbClr val="FF00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1652" name="Freeform 340">
              <a:extLst>
                <a:ext uri="{FF2B5EF4-FFF2-40B4-BE49-F238E27FC236}">
                  <a16:creationId xmlns:a16="http://schemas.microsoft.com/office/drawing/2014/main" id="{D241CF53-BCBE-4CE6-8867-94DAE0596E29}"/>
                </a:ext>
              </a:extLst>
            </p:cNvPr>
            <p:cNvSpPr>
              <a:spLocks/>
            </p:cNvSpPr>
            <p:nvPr/>
          </p:nvSpPr>
          <p:spPr bwMode="auto">
            <a:xfrm>
              <a:off x="4368" y="2720"/>
              <a:ext cx="430" cy="353"/>
            </a:xfrm>
            <a:custGeom>
              <a:avLst/>
              <a:gdLst>
                <a:gd name="T0" fmla="*/ 0 w 430"/>
                <a:gd name="T1" fmla="*/ 0 h 353"/>
                <a:gd name="T2" fmla="*/ 0 w 430"/>
                <a:gd name="T3" fmla="*/ 100 h 353"/>
                <a:gd name="T4" fmla="*/ 430 w 430"/>
                <a:gd name="T5" fmla="*/ 353 h 353"/>
                <a:gd name="T6" fmla="*/ 430 w 430"/>
                <a:gd name="T7" fmla="*/ 245 h 353"/>
                <a:gd name="T8" fmla="*/ 0 w 430"/>
                <a:gd name="T9" fmla="*/ 0 h 3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30" h="353">
                  <a:moveTo>
                    <a:pt x="0" y="0"/>
                  </a:moveTo>
                  <a:lnTo>
                    <a:pt x="0" y="100"/>
                  </a:lnTo>
                  <a:lnTo>
                    <a:pt x="430" y="353"/>
                  </a:lnTo>
                  <a:lnTo>
                    <a:pt x="430" y="2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41660" name="Rectangle 348">
            <a:extLst>
              <a:ext uri="{FF2B5EF4-FFF2-40B4-BE49-F238E27FC236}">
                <a16:creationId xmlns:a16="http://schemas.microsoft.com/office/drawing/2014/main" id="{4ECFC6B4-36F0-4B0E-AA20-AC0B8754E7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68738" y="1500188"/>
            <a:ext cx="4464050" cy="2690812"/>
          </a:xfrm>
          <a:prstGeom prst="rect">
            <a:avLst/>
          </a:prstGeom>
          <a:solidFill>
            <a:srgbClr val="00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41664" name="Group 352">
            <a:extLst>
              <a:ext uri="{FF2B5EF4-FFF2-40B4-BE49-F238E27FC236}">
                <a16:creationId xmlns:a16="http://schemas.microsoft.com/office/drawing/2014/main" id="{D6C1CA1B-CB8A-4048-92D7-CFF4099134B2}"/>
              </a:ext>
            </a:extLst>
          </p:cNvPr>
          <p:cNvGrpSpPr>
            <a:grpSpLocks/>
          </p:cNvGrpSpPr>
          <p:nvPr/>
        </p:nvGrpSpPr>
        <p:grpSpPr bwMode="auto">
          <a:xfrm>
            <a:off x="4257675" y="1168400"/>
            <a:ext cx="1298575" cy="3021013"/>
            <a:chOff x="2682" y="736"/>
            <a:chExt cx="818" cy="1903"/>
          </a:xfrm>
        </p:grpSpPr>
        <p:sp>
          <p:nvSpPr>
            <p:cNvPr id="141442" name="Line 130">
              <a:extLst>
                <a:ext uri="{FF2B5EF4-FFF2-40B4-BE49-F238E27FC236}">
                  <a16:creationId xmlns:a16="http://schemas.microsoft.com/office/drawing/2014/main" id="{8AF695B4-65AE-4330-8BBE-74F4F7338D8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694" y="2388"/>
              <a:ext cx="32" cy="3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grpSp>
          <p:nvGrpSpPr>
            <p:cNvPr id="141663" name="Group 351">
              <a:extLst>
                <a:ext uri="{FF2B5EF4-FFF2-40B4-BE49-F238E27FC236}">
                  <a16:creationId xmlns:a16="http://schemas.microsoft.com/office/drawing/2014/main" id="{D6EAE7A1-1BD4-4F19-BE53-CE1EB56709A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82" y="957"/>
              <a:ext cx="818" cy="1682"/>
              <a:chOff x="2682" y="957"/>
              <a:chExt cx="818" cy="1682"/>
            </a:xfrm>
          </p:grpSpPr>
          <p:sp>
            <p:nvSpPr>
              <p:cNvPr id="141444" name="Line 132">
                <a:extLst>
                  <a:ext uri="{FF2B5EF4-FFF2-40B4-BE49-F238E27FC236}">
                    <a16:creationId xmlns:a16="http://schemas.microsoft.com/office/drawing/2014/main" id="{E544052B-B95F-436D-B3DD-34BCBF8D849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682" y="1420"/>
                <a:ext cx="818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prstDash val="lgDash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41445" name="Line 133">
                <a:extLst>
                  <a:ext uri="{FF2B5EF4-FFF2-40B4-BE49-F238E27FC236}">
                    <a16:creationId xmlns:a16="http://schemas.microsoft.com/office/drawing/2014/main" id="{E3D7A276-2D0F-44AF-AEA0-4850F400B10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86" y="957"/>
                <a:ext cx="0" cy="168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prstDash val="lgDash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41446" name="Line 134">
                <a:extLst>
                  <a:ext uri="{FF2B5EF4-FFF2-40B4-BE49-F238E27FC236}">
                    <a16:creationId xmlns:a16="http://schemas.microsoft.com/office/drawing/2014/main" id="{EF26DE17-BA06-4FF4-9E53-978A25D5E0B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17" y="1009"/>
                <a:ext cx="0" cy="803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41447" name="Line 135">
                <a:extLst>
                  <a:ext uri="{FF2B5EF4-FFF2-40B4-BE49-F238E27FC236}">
                    <a16:creationId xmlns:a16="http://schemas.microsoft.com/office/drawing/2014/main" id="{9029FD6E-6252-484F-89A6-34D31452E10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13" y="1013"/>
                <a:ext cx="737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41448" name="Line 136">
                <a:extLst>
                  <a:ext uri="{FF2B5EF4-FFF2-40B4-BE49-F238E27FC236}">
                    <a16:creationId xmlns:a16="http://schemas.microsoft.com/office/drawing/2014/main" id="{FF985BDE-4D2C-4022-B78E-5CC906F4340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11" y="1178"/>
                <a:ext cx="739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41449" name="Line 137">
                <a:extLst>
                  <a:ext uri="{FF2B5EF4-FFF2-40B4-BE49-F238E27FC236}">
                    <a16:creationId xmlns:a16="http://schemas.microsoft.com/office/drawing/2014/main" id="{7D301D04-4676-447E-A51A-3A7C586820F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21" y="1672"/>
                <a:ext cx="736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41450" name="Line 138">
                <a:extLst>
                  <a:ext uri="{FF2B5EF4-FFF2-40B4-BE49-F238E27FC236}">
                    <a16:creationId xmlns:a16="http://schemas.microsoft.com/office/drawing/2014/main" id="{07CFD166-51B0-4C8B-9855-9B8478B282A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450" y="1009"/>
                <a:ext cx="0" cy="801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41451" name="Line 139">
                <a:extLst>
                  <a:ext uri="{FF2B5EF4-FFF2-40B4-BE49-F238E27FC236}">
                    <a16:creationId xmlns:a16="http://schemas.microsoft.com/office/drawing/2014/main" id="{1FA97731-9184-4611-952C-688E81861A2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84" y="1853"/>
                <a:ext cx="0" cy="492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41452" name="Freeform 140">
                <a:extLst>
                  <a:ext uri="{FF2B5EF4-FFF2-40B4-BE49-F238E27FC236}">
                    <a16:creationId xmlns:a16="http://schemas.microsoft.com/office/drawing/2014/main" id="{582D1D1B-740E-4E12-9168-1D66710C70D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84" y="1844"/>
                <a:ext cx="1" cy="503"/>
              </a:xfrm>
              <a:custGeom>
                <a:avLst/>
                <a:gdLst>
                  <a:gd name="T0" fmla="*/ 0 w 1"/>
                  <a:gd name="T1" fmla="*/ 0 h 571"/>
                  <a:gd name="T2" fmla="*/ 0 w 1"/>
                  <a:gd name="T3" fmla="*/ 571 h 5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" h="571">
                    <a:moveTo>
                      <a:pt x="0" y="0"/>
                    </a:moveTo>
                    <a:lnTo>
                      <a:pt x="0" y="571"/>
                    </a:lnTo>
                  </a:path>
                </a:pathLst>
              </a:cu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41453" name="Freeform 141">
                <a:extLst>
                  <a:ext uri="{FF2B5EF4-FFF2-40B4-BE49-F238E27FC236}">
                    <a16:creationId xmlns:a16="http://schemas.microsoft.com/office/drawing/2014/main" id="{C3269880-2887-4F1D-A776-EBB63C69FB1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84" y="1796"/>
                <a:ext cx="45" cy="50"/>
              </a:xfrm>
              <a:custGeom>
                <a:avLst/>
                <a:gdLst>
                  <a:gd name="T0" fmla="*/ 0 w 51"/>
                  <a:gd name="T1" fmla="*/ 57 h 57"/>
                  <a:gd name="T2" fmla="*/ 3 w 51"/>
                  <a:gd name="T3" fmla="*/ 26 h 57"/>
                  <a:gd name="T4" fmla="*/ 19 w 51"/>
                  <a:gd name="T5" fmla="*/ 9 h 57"/>
                  <a:gd name="T6" fmla="*/ 51 w 51"/>
                  <a:gd name="T7" fmla="*/ 0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51" h="57">
                    <a:moveTo>
                      <a:pt x="0" y="57"/>
                    </a:moveTo>
                    <a:cubicBezTo>
                      <a:pt x="0" y="52"/>
                      <a:pt x="0" y="34"/>
                      <a:pt x="3" y="26"/>
                    </a:cubicBezTo>
                    <a:cubicBezTo>
                      <a:pt x="6" y="18"/>
                      <a:pt x="11" y="13"/>
                      <a:pt x="19" y="9"/>
                    </a:cubicBezTo>
                    <a:cubicBezTo>
                      <a:pt x="27" y="5"/>
                      <a:pt x="44" y="2"/>
                      <a:pt x="51" y="0"/>
                    </a:cubicBezTo>
                  </a:path>
                </a:pathLst>
              </a:cu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41454" name="Freeform 142">
                <a:extLst>
                  <a:ext uri="{FF2B5EF4-FFF2-40B4-BE49-F238E27FC236}">
                    <a16:creationId xmlns:a16="http://schemas.microsoft.com/office/drawing/2014/main" id="{B9333113-4614-484F-B970-0E8E9D93B88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24" y="1802"/>
                <a:ext cx="55" cy="64"/>
              </a:xfrm>
              <a:custGeom>
                <a:avLst/>
                <a:gdLst>
                  <a:gd name="T0" fmla="*/ 52 w 55"/>
                  <a:gd name="T1" fmla="*/ 64 h 64"/>
                  <a:gd name="T2" fmla="*/ 46 w 55"/>
                  <a:gd name="T3" fmla="*/ 16 h 64"/>
                  <a:gd name="T4" fmla="*/ 0 w 55"/>
                  <a:gd name="T5" fmla="*/ 0 h 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55" h="64">
                    <a:moveTo>
                      <a:pt x="52" y="64"/>
                    </a:moveTo>
                    <a:cubicBezTo>
                      <a:pt x="51" y="57"/>
                      <a:pt x="55" y="27"/>
                      <a:pt x="46" y="16"/>
                    </a:cubicBezTo>
                    <a:cubicBezTo>
                      <a:pt x="37" y="5"/>
                      <a:pt x="10" y="3"/>
                      <a:pt x="0" y="0"/>
                    </a:cubicBezTo>
                  </a:path>
                </a:pathLst>
              </a:cu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41455" name="Freeform 143">
                <a:extLst>
                  <a:ext uri="{FF2B5EF4-FFF2-40B4-BE49-F238E27FC236}">
                    <a16:creationId xmlns:a16="http://schemas.microsoft.com/office/drawing/2014/main" id="{FFAF7BBC-35EF-4CA8-A129-440A0EC4EC4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80" y="2316"/>
                <a:ext cx="49" cy="67"/>
              </a:xfrm>
              <a:custGeom>
                <a:avLst/>
                <a:gdLst>
                  <a:gd name="T0" fmla="*/ 0 w 49"/>
                  <a:gd name="T1" fmla="*/ 0 h 67"/>
                  <a:gd name="T2" fmla="*/ 12 w 49"/>
                  <a:gd name="T3" fmla="*/ 54 h 67"/>
                  <a:gd name="T4" fmla="*/ 49 w 49"/>
                  <a:gd name="T5" fmla="*/ 67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9" h="67">
                    <a:moveTo>
                      <a:pt x="0" y="0"/>
                    </a:moveTo>
                    <a:cubicBezTo>
                      <a:pt x="1" y="9"/>
                      <a:pt x="4" y="43"/>
                      <a:pt x="12" y="54"/>
                    </a:cubicBezTo>
                    <a:cubicBezTo>
                      <a:pt x="20" y="65"/>
                      <a:pt x="41" y="64"/>
                      <a:pt x="49" y="67"/>
                    </a:cubicBezTo>
                  </a:path>
                </a:pathLst>
              </a:cu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41456" name="Freeform 144">
                <a:extLst>
                  <a:ext uri="{FF2B5EF4-FFF2-40B4-BE49-F238E27FC236}">
                    <a16:creationId xmlns:a16="http://schemas.microsoft.com/office/drawing/2014/main" id="{B38D966F-E757-4978-97B0-01AC26CDE7D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31" y="2328"/>
                <a:ext cx="51" cy="59"/>
              </a:xfrm>
              <a:custGeom>
                <a:avLst/>
                <a:gdLst>
                  <a:gd name="T0" fmla="*/ 51 w 51"/>
                  <a:gd name="T1" fmla="*/ 0 h 59"/>
                  <a:gd name="T2" fmla="*/ 41 w 51"/>
                  <a:gd name="T3" fmla="*/ 40 h 59"/>
                  <a:gd name="T4" fmla="*/ 0 w 51"/>
                  <a:gd name="T5" fmla="*/ 59 h 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51" h="59">
                    <a:moveTo>
                      <a:pt x="51" y="0"/>
                    </a:moveTo>
                    <a:cubicBezTo>
                      <a:pt x="50" y="7"/>
                      <a:pt x="49" y="30"/>
                      <a:pt x="41" y="40"/>
                    </a:cubicBezTo>
                    <a:cubicBezTo>
                      <a:pt x="33" y="50"/>
                      <a:pt x="9" y="55"/>
                      <a:pt x="0" y="59"/>
                    </a:cubicBezTo>
                  </a:path>
                </a:pathLst>
              </a:cu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41457" name="Freeform 145">
                <a:extLst>
                  <a:ext uri="{FF2B5EF4-FFF2-40B4-BE49-F238E27FC236}">
                    <a16:creationId xmlns:a16="http://schemas.microsoft.com/office/drawing/2014/main" id="{B9CBAE0C-7BDF-459F-B11E-E318ADDB08F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93" y="2380"/>
                <a:ext cx="1" cy="236"/>
              </a:xfrm>
              <a:custGeom>
                <a:avLst/>
                <a:gdLst>
                  <a:gd name="T0" fmla="*/ 1 w 1"/>
                  <a:gd name="T1" fmla="*/ 0 h 268"/>
                  <a:gd name="T2" fmla="*/ 0 w 1"/>
                  <a:gd name="T3" fmla="*/ 268 h 2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" h="268">
                    <a:moveTo>
                      <a:pt x="1" y="0"/>
                    </a:moveTo>
                    <a:lnTo>
                      <a:pt x="0" y="268"/>
                    </a:lnTo>
                  </a:path>
                </a:pathLst>
              </a:cu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41458" name="Line 146">
                <a:extLst>
                  <a:ext uri="{FF2B5EF4-FFF2-40B4-BE49-F238E27FC236}">
                    <a16:creationId xmlns:a16="http://schemas.microsoft.com/office/drawing/2014/main" id="{67AC7D70-7BCD-4575-88DA-E0165620DB8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694" y="2607"/>
                <a:ext cx="774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41459" name="Freeform 147">
                <a:extLst>
                  <a:ext uri="{FF2B5EF4-FFF2-40B4-BE49-F238E27FC236}">
                    <a16:creationId xmlns:a16="http://schemas.microsoft.com/office/drawing/2014/main" id="{7B9F1A07-6776-40E4-8244-73AE6554A10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68" y="2367"/>
                <a:ext cx="1" cy="247"/>
              </a:xfrm>
              <a:custGeom>
                <a:avLst/>
                <a:gdLst>
                  <a:gd name="T0" fmla="*/ 0 w 1"/>
                  <a:gd name="T1" fmla="*/ 281 h 281"/>
                  <a:gd name="T2" fmla="*/ 0 w 1"/>
                  <a:gd name="T3" fmla="*/ 0 h 2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" h="281">
                    <a:moveTo>
                      <a:pt x="0" y="281"/>
                    </a:moveTo>
                    <a:lnTo>
                      <a:pt x="0" y="0"/>
                    </a:lnTo>
                  </a:path>
                </a:pathLst>
              </a:cu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41460" name="Line 148">
                <a:extLst>
                  <a:ext uri="{FF2B5EF4-FFF2-40B4-BE49-F238E27FC236}">
                    <a16:creationId xmlns:a16="http://schemas.microsoft.com/office/drawing/2014/main" id="{6E7D844F-C41C-4C6B-8C8F-AB712608A07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223" y="2383"/>
                <a:ext cx="245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41461" name="Freeform 149">
                <a:extLst>
                  <a:ext uri="{FF2B5EF4-FFF2-40B4-BE49-F238E27FC236}">
                    <a16:creationId xmlns:a16="http://schemas.microsoft.com/office/drawing/2014/main" id="{E8376366-698E-402A-954F-23E6A2684C5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94" y="2387"/>
                <a:ext cx="248" cy="1"/>
              </a:xfrm>
              <a:custGeom>
                <a:avLst/>
                <a:gdLst>
                  <a:gd name="T0" fmla="*/ 0 w 282"/>
                  <a:gd name="T1" fmla="*/ 0 h 1"/>
                  <a:gd name="T2" fmla="*/ 282 w 282"/>
                  <a:gd name="T3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282" h="1">
                    <a:moveTo>
                      <a:pt x="0" y="0"/>
                    </a:moveTo>
                    <a:lnTo>
                      <a:pt x="282" y="0"/>
                    </a:lnTo>
                  </a:path>
                </a:pathLst>
              </a:cu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41462" name="Line 150">
                <a:extLst>
                  <a:ext uri="{FF2B5EF4-FFF2-40B4-BE49-F238E27FC236}">
                    <a16:creationId xmlns:a16="http://schemas.microsoft.com/office/drawing/2014/main" id="{B20BC4C9-9176-47FB-8C90-D59AF1970FD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13" y="1804"/>
                <a:ext cx="231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41463" name="Line 151">
                <a:extLst>
                  <a:ext uri="{FF2B5EF4-FFF2-40B4-BE49-F238E27FC236}">
                    <a16:creationId xmlns:a16="http://schemas.microsoft.com/office/drawing/2014/main" id="{6E76683E-8401-4941-A2EC-9D34F16B7F4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17" y="1798"/>
                <a:ext cx="238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41464" name="Line 152">
                <a:extLst>
                  <a:ext uri="{FF2B5EF4-FFF2-40B4-BE49-F238E27FC236}">
                    <a16:creationId xmlns:a16="http://schemas.microsoft.com/office/drawing/2014/main" id="{D0F6EA1A-A39C-4EF2-A1E3-CED29BB1894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384" y="1838"/>
                <a:ext cx="83" cy="545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41465" name="Line 153">
                <a:extLst>
                  <a:ext uri="{FF2B5EF4-FFF2-40B4-BE49-F238E27FC236}">
                    <a16:creationId xmlns:a16="http://schemas.microsoft.com/office/drawing/2014/main" id="{22AF2F4B-9FFE-43FF-92E9-0AB2BCB20A7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692" y="1850"/>
                <a:ext cx="92" cy="543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41466" name="Freeform 154">
                <a:extLst>
                  <a:ext uri="{FF2B5EF4-FFF2-40B4-BE49-F238E27FC236}">
                    <a16:creationId xmlns:a16="http://schemas.microsoft.com/office/drawing/2014/main" id="{64EF2FDF-964C-4D34-9701-3269FF579D7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84" y="1795"/>
                <a:ext cx="27" cy="53"/>
              </a:xfrm>
              <a:custGeom>
                <a:avLst/>
                <a:gdLst>
                  <a:gd name="T0" fmla="*/ 0 w 31"/>
                  <a:gd name="T1" fmla="*/ 60 h 60"/>
                  <a:gd name="T2" fmla="*/ 3 w 31"/>
                  <a:gd name="T3" fmla="*/ 34 h 60"/>
                  <a:gd name="T4" fmla="*/ 12 w 31"/>
                  <a:gd name="T5" fmla="*/ 17 h 60"/>
                  <a:gd name="T6" fmla="*/ 31 w 31"/>
                  <a:gd name="T7" fmla="*/ 0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1" h="60">
                    <a:moveTo>
                      <a:pt x="0" y="60"/>
                    </a:moveTo>
                    <a:cubicBezTo>
                      <a:pt x="1" y="56"/>
                      <a:pt x="1" y="41"/>
                      <a:pt x="3" y="34"/>
                    </a:cubicBezTo>
                    <a:cubicBezTo>
                      <a:pt x="5" y="27"/>
                      <a:pt x="7" y="23"/>
                      <a:pt x="12" y="17"/>
                    </a:cubicBezTo>
                    <a:cubicBezTo>
                      <a:pt x="17" y="11"/>
                      <a:pt x="28" y="3"/>
                      <a:pt x="31" y="0"/>
                    </a:cubicBezTo>
                  </a:path>
                </a:pathLst>
              </a:cu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41467" name="Freeform 155">
                <a:extLst>
                  <a:ext uri="{FF2B5EF4-FFF2-40B4-BE49-F238E27FC236}">
                    <a16:creationId xmlns:a16="http://schemas.microsoft.com/office/drawing/2014/main" id="{F9BBE911-FEBC-4F22-9DD5-17413C3BDCC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48" y="1805"/>
                <a:ext cx="37" cy="52"/>
              </a:xfrm>
              <a:custGeom>
                <a:avLst/>
                <a:gdLst>
                  <a:gd name="T0" fmla="*/ 39 w 42"/>
                  <a:gd name="T1" fmla="*/ 58 h 58"/>
                  <a:gd name="T2" fmla="*/ 41 w 42"/>
                  <a:gd name="T3" fmla="*/ 44 h 58"/>
                  <a:gd name="T4" fmla="*/ 36 w 42"/>
                  <a:gd name="T5" fmla="*/ 22 h 58"/>
                  <a:gd name="T6" fmla="*/ 24 w 42"/>
                  <a:gd name="T7" fmla="*/ 10 h 58"/>
                  <a:gd name="T8" fmla="*/ 0 w 42"/>
                  <a:gd name="T9" fmla="*/ 0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2" h="58">
                    <a:moveTo>
                      <a:pt x="39" y="58"/>
                    </a:moveTo>
                    <a:cubicBezTo>
                      <a:pt x="40" y="53"/>
                      <a:pt x="42" y="50"/>
                      <a:pt x="41" y="44"/>
                    </a:cubicBezTo>
                    <a:cubicBezTo>
                      <a:pt x="40" y="38"/>
                      <a:pt x="39" y="28"/>
                      <a:pt x="36" y="22"/>
                    </a:cubicBezTo>
                    <a:cubicBezTo>
                      <a:pt x="33" y="16"/>
                      <a:pt x="30" y="14"/>
                      <a:pt x="24" y="10"/>
                    </a:cubicBezTo>
                    <a:cubicBezTo>
                      <a:pt x="18" y="6"/>
                      <a:pt x="5" y="2"/>
                      <a:pt x="0" y="0"/>
                    </a:cubicBezTo>
                  </a:path>
                </a:pathLst>
              </a:cu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141662" name="Group 350">
              <a:extLst>
                <a:ext uri="{FF2B5EF4-FFF2-40B4-BE49-F238E27FC236}">
                  <a16:creationId xmlns:a16="http://schemas.microsoft.com/office/drawing/2014/main" id="{63337D06-7110-43C8-A5F5-818A16CCD22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89" y="1005"/>
              <a:ext cx="784" cy="1606"/>
              <a:chOff x="2689" y="1005"/>
              <a:chExt cx="784" cy="1606"/>
            </a:xfrm>
          </p:grpSpPr>
          <p:sp>
            <p:nvSpPr>
              <p:cNvPr id="141469" name="Freeform 157">
                <a:extLst>
                  <a:ext uri="{FF2B5EF4-FFF2-40B4-BE49-F238E27FC236}">
                    <a16:creationId xmlns:a16="http://schemas.microsoft.com/office/drawing/2014/main" id="{4C23D298-8E97-4C24-B12A-90B75D5CA02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20" y="1009"/>
                <a:ext cx="116" cy="118"/>
              </a:xfrm>
              <a:custGeom>
                <a:avLst/>
                <a:gdLst>
                  <a:gd name="T0" fmla="*/ 0 w 133"/>
                  <a:gd name="T1" fmla="*/ 133 h 133"/>
                  <a:gd name="T2" fmla="*/ 133 w 133"/>
                  <a:gd name="T3" fmla="*/ 0 h 1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33" h="133">
                    <a:moveTo>
                      <a:pt x="0" y="133"/>
                    </a:moveTo>
                    <a:lnTo>
                      <a:pt x="133" y="0"/>
                    </a:lnTo>
                  </a:path>
                </a:pathLst>
              </a:cu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41470" name="Freeform 158">
                <a:extLst>
                  <a:ext uri="{FF2B5EF4-FFF2-40B4-BE49-F238E27FC236}">
                    <a16:creationId xmlns:a16="http://schemas.microsoft.com/office/drawing/2014/main" id="{C4355E37-3837-4C7A-A80E-89548AA457C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82" y="1009"/>
                <a:ext cx="169" cy="169"/>
              </a:xfrm>
              <a:custGeom>
                <a:avLst/>
                <a:gdLst>
                  <a:gd name="T0" fmla="*/ 0 w 192"/>
                  <a:gd name="T1" fmla="*/ 192 h 192"/>
                  <a:gd name="T2" fmla="*/ 192 w 192"/>
                  <a:gd name="T3" fmla="*/ 0 h 1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92" h="192">
                    <a:moveTo>
                      <a:pt x="0" y="192"/>
                    </a:moveTo>
                    <a:lnTo>
                      <a:pt x="192" y="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41471" name="Freeform 159">
                <a:extLst>
                  <a:ext uri="{FF2B5EF4-FFF2-40B4-BE49-F238E27FC236}">
                    <a16:creationId xmlns:a16="http://schemas.microsoft.com/office/drawing/2014/main" id="{4960AFED-0D15-4D85-97A2-A3511CAAB81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95" y="1005"/>
                <a:ext cx="178" cy="178"/>
              </a:xfrm>
              <a:custGeom>
                <a:avLst/>
                <a:gdLst>
                  <a:gd name="T0" fmla="*/ 0 w 202"/>
                  <a:gd name="T1" fmla="*/ 202 h 202"/>
                  <a:gd name="T2" fmla="*/ 202 w 202"/>
                  <a:gd name="T3" fmla="*/ 0 h 2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202" h="202">
                    <a:moveTo>
                      <a:pt x="0" y="202"/>
                    </a:moveTo>
                    <a:lnTo>
                      <a:pt x="202" y="0"/>
                    </a:lnTo>
                  </a:path>
                </a:pathLst>
              </a:cu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41472" name="Freeform 160">
                <a:extLst>
                  <a:ext uri="{FF2B5EF4-FFF2-40B4-BE49-F238E27FC236}">
                    <a16:creationId xmlns:a16="http://schemas.microsoft.com/office/drawing/2014/main" id="{2EA31D20-ECC9-4B9B-A750-F64953B8343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18" y="1009"/>
                <a:ext cx="169" cy="167"/>
              </a:xfrm>
              <a:custGeom>
                <a:avLst/>
                <a:gdLst>
                  <a:gd name="T0" fmla="*/ 0 w 169"/>
                  <a:gd name="T1" fmla="*/ 167 h 167"/>
                  <a:gd name="T2" fmla="*/ 169 w 169"/>
                  <a:gd name="T3" fmla="*/ 0 h 1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69" h="167">
                    <a:moveTo>
                      <a:pt x="0" y="167"/>
                    </a:moveTo>
                    <a:lnTo>
                      <a:pt x="169" y="0"/>
                    </a:lnTo>
                  </a:path>
                </a:pathLst>
              </a:cu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41473" name="Freeform 161">
                <a:extLst>
                  <a:ext uri="{FF2B5EF4-FFF2-40B4-BE49-F238E27FC236}">
                    <a16:creationId xmlns:a16="http://schemas.microsoft.com/office/drawing/2014/main" id="{59CDDD6B-A70E-4CF1-8944-5E6CA6CB942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50" y="1006"/>
                <a:ext cx="164" cy="164"/>
              </a:xfrm>
              <a:custGeom>
                <a:avLst/>
                <a:gdLst>
                  <a:gd name="T0" fmla="*/ 0 w 164"/>
                  <a:gd name="T1" fmla="*/ 164 h 164"/>
                  <a:gd name="T2" fmla="*/ 164 w 164"/>
                  <a:gd name="T3" fmla="*/ 0 h 1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64" h="164">
                    <a:moveTo>
                      <a:pt x="0" y="164"/>
                    </a:moveTo>
                    <a:lnTo>
                      <a:pt x="164" y="0"/>
                    </a:lnTo>
                  </a:path>
                </a:pathLst>
              </a:cu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41474" name="Freeform 162">
                <a:extLst>
                  <a:ext uri="{FF2B5EF4-FFF2-40B4-BE49-F238E27FC236}">
                    <a16:creationId xmlns:a16="http://schemas.microsoft.com/office/drawing/2014/main" id="{9B6D6C4C-AE00-427A-9785-87366710BE1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65" y="1005"/>
                <a:ext cx="166" cy="166"/>
              </a:xfrm>
              <a:custGeom>
                <a:avLst/>
                <a:gdLst>
                  <a:gd name="T0" fmla="*/ 0 w 166"/>
                  <a:gd name="T1" fmla="*/ 166 h 166"/>
                  <a:gd name="T2" fmla="*/ 166 w 166"/>
                  <a:gd name="T3" fmla="*/ 0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66" h="166">
                    <a:moveTo>
                      <a:pt x="0" y="166"/>
                    </a:moveTo>
                    <a:lnTo>
                      <a:pt x="166" y="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41475" name="Freeform 163">
                <a:extLst>
                  <a:ext uri="{FF2B5EF4-FFF2-40B4-BE49-F238E27FC236}">
                    <a16:creationId xmlns:a16="http://schemas.microsoft.com/office/drawing/2014/main" id="{BD722B2D-78D8-4F5E-A018-A7A87D494E3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84" y="1104"/>
                <a:ext cx="60" cy="74"/>
              </a:xfrm>
              <a:custGeom>
                <a:avLst/>
                <a:gdLst>
                  <a:gd name="T0" fmla="*/ 0 w 60"/>
                  <a:gd name="T1" fmla="*/ 74 h 74"/>
                  <a:gd name="T2" fmla="*/ 60 w 60"/>
                  <a:gd name="T3" fmla="*/ 0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60" h="74">
                    <a:moveTo>
                      <a:pt x="0" y="74"/>
                    </a:moveTo>
                    <a:lnTo>
                      <a:pt x="60" y="0"/>
                    </a:lnTo>
                  </a:path>
                </a:pathLst>
              </a:cu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41476" name="Freeform 164">
                <a:extLst>
                  <a:ext uri="{FF2B5EF4-FFF2-40B4-BE49-F238E27FC236}">
                    <a16:creationId xmlns:a16="http://schemas.microsoft.com/office/drawing/2014/main" id="{26332997-1C8D-41E8-85A9-62207CF5195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20" y="1673"/>
                <a:ext cx="104" cy="108"/>
              </a:xfrm>
              <a:custGeom>
                <a:avLst/>
                <a:gdLst>
                  <a:gd name="T0" fmla="*/ 0 w 119"/>
                  <a:gd name="T1" fmla="*/ 122 h 122"/>
                  <a:gd name="T2" fmla="*/ 119 w 119"/>
                  <a:gd name="T3" fmla="*/ 0 h 1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19" h="122">
                    <a:moveTo>
                      <a:pt x="0" y="122"/>
                    </a:moveTo>
                    <a:lnTo>
                      <a:pt x="119" y="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41477" name="Freeform 165">
                <a:extLst>
                  <a:ext uri="{FF2B5EF4-FFF2-40B4-BE49-F238E27FC236}">
                    <a16:creationId xmlns:a16="http://schemas.microsoft.com/office/drawing/2014/main" id="{8715DA71-1E7E-45A6-A319-0B8E915678C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03" y="1672"/>
                <a:ext cx="141" cy="141"/>
              </a:xfrm>
              <a:custGeom>
                <a:avLst/>
                <a:gdLst>
                  <a:gd name="T0" fmla="*/ 0 w 160"/>
                  <a:gd name="T1" fmla="*/ 160 h 160"/>
                  <a:gd name="T2" fmla="*/ 160 w 160"/>
                  <a:gd name="T3" fmla="*/ 0 h 1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60" h="160">
                    <a:moveTo>
                      <a:pt x="0" y="160"/>
                    </a:moveTo>
                    <a:lnTo>
                      <a:pt x="160" y="0"/>
                    </a:lnTo>
                  </a:path>
                </a:pathLst>
              </a:cu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41478" name="Freeform 166">
                <a:extLst>
                  <a:ext uri="{FF2B5EF4-FFF2-40B4-BE49-F238E27FC236}">
                    <a16:creationId xmlns:a16="http://schemas.microsoft.com/office/drawing/2014/main" id="{29B1E8EE-4EBF-4369-B44C-2DA54F90CF8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30" y="1669"/>
                <a:ext cx="134" cy="136"/>
              </a:xfrm>
              <a:custGeom>
                <a:avLst/>
                <a:gdLst>
                  <a:gd name="T0" fmla="*/ 0 w 152"/>
                  <a:gd name="T1" fmla="*/ 155 h 155"/>
                  <a:gd name="T2" fmla="*/ 152 w 152"/>
                  <a:gd name="T3" fmla="*/ 0 h 1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52" h="155">
                    <a:moveTo>
                      <a:pt x="0" y="155"/>
                    </a:moveTo>
                    <a:lnTo>
                      <a:pt x="152" y="0"/>
                    </a:lnTo>
                  </a:path>
                </a:pathLst>
              </a:cu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41479" name="Freeform 167">
                <a:extLst>
                  <a:ext uri="{FF2B5EF4-FFF2-40B4-BE49-F238E27FC236}">
                    <a16:creationId xmlns:a16="http://schemas.microsoft.com/office/drawing/2014/main" id="{64FD0FF0-2FAC-4224-A29A-CA50AF252D0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81" y="1672"/>
                <a:ext cx="211" cy="211"/>
              </a:xfrm>
              <a:custGeom>
                <a:avLst/>
                <a:gdLst>
                  <a:gd name="T0" fmla="*/ 0 w 240"/>
                  <a:gd name="T1" fmla="*/ 240 h 240"/>
                  <a:gd name="T2" fmla="*/ 240 w 240"/>
                  <a:gd name="T3" fmla="*/ 0 h 2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240" h="240">
                    <a:moveTo>
                      <a:pt x="0" y="240"/>
                    </a:moveTo>
                    <a:lnTo>
                      <a:pt x="240" y="0"/>
                    </a:lnTo>
                  </a:path>
                </a:pathLst>
              </a:cu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41480" name="Freeform 168">
                <a:extLst>
                  <a:ext uri="{FF2B5EF4-FFF2-40B4-BE49-F238E27FC236}">
                    <a16:creationId xmlns:a16="http://schemas.microsoft.com/office/drawing/2014/main" id="{02D3B015-AE38-4203-B437-EAC3E8E9F6F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80" y="1669"/>
                <a:ext cx="337" cy="338"/>
              </a:xfrm>
              <a:custGeom>
                <a:avLst/>
                <a:gdLst>
                  <a:gd name="T0" fmla="*/ 0 w 384"/>
                  <a:gd name="T1" fmla="*/ 384 h 384"/>
                  <a:gd name="T2" fmla="*/ 384 w 384"/>
                  <a:gd name="T3" fmla="*/ 0 h 3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384" h="384">
                    <a:moveTo>
                      <a:pt x="0" y="384"/>
                    </a:moveTo>
                    <a:lnTo>
                      <a:pt x="384" y="0"/>
                    </a:lnTo>
                  </a:path>
                </a:pathLst>
              </a:cu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41481" name="Freeform 169">
                <a:extLst>
                  <a:ext uri="{FF2B5EF4-FFF2-40B4-BE49-F238E27FC236}">
                    <a16:creationId xmlns:a16="http://schemas.microsoft.com/office/drawing/2014/main" id="{1B6E5833-7CEF-42DA-A3A9-74907817FEB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17" y="1669"/>
                <a:ext cx="126" cy="127"/>
              </a:xfrm>
              <a:custGeom>
                <a:avLst/>
                <a:gdLst>
                  <a:gd name="T0" fmla="*/ 0 w 144"/>
                  <a:gd name="T1" fmla="*/ 144 h 144"/>
                  <a:gd name="T2" fmla="*/ 144 w 144"/>
                  <a:gd name="T3" fmla="*/ 0 h 1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44" h="144">
                    <a:moveTo>
                      <a:pt x="0" y="144"/>
                    </a:moveTo>
                    <a:lnTo>
                      <a:pt x="144" y="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41482" name="Line 170">
                <a:extLst>
                  <a:ext uri="{FF2B5EF4-FFF2-40B4-BE49-F238E27FC236}">
                    <a16:creationId xmlns:a16="http://schemas.microsoft.com/office/drawing/2014/main" id="{1ACAF860-6D3E-4EF8-BB87-72C0E6289F0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975" y="1928"/>
                <a:ext cx="217" cy="217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41483" name="Line 171">
                <a:extLst>
                  <a:ext uri="{FF2B5EF4-FFF2-40B4-BE49-F238E27FC236}">
                    <a16:creationId xmlns:a16="http://schemas.microsoft.com/office/drawing/2014/main" id="{8263BBB5-430D-42DE-AA72-56B82451D9A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981" y="2055"/>
                <a:ext cx="211" cy="211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41484" name="Freeform 172">
                <a:extLst>
                  <a:ext uri="{FF2B5EF4-FFF2-40B4-BE49-F238E27FC236}">
                    <a16:creationId xmlns:a16="http://schemas.microsoft.com/office/drawing/2014/main" id="{56317DE1-D1D8-4ED9-839F-8AA2E5AABFC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84" y="2190"/>
                <a:ext cx="402" cy="402"/>
              </a:xfrm>
              <a:custGeom>
                <a:avLst/>
                <a:gdLst>
                  <a:gd name="T0" fmla="*/ 402 w 402"/>
                  <a:gd name="T1" fmla="*/ 0 h 402"/>
                  <a:gd name="T2" fmla="*/ 0 w 402"/>
                  <a:gd name="T3" fmla="*/ 402 h 4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402" h="402">
                    <a:moveTo>
                      <a:pt x="402" y="0"/>
                    </a:moveTo>
                    <a:lnTo>
                      <a:pt x="0" y="402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41485" name="Freeform 173">
                <a:extLst>
                  <a:ext uri="{FF2B5EF4-FFF2-40B4-BE49-F238E27FC236}">
                    <a16:creationId xmlns:a16="http://schemas.microsoft.com/office/drawing/2014/main" id="{5148E4D1-7DC9-4A8C-A71B-F5F895DBB80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89" y="2388"/>
                <a:ext cx="161" cy="164"/>
              </a:xfrm>
              <a:custGeom>
                <a:avLst/>
                <a:gdLst>
                  <a:gd name="T0" fmla="*/ 161 w 161"/>
                  <a:gd name="T1" fmla="*/ 0 h 164"/>
                  <a:gd name="T2" fmla="*/ 0 w 161"/>
                  <a:gd name="T3" fmla="*/ 164 h 1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61" h="164">
                    <a:moveTo>
                      <a:pt x="161" y="0"/>
                    </a:moveTo>
                    <a:lnTo>
                      <a:pt x="0" y="164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41486" name="Line 174">
                <a:extLst>
                  <a:ext uri="{FF2B5EF4-FFF2-40B4-BE49-F238E27FC236}">
                    <a16:creationId xmlns:a16="http://schemas.microsoft.com/office/drawing/2014/main" id="{B44C19E3-04F6-4CBB-9067-615100660F1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906" y="2313"/>
                <a:ext cx="286" cy="287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41487" name="Freeform 175">
                <a:extLst>
                  <a:ext uri="{FF2B5EF4-FFF2-40B4-BE49-F238E27FC236}">
                    <a16:creationId xmlns:a16="http://schemas.microsoft.com/office/drawing/2014/main" id="{64CCF2E8-DFF3-482C-BAD1-71DFB84FADE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25" y="2382"/>
                <a:ext cx="227" cy="229"/>
              </a:xfrm>
              <a:custGeom>
                <a:avLst/>
                <a:gdLst>
                  <a:gd name="T0" fmla="*/ 0 w 227"/>
                  <a:gd name="T1" fmla="*/ 229 h 229"/>
                  <a:gd name="T2" fmla="*/ 227 w 227"/>
                  <a:gd name="T3" fmla="*/ 0 h 2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227" h="229">
                    <a:moveTo>
                      <a:pt x="0" y="229"/>
                    </a:moveTo>
                    <a:lnTo>
                      <a:pt x="227" y="0"/>
                    </a:lnTo>
                  </a:path>
                </a:pathLst>
              </a:cu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41488" name="Freeform 176">
                <a:extLst>
                  <a:ext uri="{FF2B5EF4-FFF2-40B4-BE49-F238E27FC236}">
                    <a16:creationId xmlns:a16="http://schemas.microsoft.com/office/drawing/2014/main" id="{350DB0E8-A9AD-45B7-B836-55D087846C5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56" y="2386"/>
                <a:ext cx="225" cy="225"/>
              </a:xfrm>
              <a:custGeom>
                <a:avLst/>
                <a:gdLst>
                  <a:gd name="T0" fmla="*/ 0 w 225"/>
                  <a:gd name="T1" fmla="*/ 225 h 225"/>
                  <a:gd name="T2" fmla="*/ 225 w 225"/>
                  <a:gd name="T3" fmla="*/ 0 h 2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225" h="225">
                    <a:moveTo>
                      <a:pt x="0" y="225"/>
                    </a:moveTo>
                    <a:lnTo>
                      <a:pt x="225" y="0"/>
                    </a:lnTo>
                  </a:path>
                </a:pathLst>
              </a:cu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41489" name="Freeform 177">
                <a:extLst>
                  <a:ext uri="{FF2B5EF4-FFF2-40B4-BE49-F238E27FC236}">
                    <a16:creationId xmlns:a16="http://schemas.microsoft.com/office/drawing/2014/main" id="{4F86A448-A4FB-43A6-9A83-E6BB3E448BB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94" y="2421"/>
                <a:ext cx="179" cy="177"/>
              </a:xfrm>
              <a:custGeom>
                <a:avLst/>
                <a:gdLst>
                  <a:gd name="T0" fmla="*/ 0 w 179"/>
                  <a:gd name="T1" fmla="*/ 177 h 177"/>
                  <a:gd name="T2" fmla="*/ 179 w 179"/>
                  <a:gd name="T3" fmla="*/ 0 h 1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79" h="177">
                    <a:moveTo>
                      <a:pt x="0" y="177"/>
                    </a:moveTo>
                    <a:lnTo>
                      <a:pt x="179" y="0"/>
                    </a:lnTo>
                  </a:path>
                </a:pathLst>
              </a:cu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41490" name="Freeform 178">
                <a:extLst>
                  <a:ext uri="{FF2B5EF4-FFF2-40B4-BE49-F238E27FC236}">
                    <a16:creationId xmlns:a16="http://schemas.microsoft.com/office/drawing/2014/main" id="{572224B3-AC72-44B5-97C3-6D0D5B3A7AF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02" y="2544"/>
                <a:ext cx="60" cy="60"/>
              </a:xfrm>
              <a:custGeom>
                <a:avLst/>
                <a:gdLst>
                  <a:gd name="T0" fmla="*/ 0 w 60"/>
                  <a:gd name="T1" fmla="*/ 60 h 60"/>
                  <a:gd name="T2" fmla="*/ 60 w 60"/>
                  <a:gd name="T3" fmla="*/ 0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60" h="60">
                    <a:moveTo>
                      <a:pt x="0" y="60"/>
                    </a:moveTo>
                    <a:lnTo>
                      <a:pt x="60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141491" name="Text Box 179">
              <a:extLst>
                <a:ext uri="{FF2B5EF4-FFF2-40B4-BE49-F238E27FC236}">
                  <a16:creationId xmlns:a16="http://schemas.microsoft.com/office/drawing/2014/main" id="{74338988-8BA0-4CF8-95CE-85B1E3BE693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59" y="736"/>
              <a:ext cx="58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eaLnBrk="1" hangingPunct="1"/>
              <a:r>
                <a:rPr lang="en-US" altLang="zh-CN" i="1">
                  <a:latin typeface="宋体" panose="02010600030101010101" pitchFamily="2" charset="-122"/>
                </a:rPr>
                <a:t>B</a:t>
              </a:r>
              <a:r>
                <a:rPr lang="zh-CN" altLang="en-US"/>
                <a:t>－</a:t>
              </a:r>
              <a:r>
                <a:rPr lang="en-US" altLang="zh-CN" i="1">
                  <a:latin typeface="宋体" panose="02010600030101010101" pitchFamily="2" charset="-122"/>
                </a:rPr>
                <a:t>B</a:t>
              </a:r>
              <a:endParaRPr lang="en-US" altLang="zh-CN"/>
            </a:p>
          </p:txBody>
        </p:sp>
      </p:grpSp>
      <p:sp>
        <p:nvSpPr>
          <p:cNvPr id="141492" name="AutoShape 180">
            <a:extLst>
              <a:ext uri="{FF2B5EF4-FFF2-40B4-BE49-F238E27FC236}">
                <a16:creationId xmlns:a16="http://schemas.microsoft.com/office/drawing/2014/main" id="{C7660639-9451-4FFA-96F0-75E4BAFB09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64188" y="1085850"/>
            <a:ext cx="1108075" cy="415925"/>
          </a:xfrm>
          <a:prstGeom prst="wedgeRectCallout">
            <a:avLst>
              <a:gd name="adj1" fmla="val -52005"/>
              <a:gd name="adj2" fmla="val 138167"/>
            </a:avLst>
          </a:prstGeom>
          <a:solidFill>
            <a:srgbClr val="99FF99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/>
            <a:r>
              <a:rPr lang="zh-CN" altLang="en-US" sz="2800"/>
              <a:t>正确</a:t>
            </a:r>
          </a:p>
        </p:txBody>
      </p:sp>
      <p:sp>
        <p:nvSpPr>
          <p:cNvPr id="141493" name="AutoShape 181">
            <a:extLst>
              <a:ext uri="{FF2B5EF4-FFF2-40B4-BE49-F238E27FC236}">
                <a16:creationId xmlns:a16="http://schemas.microsoft.com/office/drawing/2014/main" id="{E4061F19-A781-4747-8E65-A36CCAB19D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69263" y="1160463"/>
            <a:ext cx="1074737" cy="447675"/>
          </a:xfrm>
          <a:prstGeom prst="wedgeRectCallout">
            <a:avLst>
              <a:gd name="adj1" fmla="val -60782"/>
              <a:gd name="adj2" fmla="val 132625"/>
            </a:avLst>
          </a:prstGeom>
          <a:solidFill>
            <a:srgbClr val="FF99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/>
            <a:r>
              <a:rPr lang="zh-CN" altLang="en-US" sz="2800"/>
              <a:t>错误</a:t>
            </a:r>
          </a:p>
        </p:txBody>
      </p:sp>
      <p:grpSp>
        <p:nvGrpSpPr>
          <p:cNvPr id="141658" name="Group 346">
            <a:extLst>
              <a:ext uri="{FF2B5EF4-FFF2-40B4-BE49-F238E27FC236}">
                <a16:creationId xmlns:a16="http://schemas.microsoft.com/office/drawing/2014/main" id="{3528B194-7927-4309-8481-6F9555BBF8BB}"/>
              </a:ext>
            </a:extLst>
          </p:cNvPr>
          <p:cNvGrpSpPr>
            <a:grpSpLocks/>
          </p:cNvGrpSpPr>
          <p:nvPr/>
        </p:nvGrpSpPr>
        <p:grpSpPr bwMode="auto">
          <a:xfrm>
            <a:off x="6672263" y="1173163"/>
            <a:ext cx="1298575" cy="2998787"/>
            <a:chOff x="4203" y="739"/>
            <a:chExt cx="818" cy="1889"/>
          </a:xfrm>
        </p:grpSpPr>
        <p:sp>
          <p:nvSpPr>
            <p:cNvPr id="141601" name="Line 289">
              <a:extLst>
                <a:ext uri="{FF2B5EF4-FFF2-40B4-BE49-F238E27FC236}">
                  <a16:creationId xmlns:a16="http://schemas.microsoft.com/office/drawing/2014/main" id="{53FA9A4B-AFC3-4D17-A8AC-75609DD8373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03" y="1409"/>
              <a:ext cx="818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lgDash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1602" name="Line 290">
              <a:extLst>
                <a:ext uri="{FF2B5EF4-FFF2-40B4-BE49-F238E27FC236}">
                  <a16:creationId xmlns:a16="http://schemas.microsoft.com/office/drawing/2014/main" id="{0AE87B08-3871-4694-9285-7057CA3D054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07" y="946"/>
              <a:ext cx="0" cy="168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lgDash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1603" name="Line 291">
              <a:extLst>
                <a:ext uri="{FF2B5EF4-FFF2-40B4-BE49-F238E27FC236}">
                  <a16:creationId xmlns:a16="http://schemas.microsoft.com/office/drawing/2014/main" id="{00268A13-037D-4475-B1BF-B76E5236266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38" y="998"/>
              <a:ext cx="0" cy="803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1604" name="Line 292">
              <a:extLst>
                <a:ext uri="{FF2B5EF4-FFF2-40B4-BE49-F238E27FC236}">
                  <a16:creationId xmlns:a16="http://schemas.microsoft.com/office/drawing/2014/main" id="{1C078444-EF1D-4AF3-9394-039B376B7C9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34" y="1002"/>
              <a:ext cx="737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1605" name="Line 293">
              <a:extLst>
                <a:ext uri="{FF2B5EF4-FFF2-40B4-BE49-F238E27FC236}">
                  <a16:creationId xmlns:a16="http://schemas.microsoft.com/office/drawing/2014/main" id="{2D5102D6-DDBF-4CE6-A555-6ABEFA0DF11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32" y="1167"/>
              <a:ext cx="739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1606" name="Line 294">
              <a:extLst>
                <a:ext uri="{FF2B5EF4-FFF2-40B4-BE49-F238E27FC236}">
                  <a16:creationId xmlns:a16="http://schemas.microsoft.com/office/drawing/2014/main" id="{A706D5AB-30AD-4856-8A7A-A2D7BCE498D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36" y="1655"/>
              <a:ext cx="736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1607" name="Line 295">
              <a:extLst>
                <a:ext uri="{FF2B5EF4-FFF2-40B4-BE49-F238E27FC236}">
                  <a16:creationId xmlns:a16="http://schemas.microsoft.com/office/drawing/2014/main" id="{4265268C-B447-4932-AEE9-494EE7DDA98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971" y="998"/>
              <a:ext cx="0" cy="801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1608" name="Freeform 296">
              <a:extLst>
                <a:ext uri="{FF2B5EF4-FFF2-40B4-BE49-F238E27FC236}">
                  <a16:creationId xmlns:a16="http://schemas.microsoft.com/office/drawing/2014/main" id="{F0D93852-68BD-4513-9C96-7D02A2614C43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6" y="1348"/>
              <a:ext cx="1" cy="986"/>
            </a:xfrm>
            <a:custGeom>
              <a:avLst/>
              <a:gdLst>
                <a:gd name="T0" fmla="*/ 1 w 1"/>
                <a:gd name="T1" fmla="*/ 0 h 1119"/>
                <a:gd name="T2" fmla="*/ 0 w 1"/>
                <a:gd name="T3" fmla="*/ 1119 h 1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1119">
                  <a:moveTo>
                    <a:pt x="1" y="0"/>
                  </a:moveTo>
                  <a:lnTo>
                    <a:pt x="0" y="1119"/>
                  </a:lnTo>
                </a:path>
              </a:pathLst>
            </a:custGeom>
            <a:noFill/>
            <a:ln w="19050" cap="flat" cmpd="sng">
              <a:solidFill>
                <a:srgbClr val="000000"/>
              </a:solidFill>
              <a:prstDash val="dash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1609" name="Freeform 297">
              <a:extLst>
                <a:ext uri="{FF2B5EF4-FFF2-40B4-BE49-F238E27FC236}">
                  <a16:creationId xmlns:a16="http://schemas.microsoft.com/office/drawing/2014/main" id="{17EA277B-7D5B-4F55-A057-B60AC98008D1}"/>
                </a:ext>
              </a:extLst>
            </p:cNvPr>
            <p:cNvSpPr>
              <a:spLocks/>
            </p:cNvSpPr>
            <p:nvPr/>
          </p:nvSpPr>
          <p:spPr bwMode="auto">
            <a:xfrm>
              <a:off x="4704" y="1351"/>
              <a:ext cx="1" cy="985"/>
            </a:xfrm>
            <a:custGeom>
              <a:avLst/>
              <a:gdLst>
                <a:gd name="T0" fmla="*/ 0 w 1"/>
                <a:gd name="T1" fmla="*/ 0 h 1118"/>
                <a:gd name="T2" fmla="*/ 1 w 1"/>
                <a:gd name="T3" fmla="*/ 1118 h 1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1118">
                  <a:moveTo>
                    <a:pt x="0" y="0"/>
                  </a:moveTo>
                  <a:lnTo>
                    <a:pt x="1" y="1118"/>
                  </a:lnTo>
                </a:path>
              </a:pathLst>
            </a:custGeom>
            <a:noFill/>
            <a:ln w="19050" cap="flat" cmpd="sng">
              <a:solidFill>
                <a:srgbClr val="000000"/>
              </a:solidFill>
              <a:prstDash val="dash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1610" name="Freeform 298">
              <a:extLst>
                <a:ext uri="{FF2B5EF4-FFF2-40B4-BE49-F238E27FC236}">
                  <a16:creationId xmlns:a16="http://schemas.microsoft.com/office/drawing/2014/main" id="{007D4F9F-0138-4973-99EA-89E41E85142C}"/>
                </a:ext>
              </a:extLst>
            </p:cNvPr>
            <p:cNvSpPr>
              <a:spLocks/>
            </p:cNvSpPr>
            <p:nvPr/>
          </p:nvSpPr>
          <p:spPr bwMode="auto">
            <a:xfrm>
              <a:off x="4706" y="2332"/>
              <a:ext cx="44" cy="40"/>
            </a:xfrm>
            <a:custGeom>
              <a:avLst/>
              <a:gdLst>
                <a:gd name="T0" fmla="*/ 0 w 50"/>
                <a:gd name="T1" fmla="*/ 0 h 46"/>
                <a:gd name="T2" fmla="*/ 14 w 50"/>
                <a:gd name="T3" fmla="*/ 34 h 46"/>
                <a:gd name="T4" fmla="*/ 50 w 50"/>
                <a:gd name="T5" fmla="*/ 46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0" h="46">
                  <a:moveTo>
                    <a:pt x="0" y="0"/>
                  </a:moveTo>
                  <a:cubicBezTo>
                    <a:pt x="3" y="13"/>
                    <a:pt x="6" y="26"/>
                    <a:pt x="14" y="34"/>
                  </a:cubicBezTo>
                  <a:cubicBezTo>
                    <a:pt x="22" y="42"/>
                    <a:pt x="43" y="44"/>
                    <a:pt x="50" y="46"/>
                  </a:cubicBezTo>
                </a:path>
              </a:pathLst>
            </a:custGeom>
            <a:noFill/>
            <a:ln w="19050" cap="flat" cmpd="sng">
              <a:solidFill>
                <a:srgbClr val="0000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1611" name="Freeform 299">
              <a:extLst>
                <a:ext uri="{FF2B5EF4-FFF2-40B4-BE49-F238E27FC236}">
                  <a16:creationId xmlns:a16="http://schemas.microsoft.com/office/drawing/2014/main" id="{1DE83DFA-2D5A-4B63-B28A-09AEA80139CA}"/>
                </a:ext>
              </a:extLst>
            </p:cNvPr>
            <p:cNvSpPr>
              <a:spLocks/>
            </p:cNvSpPr>
            <p:nvPr/>
          </p:nvSpPr>
          <p:spPr bwMode="auto">
            <a:xfrm>
              <a:off x="4452" y="2321"/>
              <a:ext cx="56" cy="55"/>
            </a:xfrm>
            <a:custGeom>
              <a:avLst/>
              <a:gdLst>
                <a:gd name="T0" fmla="*/ 63 w 63"/>
                <a:gd name="T1" fmla="*/ 0 h 62"/>
                <a:gd name="T2" fmla="*/ 46 w 63"/>
                <a:gd name="T3" fmla="*/ 41 h 62"/>
                <a:gd name="T4" fmla="*/ 0 w 63"/>
                <a:gd name="T5" fmla="*/ 62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3" h="62">
                  <a:moveTo>
                    <a:pt x="63" y="0"/>
                  </a:moveTo>
                  <a:cubicBezTo>
                    <a:pt x="61" y="7"/>
                    <a:pt x="57" y="31"/>
                    <a:pt x="46" y="41"/>
                  </a:cubicBezTo>
                  <a:cubicBezTo>
                    <a:pt x="35" y="51"/>
                    <a:pt x="10" y="58"/>
                    <a:pt x="0" y="62"/>
                  </a:cubicBezTo>
                </a:path>
              </a:pathLst>
            </a:custGeom>
            <a:noFill/>
            <a:ln w="19050" cap="flat" cmpd="sng">
              <a:solidFill>
                <a:srgbClr val="0000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1612" name="Freeform 300">
              <a:extLst>
                <a:ext uri="{FF2B5EF4-FFF2-40B4-BE49-F238E27FC236}">
                  <a16:creationId xmlns:a16="http://schemas.microsoft.com/office/drawing/2014/main" id="{A4896E0A-CFE4-4711-B3DB-898C91132A7C}"/>
                </a:ext>
              </a:extLst>
            </p:cNvPr>
            <p:cNvSpPr>
              <a:spLocks/>
            </p:cNvSpPr>
            <p:nvPr/>
          </p:nvSpPr>
          <p:spPr bwMode="auto">
            <a:xfrm>
              <a:off x="4214" y="2369"/>
              <a:ext cx="1" cy="236"/>
            </a:xfrm>
            <a:custGeom>
              <a:avLst/>
              <a:gdLst>
                <a:gd name="T0" fmla="*/ 1 w 1"/>
                <a:gd name="T1" fmla="*/ 0 h 268"/>
                <a:gd name="T2" fmla="*/ 0 w 1"/>
                <a:gd name="T3" fmla="*/ 268 h 2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268">
                  <a:moveTo>
                    <a:pt x="1" y="0"/>
                  </a:moveTo>
                  <a:lnTo>
                    <a:pt x="0" y="268"/>
                  </a:lnTo>
                </a:path>
              </a:pathLst>
            </a:cu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1613" name="Line 301">
              <a:extLst>
                <a:ext uri="{FF2B5EF4-FFF2-40B4-BE49-F238E27FC236}">
                  <a16:creationId xmlns:a16="http://schemas.microsoft.com/office/drawing/2014/main" id="{154B1AA5-3FC9-4175-9976-97BDEAD833E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15" y="2596"/>
              <a:ext cx="786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1614" name="Freeform 302">
              <a:extLst>
                <a:ext uri="{FF2B5EF4-FFF2-40B4-BE49-F238E27FC236}">
                  <a16:creationId xmlns:a16="http://schemas.microsoft.com/office/drawing/2014/main" id="{56B58108-D80F-4A4F-98A6-B7295E197AE8}"/>
                </a:ext>
              </a:extLst>
            </p:cNvPr>
            <p:cNvSpPr>
              <a:spLocks/>
            </p:cNvSpPr>
            <p:nvPr/>
          </p:nvSpPr>
          <p:spPr bwMode="auto">
            <a:xfrm>
              <a:off x="4989" y="2362"/>
              <a:ext cx="1" cy="240"/>
            </a:xfrm>
            <a:custGeom>
              <a:avLst/>
              <a:gdLst>
                <a:gd name="T0" fmla="*/ 0 w 1"/>
                <a:gd name="T1" fmla="*/ 273 h 273"/>
                <a:gd name="T2" fmla="*/ 0 w 1"/>
                <a:gd name="T3" fmla="*/ 0 h 2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273">
                  <a:moveTo>
                    <a:pt x="0" y="273"/>
                  </a:moveTo>
                  <a:lnTo>
                    <a:pt x="0" y="0"/>
                  </a:lnTo>
                </a:path>
              </a:pathLst>
            </a:cu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1615" name="Line 303">
              <a:extLst>
                <a:ext uri="{FF2B5EF4-FFF2-40B4-BE49-F238E27FC236}">
                  <a16:creationId xmlns:a16="http://schemas.microsoft.com/office/drawing/2014/main" id="{1E2A27C0-83F1-4FD1-9D7A-2E817952361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744" y="2372"/>
              <a:ext cx="245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1616" name="Freeform 304">
              <a:extLst>
                <a:ext uri="{FF2B5EF4-FFF2-40B4-BE49-F238E27FC236}">
                  <a16:creationId xmlns:a16="http://schemas.microsoft.com/office/drawing/2014/main" id="{06DEBE3A-2AB7-47EC-8181-EDADE4D4C5D4}"/>
                </a:ext>
              </a:extLst>
            </p:cNvPr>
            <p:cNvSpPr>
              <a:spLocks/>
            </p:cNvSpPr>
            <p:nvPr/>
          </p:nvSpPr>
          <p:spPr bwMode="auto">
            <a:xfrm>
              <a:off x="4215" y="2376"/>
              <a:ext cx="248" cy="1"/>
            </a:xfrm>
            <a:custGeom>
              <a:avLst/>
              <a:gdLst>
                <a:gd name="T0" fmla="*/ 0 w 282"/>
                <a:gd name="T1" fmla="*/ 0 h 1"/>
                <a:gd name="T2" fmla="*/ 282 w 282"/>
                <a:gd name="T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82" h="1">
                  <a:moveTo>
                    <a:pt x="0" y="0"/>
                  </a:moveTo>
                  <a:lnTo>
                    <a:pt x="282" y="0"/>
                  </a:lnTo>
                </a:path>
              </a:pathLst>
            </a:custGeom>
            <a:noFill/>
            <a:ln w="19050" cap="flat" cmpd="sng">
              <a:solidFill>
                <a:srgbClr val="000000"/>
              </a:solidFill>
              <a:prstDash val="dash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1617" name="Freeform 305">
              <a:extLst>
                <a:ext uri="{FF2B5EF4-FFF2-40B4-BE49-F238E27FC236}">
                  <a16:creationId xmlns:a16="http://schemas.microsoft.com/office/drawing/2014/main" id="{7CDC0F2E-CCC6-452C-93CA-1AAADF5501B3}"/>
                </a:ext>
              </a:extLst>
            </p:cNvPr>
            <p:cNvSpPr>
              <a:spLocks/>
            </p:cNvSpPr>
            <p:nvPr/>
          </p:nvSpPr>
          <p:spPr bwMode="auto">
            <a:xfrm>
              <a:off x="4234" y="1793"/>
              <a:ext cx="43" cy="1"/>
            </a:xfrm>
            <a:custGeom>
              <a:avLst/>
              <a:gdLst>
                <a:gd name="T0" fmla="*/ 0 w 49"/>
                <a:gd name="T1" fmla="*/ 0 h 1"/>
                <a:gd name="T2" fmla="*/ 49 w 49"/>
                <a:gd name="T3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49" h="1">
                  <a:moveTo>
                    <a:pt x="0" y="0"/>
                  </a:moveTo>
                  <a:lnTo>
                    <a:pt x="49" y="1"/>
                  </a:lnTo>
                </a:path>
              </a:pathLst>
            </a:cu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1618" name="Freeform 306">
              <a:extLst>
                <a:ext uri="{FF2B5EF4-FFF2-40B4-BE49-F238E27FC236}">
                  <a16:creationId xmlns:a16="http://schemas.microsoft.com/office/drawing/2014/main" id="{91797BED-1E11-47AE-8C95-23E3CF49A8AB}"/>
                </a:ext>
              </a:extLst>
            </p:cNvPr>
            <p:cNvSpPr>
              <a:spLocks/>
            </p:cNvSpPr>
            <p:nvPr/>
          </p:nvSpPr>
          <p:spPr bwMode="auto">
            <a:xfrm>
              <a:off x="4945" y="1787"/>
              <a:ext cx="31" cy="1"/>
            </a:xfrm>
            <a:custGeom>
              <a:avLst/>
              <a:gdLst>
                <a:gd name="T0" fmla="*/ 0 w 36"/>
                <a:gd name="T1" fmla="*/ 0 h 1"/>
                <a:gd name="T2" fmla="*/ 36 w 36"/>
                <a:gd name="T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6" h="1">
                  <a:moveTo>
                    <a:pt x="0" y="0"/>
                  </a:moveTo>
                  <a:lnTo>
                    <a:pt x="36" y="0"/>
                  </a:lnTo>
                </a:path>
              </a:pathLst>
            </a:cu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1619" name="Line 307">
              <a:extLst>
                <a:ext uri="{FF2B5EF4-FFF2-40B4-BE49-F238E27FC236}">
                  <a16:creationId xmlns:a16="http://schemas.microsoft.com/office/drawing/2014/main" id="{C78DF93B-35BC-4747-BA8B-3828BA0768F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905" y="1827"/>
              <a:ext cx="83" cy="545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1620" name="Line 308">
              <a:extLst>
                <a:ext uri="{FF2B5EF4-FFF2-40B4-BE49-F238E27FC236}">
                  <a16:creationId xmlns:a16="http://schemas.microsoft.com/office/drawing/2014/main" id="{1A3D66A7-2156-49BD-BCD5-9B579E61C9F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13" y="1839"/>
              <a:ext cx="92" cy="543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1621" name="Freeform 309">
              <a:extLst>
                <a:ext uri="{FF2B5EF4-FFF2-40B4-BE49-F238E27FC236}">
                  <a16:creationId xmlns:a16="http://schemas.microsoft.com/office/drawing/2014/main" id="{5537CADF-AF02-404A-9749-6954D89C0A1C}"/>
                </a:ext>
              </a:extLst>
            </p:cNvPr>
            <p:cNvSpPr>
              <a:spLocks/>
            </p:cNvSpPr>
            <p:nvPr/>
          </p:nvSpPr>
          <p:spPr bwMode="auto">
            <a:xfrm>
              <a:off x="4905" y="1785"/>
              <a:ext cx="41" cy="52"/>
            </a:xfrm>
            <a:custGeom>
              <a:avLst/>
              <a:gdLst>
                <a:gd name="T0" fmla="*/ 0 w 47"/>
                <a:gd name="T1" fmla="*/ 59 h 59"/>
                <a:gd name="T2" fmla="*/ 3 w 47"/>
                <a:gd name="T3" fmla="*/ 33 h 59"/>
                <a:gd name="T4" fmla="*/ 18 w 47"/>
                <a:gd name="T5" fmla="*/ 8 h 59"/>
                <a:gd name="T6" fmla="*/ 47 w 47"/>
                <a:gd name="T7" fmla="*/ 0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7" h="59">
                  <a:moveTo>
                    <a:pt x="0" y="59"/>
                  </a:moveTo>
                  <a:cubicBezTo>
                    <a:pt x="1" y="55"/>
                    <a:pt x="0" y="41"/>
                    <a:pt x="3" y="33"/>
                  </a:cubicBezTo>
                  <a:cubicBezTo>
                    <a:pt x="6" y="25"/>
                    <a:pt x="11" y="13"/>
                    <a:pt x="18" y="8"/>
                  </a:cubicBezTo>
                  <a:cubicBezTo>
                    <a:pt x="25" y="3"/>
                    <a:pt x="41" y="2"/>
                    <a:pt x="47" y="0"/>
                  </a:cubicBezTo>
                </a:path>
              </a:pathLst>
            </a:cu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1622" name="Freeform 310">
              <a:extLst>
                <a:ext uri="{FF2B5EF4-FFF2-40B4-BE49-F238E27FC236}">
                  <a16:creationId xmlns:a16="http://schemas.microsoft.com/office/drawing/2014/main" id="{D6073769-1880-4B78-A7B8-5165B2B42159}"/>
                </a:ext>
              </a:extLst>
            </p:cNvPr>
            <p:cNvSpPr>
              <a:spLocks/>
            </p:cNvSpPr>
            <p:nvPr/>
          </p:nvSpPr>
          <p:spPr bwMode="auto">
            <a:xfrm>
              <a:off x="4268" y="1792"/>
              <a:ext cx="38" cy="54"/>
            </a:xfrm>
            <a:custGeom>
              <a:avLst/>
              <a:gdLst>
                <a:gd name="T0" fmla="*/ 40 w 43"/>
                <a:gd name="T1" fmla="*/ 61 h 61"/>
                <a:gd name="T2" fmla="*/ 42 w 43"/>
                <a:gd name="T3" fmla="*/ 47 h 61"/>
                <a:gd name="T4" fmla="*/ 36 w 43"/>
                <a:gd name="T5" fmla="*/ 28 h 61"/>
                <a:gd name="T6" fmla="*/ 24 w 43"/>
                <a:gd name="T7" fmla="*/ 9 h 61"/>
                <a:gd name="T8" fmla="*/ 0 w 43"/>
                <a:gd name="T9" fmla="*/ 0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3" h="61">
                  <a:moveTo>
                    <a:pt x="40" y="61"/>
                  </a:moveTo>
                  <a:cubicBezTo>
                    <a:pt x="41" y="56"/>
                    <a:pt x="43" y="52"/>
                    <a:pt x="42" y="47"/>
                  </a:cubicBezTo>
                  <a:cubicBezTo>
                    <a:pt x="41" y="42"/>
                    <a:pt x="39" y="34"/>
                    <a:pt x="36" y="28"/>
                  </a:cubicBezTo>
                  <a:cubicBezTo>
                    <a:pt x="33" y="22"/>
                    <a:pt x="30" y="14"/>
                    <a:pt x="24" y="9"/>
                  </a:cubicBezTo>
                  <a:cubicBezTo>
                    <a:pt x="18" y="4"/>
                    <a:pt x="5" y="2"/>
                    <a:pt x="0" y="0"/>
                  </a:cubicBezTo>
                </a:path>
              </a:pathLst>
            </a:cu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1623" name="Freeform 311">
              <a:extLst>
                <a:ext uri="{FF2B5EF4-FFF2-40B4-BE49-F238E27FC236}">
                  <a16:creationId xmlns:a16="http://schemas.microsoft.com/office/drawing/2014/main" id="{79672FAD-DB16-406A-B0B9-564CDA7752F1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7" y="1318"/>
              <a:ext cx="16" cy="42"/>
            </a:xfrm>
            <a:custGeom>
              <a:avLst/>
              <a:gdLst>
                <a:gd name="T0" fmla="*/ 0 w 19"/>
                <a:gd name="T1" fmla="*/ 48 h 48"/>
                <a:gd name="T2" fmla="*/ 4 w 19"/>
                <a:gd name="T3" fmla="*/ 24 h 48"/>
                <a:gd name="T4" fmla="*/ 19 w 19"/>
                <a:gd name="T5" fmla="*/ 0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" h="48">
                  <a:moveTo>
                    <a:pt x="0" y="48"/>
                  </a:moveTo>
                  <a:cubicBezTo>
                    <a:pt x="1" y="44"/>
                    <a:pt x="1" y="32"/>
                    <a:pt x="4" y="24"/>
                  </a:cubicBezTo>
                  <a:cubicBezTo>
                    <a:pt x="7" y="16"/>
                    <a:pt x="16" y="5"/>
                    <a:pt x="19" y="0"/>
                  </a:cubicBezTo>
                </a:path>
              </a:pathLst>
            </a:custGeom>
            <a:noFill/>
            <a:ln w="19050" cap="flat" cmpd="sng">
              <a:solidFill>
                <a:srgbClr val="000000"/>
              </a:solidFill>
              <a:prstDash val="dash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1624" name="Freeform 312">
              <a:extLst>
                <a:ext uri="{FF2B5EF4-FFF2-40B4-BE49-F238E27FC236}">
                  <a16:creationId xmlns:a16="http://schemas.microsoft.com/office/drawing/2014/main" id="{D2BCBE00-91E9-49CE-8FD7-17E33A1C2DF0}"/>
                </a:ext>
              </a:extLst>
            </p:cNvPr>
            <p:cNvSpPr>
              <a:spLocks/>
            </p:cNvSpPr>
            <p:nvPr/>
          </p:nvSpPr>
          <p:spPr bwMode="auto">
            <a:xfrm>
              <a:off x="4671" y="1318"/>
              <a:ext cx="33" cy="46"/>
            </a:xfrm>
            <a:custGeom>
              <a:avLst/>
              <a:gdLst>
                <a:gd name="T0" fmla="*/ 38 w 38"/>
                <a:gd name="T1" fmla="*/ 52 h 52"/>
                <a:gd name="T2" fmla="*/ 29 w 38"/>
                <a:gd name="T3" fmla="*/ 24 h 52"/>
                <a:gd name="T4" fmla="*/ 0 w 38"/>
                <a:gd name="T5" fmla="*/ 0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8" h="52">
                  <a:moveTo>
                    <a:pt x="38" y="52"/>
                  </a:moveTo>
                  <a:cubicBezTo>
                    <a:pt x="37" y="48"/>
                    <a:pt x="35" y="33"/>
                    <a:pt x="29" y="24"/>
                  </a:cubicBezTo>
                  <a:cubicBezTo>
                    <a:pt x="23" y="15"/>
                    <a:pt x="6" y="5"/>
                    <a:pt x="0" y="0"/>
                  </a:cubicBezTo>
                </a:path>
              </a:pathLst>
            </a:custGeom>
            <a:noFill/>
            <a:ln w="19050" cap="flat" cmpd="sng">
              <a:solidFill>
                <a:srgbClr val="000000"/>
              </a:solidFill>
              <a:prstDash val="dash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1625" name="Line 313">
              <a:extLst>
                <a:ext uri="{FF2B5EF4-FFF2-40B4-BE49-F238E27FC236}">
                  <a16:creationId xmlns:a16="http://schemas.microsoft.com/office/drawing/2014/main" id="{A7E7C868-E3A2-4FAF-90CF-C4921BE3727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40" y="1005"/>
              <a:ext cx="83" cy="84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1626" name="Line 314">
              <a:extLst>
                <a:ext uri="{FF2B5EF4-FFF2-40B4-BE49-F238E27FC236}">
                  <a16:creationId xmlns:a16="http://schemas.microsoft.com/office/drawing/2014/main" id="{E726AD8D-A087-451F-8A75-4F101FDE0A5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79" y="1005"/>
              <a:ext cx="160" cy="16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1627" name="Line 315">
              <a:extLst>
                <a:ext uri="{FF2B5EF4-FFF2-40B4-BE49-F238E27FC236}">
                  <a16:creationId xmlns:a16="http://schemas.microsoft.com/office/drawing/2014/main" id="{D4340DE4-A65F-4DAB-80D9-6B715641CD5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400" y="1005"/>
              <a:ext cx="159" cy="16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1628" name="Line 316">
              <a:extLst>
                <a:ext uri="{FF2B5EF4-FFF2-40B4-BE49-F238E27FC236}">
                  <a16:creationId xmlns:a16="http://schemas.microsoft.com/office/drawing/2014/main" id="{469F7E0C-3D93-4279-89F9-C8A11D315D2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515" y="1005"/>
              <a:ext cx="159" cy="16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1629" name="Line 317">
              <a:extLst>
                <a:ext uri="{FF2B5EF4-FFF2-40B4-BE49-F238E27FC236}">
                  <a16:creationId xmlns:a16="http://schemas.microsoft.com/office/drawing/2014/main" id="{AD853CF1-0F4E-4E83-B36B-8DE4A0238B2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630" y="999"/>
              <a:ext cx="172" cy="173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1630" name="Line 318">
              <a:extLst>
                <a:ext uri="{FF2B5EF4-FFF2-40B4-BE49-F238E27FC236}">
                  <a16:creationId xmlns:a16="http://schemas.microsoft.com/office/drawing/2014/main" id="{F9C3C68D-422F-4298-8897-3276F43D6BC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757" y="999"/>
              <a:ext cx="166" cy="166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1631" name="Line 319">
              <a:extLst>
                <a:ext uri="{FF2B5EF4-FFF2-40B4-BE49-F238E27FC236}">
                  <a16:creationId xmlns:a16="http://schemas.microsoft.com/office/drawing/2014/main" id="{16B4924C-7694-4203-9D11-A0646DB3FF3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873" y="1069"/>
              <a:ext cx="95" cy="96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1632" name="Line 320">
              <a:extLst>
                <a:ext uri="{FF2B5EF4-FFF2-40B4-BE49-F238E27FC236}">
                  <a16:creationId xmlns:a16="http://schemas.microsoft.com/office/drawing/2014/main" id="{5D2D684A-6DFC-4951-AA24-457FF86AA71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40" y="1659"/>
              <a:ext cx="102" cy="10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1633" name="Line 321">
              <a:extLst>
                <a:ext uri="{FF2B5EF4-FFF2-40B4-BE49-F238E27FC236}">
                  <a16:creationId xmlns:a16="http://schemas.microsoft.com/office/drawing/2014/main" id="{A691834A-B956-41F3-83EE-6F12D246445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304" y="1654"/>
              <a:ext cx="160" cy="16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1634" name="Line 322">
              <a:extLst>
                <a:ext uri="{FF2B5EF4-FFF2-40B4-BE49-F238E27FC236}">
                  <a16:creationId xmlns:a16="http://schemas.microsoft.com/office/drawing/2014/main" id="{BB89B47E-FD78-49D9-AE2C-D4DF75299C3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92" y="1653"/>
              <a:ext cx="293" cy="294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1635" name="Line 323">
              <a:extLst>
                <a:ext uri="{FF2B5EF4-FFF2-40B4-BE49-F238E27FC236}">
                  <a16:creationId xmlns:a16="http://schemas.microsoft.com/office/drawing/2014/main" id="{16B02FDD-F9D9-4517-8C2E-7FEFAC74429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53" y="1652"/>
              <a:ext cx="453" cy="454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1636" name="Line 324">
              <a:extLst>
                <a:ext uri="{FF2B5EF4-FFF2-40B4-BE49-F238E27FC236}">
                  <a16:creationId xmlns:a16="http://schemas.microsoft.com/office/drawing/2014/main" id="{B4C5C048-2718-4CD2-83E4-8FDBB98D49D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46" y="1652"/>
              <a:ext cx="581" cy="583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1637" name="Line 325">
              <a:extLst>
                <a:ext uri="{FF2B5EF4-FFF2-40B4-BE49-F238E27FC236}">
                  <a16:creationId xmlns:a16="http://schemas.microsoft.com/office/drawing/2014/main" id="{D61E3AF5-0AAA-473D-930E-48DA3E78624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14" y="1653"/>
              <a:ext cx="728" cy="73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1638" name="Line 326">
              <a:extLst>
                <a:ext uri="{FF2B5EF4-FFF2-40B4-BE49-F238E27FC236}">
                  <a16:creationId xmlns:a16="http://schemas.microsoft.com/office/drawing/2014/main" id="{B87AC007-DCE1-4F7F-8CA0-A61D2934F8F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14" y="1742"/>
              <a:ext cx="760" cy="763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1639" name="Line 327">
              <a:extLst>
                <a:ext uri="{FF2B5EF4-FFF2-40B4-BE49-F238E27FC236}">
                  <a16:creationId xmlns:a16="http://schemas.microsoft.com/office/drawing/2014/main" id="{87EB33E0-8E4E-4EB9-9DB2-5570E998AA5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53" y="1928"/>
              <a:ext cx="664" cy="667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1640" name="Line 328">
              <a:extLst>
                <a:ext uri="{FF2B5EF4-FFF2-40B4-BE49-F238E27FC236}">
                  <a16:creationId xmlns:a16="http://schemas.microsoft.com/office/drawing/2014/main" id="{06B92B1C-A60B-42F6-84C1-8166F41C303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387" y="2038"/>
              <a:ext cx="549" cy="55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1641" name="Line 329">
              <a:extLst>
                <a:ext uri="{FF2B5EF4-FFF2-40B4-BE49-F238E27FC236}">
                  <a16:creationId xmlns:a16="http://schemas.microsoft.com/office/drawing/2014/main" id="{AA353F95-4CCA-42C0-980B-D4E0DCFA7A8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515" y="2146"/>
              <a:ext cx="440" cy="44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1642" name="Line 330">
              <a:extLst>
                <a:ext uri="{FF2B5EF4-FFF2-40B4-BE49-F238E27FC236}">
                  <a16:creationId xmlns:a16="http://schemas.microsoft.com/office/drawing/2014/main" id="{D18F22FA-3575-49FB-920D-69A46188C84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630" y="2248"/>
              <a:ext cx="344" cy="347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1643" name="Line 331">
              <a:extLst>
                <a:ext uri="{FF2B5EF4-FFF2-40B4-BE49-F238E27FC236}">
                  <a16:creationId xmlns:a16="http://schemas.microsoft.com/office/drawing/2014/main" id="{5193B93E-B343-46EA-ACCE-7006BC66318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751" y="2364"/>
              <a:ext cx="230" cy="23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1644" name="Line 332">
              <a:extLst>
                <a:ext uri="{FF2B5EF4-FFF2-40B4-BE49-F238E27FC236}">
                  <a16:creationId xmlns:a16="http://schemas.microsoft.com/office/drawing/2014/main" id="{E2C64080-0D92-47F8-9E33-3E6E0FEDBFC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878" y="2480"/>
              <a:ext cx="109" cy="109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1645" name="Text Box 333">
              <a:extLst>
                <a:ext uri="{FF2B5EF4-FFF2-40B4-BE49-F238E27FC236}">
                  <a16:creationId xmlns:a16="http://schemas.microsoft.com/office/drawing/2014/main" id="{992F7B5D-88CE-408B-9056-3FB3EA3EFA1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98" y="739"/>
              <a:ext cx="5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eaLnBrk="1" hangingPunct="1"/>
              <a:r>
                <a:rPr lang="en-US" altLang="zh-CN" i="1">
                  <a:latin typeface="宋体" panose="02010600030101010101" pitchFamily="2" charset="-122"/>
                </a:rPr>
                <a:t>B</a:t>
              </a:r>
              <a:r>
                <a:rPr lang="zh-CN" altLang="en-US"/>
                <a:t>－</a:t>
              </a:r>
              <a:r>
                <a:rPr lang="en-US" altLang="zh-CN" i="1">
                  <a:latin typeface="宋体" panose="02010600030101010101" pitchFamily="2" charset="-122"/>
                </a:rPr>
                <a:t>B</a:t>
              </a:r>
              <a:endParaRPr lang="en-US" altLang="zh-CN"/>
            </a:p>
          </p:txBody>
        </p:sp>
      </p:grpSp>
    </p:spTree>
  </p:cSld>
  <p:clrMapOvr>
    <a:masterClrMapping/>
  </p:clrMapOvr>
  <p:transition spd="med">
    <p:cover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13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13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3" dur="500"/>
                                        <p:tgtEl>
                                          <p:spTgt spid="1416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416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16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416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416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416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1416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1416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1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1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414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414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58" dur="500"/>
                                        <p:tgtEl>
                                          <p:spTgt spid="1416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414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414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1314" grpId="0" autoUpdateAnimBg="0"/>
      <p:bldP spid="141492" grpId="0" animBg="1" autoUpdateAnimBg="0"/>
      <p:bldP spid="141493" grpId="0" animBg="1" autoUpdateAnimBg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Text Box 2">
            <a:extLst>
              <a:ext uri="{FF2B5EF4-FFF2-40B4-BE49-F238E27FC236}">
                <a16:creationId xmlns:a16="http://schemas.microsoft.com/office/drawing/2014/main" id="{D9A93E21-A786-4BFB-89E9-2AC717991C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89893" y="-12132"/>
            <a:ext cx="7138987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l" eaLnBrk="1" hangingPunct="1"/>
            <a:r>
              <a:rPr lang="en-US" altLang="zh-CN" sz="3200" dirty="0">
                <a:solidFill>
                  <a:schemeClr val="bg1"/>
                </a:solidFill>
                <a:latin typeface="宋体" panose="02010600030101010101" pitchFamily="2" charset="-122"/>
              </a:rPr>
              <a:t>2.</a:t>
            </a:r>
            <a:r>
              <a:rPr lang="zh-CN" altLang="en-US" sz="3200" dirty="0">
                <a:solidFill>
                  <a:schemeClr val="bg1"/>
                </a:solidFill>
                <a:latin typeface="宋体" panose="02010600030101010101" pitchFamily="2" charset="-122"/>
              </a:rPr>
              <a:t>均匀分布的肋板及孔的画法</a:t>
            </a:r>
          </a:p>
        </p:txBody>
      </p:sp>
      <p:sp>
        <p:nvSpPr>
          <p:cNvPr id="142341" name="Text Box 5">
            <a:extLst>
              <a:ext uri="{FF2B5EF4-FFF2-40B4-BE49-F238E27FC236}">
                <a16:creationId xmlns:a16="http://schemas.microsoft.com/office/drawing/2014/main" id="{B7FE7E51-A36B-4F16-89C8-C4CAF95021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0250" y="5105400"/>
            <a:ext cx="7854950" cy="1244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l" eaLnBrk="1" hangingPunct="1">
              <a:lnSpc>
                <a:spcPct val="90000"/>
              </a:lnSpc>
            </a:pPr>
            <a:r>
              <a:rPr lang="en-US" altLang="zh-CN" sz="2800">
                <a:solidFill>
                  <a:schemeClr val="tx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800">
                <a:solidFill>
                  <a:schemeClr val="tx2"/>
                </a:solidFill>
                <a:latin typeface="宋体" panose="02010600030101010101" pitchFamily="2" charset="-122"/>
              </a:rPr>
              <a:t>若干</a:t>
            </a:r>
            <a:r>
              <a:rPr lang="zh-CN" altLang="en-US" sz="2800">
                <a:solidFill>
                  <a:srgbClr val="FF0000"/>
                </a:solidFill>
                <a:latin typeface="宋体" panose="02010600030101010101" pitchFamily="2" charset="-122"/>
              </a:rPr>
              <a:t>直径相同且成规律分布的孔</a:t>
            </a:r>
            <a:r>
              <a:rPr lang="zh-CN" altLang="en-US" sz="2800">
                <a:solidFill>
                  <a:schemeClr val="tx2"/>
                </a:solidFill>
                <a:latin typeface="宋体" panose="02010600030101010101" pitchFamily="2" charset="-122"/>
              </a:rPr>
              <a:t>，可以仅画出一个或几个，其余只需用</a:t>
            </a:r>
            <a:r>
              <a:rPr lang="zh-CN" altLang="en-US" sz="2800">
                <a:solidFill>
                  <a:srgbClr val="FF0000"/>
                </a:solidFill>
                <a:latin typeface="宋体" panose="02010600030101010101" pitchFamily="2" charset="-122"/>
              </a:rPr>
              <a:t>细点画线</a:t>
            </a:r>
            <a:r>
              <a:rPr lang="zh-CN" altLang="en-US" sz="2800">
                <a:solidFill>
                  <a:schemeClr val="tx2"/>
                </a:solidFill>
                <a:latin typeface="宋体" panose="02010600030101010101" pitchFamily="2" charset="-122"/>
              </a:rPr>
              <a:t>表示其中心位置。</a:t>
            </a:r>
          </a:p>
        </p:txBody>
      </p:sp>
      <p:grpSp>
        <p:nvGrpSpPr>
          <p:cNvPr id="142517" name="Group 181">
            <a:extLst>
              <a:ext uri="{FF2B5EF4-FFF2-40B4-BE49-F238E27FC236}">
                <a16:creationId xmlns:a16="http://schemas.microsoft.com/office/drawing/2014/main" id="{690C4EA2-C595-4D5C-8D93-3FAE5AE2F4A3}"/>
              </a:ext>
            </a:extLst>
          </p:cNvPr>
          <p:cNvGrpSpPr>
            <a:grpSpLocks/>
          </p:cNvGrpSpPr>
          <p:nvPr/>
        </p:nvGrpSpPr>
        <p:grpSpPr bwMode="auto">
          <a:xfrm>
            <a:off x="1641475" y="2714625"/>
            <a:ext cx="3429000" cy="2255838"/>
            <a:chOff x="1034" y="1710"/>
            <a:chExt cx="2160" cy="1421"/>
          </a:xfrm>
        </p:grpSpPr>
        <p:sp>
          <p:nvSpPr>
            <p:cNvPr id="142343" name="Oval 7">
              <a:extLst>
                <a:ext uri="{FF2B5EF4-FFF2-40B4-BE49-F238E27FC236}">
                  <a16:creationId xmlns:a16="http://schemas.microsoft.com/office/drawing/2014/main" id="{AD8DA73D-C9E9-4282-9B6E-14D3A22E12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48" y="2368"/>
              <a:ext cx="140" cy="140"/>
            </a:xfrm>
            <a:prstGeom prst="ellips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2344" name="Oval 8">
              <a:extLst>
                <a:ext uri="{FF2B5EF4-FFF2-40B4-BE49-F238E27FC236}">
                  <a16:creationId xmlns:a16="http://schemas.microsoft.com/office/drawing/2014/main" id="{59A1853C-36A5-4E30-B9C7-0CEFFF7380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80" y="2204"/>
              <a:ext cx="488" cy="456"/>
            </a:xfrm>
            <a:prstGeom prst="ellips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2345" name="Oval 9">
              <a:extLst>
                <a:ext uri="{FF2B5EF4-FFF2-40B4-BE49-F238E27FC236}">
                  <a16:creationId xmlns:a16="http://schemas.microsoft.com/office/drawing/2014/main" id="{EF0D5D21-00CE-4CF5-9BC8-EC2F9643AB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04" y="2312"/>
              <a:ext cx="240" cy="240"/>
            </a:xfrm>
            <a:prstGeom prst="ellips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2346" name="Oval 10">
              <a:extLst>
                <a:ext uri="{FF2B5EF4-FFF2-40B4-BE49-F238E27FC236}">
                  <a16:creationId xmlns:a16="http://schemas.microsoft.com/office/drawing/2014/main" id="{D5B10569-A5B6-411E-AC3C-E276A96CF2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16" y="2120"/>
              <a:ext cx="624" cy="616"/>
            </a:xfrm>
            <a:prstGeom prst="ellips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2347" name="Oval 11">
              <a:extLst>
                <a:ext uri="{FF2B5EF4-FFF2-40B4-BE49-F238E27FC236}">
                  <a16:creationId xmlns:a16="http://schemas.microsoft.com/office/drawing/2014/main" id="{633F10BF-C734-4EA8-8BF1-B878BAE661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16" y="1760"/>
              <a:ext cx="1408" cy="1344"/>
            </a:xfrm>
            <a:prstGeom prst="ellips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2348" name="Line 12">
              <a:extLst>
                <a:ext uri="{FF2B5EF4-FFF2-40B4-BE49-F238E27FC236}">
                  <a16:creationId xmlns:a16="http://schemas.microsoft.com/office/drawing/2014/main" id="{29055C13-DFB3-4F92-98BB-BAEC71C2C0F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24" y="2438"/>
              <a:ext cx="1599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lgDash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2349" name="Line 13">
              <a:extLst>
                <a:ext uri="{FF2B5EF4-FFF2-40B4-BE49-F238E27FC236}">
                  <a16:creationId xmlns:a16="http://schemas.microsoft.com/office/drawing/2014/main" id="{B305759D-7F83-443E-9D64-E5165F5BD08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27" y="1710"/>
              <a:ext cx="0" cy="142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lgDash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2350" name="Line 14">
              <a:extLst>
                <a:ext uri="{FF2B5EF4-FFF2-40B4-BE49-F238E27FC236}">
                  <a16:creationId xmlns:a16="http://schemas.microsoft.com/office/drawing/2014/main" id="{BBF4ECC6-0CCB-4210-90D3-0FDB92E01E2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310" y="1928"/>
              <a:ext cx="103" cy="18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2351" name="Line 15">
              <a:extLst>
                <a:ext uri="{FF2B5EF4-FFF2-40B4-BE49-F238E27FC236}">
                  <a16:creationId xmlns:a16="http://schemas.microsoft.com/office/drawing/2014/main" id="{91872ECF-E18E-40DF-906F-643D05D571E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04" y="2752"/>
              <a:ext cx="95" cy="166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2352" name="Arc 16">
              <a:extLst>
                <a:ext uri="{FF2B5EF4-FFF2-40B4-BE49-F238E27FC236}">
                  <a16:creationId xmlns:a16="http://schemas.microsoft.com/office/drawing/2014/main" id="{C721E9D2-972B-42F0-8222-276AB9EA84F4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1615" y="2289"/>
              <a:ext cx="349" cy="312"/>
            </a:xfrm>
            <a:custGeom>
              <a:avLst/>
              <a:gdLst>
                <a:gd name="G0" fmla="+- 0 0 0"/>
                <a:gd name="G1" fmla="+- 6761 0 0"/>
                <a:gd name="G2" fmla="+- 21600 0 0"/>
                <a:gd name="T0" fmla="*/ 20515 w 21600"/>
                <a:gd name="T1" fmla="*/ 0 h 16533"/>
                <a:gd name="T2" fmla="*/ 19263 w 21600"/>
                <a:gd name="T3" fmla="*/ 16533 h 16533"/>
                <a:gd name="T4" fmla="*/ 0 w 21600"/>
                <a:gd name="T5" fmla="*/ 6761 h 165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6533" fill="none" extrusionOk="0">
                  <a:moveTo>
                    <a:pt x="20514" y="0"/>
                  </a:moveTo>
                  <a:cubicBezTo>
                    <a:pt x="21233" y="2181"/>
                    <a:pt x="21600" y="4463"/>
                    <a:pt x="21600" y="6761"/>
                  </a:cubicBezTo>
                  <a:cubicBezTo>
                    <a:pt x="21600" y="10156"/>
                    <a:pt x="20799" y="13504"/>
                    <a:pt x="19263" y="16533"/>
                  </a:cubicBezTo>
                </a:path>
                <a:path w="21600" h="16533" stroke="0" extrusionOk="0">
                  <a:moveTo>
                    <a:pt x="20514" y="0"/>
                  </a:moveTo>
                  <a:cubicBezTo>
                    <a:pt x="21233" y="2181"/>
                    <a:pt x="21600" y="4463"/>
                    <a:pt x="21600" y="6761"/>
                  </a:cubicBezTo>
                  <a:cubicBezTo>
                    <a:pt x="21600" y="10156"/>
                    <a:pt x="20799" y="13504"/>
                    <a:pt x="19263" y="16533"/>
                  </a:cubicBezTo>
                  <a:lnTo>
                    <a:pt x="0" y="6761"/>
                  </a:lnTo>
                  <a:close/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2353" name="Arc 17">
              <a:extLst>
                <a:ext uri="{FF2B5EF4-FFF2-40B4-BE49-F238E27FC236}">
                  <a16:creationId xmlns:a16="http://schemas.microsoft.com/office/drawing/2014/main" id="{954A4A62-452C-4FE3-A876-6CF914D19FFE}"/>
                </a:ext>
              </a:extLst>
            </p:cNvPr>
            <p:cNvSpPr>
              <a:spLocks/>
            </p:cNvSpPr>
            <p:nvPr/>
          </p:nvSpPr>
          <p:spPr bwMode="auto">
            <a:xfrm rot="21228794" flipV="1">
              <a:off x="2112" y="2444"/>
              <a:ext cx="312" cy="417"/>
            </a:xfrm>
            <a:custGeom>
              <a:avLst/>
              <a:gdLst>
                <a:gd name="G0" fmla="+- 0 0 0"/>
                <a:gd name="G1" fmla="+- 20863 0 0"/>
                <a:gd name="G2" fmla="+- 21600 0 0"/>
                <a:gd name="T0" fmla="*/ 5596 w 14011"/>
                <a:gd name="T1" fmla="*/ 0 h 20863"/>
                <a:gd name="T2" fmla="*/ 14011 w 14011"/>
                <a:gd name="T3" fmla="*/ 4423 h 20863"/>
                <a:gd name="T4" fmla="*/ 0 w 14011"/>
                <a:gd name="T5" fmla="*/ 20863 h 208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4011" h="20863" fill="none" extrusionOk="0">
                  <a:moveTo>
                    <a:pt x="5595" y="0"/>
                  </a:moveTo>
                  <a:cubicBezTo>
                    <a:pt x="8694" y="831"/>
                    <a:pt x="11569" y="2342"/>
                    <a:pt x="14010" y="4423"/>
                  </a:cubicBezTo>
                </a:path>
                <a:path w="14011" h="20863" stroke="0" extrusionOk="0">
                  <a:moveTo>
                    <a:pt x="5595" y="0"/>
                  </a:moveTo>
                  <a:cubicBezTo>
                    <a:pt x="8694" y="831"/>
                    <a:pt x="11569" y="2342"/>
                    <a:pt x="14010" y="4423"/>
                  </a:cubicBezTo>
                  <a:lnTo>
                    <a:pt x="0" y="20863"/>
                  </a:lnTo>
                  <a:close/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2354" name="Line 18">
              <a:extLst>
                <a:ext uri="{FF2B5EF4-FFF2-40B4-BE49-F238E27FC236}">
                  <a16:creationId xmlns:a16="http://schemas.microsoft.com/office/drawing/2014/main" id="{F7855C28-2135-4098-BDDB-EB6AAF79784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780" y="2631"/>
              <a:ext cx="247" cy="43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lgDash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2355" name="Line 19">
              <a:extLst>
                <a:ext uri="{FF2B5EF4-FFF2-40B4-BE49-F238E27FC236}">
                  <a16:creationId xmlns:a16="http://schemas.microsoft.com/office/drawing/2014/main" id="{E1946139-214C-45FC-863E-606E0315B93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769" y="1805"/>
              <a:ext cx="242" cy="424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lgDash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2356" name="Freeform 20">
              <a:extLst>
                <a:ext uri="{FF2B5EF4-FFF2-40B4-BE49-F238E27FC236}">
                  <a16:creationId xmlns:a16="http://schemas.microsoft.com/office/drawing/2014/main" id="{E68A2DF2-34C7-4C79-81E3-0660C284E2A9}"/>
                </a:ext>
              </a:extLst>
            </p:cNvPr>
            <p:cNvSpPr>
              <a:spLocks/>
            </p:cNvSpPr>
            <p:nvPr/>
          </p:nvSpPr>
          <p:spPr bwMode="auto">
            <a:xfrm>
              <a:off x="2504" y="2364"/>
              <a:ext cx="262" cy="1"/>
            </a:xfrm>
            <a:custGeom>
              <a:avLst/>
              <a:gdLst>
                <a:gd name="T0" fmla="*/ 0 w 262"/>
                <a:gd name="T1" fmla="*/ 1 h 1"/>
                <a:gd name="T2" fmla="*/ 262 w 262"/>
                <a:gd name="T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62" h="1">
                  <a:moveTo>
                    <a:pt x="0" y="1"/>
                  </a:moveTo>
                  <a:lnTo>
                    <a:pt x="262" y="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2357" name="Freeform 21">
              <a:extLst>
                <a:ext uri="{FF2B5EF4-FFF2-40B4-BE49-F238E27FC236}">
                  <a16:creationId xmlns:a16="http://schemas.microsoft.com/office/drawing/2014/main" id="{7FC24580-4B13-486E-91EA-88F815C0DEF0}"/>
                </a:ext>
              </a:extLst>
            </p:cNvPr>
            <p:cNvSpPr>
              <a:spLocks/>
            </p:cNvSpPr>
            <p:nvPr/>
          </p:nvSpPr>
          <p:spPr bwMode="auto">
            <a:xfrm>
              <a:off x="2495" y="2489"/>
              <a:ext cx="271" cy="1"/>
            </a:xfrm>
            <a:custGeom>
              <a:avLst/>
              <a:gdLst>
                <a:gd name="T0" fmla="*/ 0 w 271"/>
                <a:gd name="T1" fmla="*/ 0 h 1"/>
                <a:gd name="T2" fmla="*/ 271 w 271"/>
                <a:gd name="T3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71" h="1">
                  <a:moveTo>
                    <a:pt x="0" y="0"/>
                  </a:moveTo>
                  <a:lnTo>
                    <a:pt x="271" y="1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2358" name="Line 22">
              <a:extLst>
                <a:ext uri="{FF2B5EF4-FFF2-40B4-BE49-F238E27FC236}">
                  <a16:creationId xmlns:a16="http://schemas.microsoft.com/office/drawing/2014/main" id="{1D13FF70-0C12-4BDC-A0B9-CD271E81333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61" y="1850"/>
              <a:ext cx="140" cy="245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2359" name="Freeform 23">
              <a:extLst>
                <a:ext uri="{FF2B5EF4-FFF2-40B4-BE49-F238E27FC236}">
                  <a16:creationId xmlns:a16="http://schemas.microsoft.com/office/drawing/2014/main" id="{153EB1B8-BDF3-4AA8-A9CD-F0B3FF24E9D1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8" y="1920"/>
              <a:ext cx="138" cy="222"/>
            </a:xfrm>
            <a:custGeom>
              <a:avLst/>
              <a:gdLst>
                <a:gd name="T0" fmla="*/ 0 w 138"/>
                <a:gd name="T1" fmla="*/ 0 h 222"/>
                <a:gd name="T2" fmla="*/ 138 w 138"/>
                <a:gd name="T3" fmla="*/ 222 h 2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38" h="222">
                  <a:moveTo>
                    <a:pt x="0" y="0"/>
                  </a:moveTo>
                  <a:lnTo>
                    <a:pt x="138" y="222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2360" name="Line 24">
              <a:extLst>
                <a:ext uri="{FF2B5EF4-FFF2-40B4-BE49-F238E27FC236}">
                  <a16:creationId xmlns:a16="http://schemas.microsoft.com/office/drawing/2014/main" id="{CD83EF76-22C7-4BC4-9F70-DC98D0ECF52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879" y="2776"/>
              <a:ext cx="133" cy="234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2361" name="Line 25">
              <a:extLst>
                <a:ext uri="{FF2B5EF4-FFF2-40B4-BE49-F238E27FC236}">
                  <a16:creationId xmlns:a16="http://schemas.microsoft.com/office/drawing/2014/main" id="{8B77DF18-4A09-4D1E-902E-03044FAF94F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774" y="2715"/>
              <a:ext cx="128" cy="223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2362" name="Freeform 26">
              <a:extLst>
                <a:ext uri="{FF2B5EF4-FFF2-40B4-BE49-F238E27FC236}">
                  <a16:creationId xmlns:a16="http://schemas.microsoft.com/office/drawing/2014/main" id="{48CE705B-0A0C-49E4-A29E-0D2F3BF31B67}"/>
                </a:ext>
              </a:extLst>
            </p:cNvPr>
            <p:cNvSpPr>
              <a:spLocks/>
            </p:cNvSpPr>
            <p:nvPr/>
          </p:nvSpPr>
          <p:spPr bwMode="auto">
            <a:xfrm>
              <a:off x="2760" y="2310"/>
              <a:ext cx="54" cy="54"/>
            </a:xfrm>
            <a:custGeom>
              <a:avLst/>
              <a:gdLst>
                <a:gd name="T0" fmla="*/ 0 w 54"/>
                <a:gd name="T1" fmla="*/ 54 h 54"/>
                <a:gd name="T2" fmla="*/ 42 w 54"/>
                <a:gd name="T3" fmla="*/ 36 h 54"/>
                <a:gd name="T4" fmla="*/ 54 w 54"/>
                <a:gd name="T5" fmla="*/ 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4" h="54">
                  <a:moveTo>
                    <a:pt x="0" y="54"/>
                  </a:moveTo>
                  <a:cubicBezTo>
                    <a:pt x="7" y="51"/>
                    <a:pt x="33" y="45"/>
                    <a:pt x="42" y="36"/>
                  </a:cubicBezTo>
                  <a:cubicBezTo>
                    <a:pt x="51" y="27"/>
                    <a:pt x="52" y="7"/>
                    <a:pt x="54" y="0"/>
                  </a:cubicBezTo>
                </a:path>
              </a:pathLst>
            </a:cu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2363" name="Freeform 27">
              <a:extLst>
                <a:ext uri="{FF2B5EF4-FFF2-40B4-BE49-F238E27FC236}">
                  <a16:creationId xmlns:a16="http://schemas.microsoft.com/office/drawing/2014/main" id="{624385D1-3756-4FBE-80EE-00996FD42FF7}"/>
                </a:ext>
              </a:extLst>
            </p:cNvPr>
            <p:cNvSpPr>
              <a:spLocks/>
            </p:cNvSpPr>
            <p:nvPr/>
          </p:nvSpPr>
          <p:spPr bwMode="auto">
            <a:xfrm>
              <a:off x="2754" y="2490"/>
              <a:ext cx="66" cy="26"/>
            </a:xfrm>
            <a:custGeom>
              <a:avLst/>
              <a:gdLst>
                <a:gd name="T0" fmla="*/ 0 w 66"/>
                <a:gd name="T1" fmla="*/ 0 h 26"/>
                <a:gd name="T2" fmla="*/ 36 w 66"/>
                <a:gd name="T3" fmla="*/ 6 h 26"/>
                <a:gd name="T4" fmla="*/ 66 w 66"/>
                <a:gd name="T5" fmla="*/ 26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6" h="26">
                  <a:moveTo>
                    <a:pt x="0" y="0"/>
                  </a:moveTo>
                  <a:cubicBezTo>
                    <a:pt x="6" y="1"/>
                    <a:pt x="25" y="2"/>
                    <a:pt x="36" y="6"/>
                  </a:cubicBezTo>
                  <a:cubicBezTo>
                    <a:pt x="47" y="10"/>
                    <a:pt x="60" y="22"/>
                    <a:pt x="66" y="26"/>
                  </a:cubicBezTo>
                </a:path>
              </a:pathLst>
            </a:cu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2364" name="Freeform 28">
              <a:extLst>
                <a:ext uri="{FF2B5EF4-FFF2-40B4-BE49-F238E27FC236}">
                  <a16:creationId xmlns:a16="http://schemas.microsoft.com/office/drawing/2014/main" id="{3183B5D7-075D-4001-B9AA-3CC709E809A4}"/>
                </a:ext>
              </a:extLst>
            </p:cNvPr>
            <p:cNvSpPr>
              <a:spLocks/>
            </p:cNvSpPr>
            <p:nvPr/>
          </p:nvSpPr>
          <p:spPr bwMode="auto">
            <a:xfrm>
              <a:off x="2430" y="2314"/>
              <a:ext cx="78" cy="50"/>
            </a:xfrm>
            <a:custGeom>
              <a:avLst/>
              <a:gdLst>
                <a:gd name="T0" fmla="*/ 78 w 78"/>
                <a:gd name="T1" fmla="*/ 48 h 50"/>
                <a:gd name="T2" fmla="*/ 36 w 78"/>
                <a:gd name="T3" fmla="*/ 42 h 50"/>
                <a:gd name="T4" fmla="*/ 0 w 78"/>
                <a:gd name="T5" fmla="*/ 0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78" h="50">
                  <a:moveTo>
                    <a:pt x="78" y="48"/>
                  </a:moveTo>
                  <a:cubicBezTo>
                    <a:pt x="71" y="46"/>
                    <a:pt x="49" y="50"/>
                    <a:pt x="36" y="42"/>
                  </a:cubicBezTo>
                  <a:cubicBezTo>
                    <a:pt x="23" y="34"/>
                    <a:pt x="7" y="9"/>
                    <a:pt x="0" y="0"/>
                  </a:cubicBezTo>
                </a:path>
              </a:pathLst>
            </a:cu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2365" name="Freeform 29">
              <a:extLst>
                <a:ext uri="{FF2B5EF4-FFF2-40B4-BE49-F238E27FC236}">
                  <a16:creationId xmlns:a16="http://schemas.microsoft.com/office/drawing/2014/main" id="{C20D91D2-8269-4F85-A65B-E4C310BC07B5}"/>
                </a:ext>
              </a:extLst>
            </p:cNvPr>
            <p:cNvSpPr>
              <a:spLocks/>
            </p:cNvSpPr>
            <p:nvPr/>
          </p:nvSpPr>
          <p:spPr bwMode="auto">
            <a:xfrm>
              <a:off x="2424" y="2490"/>
              <a:ext cx="84" cy="48"/>
            </a:xfrm>
            <a:custGeom>
              <a:avLst/>
              <a:gdLst>
                <a:gd name="T0" fmla="*/ 84 w 84"/>
                <a:gd name="T1" fmla="*/ 0 h 48"/>
                <a:gd name="T2" fmla="*/ 42 w 84"/>
                <a:gd name="T3" fmla="*/ 12 h 48"/>
                <a:gd name="T4" fmla="*/ 0 w 84"/>
                <a:gd name="T5" fmla="*/ 48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84" h="48">
                  <a:moveTo>
                    <a:pt x="84" y="0"/>
                  </a:moveTo>
                  <a:cubicBezTo>
                    <a:pt x="77" y="2"/>
                    <a:pt x="56" y="4"/>
                    <a:pt x="42" y="12"/>
                  </a:cubicBezTo>
                  <a:cubicBezTo>
                    <a:pt x="28" y="20"/>
                    <a:pt x="9" y="41"/>
                    <a:pt x="0" y="48"/>
                  </a:cubicBezTo>
                </a:path>
              </a:pathLst>
            </a:cu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2366" name="Freeform 30">
              <a:extLst>
                <a:ext uri="{FF2B5EF4-FFF2-40B4-BE49-F238E27FC236}">
                  <a16:creationId xmlns:a16="http://schemas.microsoft.com/office/drawing/2014/main" id="{C66A5EEF-AEDF-4BA7-81D4-6F910BABF3C8}"/>
                </a:ext>
              </a:extLst>
            </p:cNvPr>
            <p:cNvSpPr>
              <a:spLocks/>
            </p:cNvSpPr>
            <p:nvPr/>
          </p:nvSpPr>
          <p:spPr bwMode="auto">
            <a:xfrm>
              <a:off x="1995" y="2086"/>
              <a:ext cx="87" cy="38"/>
            </a:xfrm>
            <a:custGeom>
              <a:avLst/>
              <a:gdLst>
                <a:gd name="T0" fmla="*/ 0 w 87"/>
                <a:gd name="T1" fmla="*/ 0 h 38"/>
                <a:gd name="T2" fmla="*/ 45 w 87"/>
                <a:gd name="T3" fmla="*/ 32 h 38"/>
                <a:gd name="T4" fmla="*/ 87 w 87"/>
                <a:gd name="T5" fmla="*/ 38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87" h="38">
                  <a:moveTo>
                    <a:pt x="0" y="0"/>
                  </a:moveTo>
                  <a:cubicBezTo>
                    <a:pt x="7" y="5"/>
                    <a:pt x="31" y="26"/>
                    <a:pt x="45" y="32"/>
                  </a:cubicBezTo>
                  <a:cubicBezTo>
                    <a:pt x="59" y="38"/>
                    <a:pt x="78" y="37"/>
                    <a:pt x="87" y="38"/>
                  </a:cubicBezTo>
                </a:path>
              </a:pathLst>
            </a:cu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2367" name="Freeform 31">
              <a:extLst>
                <a:ext uri="{FF2B5EF4-FFF2-40B4-BE49-F238E27FC236}">
                  <a16:creationId xmlns:a16="http://schemas.microsoft.com/office/drawing/2014/main" id="{1EE1C7C4-1311-4DE3-B516-AC8344EAEC87}"/>
                </a:ext>
              </a:extLst>
            </p:cNvPr>
            <p:cNvSpPr>
              <a:spLocks/>
            </p:cNvSpPr>
            <p:nvPr/>
          </p:nvSpPr>
          <p:spPr bwMode="auto">
            <a:xfrm>
              <a:off x="1898" y="2142"/>
              <a:ext cx="11" cy="75"/>
            </a:xfrm>
            <a:custGeom>
              <a:avLst/>
              <a:gdLst>
                <a:gd name="T0" fmla="*/ 4 w 11"/>
                <a:gd name="T1" fmla="*/ 0 h 75"/>
                <a:gd name="T2" fmla="*/ 10 w 11"/>
                <a:gd name="T3" fmla="*/ 36 h 75"/>
                <a:gd name="T4" fmla="*/ 0 w 11"/>
                <a:gd name="T5" fmla="*/ 75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1" h="75">
                  <a:moveTo>
                    <a:pt x="4" y="0"/>
                  </a:moveTo>
                  <a:cubicBezTo>
                    <a:pt x="4" y="6"/>
                    <a:pt x="11" y="24"/>
                    <a:pt x="10" y="36"/>
                  </a:cubicBezTo>
                  <a:cubicBezTo>
                    <a:pt x="9" y="48"/>
                    <a:pt x="2" y="67"/>
                    <a:pt x="0" y="75"/>
                  </a:cubicBezTo>
                </a:path>
              </a:pathLst>
            </a:cu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2368" name="Freeform 32">
              <a:extLst>
                <a:ext uri="{FF2B5EF4-FFF2-40B4-BE49-F238E27FC236}">
                  <a16:creationId xmlns:a16="http://schemas.microsoft.com/office/drawing/2014/main" id="{1AD05B4F-2D44-4187-B825-5059D3D68C7E}"/>
                </a:ext>
              </a:extLst>
            </p:cNvPr>
            <p:cNvSpPr>
              <a:spLocks/>
            </p:cNvSpPr>
            <p:nvPr/>
          </p:nvSpPr>
          <p:spPr bwMode="auto">
            <a:xfrm>
              <a:off x="1863" y="1797"/>
              <a:ext cx="26" cy="70"/>
            </a:xfrm>
            <a:custGeom>
              <a:avLst/>
              <a:gdLst>
                <a:gd name="T0" fmla="*/ 6 w 26"/>
                <a:gd name="T1" fmla="*/ 70 h 70"/>
                <a:gd name="T2" fmla="*/ 3 w 26"/>
                <a:gd name="T3" fmla="*/ 33 h 70"/>
                <a:gd name="T4" fmla="*/ 26 w 26"/>
                <a:gd name="T5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6" h="70">
                  <a:moveTo>
                    <a:pt x="6" y="70"/>
                  </a:moveTo>
                  <a:cubicBezTo>
                    <a:pt x="6" y="64"/>
                    <a:pt x="0" y="45"/>
                    <a:pt x="3" y="33"/>
                  </a:cubicBezTo>
                  <a:cubicBezTo>
                    <a:pt x="6" y="21"/>
                    <a:pt x="21" y="7"/>
                    <a:pt x="26" y="0"/>
                  </a:cubicBezTo>
                </a:path>
              </a:pathLst>
            </a:cu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2369" name="Freeform 33">
              <a:extLst>
                <a:ext uri="{FF2B5EF4-FFF2-40B4-BE49-F238E27FC236}">
                  <a16:creationId xmlns:a16="http://schemas.microsoft.com/office/drawing/2014/main" id="{5FFE3A6E-E3A4-473B-8B98-F6E7BB79184A}"/>
                </a:ext>
              </a:extLst>
            </p:cNvPr>
            <p:cNvSpPr>
              <a:spLocks/>
            </p:cNvSpPr>
            <p:nvPr/>
          </p:nvSpPr>
          <p:spPr bwMode="auto">
            <a:xfrm>
              <a:off x="1698" y="1898"/>
              <a:ext cx="66" cy="28"/>
            </a:xfrm>
            <a:custGeom>
              <a:avLst/>
              <a:gdLst>
                <a:gd name="T0" fmla="*/ 66 w 66"/>
                <a:gd name="T1" fmla="*/ 28 h 28"/>
                <a:gd name="T2" fmla="*/ 42 w 66"/>
                <a:gd name="T3" fmla="*/ 4 h 28"/>
                <a:gd name="T4" fmla="*/ 0 w 66"/>
                <a:gd name="T5" fmla="*/ 4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6" h="28">
                  <a:moveTo>
                    <a:pt x="66" y="28"/>
                  </a:moveTo>
                  <a:cubicBezTo>
                    <a:pt x="61" y="24"/>
                    <a:pt x="53" y="8"/>
                    <a:pt x="42" y="4"/>
                  </a:cubicBezTo>
                  <a:cubicBezTo>
                    <a:pt x="31" y="0"/>
                    <a:pt x="9" y="4"/>
                    <a:pt x="0" y="4"/>
                  </a:cubicBezTo>
                </a:path>
              </a:pathLst>
            </a:cu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2370" name="Freeform 34">
              <a:extLst>
                <a:ext uri="{FF2B5EF4-FFF2-40B4-BE49-F238E27FC236}">
                  <a16:creationId xmlns:a16="http://schemas.microsoft.com/office/drawing/2014/main" id="{F20E0184-C8B6-4298-9C5D-A2C5CCC5F220}"/>
                </a:ext>
              </a:extLst>
            </p:cNvPr>
            <p:cNvSpPr>
              <a:spLocks/>
            </p:cNvSpPr>
            <p:nvPr/>
          </p:nvSpPr>
          <p:spPr bwMode="auto">
            <a:xfrm>
              <a:off x="2016" y="2735"/>
              <a:ext cx="80" cy="43"/>
            </a:xfrm>
            <a:custGeom>
              <a:avLst/>
              <a:gdLst>
                <a:gd name="T0" fmla="*/ 0 w 80"/>
                <a:gd name="T1" fmla="*/ 43 h 43"/>
                <a:gd name="T2" fmla="*/ 24 w 80"/>
                <a:gd name="T3" fmla="*/ 7 h 43"/>
                <a:gd name="T4" fmla="*/ 80 w 80"/>
                <a:gd name="T5" fmla="*/ 0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80" h="43">
                  <a:moveTo>
                    <a:pt x="0" y="43"/>
                  </a:moveTo>
                  <a:cubicBezTo>
                    <a:pt x="4" y="37"/>
                    <a:pt x="11" y="14"/>
                    <a:pt x="24" y="7"/>
                  </a:cubicBezTo>
                  <a:cubicBezTo>
                    <a:pt x="37" y="0"/>
                    <a:pt x="68" y="1"/>
                    <a:pt x="80" y="0"/>
                  </a:cubicBezTo>
                </a:path>
              </a:pathLst>
            </a:cu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2371" name="Freeform 35">
              <a:extLst>
                <a:ext uri="{FF2B5EF4-FFF2-40B4-BE49-F238E27FC236}">
                  <a16:creationId xmlns:a16="http://schemas.microsoft.com/office/drawing/2014/main" id="{E59A6BE0-50EE-4F32-BAEA-68643DCA7E45}"/>
                </a:ext>
              </a:extLst>
            </p:cNvPr>
            <p:cNvSpPr>
              <a:spLocks/>
            </p:cNvSpPr>
            <p:nvPr/>
          </p:nvSpPr>
          <p:spPr bwMode="auto">
            <a:xfrm>
              <a:off x="1895" y="2645"/>
              <a:ext cx="22" cy="80"/>
            </a:xfrm>
            <a:custGeom>
              <a:avLst/>
              <a:gdLst>
                <a:gd name="T0" fmla="*/ 0 w 25"/>
                <a:gd name="T1" fmla="*/ 91 h 91"/>
                <a:gd name="T2" fmla="*/ 16 w 25"/>
                <a:gd name="T3" fmla="*/ 64 h 91"/>
                <a:gd name="T4" fmla="*/ 21 w 25"/>
                <a:gd name="T5" fmla="*/ 48 h 91"/>
                <a:gd name="T6" fmla="*/ 24 w 25"/>
                <a:gd name="T7" fmla="*/ 31 h 91"/>
                <a:gd name="T8" fmla="*/ 16 w 25"/>
                <a:gd name="T9" fmla="*/ 14 h 91"/>
                <a:gd name="T10" fmla="*/ 9 w 25"/>
                <a:gd name="T11" fmla="*/ 0 h 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5" h="91">
                  <a:moveTo>
                    <a:pt x="0" y="91"/>
                  </a:moveTo>
                  <a:cubicBezTo>
                    <a:pt x="6" y="81"/>
                    <a:pt x="13" y="71"/>
                    <a:pt x="16" y="64"/>
                  </a:cubicBezTo>
                  <a:cubicBezTo>
                    <a:pt x="19" y="57"/>
                    <a:pt x="20" y="53"/>
                    <a:pt x="21" y="48"/>
                  </a:cubicBezTo>
                  <a:cubicBezTo>
                    <a:pt x="22" y="43"/>
                    <a:pt x="25" y="37"/>
                    <a:pt x="24" y="31"/>
                  </a:cubicBezTo>
                  <a:cubicBezTo>
                    <a:pt x="23" y="25"/>
                    <a:pt x="18" y="19"/>
                    <a:pt x="16" y="14"/>
                  </a:cubicBezTo>
                  <a:cubicBezTo>
                    <a:pt x="14" y="9"/>
                    <a:pt x="11" y="4"/>
                    <a:pt x="9" y="0"/>
                  </a:cubicBezTo>
                </a:path>
              </a:pathLst>
            </a:cu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2372" name="Freeform 36">
              <a:extLst>
                <a:ext uri="{FF2B5EF4-FFF2-40B4-BE49-F238E27FC236}">
                  <a16:creationId xmlns:a16="http://schemas.microsoft.com/office/drawing/2014/main" id="{B712BB4A-9DC4-41B4-9BE0-4943EB9D9E86}"/>
                </a:ext>
              </a:extLst>
            </p:cNvPr>
            <p:cNvSpPr>
              <a:spLocks/>
            </p:cNvSpPr>
            <p:nvPr/>
          </p:nvSpPr>
          <p:spPr bwMode="auto">
            <a:xfrm>
              <a:off x="1885" y="2994"/>
              <a:ext cx="35" cy="90"/>
            </a:xfrm>
            <a:custGeom>
              <a:avLst/>
              <a:gdLst>
                <a:gd name="T0" fmla="*/ 5 w 35"/>
                <a:gd name="T1" fmla="*/ 0 h 90"/>
                <a:gd name="T2" fmla="*/ 5 w 35"/>
                <a:gd name="T3" fmla="*/ 48 h 90"/>
                <a:gd name="T4" fmla="*/ 35 w 35"/>
                <a:gd name="T5" fmla="*/ 90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5" h="90">
                  <a:moveTo>
                    <a:pt x="5" y="0"/>
                  </a:moveTo>
                  <a:cubicBezTo>
                    <a:pt x="5" y="8"/>
                    <a:pt x="0" y="33"/>
                    <a:pt x="5" y="48"/>
                  </a:cubicBezTo>
                  <a:cubicBezTo>
                    <a:pt x="10" y="63"/>
                    <a:pt x="29" y="81"/>
                    <a:pt x="35" y="90"/>
                  </a:cubicBezTo>
                </a:path>
              </a:pathLst>
            </a:cu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2373" name="Freeform 37">
              <a:extLst>
                <a:ext uri="{FF2B5EF4-FFF2-40B4-BE49-F238E27FC236}">
                  <a16:creationId xmlns:a16="http://schemas.microsoft.com/office/drawing/2014/main" id="{9FE097B7-1B24-40F7-B4F6-3B583B6F7291}"/>
                </a:ext>
              </a:extLst>
            </p:cNvPr>
            <p:cNvSpPr>
              <a:spLocks/>
            </p:cNvSpPr>
            <p:nvPr/>
          </p:nvSpPr>
          <p:spPr bwMode="auto">
            <a:xfrm>
              <a:off x="1704" y="2931"/>
              <a:ext cx="73" cy="43"/>
            </a:xfrm>
            <a:custGeom>
              <a:avLst/>
              <a:gdLst>
                <a:gd name="T0" fmla="*/ 84 w 84"/>
                <a:gd name="T1" fmla="*/ 0 h 49"/>
                <a:gd name="T2" fmla="*/ 70 w 84"/>
                <a:gd name="T3" fmla="*/ 21 h 49"/>
                <a:gd name="T4" fmla="*/ 55 w 84"/>
                <a:gd name="T5" fmla="*/ 36 h 49"/>
                <a:gd name="T6" fmla="*/ 38 w 84"/>
                <a:gd name="T7" fmla="*/ 45 h 49"/>
                <a:gd name="T8" fmla="*/ 22 w 84"/>
                <a:gd name="T9" fmla="*/ 48 h 49"/>
                <a:gd name="T10" fmla="*/ 0 w 84"/>
                <a:gd name="T11" fmla="*/ 41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4" h="49">
                  <a:moveTo>
                    <a:pt x="84" y="0"/>
                  </a:moveTo>
                  <a:cubicBezTo>
                    <a:pt x="82" y="4"/>
                    <a:pt x="75" y="15"/>
                    <a:pt x="70" y="21"/>
                  </a:cubicBezTo>
                  <a:cubicBezTo>
                    <a:pt x="65" y="27"/>
                    <a:pt x="60" y="32"/>
                    <a:pt x="55" y="36"/>
                  </a:cubicBezTo>
                  <a:cubicBezTo>
                    <a:pt x="50" y="40"/>
                    <a:pt x="43" y="43"/>
                    <a:pt x="38" y="45"/>
                  </a:cubicBezTo>
                  <a:cubicBezTo>
                    <a:pt x="33" y="47"/>
                    <a:pt x="28" y="49"/>
                    <a:pt x="22" y="48"/>
                  </a:cubicBezTo>
                  <a:cubicBezTo>
                    <a:pt x="16" y="47"/>
                    <a:pt x="5" y="42"/>
                    <a:pt x="0" y="41"/>
                  </a:cubicBezTo>
                </a:path>
              </a:pathLst>
            </a:cu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2374" name="Text Box 38">
              <a:extLst>
                <a:ext uri="{FF2B5EF4-FFF2-40B4-BE49-F238E27FC236}">
                  <a16:creationId xmlns:a16="http://schemas.microsoft.com/office/drawing/2014/main" id="{44C3D2A7-A403-4E2E-87B2-D9E7A86F3F2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80" y="2248"/>
              <a:ext cx="21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i="1">
                  <a:latin typeface="宋体" panose="02010600030101010101" pitchFamily="2" charset="-122"/>
                </a:rPr>
                <a:t>A</a:t>
              </a:r>
              <a:endParaRPr lang="en-US" altLang="zh-CN"/>
            </a:p>
          </p:txBody>
        </p:sp>
        <p:sp>
          <p:nvSpPr>
            <p:cNvPr id="142375" name="Line 39">
              <a:extLst>
                <a:ext uri="{FF2B5EF4-FFF2-40B4-BE49-F238E27FC236}">
                  <a16:creationId xmlns:a16="http://schemas.microsoft.com/office/drawing/2014/main" id="{239737A2-E4D2-4106-BF77-37F59B4EA95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04" y="2440"/>
              <a:ext cx="89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2376" name="Line 40">
              <a:extLst>
                <a:ext uri="{FF2B5EF4-FFF2-40B4-BE49-F238E27FC236}">
                  <a16:creationId xmlns:a16="http://schemas.microsoft.com/office/drawing/2014/main" id="{DE8B2E83-6DF2-4D9B-A275-1A6A07728CD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53" y="2441"/>
              <a:ext cx="89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2377" name="Line 41">
              <a:extLst>
                <a:ext uri="{FF2B5EF4-FFF2-40B4-BE49-F238E27FC236}">
                  <a16:creationId xmlns:a16="http://schemas.microsoft.com/office/drawing/2014/main" id="{1A011D52-5C42-4BCB-A8FA-F8521489CF0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251" y="2259"/>
              <a:ext cx="0" cy="18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2378" name="Line 42">
              <a:extLst>
                <a:ext uri="{FF2B5EF4-FFF2-40B4-BE49-F238E27FC236}">
                  <a16:creationId xmlns:a16="http://schemas.microsoft.com/office/drawing/2014/main" id="{95B8CF8C-4C98-4566-88B4-8BF91B11507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986" y="2262"/>
              <a:ext cx="0" cy="178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2379" name="Text Box 43">
              <a:extLst>
                <a:ext uri="{FF2B5EF4-FFF2-40B4-BE49-F238E27FC236}">
                  <a16:creationId xmlns:a16="http://schemas.microsoft.com/office/drawing/2014/main" id="{B992B7B7-76C5-4418-95F3-43EC7892612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34" y="2276"/>
              <a:ext cx="21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i="1">
                  <a:latin typeface="宋体" panose="02010600030101010101" pitchFamily="2" charset="-122"/>
                </a:rPr>
                <a:t>A</a:t>
              </a:r>
              <a:endParaRPr lang="en-US" altLang="zh-CN"/>
            </a:p>
          </p:txBody>
        </p:sp>
        <p:sp>
          <p:nvSpPr>
            <p:cNvPr id="142380" name="Freeform 44">
              <a:extLst>
                <a:ext uri="{FF2B5EF4-FFF2-40B4-BE49-F238E27FC236}">
                  <a16:creationId xmlns:a16="http://schemas.microsoft.com/office/drawing/2014/main" id="{993C13E4-B901-45DB-B61A-7F826F26AC0B}"/>
                </a:ext>
              </a:extLst>
            </p:cNvPr>
            <p:cNvSpPr>
              <a:spLocks/>
            </p:cNvSpPr>
            <p:nvPr/>
          </p:nvSpPr>
          <p:spPr bwMode="auto">
            <a:xfrm>
              <a:off x="2241" y="1979"/>
              <a:ext cx="211" cy="116"/>
            </a:xfrm>
            <a:custGeom>
              <a:avLst/>
              <a:gdLst>
                <a:gd name="T0" fmla="*/ 0 w 211"/>
                <a:gd name="T1" fmla="*/ 0 h 116"/>
                <a:gd name="T2" fmla="*/ 109 w 211"/>
                <a:gd name="T3" fmla="*/ 43 h 116"/>
                <a:gd name="T4" fmla="*/ 211 w 211"/>
                <a:gd name="T5" fmla="*/ 116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1" h="116">
                  <a:moveTo>
                    <a:pt x="0" y="0"/>
                  </a:moveTo>
                  <a:cubicBezTo>
                    <a:pt x="37" y="12"/>
                    <a:pt x="74" y="24"/>
                    <a:pt x="109" y="43"/>
                  </a:cubicBezTo>
                  <a:cubicBezTo>
                    <a:pt x="144" y="62"/>
                    <a:pt x="177" y="89"/>
                    <a:pt x="211" y="116"/>
                  </a:cubicBezTo>
                </a:path>
              </a:pathLst>
            </a:custGeom>
            <a:noFill/>
            <a:ln w="19050" cap="flat" cmpd="sng">
              <a:solidFill>
                <a:srgbClr val="000000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2381" name="Oval 45">
              <a:extLst>
                <a:ext uri="{FF2B5EF4-FFF2-40B4-BE49-F238E27FC236}">
                  <a16:creationId xmlns:a16="http://schemas.microsoft.com/office/drawing/2014/main" id="{BE8E5D0A-C49E-4658-8E6F-BC4B72F02F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00" y="2324"/>
              <a:ext cx="232" cy="228"/>
            </a:xfrm>
            <a:prstGeom prst="ellips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42519" name="Group 183">
            <a:extLst>
              <a:ext uri="{FF2B5EF4-FFF2-40B4-BE49-F238E27FC236}">
                <a16:creationId xmlns:a16="http://schemas.microsoft.com/office/drawing/2014/main" id="{2F4E1AE1-49C4-46E8-9E50-0D02249119B1}"/>
              </a:ext>
            </a:extLst>
          </p:cNvPr>
          <p:cNvGrpSpPr>
            <a:grpSpLocks/>
          </p:cNvGrpSpPr>
          <p:nvPr/>
        </p:nvGrpSpPr>
        <p:grpSpPr bwMode="auto">
          <a:xfrm>
            <a:off x="5305425" y="2824163"/>
            <a:ext cx="3290888" cy="2128837"/>
            <a:chOff x="3342" y="1779"/>
            <a:chExt cx="2073" cy="1341"/>
          </a:xfrm>
        </p:grpSpPr>
        <p:sp>
          <p:nvSpPr>
            <p:cNvPr id="142383" name="Oval 47">
              <a:extLst>
                <a:ext uri="{FF2B5EF4-FFF2-40B4-BE49-F238E27FC236}">
                  <a16:creationId xmlns:a16="http://schemas.microsoft.com/office/drawing/2014/main" id="{0D65B650-8236-40FF-9C44-52256CDC32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0" y="2252"/>
              <a:ext cx="388" cy="388"/>
            </a:xfrm>
            <a:prstGeom prst="ellips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2384" name="Line 48">
              <a:extLst>
                <a:ext uri="{FF2B5EF4-FFF2-40B4-BE49-F238E27FC236}">
                  <a16:creationId xmlns:a16="http://schemas.microsoft.com/office/drawing/2014/main" id="{82DF5C9A-A69F-477E-BE10-C406A2D3168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58" y="2458"/>
              <a:ext cx="1450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lgDash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2385" name="Line 49">
              <a:extLst>
                <a:ext uri="{FF2B5EF4-FFF2-40B4-BE49-F238E27FC236}">
                  <a16:creationId xmlns:a16="http://schemas.microsoft.com/office/drawing/2014/main" id="{DA72DD2B-BEDF-40ED-8354-F8345FF20D5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00" y="1779"/>
              <a:ext cx="0" cy="134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lgDash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2386" name="Oval 50">
              <a:extLst>
                <a:ext uri="{FF2B5EF4-FFF2-40B4-BE49-F238E27FC236}">
                  <a16:creationId xmlns:a16="http://schemas.microsoft.com/office/drawing/2014/main" id="{FA8FBB26-7E2E-4CF6-93AD-0540936CDC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4" y="1836"/>
              <a:ext cx="1308" cy="1239"/>
            </a:xfrm>
            <a:prstGeom prst="ellips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2387" name="Arc 51">
              <a:extLst>
                <a:ext uri="{FF2B5EF4-FFF2-40B4-BE49-F238E27FC236}">
                  <a16:creationId xmlns:a16="http://schemas.microsoft.com/office/drawing/2014/main" id="{75B19BAA-7BD1-4274-8491-8BD7A5ADBF3E}"/>
                </a:ext>
              </a:extLst>
            </p:cNvPr>
            <p:cNvSpPr>
              <a:spLocks/>
            </p:cNvSpPr>
            <p:nvPr/>
          </p:nvSpPr>
          <p:spPr bwMode="auto">
            <a:xfrm>
              <a:off x="4385" y="2085"/>
              <a:ext cx="380" cy="380"/>
            </a:xfrm>
            <a:custGeom>
              <a:avLst/>
              <a:gdLst>
                <a:gd name="G0" fmla="+- 0 0 0"/>
                <a:gd name="G1" fmla="+- 17953 0 0"/>
                <a:gd name="G2" fmla="+- 21600 0 0"/>
                <a:gd name="T0" fmla="*/ 12010 w 16339"/>
                <a:gd name="T1" fmla="*/ 0 h 17953"/>
                <a:gd name="T2" fmla="*/ 16339 w 16339"/>
                <a:gd name="T3" fmla="*/ 3825 h 17953"/>
                <a:gd name="T4" fmla="*/ 0 w 16339"/>
                <a:gd name="T5" fmla="*/ 17953 h 179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6339" h="17953" fill="none" extrusionOk="0">
                  <a:moveTo>
                    <a:pt x="12010" y="-1"/>
                  </a:moveTo>
                  <a:cubicBezTo>
                    <a:pt x="13617" y="1075"/>
                    <a:pt x="15073" y="2361"/>
                    <a:pt x="16338" y="3825"/>
                  </a:cubicBezTo>
                </a:path>
                <a:path w="16339" h="17953" stroke="0" extrusionOk="0">
                  <a:moveTo>
                    <a:pt x="12010" y="-1"/>
                  </a:moveTo>
                  <a:cubicBezTo>
                    <a:pt x="13617" y="1075"/>
                    <a:pt x="15073" y="2361"/>
                    <a:pt x="16338" y="3825"/>
                  </a:cubicBezTo>
                  <a:lnTo>
                    <a:pt x="0" y="17953"/>
                  </a:lnTo>
                  <a:close/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2388" name="Arc 52">
              <a:extLst>
                <a:ext uri="{FF2B5EF4-FFF2-40B4-BE49-F238E27FC236}">
                  <a16:creationId xmlns:a16="http://schemas.microsoft.com/office/drawing/2014/main" id="{4012BE9B-E077-4920-87A9-3AEFE5E612A6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4400" y="2448"/>
              <a:ext cx="367" cy="371"/>
            </a:xfrm>
            <a:custGeom>
              <a:avLst/>
              <a:gdLst>
                <a:gd name="G0" fmla="+- 0 0 0"/>
                <a:gd name="G1" fmla="+- 16594 0 0"/>
                <a:gd name="G2" fmla="+- 21600 0 0"/>
                <a:gd name="T0" fmla="*/ 13827 w 18079"/>
                <a:gd name="T1" fmla="*/ 0 h 16594"/>
                <a:gd name="T2" fmla="*/ 18079 w 18079"/>
                <a:gd name="T3" fmla="*/ 4773 h 16594"/>
                <a:gd name="T4" fmla="*/ 0 w 18079"/>
                <a:gd name="T5" fmla="*/ 16594 h 165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8079" h="16594" fill="none" extrusionOk="0">
                  <a:moveTo>
                    <a:pt x="13827" y="-1"/>
                  </a:moveTo>
                  <a:cubicBezTo>
                    <a:pt x="15473" y="1371"/>
                    <a:pt x="16905" y="2980"/>
                    <a:pt x="18078" y="4773"/>
                  </a:cubicBezTo>
                </a:path>
                <a:path w="18079" h="16594" stroke="0" extrusionOk="0">
                  <a:moveTo>
                    <a:pt x="13827" y="-1"/>
                  </a:moveTo>
                  <a:cubicBezTo>
                    <a:pt x="15473" y="1371"/>
                    <a:pt x="16905" y="2980"/>
                    <a:pt x="18078" y="4773"/>
                  </a:cubicBezTo>
                  <a:lnTo>
                    <a:pt x="0" y="16594"/>
                  </a:lnTo>
                  <a:close/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2389" name="Line 53">
              <a:extLst>
                <a:ext uri="{FF2B5EF4-FFF2-40B4-BE49-F238E27FC236}">
                  <a16:creationId xmlns:a16="http://schemas.microsoft.com/office/drawing/2014/main" id="{AEBEB379-42DB-4108-8803-CA4492499F9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69" y="2731"/>
              <a:ext cx="88" cy="9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2390" name="Arc 54">
              <a:extLst>
                <a:ext uri="{FF2B5EF4-FFF2-40B4-BE49-F238E27FC236}">
                  <a16:creationId xmlns:a16="http://schemas.microsoft.com/office/drawing/2014/main" id="{AE5D1E5B-DFAD-41CA-86C8-03DFE2D64F85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4018" y="2084"/>
              <a:ext cx="367" cy="366"/>
            </a:xfrm>
            <a:custGeom>
              <a:avLst/>
              <a:gdLst>
                <a:gd name="G0" fmla="+- 0 0 0"/>
                <a:gd name="G1" fmla="+- 18271 0 0"/>
                <a:gd name="G2" fmla="+- 21600 0 0"/>
                <a:gd name="T0" fmla="*/ 11521 w 16601"/>
                <a:gd name="T1" fmla="*/ 0 h 18271"/>
                <a:gd name="T2" fmla="*/ 16601 w 16601"/>
                <a:gd name="T3" fmla="*/ 4452 h 18271"/>
                <a:gd name="T4" fmla="*/ 0 w 16601"/>
                <a:gd name="T5" fmla="*/ 18271 h 18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6601" h="18271" fill="none" extrusionOk="0">
                  <a:moveTo>
                    <a:pt x="11520" y="0"/>
                  </a:moveTo>
                  <a:cubicBezTo>
                    <a:pt x="13437" y="1208"/>
                    <a:pt x="15151" y="2710"/>
                    <a:pt x="16601" y="4451"/>
                  </a:cubicBezTo>
                </a:path>
                <a:path w="16601" h="18271" stroke="0" extrusionOk="0">
                  <a:moveTo>
                    <a:pt x="11520" y="0"/>
                  </a:moveTo>
                  <a:cubicBezTo>
                    <a:pt x="13437" y="1208"/>
                    <a:pt x="15151" y="2710"/>
                    <a:pt x="16601" y="4451"/>
                  </a:cubicBezTo>
                  <a:lnTo>
                    <a:pt x="0" y="18271"/>
                  </a:lnTo>
                  <a:close/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2391" name="Line 55">
              <a:extLst>
                <a:ext uri="{FF2B5EF4-FFF2-40B4-BE49-F238E27FC236}">
                  <a16:creationId xmlns:a16="http://schemas.microsoft.com/office/drawing/2014/main" id="{F4C25BBA-97F3-4232-9B4F-ACF159CEBB9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026" y="2076"/>
              <a:ext cx="94" cy="97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2392" name="Line 56">
              <a:extLst>
                <a:ext uri="{FF2B5EF4-FFF2-40B4-BE49-F238E27FC236}">
                  <a16:creationId xmlns:a16="http://schemas.microsoft.com/office/drawing/2014/main" id="{CCD3BB54-1AE2-4E66-B2C8-E638DA039A4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021" y="2708"/>
              <a:ext cx="129" cy="133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2393" name="Oval 57">
              <a:extLst>
                <a:ext uri="{FF2B5EF4-FFF2-40B4-BE49-F238E27FC236}">
                  <a16:creationId xmlns:a16="http://schemas.microsoft.com/office/drawing/2014/main" id="{3D6842A1-0D7F-4DEB-94D0-5EF258B1AB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14" y="2720"/>
              <a:ext cx="124" cy="114"/>
            </a:xfrm>
            <a:prstGeom prst="ellips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2394" name="Freeform 58">
              <a:extLst>
                <a:ext uri="{FF2B5EF4-FFF2-40B4-BE49-F238E27FC236}">
                  <a16:creationId xmlns:a16="http://schemas.microsoft.com/office/drawing/2014/main" id="{E7D694DD-0A9B-48D6-9606-77D35A1E4A8C}"/>
                </a:ext>
              </a:extLst>
            </p:cNvPr>
            <p:cNvSpPr>
              <a:spLocks/>
            </p:cNvSpPr>
            <p:nvPr/>
          </p:nvSpPr>
          <p:spPr bwMode="auto">
            <a:xfrm>
              <a:off x="4755" y="2406"/>
              <a:ext cx="249" cy="1"/>
            </a:xfrm>
            <a:custGeom>
              <a:avLst/>
              <a:gdLst>
                <a:gd name="T0" fmla="*/ 0 w 249"/>
                <a:gd name="T1" fmla="*/ 1 h 1"/>
                <a:gd name="T2" fmla="*/ 249 w 249"/>
                <a:gd name="T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49" h="1">
                  <a:moveTo>
                    <a:pt x="0" y="1"/>
                  </a:moveTo>
                  <a:lnTo>
                    <a:pt x="249" y="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2395" name="Line 59">
              <a:extLst>
                <a:ext uri="{FF2B5EF4-FFF2-40B4-BE49-F238E27FC236}">
                  <a16:creationId xmlns:a16="http://schemas.microsoft.com/office/drawing/2014/main" id="{AFC19DD3-CFB9-4C15-8C3C-F6AE9C67C3A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65" y="2517"/>
              <a:ext cx="241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2396" name="Line 60">
              <a:extLst>
                <a:ext uri="{FF2B5EF4-FFF2-40B4-BE49-F238E27FC236}">
                  <a16:creationId xmlns:a16="http://schemas.microsoft.com/office/drawing/2014/main" id="{CDC49F66-6D9F-488A-A61E-57DC7281726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92" y="2408"/>
              <a:ext cx="242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2397" name="Line 61">
              <a:extLst>
                <a:ext uri="{FF2B5EF4-FFF2-40B4-BE49-F238E27FC236}">
                  <a16:creationId xmlns:a16="http://schemas.microsoft.com/office/drawing/2014/main" id="{A5C0B686-82B4-46F0-865C-D61EDF699A3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94" y="2506"/>
              <a:ext cx="241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2398" name="Line 62">
              <a:extLst>
                <a:ext uri="{FF2B5EF4-FFF2-40B4-BE49-F238E27FC236}">
                  <a16:creationId xmlns:a16="http://schemas.microsoft.com/office/drawing/2014/main" id="{41DF5F87-64B9-43D9-B152-C87BE697BBF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49" y="1878"/>
              <a:ext cx="0" cy="257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2399" name="Line 63">
              <a:extLst>
                <a:ext uri="{FF2B5EF4-FFF2-40B4-BE49-F238E27FC236}">
                  <a16:creationId xmlns:a16="http://schemas.microsoft.com/office/drawing/2014/main" id="{7974720C-276D-4C76-82CA-3A8B05AFEB7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351" y="1889"/>
              <a:ext cx="0" cy="237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2400" name="Line 64">
              <a:extLst>
                <a:ext uri="{FF2B5EF4-FFF2-40B4-BE49-F238E27FC236}">
                  <a16:creationId xmlns:a16="http://schemas.microsoft.com/office/drawing/2014/main" id="{C76C7A0C-2582-4FD8-A88E-87D27E453F2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45" y="2786"/>
              <a:ext cx="0" cy="243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2401" name="Line 65">
              <a:extLst>
                <a:ext uri="{FF2B5EF4-FFF2-40B4-BE49-F238E27FC236}">
                  <a16:creationId xmlns:a16="http://schemas.microsoft.com/office/drawing/2014/main" id="{A999358E-C67A-42E2-9B07-4BF7D590414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52" y="2786"/>
              <a:ext cx="0" cy="246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2402" name="Line 66">
              <a:extLst>
                <a:ext uri="{FF2B5EF4-FFF2-40B4-BE49-F238E27FC236}">
                  <a16:creationId xmlns:a16="http://schemas.microsoft.com/office/drawing/2014/main" id="{F474E6DA-F43F-4955-83E7-5BFD20EB196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669" y="2083"/>
              <a:ext cx="94" cy="95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2403" name="Freeform 67">
              <a:extLst>
                <a:ext uri="{FF2B5EF4-FFF2-40B4-BE49-F238E27FC236}">
                  <a16:creationId xmlns:a16="http://schemas.microsoft.com/office/drawing/2014/main" id="{74732402-8F59-4035-B97D-81C7E5E0CE59}"/>
                </a:ext>
              </a:extLst>
            </p:cNvPr>
            <p:cNvSpPr>
              <a:spLocks/>
            </p:cNvSpPr>
            <p:nvPr/>
          </p:nvSpPr>
          <p:spPr bwMode="auto">
            <a:xfrm>
              <a:off x="4992" y="2358"/>
              <a:ext cx="48" cy="48"/>
            </a:xfrm>
            <a:custGeom>
              <a:avLst/>
              <a:gdLst>
                <a:gd name="T0" fmla="*/ 0 w 48"/>
                <a:gd name="T1" fmla="*/ 48 h 48"/>
                <a:gd name="T2" fmla="*/ 36 w 48"/>
                <a:gd name="T3" fmla="*/ 36 h 48"/>
                <a:gd name="T4" fmla="*/ 48 w 48"/>
                <a:gd name="T5" fmla="*/ 0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8" h="48">
                  <a:moveTo>
                    <a:pt x="0" y="48"/>
                  </a:moveTo>
                  <a:cubicBezTo>
                    <a:pt x="6" y="45"/>
                    <a:pt x="28" y="44"/>
                    <a:pt x="36" y="36"/>
                  </a:cubicBezTo>
                  <a:cubicBezTo>
                    <a:pt x="44" y="28"/>
                    <a:pt x="46" y="7"/>
                    <a:pt x="48" y="0"/>
                  </a:cubicBezTo>
                </a:path>
              </a:pathLst>
            </a:cu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2404" name="Freeform 68">
              <a:extLst>
                <a:ext uri="{FF2B5EF4-FFF2-40B4-BE49-F238E27FC236}">
                  <a16:creationId xmlns:a16="http://schemas.microsoft.com/office/drawing/2014/main" id="{033652D5-47AA-40DA-88B2-E05424FC1ED0}"/>
                </a:ext>
              </a:extLst>
            </p:cNvPr>
            <p:cNvSpPr>
              <a:spLocks/>
            </p:cNvSpPr>
            <p:nvPr/>
          </p:nvSpPr>
          <p:spPr bwMode="auto">
            <a:xfrm>
              <a:off x="4980" y="2508"/>
              <a:ext cx="69" cy="35"/>
            </a:xfrm>
            <a:custGeom>
              <a:avLst/>
              <a:gdLst>
                <a:gd name="T0" fmla="*/ 0 w 69"/>
                <a:gd name="T1" fmla="*/ 0 h 35"/>
                <a:gd name="T2" fmla="*/ 54 w 69"/>
                <a:gd name="T3" fmla="*/ 8 h 35"/>
                <a:gd name="T4" fmla="*/ 69 w 69"/>
                <a:gd name="T5" fmla="*/ 35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9" h="35">
                  <a:moveTo>
                    <a:pt x="0" y="0"/>
                  </a:moveTo>
                  <a:cubicBezTo>
                    <a:pt x="9" y="2"/>
                    <a:pt x="42" y="2"/>
                    <a:pt x="54" y="8"/>
                  </a:cubicBezTo>
                  <a:cubicBezTo>
                    <a:pt x="66" y="14"/>
                    <a:pt x="66" y="29"/>
                    <a:pt x="69" y="35"/>
                  </a:cubicBezTo>
                </a:path>
              </a:pathLst>
            </a:cu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2405" name="Freeform 69">
              <a:extLst>
                <a:ext uri="{FF2B5EF4-FFF2-40B4-BE49-F238E27FC236}">
                  <a16:creationId xmlns:a16="http://schemas.microsoft.com/office/drawing/2014/main" id="{E54DE07A-7CBF-4002-A913-5FE16B484F42}"/>
                </a:ext>
              </a:extLst>
            </p:cNvPr>
            <p:cNvSpPr>
              <a:spLocks/>
            </p:cNvSpPr>
            <p:nvPr/>
          </p:nvSpPr>
          <p:spPr bwMode="auto">
            <a:xfrm>
              <a:off x="4680" y="2352"/>
              <a:ext cx="81" cy="57"/>
            </a:xfrm>
            <a:custGeom>
              <a:avLst/>
              <a:gdLst>
                <a:gd name="T0" fmla="*/ 81 w 81"/>
                <a:gd name="T1" fmla="*/ 56 h 57"/>
                <a:gd name="T2" fmla="*/ 42 w 81"/>
                <a:gd name="T3" fmla="*/ 48 h 57"/>
                <a:gd name="T4" fmla="*/ 0 w 81"/>
                <a:gd name="T5" fmla="*/ 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81" h="57">
                  <a:moveTo>
                    <a:pt x="81" y="56"/>
                  </a:moveTo>
                  <a:cubicBezTo>
                    <a:pt x="74" y="55"/>
                    <a:pt x="56" y="57"/>
                    <a:pt x="42" y="48"/>
                  </a:cubicBezTo>
                  <a:cubicBezTo>
                    <a:pt x="28" y="39"/>
                    <a:pt x="9" y="10"/>
                    <a:pt x="0" y="0"/>
                  </a:cubicBezTo>
                </a:path>
              </a:pathLst>
            </a:cu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2406" name="Freeform 70">
              <a:extLst>
                <a:ext uri="{FF2B5EF4-FFF2-40B4-BE49-F238E27FC236}">
                  <a16:creationId xmlns:a16="http://schemas.microsoft.com/office/drawing/2014/main" id="{CD340693-23E1-4D95-A71F-8DAD40938BE1}"/>
                </a:ext>
              </a:extLst>
            </p:cNvPr>
            <p:cNvSpPr>
              <a:spLocks/>
            </p:cNvSpPr>
            <p:nvPr/>
          </p:nvSpPr>
          <p:spPr bwMode="auto">
            <a:xfrm>
              <a:off x="4687" y="2508"/>
              <a:ext cx="83" cy="48"/>
            </a:xfrm>
            <a:custGeom>
              <a:avLst/>
              <a:gdLst>
                <a:gd name="T0" fmla="*/ 83 w 83"/>
                <a:gd name="T1" fmla="*/ 0 h 48"/>
                <a:gd name="T2" fmla="*/ 39 w 83"/>
                <a:gd name="T3" fmla="*/ 8 h 48"/>
                <a:gd name="T4" fmla="*/ 0 w 83"/>
                <a:gd name="T5" fmla="*/ 48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83" h="48">
                  <a:moveTo>
                    <a:pt x="83" y="0"/>
                  </a:moveTo>
                  <a:cubicBezTo>
                    <a:pt x="76" y="2"/>
                    <a:pt x="53" y="0"/>
                    <a:pt x="39" y="8"/>
                  </a:cubicBezTo>
                  <a:cubicBezTo>
                    <a:pt x="25" y="16"/>
                    <a:pt x="13" y="32"/>
                    <a:pt x="0" y="48"/>
                  </a:cubicBezTo>
                </a:path>
              </a:pathLst>
            </a:cu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2407" name="Freeform 71">
              <a:extLst>
                <a:ext uri="{FF2B5EF4-FFF2-40B4-BE49-F238E27FC236}">
                  <a16:creationId xmlns:a16="http://schemas.microsoft.com/office/drawing/2014/main" id="{6B84DEB4-4CF5-4404-B508-524E867A9820}"/>
                </a:ext>
              </a:extLst>
            </p:cNvPr>
            <p:cNvSpPr>
              <a:spLocks/>
            </p:cNvSpPr>
            <p:nvPr/>
          </p:nvSpPr>
          <p:spPr bwMode="auto">
            <a:xfrm>
              <a:off x="4014" y="2357"/>
              <a:ext cx="78" cy="51"/>
            </a:xfrm>
            <a:custGeom>
              <a:avLst/>
              <a:gdLst>
                <a:gd name="T0" fmla="*/ 0 w 78"/>
                <a:gd name="T1" fmla="*/ 49 h 51"/>
                <a:gd name="T2" fmla="*/ 48 w 78"/>
                <a:gd name="T3" fmla="*/ 43 h 51"/>
                <a:gd name="T4" fmla="*/ 78 w 78"/>
                <a:gd name="T5" fmla="*/ 0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78" h="51">
                  <a:moveTo>
                    <a:pt x="0" y="49"/>
                  </a:moveTo>
                  <a:cubicBezTo>
                    <a:pt x="9" y="48"/>
                    <a:pt x="35" y="51"/>
                    <a:pt x="48" y="43"/>
                  </a:cubicBezTo>
                  <a:cubicBezTo>
                    <a:pt x="61" y="35"/>
                    <a:pt x="72" y="9"/>
                    <a:pt x="78" y="0"/>
                  </a:cubicBezTo>
                </a:path>
              </a:pathLst>
            </a:cu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2408" name="Freeform 72">
              <a:extLst>
                <a:ext uri="{FF2B5EF4-FFF2-40B4-BE49-F238E27FC236}">
                  <a16:creationId xmlns:a16="http://schemas.microsoft.com/office/drawing/2014/main" id="{08A1C6B6-38EE-4DDC-B947-C03419E43EDD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6" y="2507"/>
              <a:ext cx="78" cy="61"/>
            </a:xfrm>
            <a:custGeom>
              <a:avLst/>
              <a:gdLst>
                <a:gd name="T0" fmla="*/ 0 w 78"/>
                <a:gd name="T1" fmla="*/ 0 h 61"/>
                <a:gd name="T2" fmla="*/ 48 w 78"/>
                <a:gd name="T3" fmla="*/ 19 h 61"/>
                <a:gd name="T4" fmla="*/ 78 w 78"/>
                <a:gd name="T5" fmla="*/ 61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78" h="61">
                  <a:moveTo>
                    <a:pt x="0" y="0"/>
                  </a:moveTo>
                  <a:cubicBezTo>
                    <a:pt x="8" y="3"/>
                    <a:pt x="35" y="9"/>
                    <a:pt x="48" y="19"/>
                  </a:cubicBezTo>
                  <a:cubicBezTo>
                    <a:pt x="61" y="29"/>
                    <a:pt x="72" y="52"/>
                    <a:pt x="78" y="61"/>
                  </a:cubicBezTo>
                </a:path>
              </a:pathLst>
            </a:cu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2409" name="Freeform 73">
              <a:extLst>
                <a:ext uri="{FF2B5EF4-FFF2-40B4-BE49-F238E27FC236}">
                  <a16:creationId xmlns:a16="http://schemas.microsoft.com/office/drawing/2014/main" id="{B3D41853-596F-4820-B3D8-4E0B0B0068B3}"/>
                </a:ext>
              </a:extLst>
            </p:cNvPr>
            <p:cNvSpPr>
              <a:spLocks/>
            </p:cNvSpPr>
            <p:nvPr/>
          </p:nvSpPr>
          <p:spPr bwMode="auto">
            <a:xfrm>
              <a:off x="4310" y="2738"/>
              <a:ext cx="46" cy="55"/>
            </a:xfrm>
            <a:custGeom>
              <a:avLst/>
              <a:gdLst>
                <a:gd name="T0" fmla="*/ 57 w 57"/>
                <a:gd name="T1" fmla="*/ 67 h 67"/>
                <a:gd name="T2" fmla="*/ 38 w 57"/>
                <a:gd name="T3" fmla="*/ 29 h 67"/>
                <a:gd name="T4" fmla="*/ 0 w 57"/>
                <a:gd name="T5" fmla="*/ 0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7" h="67">
                  <a:moveTo>
                    <a:pt x="57" y="67"/>
                  </a:moveTo>
                  <a:cubicBezTo>
                    <a:pt x="54" y="61"/>
                    <a:pt x="48" y="40"/>
                    <a:pt x="38" y="29"/>
                  </a:cubicBezTo>
                  <a:cubicBezTo>
                    <a:pt x="28" y="18"/>
                    <a:pt x="8" y="6"/>
                    <a:pt x="0" y="0"/>
                  </a:cubicBezTo>
                </a:path>
              </a:pathLst>
            </a:cu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2410" name="Freeform 74">
              <a:extLst>
                <a:ext uri="{FF2B5EF4-FFF2-40B4-BE49-F238E27FC236}">
                  <a16:creationId xmlns:a16="http://schemas.microsoft.com/office/drawing/2014/main" id="{16376666-3AF7-4DA3-9CC9-64F56F402BC5}"/>
                </a:ext>
              </a:extLst>
            </p:cNvPr>
            <p:cNvSpPr>
              <a:spLocks/>
            </p:cNvSpPr>
            <p:nvPr/>
          </p:nvSpPr>
          <p:spPr bwMode="auto">
            <a:xfrm>
              <a:off x="4446" y="2730"/>
              <a:ext cx="46" cy="63"/>
            </a:xfrm>
            <a:custGeom>
              <a:avLst/>
              <a:gdLst>
                <a:gd name="T0" fmla="*/ 0 w 57"/>
                <a:gd name="T1" fmla="*/ 76 h 76"/>
                <a:gd name="T2" fmla="*/ 14 w 57"/>
                <a:gd name="T3" fmla="*/ 33 h 76"/>
                <a:gd name="T4" fmla="*/ 57 w 57"/>
                <a:gd name="T5" fmla="*/ 0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7" h="76">
                  <a:moveTo>
                    <a:pt x="0" y="76"/>
                  </a:moveTo>
                  <a:cubicBezTo>
                    <a:pt x="2" y="69"/>
                    <a:pt x="5" y="46"/>
                    <a:pt x="14" y="33"/>
                  </a:cubicBezTo>
                  <a:cubicBezTo>
                    <a:pt x="23" y="20"/>
                    <a:pt x="48" y="7"/>
                    <a:pt x="57" y="0"/>
                  </a:cubicBezTo>
                </a:path>
              </a:pathLst>
            </a:cu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2411" name="Freeform 75">
              <a:extLst>
                <a:ext uri="{FF2B5EF4-FFF2-40B4-BE49-F238E27FC236}">
                  <a16:creationId xmlns:a16="http://schemas.microsoft.com/office/drawing/2014/main" id="{06EF9D20-D386-4FA9-9650-D035BC5B73DC}"/>
                </a:ext>
              </a:extLst>
            </p:cNvPr>
            <p:cNvSpPr>
              <a:spLocks/>
            </p:cNvSpPr>
            <p:nvPr/>
          </p:nvSpPr>
          <p:spPr bwMode="auto">
            <a:xfrm>
              <a:off x="4306" y="2111"/>
              <a:ext cx="46" cy="55"/>
            </a:xfrm>
            <a:custGeom>
              <a:avLst/>
              <a:gdLst>
                <a:gd name="T0" fmla="*/ 57 w 57"/>
                <a:gd name="T1" fmla="*/ 0 h 67"/>
                <a:gd name="T2" fmla="*/ 43 w 57"/>
                <a:gd name="T3" fmla="*/ 38 h 67"/>
                <a:gd name="T4" fmla="*/ 0 w 57"/>
                <a:gd name="T5" fmla="*/ 67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7" h="67">
                  <a:moveTo>
                    <a:pt x="57" y="0"/>
                  </a:moveTo>
                  <a:cubicBezTo>
                    <a:pt x="55" y="6"/>
                    <a:pt x="53" y="27"/>
                    <a:pt x="43" y="38"/>
                  </a:cubicBezTo>
                  <a:cubicBezTo>
                    <a:pt x="33" y="49"/>
                    <a:pt x="9" y="61"/>
                    <a:pt x="0" y="67"/>
                  </a:cubicBezTo>
                </a:path>
              </a:pathLst>
            </a:cu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2412" name="Freeform 76">
              <a:extLst>
                <a:ext uri="{FF2B5EF4-FFF2-40B4-BE49-F238E27FC236}">
                  <a16:creationId xmlns:a16="http://schemas.microsoft.com/office/drawing/2014/main" id="{604024A1-AEDC-49AF-A7DE-4E6EC9181B05}"/>
                </a:ext>
              </a:extLst>
            </p:cNvPr>
            <p:cNvSpPr>
              <a:spLocks/>
            </p:cNvSpPr>
            <p:nvPr/>
          </p:nvSpPr>
          <p:spPr bwMode="auto">
            <a:xfrm>
              <a:off x="4446" y="2115"/>
              <a:ext cx="50" cy="55"/>
            </a:xfrm>
            <a:custGeom>
              <a:avLst/>
              <a:gdLst>
                <a:gd name="T0" fmla="*/ 0 w 62"/>
                <a:gd name="T1" fmla="*/ 0 h 67"/>
                <a:gd name="T2" fmla="*/ 24 w 62"/>
                <a:gd name="T3" fmla="*/ 43 h 67"/>
                <a:gd name="T4" fmla="*/ 62 w 62"/>
                <a:gd name="T5" fmla="*/ 67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2" h="67">
                  <a:moveTo>
                    <a:pt x="0" y="0"/>
                  </a:moveTo>
                  <a:cubicBezTo>
                    <a:pt x="3" y="7"/>
                    <a:pt x="14" y="32"/>
                    <a:pt x="24" y="43"/>
                  </a:cubicBezTo>
                  <a:cubicBezTo>
                    <a:pt x="34" y="54"/>
                    <a:pt x="48" y="61"/>
                    <a:pt x="62" y="67"/>
                  </a:cubicBezTo>
                </a:path>
              </a:pathLst>
            </a:cu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2413" name="Freeform 77">
              <a:extLst>
                <a:ext uri="{FF2B5EF4-FFF2-40B4-BE49-F238E27FC236}">
                  <a16:creationId xmlns:a16="http://schemas.microsoft.com/office/drawing/2014/main" id="{CB5E094A-7488-4D3C-BC1D-1606D62CD1E4}"/>
                </a:ext>
              </a:extLst>
            </p:cNvPr>
            <p:cNvSpPr>
              <a:spLocks/>
            </p:cNvSpPr>
            <p:nvPr/>
          </p:nvSpPr>
          <p:spPr bwMode="auto">
            <a:xfrm>
              <a:off x="4446" y="1837"/>
              <a:ext cx="43" cy="51"/>
            </a:xfrm>
            <a:custGeom>
              <a:avLst/>
              <a:gdLst>
                <a:gd name="T0" fmla="*/ 0 w 53"/>
                <a:gd name="T1" fmla="*/ 62 h 62"/>
                <a:gd name="T2" fmla="*/ 24 w 53"/>
                <a:gd name="T3" fmla="*/ 19 h 62"/>
                <a:gd name="T4" fmla="*/ 53 w 53"/>
                <a:gd name="T5" fmla="*/ 0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3" h="62">
                  <a:moveTo>
                    <a:pt x="0" y="62"/>
                  </a:moveTo>
                  <a:cubicBezTo>
                    <a:pt x="4" y="56"/>
                    <a:pt x="15" y="29"/>
                    <a:pt x="24" y="19"/>
                  </a:cubicBezTo>
                  <a:cubicBezTo>
                    <a:pt x="33" y="9"/>
                    <a:pt x="47" y="4"/>
                    <a:pt x="53" y="0"/>
                  </a:cubicBezTo>
                </a:path>
              </a:pathLst>
            </a:cu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2414" name="Freeform 78">
              <a:extLst>
                <a:ext uri="{FF2B5EF4-FFF2-40B4-BE49-F238E27FC236}">
                  <a16:creationId xmlns:a16="http://schemas.microsoft.com/office/drawing/2014/main" id="{A95BDDCE-78E8-4B01-89AA-7E96BD16AEAC}"/>
                </a:ext>
              </a:extLst>
            </p:cNvPr>
            <p:cNvSpPr>
              <a:spLocks/>
            </p:cNvSpPr>
            <p:nvPr/>
          </p:nvSpPr>
          <p:spPr bwMode="auto">
            <a:xfrm>
              <a:off x="4306" y="1841"/>
              <a:ext cx="47" cy="47"/>
            </a:xfrm>
            <a:custGeom>
              <a:avLst/>
              <a:gdLst>
                <a:gd name="T0" fmla="*/ 58 w 58"/>
                <a:gd name="T1" fmla="*/ 57 h 57"/>
                <a:gd name="T2" fmla="*/ 43 w 58"/>
                <a:gd name="T3" fmla="*/ 14 h 57"/>
                <a:gd name="T4" fmla="*/ 0 w 58"/>
                <a:gd name="T5" fmla="*/ 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8" h="57">
                  <a:moveTo>
                    <a:pt x="58" y="57"/>
                  </a:moveTo>
                  <a:cubicBezTo>
                    <a:pt x="55" y="40"/>
                    <a:pt x="53" y="23"/>
                    <a:pt x="43" y="14"/>
                  </a:cubicBezTo>
                  <a:cubicBezTo>
                    <a:pt x="33" y="5"/>
                    <a:pt x="16" y="2"/>
                    <a:pt x="0" y="0"/>
                  </a:cubicBezTo>
                </a:path>
              </a:pathLst>
            </a:cu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2415" name="Freeform 79">
              <a:extLst>
                <a:ext uri="{FF2B5EF4-FFF2-40B4-BE49-F238E27FC236}">
                  <a16:creationId xmlns:a16="http://schemas.microsoft.com/office/drawing/2014/main" id="{EB4444A0-4AA3-48A1-B6B8-4E6B6ECCCD82}"/>
                </a:ext>
              </a:extLst>
            </p:cNvPr>
            <p:cNvSpPr>
              <a:spLocks/>
            </p:cNvSpPr>
            <p:nvPr/>
          </p:nvSpPr>
          <p:spPr bwMode="auto">
            <a:xfrm>
              <a:off x="3757" y="2361"/>
              <a:ext cx="43" cy="47"/>
            </a:xfrm>
            <a:custGeom>
              <a:avLst/>
              <a:gdLst>
                <a:gd name="T0" fmla="*/ 53 w 53"/>
                <a:gd name="T1" fmla="*/ 57 h 57"/>
                <a:gd name="T2" fmla="*/ 15 w 53"/>
                <a:gd name="T3" fmla="*/ 38 h 57"/>
                <a:gd name="T4" fmla="*/ 0 w 53"/>
                <a:gd name="T5" fmla="*/ 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3" h="57">
                  <a:moveTo>
                    <a:pt x="53" y="57"/>
                  </a:moveTo>
                  <a:cubicBezTo>
                    <a:pt x="38" y="52"/>
                    <a:pt x="24" y="47"/>
                    <a:pt x="15" y="38"/>
                  </a:cubicBezTo>
                  <a:cubicBezTo>
                    <a:pt x="6" y="29"/>
                    <a:pt x="3" y="14"/>
                    <a:pt x="0" y="0"/>
                  </a:cubicBezTo>
                </a:path>
              </a:pathLst>
            </a:cu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2416" name="Freeform 80">
              <a:extLst>
                <a:ext uri="{FF2B5EF4-FFF2-40B4-BE49-F238E27FC236}">
                  <a16:creationId xmlns:a16="http://schemas.microsoft.com/office/drawing/2014/main" id="{84AFB036-5C3F-41EB-A17C-D02DE3F97250}"/>
                </a:ext>
              </a:extLst>
            </p:cNvPr>
            <p:cNvSpPr>
              <a:spLocks/>
            </p:cNvSpPr>
            <p:nvPr/>
          </p:nvSpPr>
          <p:spPr bwMode="auto">
            <a:xfrm>
              <a:off x="3757" y="2511"/>
              <a:ext cx="47" cy="56"/>
            </a:xfrm>
            <a:custGeom>
              <a:avLst/>
              <a:gdLst>
                <a:gd name="T0" fmla="*/ 58 w 58"/>
                <a:gd name="T1" fmla="*/ 1 h 68"/>
                <a:gd name="T2" fmla="*/ 24 w 58"/>
                <a:gd name="T3" fmla="*/ 11 h 68"/>
                <a:gd name="T4" fmla="*/ 0 w 58"/>
                <a:gd name="T5" fmla="*/ 68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8" h="68">
                  <a:moveTo>
                    <a:pt x="58" y="1"/>
                  </a:moveTo>
                  <a:cubicBezTo>
                    <a:pt x="52" y="3"/>
                    <a:pt x="34" y="0"/>
                    <a:pt x="24" y="11"/>
                  </a:cubicBezTo>
                  <a:cubicBezTo>
                    <a:pt x="14" y="22"/>
                    <a:pt x="5" y="56"/>
                    <a:pt x="0" y="68"/>
                  </a:cubicBezTo>
                </a:path>
              </a:pathLst>
            </a:cu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2417" name="Freeform 81">
              <a:extLst>
                <a:ext uri="{FF2B5EF4-FFF2-40B4-BE49-F238E27FC236}">
                  <a16:creationId xmlns:a16="http://schemas.microsoft.com/office/drawing/2014/main" id="{DE9C8590-A527-46BE-AD71-0C3B5B293453}"/>
                </a:ext>
              </a:extLst>
            </p:cNvPr>
            <p:cNvSpPr>
              <a:spLocks/>
            </p:cNvSpPr>
            <p:nvPr/>
          </p:nvSpPr>
          <p:spPr bwMode="auto">
            <a:xfrm>
              <a:off x="4306" y="3020"/>
              <a:ext cx="47" cy="43"/>
            </a:xfrm>
            <a:custGeom>
              <a:avLst/>
              <a:gdLst>
                <a:gd name="T0" fmla="*/ 58 w 58"/>
                <a:gd name="T1" fmla="*/ 0 h 53"/>
                <a:gd name="T2" fmla="*/ 43 w 58"/>
                <a:gd name="T3" fmla="*/ 34 h 53"/>
                <a:gd name="T4" fmla="*/ 0 w 58"/>
                <a:gd name="T5" fmla="*/ 53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8" h="53">
                  <a:moveTo>
                    <a:pt x="58" y="0"/>
                  </a:moveTo>
                  <a:cubicBezTo>
                    <a:pt x="56" y="5"/>
                    <a:pt x="53" y="25"/>
                    <a:pt x="43" y="34"/>
                  </a:cubicBezTo>
                  <a:cubicBezTo>
                    <a:pt x="33" y="43"/>
                    <a:pt x="9" y="49"/>
                    <a:pt x="0" y="53"/>
                  </a:cubicBezTo>
                </a:path>
              </a:pathLst>
            </a:cu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2418" name="Freeform 82">
              <a:extLst>
                <a:ext uri="{FF2B5EF4-FFF2-40B4-BE49-F238E27FC236}">
                  <a16:creationId xmlns:a16="http://schemas.microsoft.com/office/drawing/2014/main" id="{ADBBEB98-B2E4-4827-BAB5-A6455BB1D745}"/>
                </a:ext>
              </a:extLst>
            </p:cNvPr>
            <p:cNvSpPr>
              <a:spLocks/>
            </p:cNvSpPr>
            <p:nvPr/>
          </p:nvSpPr>
          <p:spPr bwMode="auto">
            <a:xfrm>
              <a:off x="4446" y="3020"/>
              <a:ext cx="39" cy="43"/>
            </a:xfrm>
            <a:custGeom>
              <a:avLst/>
              <a:gdLst>
                <a:gd name="T0" fmla="*/ 0 w 48"/>
                <a:gd name="T1" fmla="*/ 0 h 53"/>
                <a:gd name="T2" fmla="*/ 14 w 48"/>
                <a:gd name="T3" fmla="*/ 34 h 53"/>
                <a:gd name="T4" fmla="*/ 48 w 48"/>
                <a:gd name="T5" fmla="*/ 53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8" h="53">
                  <a:moveTo>
                    <a:pt x="0" y="0"/>
                  </a:moveTo>
                  <a:cubicBezTo>
                    <a:pt x="2" y="5"/>
                    <a:pt x="6" y="25"/>
                    <a:pt x="14" y="34"/>
                  </a:cubicBezTo>
                  <a:cubicBezTo>
                    <a:pt x="22" y="43"/>
                    <a:pt x="41" y="49"/>
                    <a:pt x="48" y="53"/>
                  </a:cubicBezTo>
                </a:path>
              </a:pathLst>
            </a:cu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2419" name="Line 83">
              <a:extLst>
                <a:ext uri="{FF2B5EF4-FFF2-40B4-BE49-F238E27FC236}">
                  <a16:creationId xmlns:a16="http://schemas.microsoft.com/office/drawing/2014/main" id="{475D8662-EED5-4F14-B0DA-1665097D25F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31" y="2456"/>
              <a:ext cx="83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2420" name="Line 84">
              <a:extLst>
                <a:ext uri="{FF2B5EF4-FFF2-40B4-BE49-F238E27FC236}">
                  <a16:creationId xmlns:a16="http://schemas.microsoft.com/office/drawing/2014/main" id="{4F882168-5E95-464F-B92F-EB21F542932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62" y="2458"/>
              <a:ext cx="82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2421" name="Freeform 85">
              <a:extLst>
                <a:ext uri="{FF2B5EF4-FFF2-40B4-BE49-F238E27FC236}">
                  <a16:creationId xmlns:a16="http://schemas.microsoft.com/office/drawing/2014/main" id="{CC44F99C-CD85-4B00-AFF6-EE3461950FEF}"/>
                </a:ext>
              </a:extLst>
            </p:cNvPr>
            <p:cNvSpPr>
              <a:spLocks/>
            </p:cNvSpPr>
            <p:nvPr/>
          </p:nvSpPr>
          <p:spPr bwMode="auto">
            <a:xfrm>
              <a:off x="3554" y="2280"/>
              <a:ext cx="1" cy="179"/>
            </a:xfrm>
            <a:custGeom>
              <a:avLst/>
              <a:gdLst>
                <a:gd name="T0" fmla="*/ 0 w 1"/>
                <a:gd name="T1" fmla="*/ 179 h 179"/>
                <a:gd name="T2" fmla="*/ 0 w 1"/>
                <a:gd name="T3" fmla="*/ 0 h 1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179">
                  <a:moveTo>
                    <a:pt x="0" y="179"/>
                  </a:moveTo>
                  <a:lnTo>
                    <a:pt x="0" y="0"/>
                  </a:lnTo>
                </a:path>
              </a:pathLst>
            </a:custGeom>
            <a:noFill/>
            <a:ln w="19050" cmpd="sng">
              <a:solidFill>
                <a:srgbClr val="000000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2422" name="Freeform 86">
              <a:extLst>
                <a:ext uri="{FF2B5EF4-FFF2-40B4-BE49-F238E27FC236}">
                  <a16:creationId xmlns:a16="http://schemas.microsoft.com/office/drawing/2014/main" id="{B39EC849-D16B-4519-8854-C41531B21CA4}"/>
                </a:ext>
              </a:extLst>
            </p:cNvPr>
            <p:cNvSpPr>
              <a:spLocks/>
            </p:cNvSpPr>
            <p:nvPr/>
          </p:nvSpPr>
          <p:spPr bwMode="auto">
            <a:xfrm>
              <a:off x="5213" y="2292"/>
              <a:ext cx="2" cy="167"/>
            </a:xfrm>
            <a:custGeom>
              <a:avLst/>
              <a:gdLst>
                <a:gd name="T0" fmla="*/ 0 w 2"/>
                <a:gd name="T1" fmla="*/ 167 h 167"/>
                <a:gd name="T2" fmla="*/ 2 w 2"/>
                <a:gd name="T3" fmla="*/ 0 h 1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" h="167">
                  <a:moveTo>
                    <a:pt x="0" y="167"/>
                  </a:moveTo>
                  <a:lnTo>
                    <a:pt x="2" y="0"/>
                  </a:lnTo>
                </a:path>
              </a:pathLst>
            </a:custGeom>
            <a:noFill/>
            <a:ln w="19050" cmpd="sng">
              <a:solidFill>
                <a:srgbClr val="000000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2423" name="Text Box 87">
              <a:extLst>
                <a:ext uri="{FF2B5EF4-FFF2-40B4-BE49-F238E27FC236}">
                  <a16:creationId xmlns:a16="http://schemas.microsoft.com/office/drawing/2014/main" id="{F1366335-112C-46EA-92F1-CF692F31235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42" y="2276"/>
              <a:ext cx="21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i="1">
                  <a:latin typeface="宋体" panose="02010600030101010101" pitchFamily="2" charset="-122"/>
                </a:rPr>
                <a:t>B</a:t>
              </a:r>
              <a:endParaRPr lang="en-US" altLang="zh-CN"/>
            </a:p>
          </p:txBody>
        </p:sp>
        <p:sp>
          <p:nvSpPr>
            <p:cNvPr id="142424" name="Text Box 88">
              <a:extLst>
                <a:ext uri="{FF2B5EF4-FFF2-40B4-BE49-F238E27FC236}">
                  <a16:creationId xmlns:a16="http://schemas.microsoft.com/office/drawing/2014/main" id="{FCA8B708-C789-4AF6-AD49-0C3A53F0CEE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17" y="2269"/>
              <a:ext cx="19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eaLnBrk="1" hangingPunct="1"/>
              <a:r>
                <a:rPr lang="en-US" altLang="zh-CN" i="1">
                  <a:latin typeface="宋体" panose="02010600030101010101" pitchFamily="2" charset="-122"/>
                </a:rPr>
                <a:t>B</a:t>
              </a:r>
              <a:endParaRPr lang="en-US" altLang="zh-CN"/>
            </a:p>
          </p:txBody>
        </p:sp>
        <p:sp>
          <p:nvSpPr>
            <p:cNvPr id="142425" name="Arc 89">
              <a:extLst>
                <a:ext uri="{FF2B5EF4-FFF2-40B4-BE49-F238E27FC236}">
                  <a16:creationId xmlns:a16="http://schemas.microsoft.com/office/drawing/2014/main" id="{60F24661-517D-4A52-AD0A-6FF1F79B1E39}"/>
                </a:ext>
              </a:extLst>
            </p:cNvPr>
            <p:cNvSpPr>
              <a:spLocks/>
            </p:cNvSpPr>
            <p:nvPr/>
          </p:nvSpPr>
          <p:spPr bwMode="auto">
            <a:xfrm rot="16200000" flipH="1">
              <a:off x="4022" y="2448"/>
              <a:ext cx="362" cy="403"/>
            </a:xfrm>
            <a:custGeom>
              <a:avLst/>
              <a:gdLst>
                <a:gd name="G0" fmla="+- 0 0 0"/>
                <a:gd name="G1" fmla="+- 17880 0 0"/>
                <a:gd name="G2" fmla="+- 21600 0 0"/>
                <a:gd name="T0" fmla="*/ 12118 w 18562"/>
                <a:gd name="T1" fmla="*/ 0 h 17880"/>
                <a:gd name="T2" fmla="*/ 18562 w 18562"/>
                <a:gd name="T3" fmla="*/ 6834 h 17880"/>
                <a:gd name="T4" fmla="*/ 0 w 18562"/>
                <a:gd name="T5" fmla="*/ 17880 h 178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8562" h="17880" fill="none" extrusionOk="0">
                  <a:moveTo>
                    <a:pt x="12118" y="-1"/>
                  </a:moveTo>
                  <a:cubicBezTo>
                    <a:pt x="14741" y="1777"/>
                    <a:pt x="16941" y="4110"/>
                    <a:pt x="18561" y="6834"/>
                  </a:cubicBezTo>
                </a:path>
                <a:path w="18562" h="17880" stroke="0" extrusionOk="0">
                  <a:moveTo>
                    <a:pt x="12118" y="-1"/>
                  </a:moveTo>
                  <a:cubicBezTo>
                    <a:pt x="14741" y="1777"/>
                    <a:pt x="16941" y="4110"/>
                    <a:pt x="18561" y="6834"/>
                  </a:cubicBezTo>
                  <a:lnTo>
                    <a:pt x="0" y="17880"/>
                  </a:lnTo>
                  <a:close/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2426" name="Oval 90">
              <a:extLst>
                <a:ext uri="{FF2B5EF4-FFF2-40B4-BE49-F238E27FC236}">
                  <a16:creationId xmlns:a16="http://schemas.microsoft.com/office/drawing/2014/main" id="{55CAEC67-D9D1-4D7E-96D9-0B13857779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84" y="2152"/>
              <a:ext cx="620" cy="596"/>
            </a:xfrm>
            <a:prstGeom prst="ellips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42518" name="Group 182">
            <a:extLst>
              <a:ext uri="{FF2B5EF4-FFF2-40B4-BE49-F238E27FC236}">
                <a16:creationId xmlns:a16="http://schemas.microsoft.com/office/drawing/2014/main" id="{609A16E3-137A-4E4F-9F0E-D2E9851DE518}"/>
              </a:ext>
            </a:extLst>
          </p:cNvPr>
          <p:cNvGrpSpPr>
            <a:grpSpLocks/>
          </p:cNvGrpSpPr>
          <p:nvPr/>
        </p:nvGrpSpPr>
        <p:grpSpPr bwMode="auto">
          <a:xfrm>
            <a:off x="2217738" y="971550"/>
            <a:ext cx="2297112" cy="1660525"/>
            <a:chOff x="1397" y="612"/>
            <a:chExt cx="1447" cy="1046"/>
          </a:xfrm>
        </p:grpSpPr>
        <p:sp>
          <p:nvSpPr>
            <p:cNvPr id="142428" name="Line 92">
              <a:extLst>
                <a:ext uri="{FF2B5EF4-FFF2-40B4-BE49-F238E27FC236}">
                  <a16:creationId xmlns:a16="http://schemas.microsoft.com/office/drawing/2014/main" id="{146DA918-8097-4E78-BB56-FDBF69E36C5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127" y="789"/>
              <a:ext cx="0" cy="869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lgDash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2429" name="Line 93">
              <a:extLst>
                <a:ext uri="{FF2B5EF4-FFF2-40B4-BE49-F238E27FC236}">
                  <a16:creationId xmlns:a16="http://schemas.microsoft.com/office/drawing/2014/main" id="{CD012197-30F3-457C-9123-F0FC5B07261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16" y="1372"/>
              <a:ext cx="0" cy="26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2430" name="Freeform 94">
              <a:extLst>
                <a:ext uri="{FF2B5EF4-FFF2-40B4-BE49-F238E27FC236}">
                  <a16:creationId xmlns:a16="http://schemas.microsoft.com/office/drawing/2014/main" id="{5B2148F8-DB62-4C93-BDB6-B80E72E77E16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4" y="1451"/>
              <a:ext cx="1" cy="135"/>
            </a:xfrm>
            <a:custGeom>
              <a:avLst/>
              <a:gdLst>
                <a:gd name="T0" fmla="*/ 0 w 1"/>
                <a:gd name="T1" fmla="*/ 152 h 152"/>
                <a:gd name="T2" fmla="*/ 0 w 1"/>
                <a:gd name="T3" fmla="*/ 0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152">
                  <a:moveTo>
                    <a:pt x="0" y="152"/>
                  </a:moveTo>
                  <a:lnTo>
                    <a:pt x="0" y="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2431" name="Freeform 95">
              <a:extLst>
                <a:ext uri="{FF2B5EF4-FFF2-40B4-BE49-F238E27FC236}">
                  <a16:creationId xmlns:a16="http://schemas.microsoft.com/office/drawing/2014/main" id="{D6E30973-32F4-4713-961F-CEECAAFDA696}"/>
                </a:ext>
              </a:extLst>
            </p:cNvPr>
            <p:cNvSpPr>
              <a:spLocks/>
            </p:cNvSpPr>
            <p:nvPr/>
          </p:nvSpPr>
          <p:spPr bwMode="auto">
            <a:xfrm>
              <a:off x="1771" y="1368"/>
              <a:ext cx="35" cy="49"/>
            </a:xfrm>
            <a:custGeom>
              <a:avLst/>
              <a:gdLst>
                <a:gd name="T0" fmla="*/ 35 w 35"/>
                <a:gd name="T1" fmla="*/ 0 h 49"/>
                <a:gd name="T2" fmla="*/ 29 w 35"/>
                <a:gd name="T3" fmla="*/ 30 h 49"/>
                <a:gd name="T4" fmla="*/ 0 w 35"/>
                <a:gd name="T5" fmla="*/ 49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5" h="49">
                  <a:moveTo>
                    <a:pt x="35" y="0"/>
                  </a:moveTo>
                  <a:cubicBezTo>
                    <a:pt x="34" y="5"/>
                    <a:pt x="35" y="22"/>
                    <a:pt x="29" y="30"/>
                  </a:cubicBezTo>
                  <a:cubicBezTo>
                    <a:pt x="23" y="38"/>
                    <a:pt x="6" y="45"/>
                    <a:pt x="0" y="49"/>
                  </a:cubicBezTo>
                </a:path>
              </a:pathLst>
            </a:cu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2432" name="Freeform 96">
              <a:extLst>
                <a:ext uri="{FF2B5EF4-FFF2-40B4-BE49-F238E27FC236}">
                  <a16:creationId xmlns:a16="http://schemas.microsoft.com/office/drawing/2014/main" id="{487D48AF-1DEA-427D-AB6C-B3516FBA304A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2" y="1576"/>
              <a:ext cx="1438" cy="2"/>
            </a:xfrm>
            <a:custGeom>
              <a:avLst/>
              <a:gdLst>
                <a:gd name="T0" fmla="*/ 0 w 1644"/>
                <a:gd name="T1" fmla="*/ 0 h 2"/>
                <a:gd name="T2" fmla="*/ 1644 w 1644"/>
                <a:gd name="T3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644" h="2">
                  <a:moveTo>
                    <a:pt x="0" y="0"/>
                  </a:moveTo>
                  <a:lnTo>
                    <a:pt x="1644" y="2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2433" name="Rectangle 97">
              <a:extLst>
                <a:ext uri="{FF2B5EF4-FFF2-40B4-BE49-F238E27FC236}">
                  <a16:creationId xmlns:a16="http://schemas.microsoft.com/office/drawing/2014/main" id="{556D51AA-8166-4A6C-B1D6-BEDEB1C065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04" y="878"/>
              <a:ext cx="248" cy="219"/>
            </a:xfrm>
            <a:prstGeom prst="rect">
              <a:avLst/>
            </a:prstGeom>
            <a:noFill/>
            <a:ln w="381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2434" name="Line 98">
              <a:extLst>
                <a:ext uri="{FF2B5EF4-FFF2-40B4-BE49-F238E27FC236}">
                  <a16:creationId xmlns:a16="http://schemas.microsoft.com/office/drawing/2014/main" id="{768DBB5F-3102-4B34-A926-69417253F7D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437" y="938"/>
              <a:ext cx="0" cy="447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2435" name="Line 99">
              <a:extLst>
                <a:ext uri="{FF2B5EF4-FFF2-40B4-BE49-F238E27FC236}">
                  <a16:creationId xmlns:a16="http://schemas.microsoft.com/office/drawing/2014/main" id="{D7B23A8E-211D-4B55-A334-98506196E7E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808" y="932"/>
              <a:ext cx="0" cy="456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2436" name="Freeform 100">
              <a:extLst>
                <a:ext uri="{FF2B5EF4-FFF2-40B4-BE49-F238E27FC236}">
                  <a16:creationId xmlns:a16="http://schemas.microsoft.com/office/drawing/2014/main" id="{B64B97A4-23CE-497E-B50B-E653C38924D6}"/>
                </a:ext>
              </a:extLst>
            </p:cNvPr>
            <p:cNvSpPr>
              <a:spLocks/>
            </p:cNvSpPr>
            <p:nvPr/>
          </p:nvSpPr>
          <p:spPr bwMode="auto">
            <a:xfrm>
              <a:off x="1863" y="876"/>
              <a:ext cx="515" cy="2"/>
            </a:xfrm>
            <a:custGeom>
              <a:avLst/>
              <a:gdLst>
                <a:gd name="T0" fmla="*/ 0 w 589"/>
                <a:gd name="T1" fmla="*/ 3 h 3"/>
                <a:gd name="T2" fmla="*/ 589 w 589"/>
                <a:gd name="T3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589" h="3">
                  <a:moveTo>
                    <a:pt x="0" y="3"/>
                  </a:moveTo>
                  <a:lnTo>
                    <a:pt x="589" y="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2437" name="Line 101">
              <a:extLst>
                <a:ext uri="{FF2B5EF4-FFF2-40B4-BE49-F238E27FC236}">
                  <a16:creationId xmlns:a16="http://schemas.microsoft.com/office/drawing/2014/main" id="{8C18B827-6EDE-4EB6-BC64-4E50A7F7F9D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67" y="1416"/>
              <a:ext cx="348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2438" name="Line 102">
              <a:extLst>
                <a:ext uri="{FF2B5EF4-FFF2-40B4-BE49-F238E27FC236}">
                  <a16:creationId xmlns:a16="http://schemas.microsoft.com/office/drawing/2014/main" id="{65C27CFA-2D23-45B9-A9B6-5AE7CFAD2B4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840" y="1446"/>
              <a:ext cx="0" cy="143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2439" name="Freeform 103">
              <a:extLst>
                <a:ext uri="{FF2B5EF4-FFF2-40B4-BE49-F238E27FC236}">
                  <a16:creationId xmlns:a16="http://schemas.microsoft.com/office/drawing/2014/main" id="{B750B120-BCB5-4064-B494-B8246EABB1A3}"/>
                </a:ext>
              </a:extLst>
            </p:cNvPr>
            <p:cNvSpPr>
              <a:spLocks/>
            </p:cNvSpPr>
            <p:nvPr/>
          </p:nvSpPr>
          <p:spPr bwMode="auto">
            <a:xfrm>
              <a:off x="1740" y="1419"/>
              <a:ext cx="1" cy="57"/>
            </a:xfrm>
            <a:custGeom>
              <a:avLst/>
              <a:gdLst>
                <a:gd name="T0" fmla="*/ 1 w 1"/>
                <a:gd name="T1" fmla="*/ 64 h 64"/>
                <a:gd name="T2" fmla="*/ 0 w 1"/>
                <a:gd name="T3" fmla="*/ 0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64">
                  <a:moveTo>
                    <a:pt x="1" y="64"/>
                  </a:moveTo>
                  <a:lnTo>
                    <a:pt x="0" y="0"/>
                  </a:lnTo>
                </a:path>
              </a:pathLst>
            </a:cu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2440" name="Freeform 104">
              <a:extLst>
                <a:ext uri="{FF2B5EF4-FFF2-40B4-BE49-F238E27FC236}">
                  <a16:creationId xmlns:a16="http://schemas.microsoft.com/office/drawing/2014/main" id="{306441C3-5264-413F-A045-1FF941BCF2BA}"/>
                </a:ext>
              </a:extLst>
            </p:cNvPr>
            <p:cNvSpPr>
              <a:spLocks/>
            </p:cNvSpPr>
            <p:nvPr/>
          </p:nvSpPr>
          <p:spPr bwMode="auto">
            <a:xfrm>
              <a:off x="1494" y="1471"/>
              <a:ext cx="247" cy="1"/>
            </a:xfrm>
            <a:custGeom>
              <a:avLst/>
              <a:gdLst>
                <a:gd name="T0" fmla="*/ 0 w 282"/>
                <a:gd name="T1" fmla="*/ 1 h 1"/>
                <a:gd name="T2" fmla="*/ 282 w 282"/>
                <a:gd name="T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82" h="1">
                  <a:moveTo>
                    <a:pt x="0" y="1"/>
                  </a:moveTo>
                  <a:lnTo>
                    <a:pt x="282" y="0"/>
                  </a:lnTo>
                </a:path>
              </a:pathLst>
            </a:cu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2441" name="Freeform 105">
              <a:extLst>
                <a:ext uri="{FF2B5EF4-FFF2-40B4-BE49-F238E27FC236}">
                  <a16:creationId xmlns:a16="http://schemas.microsoft.com/office/drawing/2014/main" id="{DC273460-5E5F-45B1-9382-041CE0F7E0BF}"/>
                </a:ext>
              </a:extLst>
            </p:cNvPr>
            <p:cNvSpPr>
              <a:spLocks/>
            </p:cNvSpPr>
            <p:nvPr/>
          </p:nvSpPr>
          <p:spPr bwMode="auto">
            <a:xfrm>
              <a:off x="1693" y="1469"/>
              <a:ext cx="1" cy="109"/>
            </a:xfrm>
            <a:custGeom>
              <a:avLst/>
              <a:gdLst>
                <a:gd name="T0" fmla="*/ 0 w 1"/>
                <a:gd name="T1" fmla="*/ 0 h 123"/>
                <a:gd name="T2" fmla="*/ 0 w 1"/>
                <a:gd name="T3" fmla="*/ 123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123">
                  <a:moveTo>
                    <a:pt x="0" y="0"/>
                  </a:moveTo>
                  <a:lnTo>
                    <a:pt x="0" y="123"/>
                  </a:lnTo>
                </a:path>
              </a:pathLst>
            </a:cu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2442" name="Line 106">
              <a:extLst>
                <a:ext uri="{FF2B5EF4-FFF2-40B4-BE49-F238E27FC236}">
                  <a16:creationId xmlns:a16="http://schemas.microsoft.com/office/drawing/2014/main" id="{5D4DEAF4-2FD9-46C1-A938-AF78425720F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74" y="876"/>
              <a:ext cx="63" cy="63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2443" name="Line 107">
              <a:extLst>
                <a:ext uri="{FF2B5EF4-FFF2-40B4-BE49-F238E27FC236}">
                  <a16:creationId xmlns:a16="http://schemas.microsoft.com/office/drawing/2014/main" id="{C7F4EE20-1CD2-4E01-95BA-E0F25D54C26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811" y="875"/>
              <a:ext cx="57" cy="58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2444" name="Freeform 108">
              <a:extLst>
                <a:ext uri="{FF2B5EF4-FFF2-40B4-BE49-F238E27FC236}">
                  <a16:creationId xmlns:a16="http://schemas.microsoft.com/office/drawing/2014/main" id="{F454EEC4-8CD3-41D3-9C65-C8A61C6D33BC}"/>
                </a:ext>
              </a:extLst>
            </p:cNvPr>
            <p:cNvSpPr>
              <a:spLocks/>
            </p:cNvSpPr>
            <p:nvPr/>
          </p:nvSpPr>
          <p:spPr bwMode="auto">
            <a:xfrm>
              <a:off x="2813" y="1415"/>
              <a:ext cx="28" cy="41"/>
            </a:xfrm>
            <a:custGeom>
              <a:avLst/>
              <a:gdLst>
                <a:gd name="T0" fmla="*/ 0 w 32"/>
                <a:gd name="T1" fmla="*/ 0 h 46"/>
                <a:gd name="T2" fmla="*/ 27 w 32"/>
                <a:gd name="T3" fmla="*/ 22 h 46"/>
                <a:gd name="T4" fmla="*/ 31 w 32"/>
                <a:gd name="T5" fmla="*/ 46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2" h="46">
                  <a:moveTo>
                    <a:pt x="0" y="0"/>
                  </a:moveTo>
                  <a:cubicBezTo>
                    <a:pt x="4" y="4"/>
                    <a:pt x="22" y="14"/>
                    <a:pt x="27" y="22"/>
                  </a:cubicBezTo>
                  <a:cubicBezTo>
                    <a:pt x="32" y="30"/>
                    <a:pt x="30" y="41"/>
                    <a:pt x="31" y="46"/>
                  </a:cubicBezTo>
                </a:path>
              </a:pathLst>
            </a:cu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2445" name="Line 109">
              <a:extLst>
                <a:ext uri="{FF2B5EF4-FFF2-40B4-BE49-F238E27FC236}">
                  <a16:creationId xmlns:a16="http://schemas.microsoft.com/office/drawing/2014/main" id="{EC396E1B-6A03-4376-8840-0C573B044A3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81" y="1135"/>
              <a:ext cx="0" cy="445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2446" name="Freeform 110">
              <a:extLst>
                <a:ext uri="{FF2B5EF4-FFF2-40B4-BE49-F238E27FC236}">
                  <a16:creationId xmlns:a16="http://schemas.microsoft.com/office/drawing/2014/main" id="{CCACFB74-9894-472B-8CC9-769C1800D96D}"/>
                </a:ext>
              </a:extLst>
            </p:cNvPr>
            <p:cNvSpPr>
              <a:spLocks/>
            </p:cNvSpPr>
            <p:nvPr/>
          </p:nvSpPr>
          <p:spPr bwMode="auto">
            <a:xfrm>
              <a:off x="2249" y="1097"/>
              <a:ext cx="35" cy="44"/>
            </a:xfrm>
            <a:custGeom>
              <a:avLst/>
              <a:gdLst>
                <a:gd name="T0" fmla="*/ 0 w 39"/>
                <a:gd name="T1" fmla="*/ 0 h 50"/>
                <a:gd name="T2" fmla="*/ 29 w 39"/>
                <a:gd name="T3" fmla="*/ 19 h 50"/>
                <a:gd name="T4" fmla="*/ 39 w 39"/>
                <a:gd name="T5" fmla="*/ 50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50">
                  <a:moveTo>
                    <a:pt x="0" y="0"/>
                  </a:moveTo>
                  <a:cubicBezTo>
                    <a:pt x="5" y="3"/>
                    <a:pt x="23" y="11"/>
                    <a:pt x="29" y="19"/>
                  </a:cubicBezTo>
                  <a:cubicBezTo>
                    <a:pt x="35" y="27"/>
                    <a:pt x="37" y="44"/>
                    <a:pt x="39" y="50"/>
                  </a:cubicBezTo>
                </a:path>
              </a:pathLst>
            </a:cu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2447" name="Freeform 111">
              <a:extLst>
                <a:ext uri="{FF2B5EF4-FFF2-40B4-BE49-F238E27FC236}">
                  <a16:creationId xmlns:a16="http://schemas.microsoft.com/office/drawing/2014/main" id="{73B4596C-E11E-4101-A844-D3E4CAB96D5C}"/>
                </a:ext>
              </a:extLst>
            </p:cNvPr>
            <p:cNvSpPr>
              <a:spLocks/>
            </p:cNvSpPr>
            <p:nvPr/>
          </p:nvSpPr>
          <p:spPr bwMode="auto">
            <a:xfrm>
              <a:off x="2434" y="1031"/>
              <a:ext cx="385" cy="388"/>
            </a:xfrm>
            <a:custGeom>
              <a:avLst/>
              <a:gdLst>
                <a:gd name="T0" fmla="*/ 440 w 440"/>
                <a:gd name="T1" fmla="*/ 439 h 439"/>
                <a:gd name="T2" fmla="*/ 0 w 440"/>
                <a:gd name="T3" fmla="*/ 0 h 4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440" h="439">
                  <a:moveTo>
                    <a:pt x="440" y="439"/>
                  </a:moveTo>
                  <a:lnTo>
                    <a:pt x="0" y="0"/>
                  </a:lnTo>
                </a:path>
              </a:pathLst>
            </a:cu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2448" name="Line 112">
              <a:extLst>
                <a:ext uri="{FF2B5EF4-FFF2-40B4-BE49-F238E27FC236}">
                  <a16:creationId xmlns:a16="http://schemas.microsoft.com/office/drawing/2014/main" id="{361E89A1-4C36-4097-AF55-46D329A5667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429" y="1034"/>
              <a:ext cx="381" cy="384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2449" name="Freeform 113">
              <a:extLst>
                <a:ext uri="{FF2B5EF4-FFF2-40B4-BE49-F238E27FC236}">
                  <a16:creationId xmlns:a16="http://schemas.microsoft.com/office/drawing/2014/main" id="{7D9610A0-3214-40C4-AA8C-0A1C8D445BD8}"/>
                </a:ext>
              </a:extLst>
            </p:cNvPr>
            <p:cNvSpPr>
              <a:spLocks/>
            </p:cNvSpPr>
            <p:nvPr/>
          </p:nvSpPr>
          <p:spPr bwMode="auto">
            <a:xfrm>
              <a:off x="2437" y="1370"/>
              <a:ext cx="42" cy="47"/>
            </a:xfrm>
            <a:custGeom>
              <a:avLst/>
              <a:gdLst>
                <a:gd name="T0" fmla="*/ 0 w 48"/>
                <a:gd name="T1" fmla="*/ 0 h 53"/>
                <a:gd name="T2" fmla="*/ 14 w 48"/>
                <a:gd name="T3" fmla="*/ 36 h 53"/>
                <a:gd name="T4" fmla="*/ 48 w 48"/>
                <a:gd name="T5" fmla="*/ 53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8" h="53">
                  <a:moveTo>
                    <a:pt x="0" y="0"/>
                  </a:moveTo>
                  <a:cubicBezTo>
                    <a:pt x="2" y="6"/>
                    <a:pt x="6" y="27"/>
                    <a:pt x="14" y="36"/>
                  </a:cubicBezTo>
                  <a:cubicBezTo>
                    <a:pt x="22" y="45"/>
                    <a:pt x="41" y="50"/>
                    <a:pt x="48" y="53"/>
                  </a:cubicBezTo>
                </a:path>
              </a:pathLst>
            </a:cu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2450" name="Freeform 114">
              <a:extLst>
                <a:ext uri="{FF2B5EF4-FFF2-40B4-BE49-F238E27FC236}">
                  <a16:creationId xmlns:a16="http://schemas.microsoft.com/office/drawing/2014/main" id="{BA61BB6A-5354-4B13-B22B-F20A63E87EBC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1" y="1417"/>
              <a:ext cx="30" cy="42"/>
            </a:xfrm>
            <a:custGeom>
              <a:avLst/>
              <a:gdLst>
                <a:gd name="T0" fmla="*/ 34 w 34"/>
                <a:gd name="T1" fmla="*/ 0 h 48"/>
                <a:gd name="T2" fmla="*/ 14 w 34"/>
                <a:gd name="T3" fmla="*/ 15 h 48"/>
                <a:gd name="T4" fmla="*/ 0 w 34"/>
                <a:gd name="T5" fmla="*/ 48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4" h="48">
                  <a:moveTo>
                    <a:pt x="34" y="0"/>
                  </a:moveTo>
                  <a:cubicBezTo>
                    <a:pt x="31" y="2"/>
                    <a:pt x="20" y="7"/>
                    <a:pt x="14" y="15"/>
                  </a:cubicBezTo>
                  <a:cubicBezTo>
                    <a:pt x="8" y="23"/>
                    <a:pt x="3" y="41"/>
                    <a:pt x="0" y="48"/>
                  </a:cubicBezTo>
                </a:path>
              </a:pathLst>
            </a:cu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2451" name="Freeform 115">
              <a:extLst>
                <a:ext uri="{FF2B5EF4-FFF2-40B4-BE49-F238E27FC236}">
                  <a16:creationId xmlns:a16="http://schemas.microsoft.com/office/drawing/2014/main" id="{0E093AA5-B584-4DDD-B55F-1B3794D94175}"/>
                </a:ext>
              </a:extLst>
            </p:cNvPr>
            <p:cNvSpPr>
              <a:spLocks/>
            </p:cNvSpPr>
            <p:nvPr/>
          </p:nvSpPr>
          <p:spPr bwMode="auto">
            <a:xfrm>
              <a:off x="1973" y="1098"/>
              <a:ext cx="28" cy="34"/>
            </a:xfrm>
            <a:custGeom>
              <a:avLst/>
              <a:gdLst>
                <a:gd name="T0" fmla="*/ 32 w 32"/>
                <a:gd name="T1" fmla="*/ 0 h 38"/>
                <a:gd name="T2" fmla="*/ 9 w 32"/>
                <a:gd name="T3" fmla="*/ 12 h 38"/>
                <a:gd name="T4" fmla="*/ 0 w 32"/>
                <a:gd name="T5" fmla="*/ 38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2" h="38">
                  <a:moveTo>
                    <a:pt x="32" y="0"/>
                  </a:moveTo>
                  <a:cubicBezTo>
                    <a:pt x="28" y="2"/>
                    <a:pt x="14" y="6"/>
                    <a:pt x="9" y="12"/>
                  </a:cubicBezTo>
                  <a:cubicBezTo>
                    <a:pt x="4" y="18"/>
                    <a:pt x="2" y="33"/>
                    <a:pt x="0" y="38"/>
                  </a:cubicBezTo>
                </a:path>
              </a:pathLst>
            </a:cu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2452" name="Freeform 116">
              <a:extLst>
                <a:ext uri="{FF2B5EF4-FFF2-40B4-BE49-F238E27FC236}">
                  <a16:creationId xmlns:a16="http://schemas.microsoft.com/office/drawing/2014/main" id="{CA17A79F-8FC1-4505-BCE7-3A2E586C7A1C}"/>
                </a:ext>
              </a:extLst>
            </p:cNvPr>
            <p:cNvSpPr>
              <a:spLocks/>
            </p:cNvSpPr>
            <p:nvPr/>
          </p:nvSpPr>
          <p:spPr bwMode="auto">
            <a:xfrm>
              <a:off x="1693" y="1290"/>
              <a:ext cx="281" cy="280"/>
            </a:xfrm>
            <a:custGeom>
              <a:avLst/>
              <a:gdLst>
                <a:gd name="T0" fmla="*/ 0 w 281"/>
                <a:gd name="T1" fmla="*/ 280 h 280"/>
                <a:gd name="T2" fmla="*/ 281 w 281"/>
                <a:gd name="T3" fmla="*/ 0 h 2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81" h="280">
                  <a:moveTo>
                    <a:pt x="0" y="280"/>
                  </a:moveTo>
                  <a:lnTo>
                    <a:pt x="281" y="0"/>
                  </a:lnTo>
                </a:path>
              </a:pathLst>
            </a:cu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2453" name="Freeform 117">
              <a:extLst>
                <a:ext uri="{FF2B5EF4-FFF2-40B4-BE49-F238E27FC236}">
                  <a16:creationId xmlns:a16="http://schemas.microsoft.com/office/drawing/2014/main" id="{613F2EAD-CAA5-486C-9B6F-4DA75A08C1B1}"/>
                </a:ext>
              </a:extLst>
            </p:cNvPr>
            <p:cNvSpPr>
              <a:spLocks/>
            </p:cNvSpPr>
            <p:nvPr/>
          </p:nvSpPr>
          <p:spPr bwMode="auto">
            <a:xfrm>
              <a:off x="1800" y="1400"/>
              <a:ext cx="177" cy="172"/>
            </a:xfrm>
            <a:custGeom>
              <a:avLst/>
              <a:gdLst>
                <a:gd name="T0" fmla="*/ 0 w 177"/>
                <a:gd name="T1" fmla="*/ 172 h 172"/>
                <a:gd name="T2" fmla="*/ 177 w 177"/>
                <a:gd name="T3" fmla="*/ 0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77" h="172">
                  <a:moveTo>
                    <a:pt x="0" y="172"/>
                  </a:moveTo>
                  <a:lnTo>
                    <a:pt x="177" y="0"/>
                  </a:lnTo>
                </a:path>
              </a:pathLst>
            </a:custGeom>
            <a:noFill/>
            <a:ln w="19050" cmpd="sng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2454" name="Freeform 118">
              <a:extLst>
                <a:ext uri="{FF2B5EF4-FFF2-40B4-BE49-F238E27FC236}">
                  <a16:creationId xmlns:a16="http://schemas.microsoft.com/office/drawing/2014/main" id="{C2F34B35-9263-44D8-9DA5-7E41E75D4140}"/>
                </a:ext>
              </a:extLst>
            </p:cNvPr>
            <p:cNvSpPr>
              <a:spLocks/>
            </p:cNvSpPr>
            <p:nvPr/>
          </p:nvSpPr>
          <p:spPr bwMode="auto">
            <a:xfrm>
              <a:off x="1806" y="1174"/>
              <a:ext cx="171" cy="170"/>
            </a:xfrm>
            <a:custGeom>
              <a:avLst/>
              <a:gdLst>
                <a:gd name="T0" fmla="*/ 0 w 171"/>
                <a:gd name="T1" fmla="*/ 170 h 170"/>
                <a:gd name="T2" fmla="*/ 171 w 171"/>
                <a:gd name="T3" fmla="*/ 0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71" h="170">
                  <a:moveTo>
                    <a:pt x="0" y="170"/>
                  </a:moveTo>
                  <a:lnTo>
                    <a:pt x="171" y="0"/>
                  </a:lnTo>
                </a:path>
              </a:pathLst>
            </a:cu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2455" name="Freeform 119">
              <a:extLst>
                <a:ext uri="{FF2B5EF4-FFF2-40B4-BE49-F238E27FC236}">
                  <a16:creationId xmlns:a16="http://schemas.microsoft.com/office/drawing/2014/main" id="{D8057B1C-6C6C-48A2-BED6-9A767C8A95FD}"/>
                </a:ext>
              </a:extLst>
            </p:cNvPr>
            <p:cNvSpPr>
              <a:spLocks/>
            </p:cNvSpPr>
            <p:nvPr/>
          </p:nvSpPr>
          <p:spPr bwMode="auto">
            <a:xfrm>
              <a:off x="1812" y="1040"/>
              <a:ext cx="189" cy="191"/>
            </a:xfrm>
            <a:custGeom>
              <a:avLst/>
              <a:gdLst>
                <a:gd name="T0" fmla="*/ 0 w 216"/>
                <a:gd name="T1" fmla="*/ 216 h 216"/>
                <a:gd name="T2" fmla="*/ 216 w 216"/>
                <a:gd name="T3" fmla="*/ 0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16" h="216">
                  <a:moveTo>
                    <a:pt x="0" y="216"/>
                  </a:moveTo>
                  <a:lnTo>
                    <a:pt x="216" y="0"/>
                  </a:lnTo>
                </a:path>
              </a:pathLst>
            </a:custGeom>
            <a:noFill/>
            <a:ln w="19050" cmpd="sng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2456" name="Line 120">
              <a:extLst>
                <a:ext uri="{FF2B5EF4-FFF2-40B4-BE49-F238E27FC236}">
                  <a16:creationId xmlns:a16="http://schemas.microsoft.com/office/drawing/2014/main" id="{4976A233-B248-4048-B25E-6699B880E80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812" y="920"/>
              <a:ext cx="198" cy="20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2457" name="Freeform 121">
              <a:extLst>
                <a:ext uri="{FF2B5EF4-FFF2-40B4-BE49-F238E27FC236}">
                  <a16:creationId xmlns:a16="http://schemas.microsoft.com/office/drawing/2014/main" id="{36100F4A-0696-491A-9EEC-1ACF74385B5E}"/>
                </a:ext>
              </a:extLst>
            </p:cNvPr>
            <p:cNvSpPr>
              <a:spLocks/>
            </p:cNvSpPr>
            <p:nvPr/>
          </p:nvSpPr>
          <p:spPr bwMode="auto">
            <a:xfrm>
              <a:off x="1808" y="879"/>
              <a:ext cx="135" cy="138"/>
            </a:xfrm>
            <a:custGeom>
              <a:avLst/>
              <a:gdLst>
                <a:gd name="T0" fmla="*/ 0 w 154"/>
                <a:gd name="T1" fmla="*/ 156 h 156"/>
                <a:gd name="T2" fmla="*/ 154 w 154"/>
                <a:gd name="T3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54" h="156">
                  <a:moveTo>
                    <a:pt x="0" y="156"/>
                  </a:moveTo>
                  <a:lnTo>
                    <a:pt x="154" y="0"/>
                  </a:lnTo>
                </a:path>
              </a:pathLst>
            </a:cu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2458" name="Freeform 122">
              <a:extLst>
                <a:ext uri="{FF2B5EF4-FFF2-40B4-BE49-F238E27FC236}">
                  <a16:creationId xmlns:a16="http://schemas.microsoft.com/office/drawing/2014/main" id="{48624CE3-7A1D-4541-AEEA-253D2F13E311}"/>
                </a:ext>
              </a:extLst>
            </p:cNvPr>
            <p:cNvSpPr>
              <a:spLocks/>
            </p:cNvSpPr>
            <p:nvPr/>
          </p:nvSpPr>
          <p:spPr bwMode="auto">
            <a:xfrm>
              <a:off x="1471" y="1509"/>
              <a:ext cx="65" cy="68"/>
            </a:xfrm>
            <a:custGeom>
              <a:avLst/>
              <a:gdLst>
                <a:gd name="T0" fmla="*/ 0 w 74"/>
                <a:gd name="T1" fmla="*/ 76 h 76"/>
                <a:gd name="T2" fmla="*/ 74 w 74"/>
                <a:gd name="T3" fmla="*/ 0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4" h="76">
                  <a:moveTo>
                    <a:pt x="0" y="76"/>
                  </a:moveTo>
                  <a:lnTo>
                    <a:pt x="74" y="0"/>
                  </a:lnTo>
                </a:path>
              </a:pathLst>
            </a:cu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2459" name="Line 123">
              <a:extLst>
                <a:ext uri="{FF2B5EF4-FFF2-40B4-BE49-F238E27FC236}">
                  <a16:creationId xmlns:a16="http://schemas.microsoft.com/office/drawing/2014/main" id="{5DFD2E98-6B17-4AB9-94D0-A9B712ADBE5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397" y="1439"/>
              <a:ext cx="96" cy="97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2460" name="Line 124">
              <a:extLst>
                <a:ext uri="{FF2B5EF4-FFF2-40B4-BE49-F238E27FC236}">
                  <a16:creationId xmlns:a16="http://schemas.microsoft.com/office/drawing/2014/main" id="{BF5282E5-7719-461D-B3DF-8846EDF99D5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257" y="886"/>
              <a:ext cx="123" cy="124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2461" name="Line 125">
              <a:extLst>
                <a:ext uri="{FF2B5EF4-FFF2-40B4-BE49-F238E27FC236}">
                  <a16:creationId xmlns:a16="http://schemas.microsoft.com/office/drawing/2014/main" id="{D824AEAC-8324-4371-B20F-1A85CE6A378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257" y="877"/>
              <a:ext cx="30" cy="3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2462" name="Freeform 126">
              <a:extLst>
                <a:ext uri="{FF2B5EF4-FFF2-40B4-BE49-F238E27FC236}">
                  <a16:creationId xmlns:a16="http://schemas.microsoft.com/office/drawing/2014/main" id="{C8A3D340-9A17-49F3-829A-9CB9AB066369}"/>
                </a:ext>
              </a:extLst>
            </p:cNvPr>
            <p:cNvSpPr>
              <a:spLocks/>
            </p:cNvSpPr>
            <p:nvPr/>
          </p:nvSpPr>
          <p:spPr bwMode="auto">
            <a:xfrm>
              <a:off x="2260" y="938"/>
              <a:ext cx="175" cy="175"/>
            </a:xfrm>
            <a:custGeom>
              <a:avLst/>
              <a:gdLst>
                <a:gd name="T0" fmla="*/ 0 w 200"/>
                <a:gd name="T1" fmla="*/ 199 h 199"/>
                <a:gd name="T2" fmla="*/ 200 w 200"/>
                <a:gd name="T3" fmla="*/ 0 h 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00" h="199">
                  <a:moveTo>
                    <a:pt x="0" y="199"/>
                  </a:moveTo>
                  <a:lnTo>
                    <a:pt x="200" y="0"/>
                  </a:lnTo>
                </a:path>
              </a:pathLst>
            </a:cu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2463" name="Line 127">
              <a:extLst>
                <a:ext uri="{FF2B5EF4-FFF2-40B4-BE49-F238E27FC236}">
                  <a16:creationId xmlns:a16="http://schemas.microsoft.com/office/drawing/2014/main" id="{F2BFB26E-C712-41F2-85D6-FB93218C3B1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287" y="1052"/>
              <a:ext cx="147" cy="149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2464" name="Freeform 128">
              <a:extLst>
                <a:ext uri="{FF2B5EF4-FFF2-40B4-BE49-F238E27FC236}">
                  <a16:creationId xmlns:a16="http://schemas.microsoft.com/office/drawing/2014/main" id="{9D1418C9-4AD0-4CDB-ACF2-99B4B3F6D145}"/>
                </a:ext>
              </a:extLst>
            </p:cNvPr>
            <p:cNvSpPr>
              <a:spLocks/>
            </p:cNvSpPr>
            <p:nvPr/>
          </p:nvSpPr>
          <p:spPr bwMode="auto">
            <a:xfrm>
              <a:off x="2275" y="1153"/>
              <a:ext cx="162" cy="164"/>
            </a:xfrm>
            <a:custGeom>
              <a:avLst/>
              <a:gdLst>
                <a:gd name="T0" fmla="*/ 0 w 185"/>
                <a:gd name="T1" fmla="*/ 185 h 185"/>
                <a:gd name="T2" fmla="*/ 185 w 185"/>
                <a:gd name="T3" fmla="*/ 0 h 1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85" h="185">
                  <a:moveTo>
                    <a:pt x="0" y="185"/>
                  </a:moveTo>
                  <a:lnTo>
                    <a:pt x="185" y="0"/>
                  </a:lnTo>
                </a:path>
              </a:pathLst>
            </a:cu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2465" name="Line 129">
              <a:extLst>
                <a:ext uri="{FF2B5EF4-FFF2-40B4-BE49-F238E27FC236}">
                  <a16:creationId xmlns:a16="http://schemas.microsoft.com/office/drawing/2014/main" id="{DA40911E-9D04-4BDD-B765-4F018D35FDD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283" y="1260"/>
              <a:ext cx="155" cy="158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2466" name="Freeform 130">
              <a:extLst>
                <a:ext uri="{FF2B5EF4-FFF2-40B4-BE49-F238E27FC236}">
                  <a16:creationId xmlns:a16="http://schemas.microsoft.com/office/drawing/2014/main" id="{7B66011C-6C93-4DDD-9CA7-4EA931D984DA}"/>
                </a:ext>
              </a:extLst>
            </p:cNvPr>
            <p:cNvSpPr>
              <a:spLocks/>
            </p:cNvSpPr>
            <p:nvPr/>
          </p:nvSpPr>
          <p:spPr bwMode="auto">
            <a:xfrm>
              <a:off x="2279" y="1380"/>
              <a:ext cx="156" cy="158"/>
            </a:xfrm>
            <a:custGeom>
              <a:avLst/>
              <a:gdLst>
                <a:gd name="T0" fmla="*/ 0 w 178"/>
                <a:gd name="T1" fmla="*/ 178 h 178"/>
                <a:gd name="T2" fmla="*/ 178 w 178"/>
                <a:gd name="T3" fmla="*/ 0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78" h="178">
                  <a:moveTo>
                    <a:pt x="0" y="178"/>
                  </a:moveTo>
                  <a:lnTo>
                    <a:pt x="178" y="0"/>
                  </a:lnTo>
                </a:path>
              </a:pathLst>
            </a:custGeom>
            <a:noFill/>
            <a:ln w="19050" cmpd="sng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2467" name="Freeform 131">
              <a:extLst>
                <a:ext uri="{FF2B5EF4-FFF2-40B4-BE49-F238E27FC236}">
                  <a16:creationId xmlns:a16="http://schemas.microsoft.com/office/drawing/2014/main" id="{187C295C-C01C-48B2-9C17-F7CCDED357E3}"/>
                </a:ext>
              </a:extLst>
            </p:cNvPr>
            <p:cNvSpPr>
              <a:spLocks/>
            </p:cNvSpPr>
            <p:nvPr/>
          </p:nvSpPr>
          <p:spPr bwMode="auto">
            <a:xfrm>
              <a:off x="2355" y="1415"/>
              <a:ext cx="159" cy="162"/>
            </a:xfrm>
            <a:custGeom>
              <a:avLst/>
              <a:gdLst>
                <a:gd name="T0" fmla="*/ 0 w 182"/>
                <a:gd name="T1" fmla="*/ 183 h 183"/>
                <a:gd name="T2" fmla="*/ 182 w 182"/>
                <a:gd name="T3" fmla="*/ 0 h 1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82" h="183">
                  <a:moveTo>
                    <a:pt x="0" y="183"/>
                  </a:moveTo>
                  <a:lnTo>
                    <a:pt x="182" y="0"/>
                  </a:lnTo>
                </a:path>
              </a:pathLst>
            </a:cu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2468" name="Freeform 132">
              <a:extLst>
                <a:ext uri="{FF2B5EF4-FFF2-40B4-BE49-F238E27FC236}">
                  <a16:creationId xmlns:a16="http://schemas.microsoft.com/office/drawing/2014/main" id="{F53F4605-8361-4CCB-9A1A-76580CB6C635}"/>
                </a:ext>
              </a:extLst>
            </p:cNvPr>
            <p:cNvSpPr>
              <a:spLocks/>
            </p:cNvSpPr>
            <p:nvPr/>
          </p:nvSpPr>
          <p:spPr bwMode="auto">
            <a:xfrm>
              <a:off x="2468" y="1417"/>
              <a:ext cx="157" cy="159"/>
            </a:xfrm>
            <a:custGeom>
              <a:avLst/>
              <a:gdLst>
                <a:gd name="T0" fmla="*/ 0 w 180"/>
                <a:gd name="T1" fmla="*/ 180 h 180"/>
                <a:gd name="T2" fmla="*/ 180 w 180"/>
                <a:gd name="T3" fmla="*/ 0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80" h="180">
                  <a:moveTo>
                    <a:pt x="0" y="180"/>
                  </a:moveTo>
                  <a:lnTo>
                    <a:pt x="180" y="0"/>
                  </a:lnTo>
                </a:path>
              </a:pathLst>
            </a:custGeom>
            <a:noFill/>
            <a:ln w="19050" cmpd="sng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2469" name="Freeform 133">
              <a:extLst>
                <a:ext uri="{FF2B5EF4-FFF2-40B4-BE49-F238E27FC236}">
                  <a16:creationId xmlns:a16="http://schemas.microsoft.com/office/drawing/2014/main" id="{DF9A8B08-2244-4EDE-98B5-575641FC664F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4" y="1413"/>
              <a:ext cx="165" cy="167"/>
            </a:xfrm>
            <a:custGeom>
              <a:avLst/>
              <a:gdLst>
                <a:gd name="T0" fmla="*/ 0 w 189"/>
                <a:gd name="T1" fmla="*/ 189 h 189"/>
                <a:gd name="T2" fmla="*/ 189 w 189"/>
                <a:gd name="T3" fmla="*/ 0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89" h="189">
                  <a:moveTo>
                    <a:pt x="0" y="189"/>
                  </a:moveTo>
                  <a:lnTo>
                    <a:pt x="189" y="0"/>
                  </a:lnTo>
                </a:path>
              </a:pathLst>
            </a:cu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2470" name="Freeform 134">
              <a:extLst>
                <a:ext uri="{FF2B5EF4-FFF2-40B4-BE49-F238E27FC236}">
                  <a16:creationId xmlns:a16="http://schemas.microsoft.com/office/drawing/2014/main" id="{ED951D27-13F6-47DC-8318-CFC44A31AA95}"/>
                </a:ext>
              </a:extLst>
            </p:cNvPr>
            <p:cNvSpPr>
              <a:spLocks/>
            </p:cNvSpPr>
            <p:nvPr/>
          </p:nvSpPr>
          <p:spPr bwMode="auto">
            <a:xfrm>
              <a:off x="2694" y="1439"/>
              <a:ext cx="134" cy="135"/>
            </a:xfrm>
            <a:custGeom>
              <a:avLst/>
              <a:gdLst>
                <a:gd name="T0" fmla="*/ 0 w 153"/>
                <a:gd name="T1" fmla="*/ 153 h 153"/>
                <a:gd name="T2" fmla="*/ 153 w 153"/>
                <a:gd name="T3" fmla="*/ 0 h 1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53" h="153">
                  <a:moveTo>
                    <a:pt x="0" y="153"/>
                  </a:moveTo>
                  <a:lnTo>
                    <a:pt x="153" y="0"/>
                  </a:lnTo>
                </a:path>
              </a:pathLst>
            </a:custGeom>
            <a:noFill/>
            <a:ln w="19050" cmpd="sng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2471" name="Freeform 135">
              <a:extLst>
                <a:ext uri="{FF2B5EF4-FFF2-40B4-BE49-F238E27FC236}">
                  <a16:creationId xmlns:a16="http://schemas.microsoft.com/office/drawing/2014/main" id="{BD89CCF5-D01F-4D0A-A8D3-D26EB3C9D545}"/>
                </a:ext>
              </a:extLst>
            </p:cNvPr>
            <p:cNvSpPr>
              <a:spLocks/>
            </p:cNvSpPr>
            <p:nvPr/>
          </p:nvSpPr>
          <p:spPr bwMode="auto">
            <a:xfrm>
              <a:off x="2795" y="1535"/>
              <a:ext cx="49" cy="49"/>
            </a:xfrm>
            <a:custGeom>
              <a:avLst/>
              <a:gdLst>
                <a:gd name="T0" fmla="*/ 0 w 56"/>
                <a:gd name="T1" fmla="*/ 55 h 55"/>
                <a:gd name="T2" fmla="*/ 56 w 56"/>
                <a:gd name="T3" fmla="*/ 0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56" h="55">
                  <a:moveTo>
                    <a:pt x="0" y="55"/>
                  </a:moveTo>
                  <a:lnTo>
                    <a:pt x="56" y="0"/>
                  </a:ln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2472" name="Freeform 136">
              <a:extLst>
                <a:ext uri="{FF2B5EF4-FFF2-40B4-BE49-F238E27FC236}">
                  <a16:creationId xmlns:a16="http://schemas.microsoft.com/office/drawing/2014/main" id="{A01C0D86-E532-445F-801B-DB433DAC6B2C}"/>
                </a:ext>
              </a:extLst>
            </p:cNvPr>
            <p:cNvSpPr>
              <a:spLocks/>
            </p:cNvSpPr>
            <p:nvPr/>
          </p:nvSpPr>
          <p:spPr bwMode="auto">
            <a:xfrm>
              <a:off x="1922" y="1518"/>
              <a:ext cx="53" cy="53"/>
            </a:xfrm>
            <a:custGeom>
              <a:avLst/>
              <a:gdLst>
                <a:gd name="T0" fmla="*/ 0 w 60"/>
                <a:gd name="T1" fmla="*/ 60 h 60"/>
                <a:gd name="T2" fmla="*/ 60 w 60"/>
                <a:gd name="T3" fmla="*/ 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60" h="60">
                  <a:moveTo>
                    <a:pt x="0" y="60"/>
                  </a:moveTo>
                  <a:lnTo>
                    <a:pt x="60" y="0"/>
                  </a:lnTo>
                </a:path>
              </a:pathLst>
            </a:custGeom>
            <a:noFill/>
            <a:ln w="19050" cmpd="sng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2473" name="Line 137">
              <a:extLst>
                <a:ext uri="{FF2B5EF4-FFF2-40B4-BE49-F238E27FC236}">
                  <a16:creationId xmlns:a16="http://schemas.microsoft.com/office/drawing/2014/main" id="{A1455295-FB12-4D01-9BB1-6F909FB36C7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421" y="1416"/>
              <a:ext cx="356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2474" name="Freeform 138">
              <a:extLst>
                <a:ext uri="{FF2B5EF4-FFF2-40B4-BE49-F238E27FC236}">
                  <a16:creationId xmlns:a16="http://schemas.microsoft.com/office/drawing/2014/main" id="{6D2B0367-B044-4A91-A5BB-8145C0DE4C84}"/>
                </a:ext>
              </a:extLst>
            </p:cNvPr>
            <p:cNvSpPr>
              <a:spLocks/>
            </p:cNvSpPr>
            <p:nvPr/>
          </p:nvSpPr>
          <p:spPr bwMode="auto">
            <a:xfrm>
              <a:off x="1496" y="1413"/>
              <a:ext cx="1" cy="63"/>
            </a:xfrm>
            <a:custGeom>
              <a:avLst/>
              <a:gdLst>
                <a:gd name="T0" fmla="*/ 1 w 1"/>
                <a:gd name="T1" fmla="*/ 71 h 71"/>
                <a:gd name="T2" fmla="*/ 0 w 1"/>
                <a:gd name="T3" fmla="*/ 0 h 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71">
                  <a:moveTo>
                    <a:pt x="1" y="71"/>
                  </a:moveTo>
                  <a:lnTo>
                    <a:pt x="0" y="0"/>
                  </a:lnTo>
                </a:path>
              </a:pathLst>
            </a:cu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2475" name="Freeform 139">
              <a:extLst>
                <a:ext uri="{FF2B5EF4-FFF2-40B4-BE49-F238E27FC236}">
                  <a16:creationId xmlns:a16="http://schemas.microsoft.com/office/drawing/2014/main" id="{AD30BDD5-B86D-493C-97C1-4C7C6F115FF2}"/>
                </a:ext>
              </a:extLst>
            </p:cNvPr>
            <p:cNvSpPr>
              <a:spLocks/>
            </p:cNvSpPr>
            <p:nvPr/>
          </p:nvSpPr>
          <p:spPr bwMode="auto">
            <a:xfrm>
              <a:off x="1542" y="1462"/>
              <a:ext cx="1" cy="116"/>
            </a:xfrm>
            <a:custGeom>
              <a:avLst/>
              <a:gdLst>
                <a:gd name="T0" fmla="*/ 0 w 1"/>
                <a:gd name="T1" fmla="*/ 0 h 116"/>
                <a:gd name="T2" fmla="*/ 0 w 1"/>
                <a:gd name="T3" fmla="*/ 116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116">
                  <a:moveTo>
                    <a:pt x="0" y="0"/>
                  </a:moveTo>
                  <a:lnTo>
                    <a:pt x="0" y="116"/>
                  </a:lnTo>
                </a:path>
              </a:pathLst>
            </a:cu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2476" name="Line 140">
              <a:extLst>
                <a:ext uri="{FF2B5EF4-FFF2-40B4-BE49-F238E27FC236}">
                  <a16:creationId xmlns:a16="http://schemas.microsoft.com/office/drawing/2014/main" id="{D0B7E51D-C4F8-4D08-9ECD-A948DFC44CE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74" y="1122"/>
              <a:ext cx="0" cy="458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2477" name="Text Box 141">
              <a:extLst>
                <a:ext uri="{FF2B5EF4-FFF2-40B4-BE49-F238E27FC236}">
                  <a16:creationId xmlns:a16="http://schemas.microsoft.com/office/drawing/2014/main" id="{011A30FC-86A1-4C55-9411-902AF4C7C5C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79" y="612"/>
              <a:ext cx="50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i="1">
                  <a:latin typeface="宋体" panose="02010600030101010101" pitchFamily="2" charset="-122"/>
                </a:rPr>
                <a:t>A</a:t>
              </a:r>
              <a:r>
                <a:rPr lang="zh-CN" altLang="en-US"/>
                <a:t>－</a:t>
              </a:r>
              <a:r>
                <a:rPr lang="en-US" altLang="zh-CN" i="1">
                  <a:latin typeface="宋体" panose="02010600030101010101" pitchFamily="2" charset="-122"/>
                </a:rPr>
                <a:t>A</a:t>
              </a:r>
              <a:endParaRPr lang="en-US" altLang="zh-CN"/>
            </a:p>
          </p:txBody>
        </p:sp>
        <p:sp>
          <p:nvSpPr>
            <p:cNvPr id="142478" name="Line 142">
              <a:extLst>
                <a:ext uri="{FF2B5EF4-FFF2-40B4-BE49-F238E27FC236}">
                  <a16:creationId xmlns:a16="http://schemas.microsoft.com/office/drawing/2014/main" id="{957E9912-549E-4257-9DCB-4134072BA2A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36" y="1360"/>
              <a:ext cx="0" cy="26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142479" name="Group 143">
            <a:extLst>
              <a:ext uri="{FF2B5EF4-FFF2-40B4-BE49-F238E27FC236}">
                <a16:creationId xmlns:a16="http://schemas.microsoft.com/office/drawing/2014/main" id="{CF486195-D24B-42FA-AF37-3E2FDBABE72D}"/>
              </a:ext>
            </a:extLst>
          </p:cNvPr>
          <p:cNvGrpSpPr>
            <a:grpSpLocks/>
          </p:cNvGrpSpPr>
          <p:nvPr/>
        </p:nvGrpSpPr>
        <p:grpSpPr bwMode="auto">
          <a:xfrm>
            <a:off x="5926138" y="1314450"/>
            <a:ext cx="2117725" cy="1285875"/>
            <a:chOff x="3733" y="828"/>
            <a:chExt cx="1334" cy="810"/>
          </a:xfrm>
        </p:grpSpPr>
        <p:sp>
          <p:nvSpPr>
            <p:cNvPr id="142480" name="Line 144">
              <a:extLst>
                <a:ext uri="{FF2B5EF4-FFF2-40B4-BE49-F238E27FC236}">
                  <a16:creationId xmlns:a16="http://schemas.microsoft.com/office/drawing/2014/main" id="{5D6BF392-8047-48FE-BEB2-689C339B6D0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739" y="1508"/>
              <a:ext cx="0" cy="91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2481" name="Line 145">
              <a:extLst>
                <a:ext uri="{FF2B5EF4-FFF2-40B4-BE49-F238E27FC236}">
                  <a16:creationId xmlns:a16="http://schemas.microsoft.com/office/drawing/2014/main" id="{8A3A3800-B83C-4829-8556-E344710F344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33" y="1592"/>
              <a:ext cx="1334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2482" name="Line 146">
              <a:extLst>
                <a:ext uri="{FF2B5EF4-FFF2-40B4-BE49-F238E27FC236}">
                  <a16:creationId xmlns:a16="http://schemas.microsoft.com/office/drawing/2014/main" id="{30575452-3C03-4A67-B014-3908BDEDDC3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400" y="1090"/>
              <a:ext cx="0" cy="543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lgDash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2483" name="Rectangle 147">
              <a:extLst>
                <a:ext uri="{FF2B5EF4-FFF2-40B4-BE49-F238E27FC236}">
                  <a16:creationId xmlns:a16="http://schemas.microsoft.com/office/drawing/2014/main" id="{F9ADF0F6-3107-4BA3-86FD-EA1F391D9F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92" y="1151"/>
              <a:ext cx="413" cy="439"/>
            </a:xfrm>
            <a:prstGeom prst="rect">
              <a:avLst/>
            </a:prstGeom>
            <a:noFill/>
            <a:ln w="381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2484" name="Line 148">
              <a:extLst>
                <a:ext uri="{FF2B5EF4-FFF2-40B4-BE49-F238E27FC236}">
                  <a16:creationId xmlns:a16="http://schemas.microsoft.com/office/drawing/2014/main" id="{7465405D-413E-4D27-B2AC-B4AF6AA71F3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057" y="1499"/>
              <a:ext cx="0" cy="99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2485" name="Line 149">
              <a:extLst>
                <a:ext uri="{FF2B5EF4-FFF2-40B4-BE49-F238E27FC236}">
                  <a16:creationId xmlns:a16="http://schemas.microsoft.com/office/drawing/2014/main" id="{8C3FDE01-BB24-4893-AC15-38393560F0D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079" y="1145"/>
              <a:ext cx="0" cy="295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2486" name="Line 150">
              <a:extLst>
                <a:ext uri="{FF2B5EF4-FFF2-40B4-BE49-F238E27FC236}">
                  <a16:creationId xmlns:a16="http://schemas.microsoft.com/office/drawing/2014/main" id="{60967F31-12CD-45FA-A2F5-217918DDDAB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710" y="1144"/>
              <a:ext cx="0" cy="295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2487" name="Line 151">
              <a:extLst>
                <a:ext uri="{FF2B5EF4-FFF2-40B4-BE49-F238E27FC236}">
                  <a16:creationId xmlns:a16="http://schemas.microsoft.com/office/drawing/2014/main" id="{782FC1B0-E258-4D0F-8C33-62EC87E986C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079" y="1151"/>
              <a:ext cx="631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2488" name="Line 152">
              <a:extLst>
                <a:ext uri="{FF2B5EF4-FFF2-40B4-BE49-F238E27FC236}">
                  <a16:creationId xmlns:a16="http://schemas.microsoft.com/office/drawing/2014/main" id="{FC61A90F-AB82-4FDB-BBF6-458C1BD041B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767" y="1463"/>
              <a:ext cx="277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2489" name="Line 153">
              <a:extLst>
                <a:ext uri="{FF2B5EF4-FFF2-40B4-BE49-F238E27FC236}">
                  <a16:creationId xmlns:a16="http://schemas.microsoft.com/office/drawing/2014/main" id="{F42D6770-1E44-4951-806C-B753EEDCE22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743" y="1463"/>
              <a:ext cx="277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2490" name="Line 154">
              <a:extLst>
                <a:ext uri="{FF2B5EF4-FFF2-40B4-BE49-F238E27FC236}">
                  <a16:creationId xmlns:a16="http://schemas.microsoft.com/office/drawing/2014/main" id="{08130A20-FD4E-4892-B552-10E948BCD64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14" y="1409"/>
              <a:ext cx="0" cy="229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2491" name="Line 155">
              <a:extLst>
                <a:ext uri="{FF2B5EF4-FFF2-40B4-BE49-F238E27FC236}">
                  <a16:creationId xmlns:a16="http://schemas.microsoft.com/office/drawing/2014/main" id="{39D495CC-62CC-44F1-BD60-786CBE41BA0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79" y="1463"/>
              <a:ext cx="0" cy="127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2492" name="Freeform 156">
              <a:extLst>
                <a:ext uri="{FF2B5EF4-FFF2-40B4-BE49-F238E27FC236}">
                  <a16:creationId xmlns:a16="http://schemas.microsoft.com/office/drawing/2014/main" id="{D62EB6C2-9917-4DCE-9F1F-FB51A6C68AFA}"/>
                </a:ext>
              </a:extLst>
            </p:cNvPr>
            <p:cNvSpPr>
              <a:spLocks/>
            </p:cNvSpPr>
            <p:nvPr/>
          </p:nvSpPr>
          <p:spPr bwMode="auto">
            <a:xfrm>
              <a:off x="3847" y="1457"/>
              <a:ext cx="2" cy="138"/>
            </a:xfrm>
            <a:custGeom>
              <a:avLst/>
              <a:gdLst>
                <a:gd name="T0" fmla="*/ 2 w 2"/>
                <a:gd name="T1" fmla="*/ 0 h 167"/>
                <a:gd name="T2" fmla="*/ 0 w 2"/>
                <a:gd name="T3" fmla="*/ 167 h 1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" h="167">
                  <a:moveTo>
                    <a:pt x="2" y="0"/>
                  </a:moveTo>
                  <a:lnTo>
                    <a:pt x="0" y="167"/>
                  </a:lnTo>
                </a:path>
              </a:pathLst>
            </a:cu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2493" name="Freeform 157">
              <a:extLst>
                <a:ext uri="{FF2B5EF4-FFF2-40B4-BE49-F238E27FC236}">
                  <a16:creationId xmlns:a16="http://schemas.microsoft.com/office/drawing/2014/main" id="{83EAE6E1-5409-4F76-AE0F-438481E533F7}"/>
                </a:ext>
              </a:extLst>
            </p:cNvPr>
            <p:cNvSpPr>
              <a:spLocks/>
            </p:cNvSpPr>
            <p:nvPr/>
          </p:nvSpPr>
          <p:spPr bwMode="auto">
            <a:xfrm>
              <a:off x="4030" y="1429"/>
              <a:ext cx="54" cy="35"/>
            </a:xfrm>
            <a:custGeom>
              <a:avLst/>
              <a:gdLst>
                <a:gd name="T0" fmla="*/ 67 w 67"/>
                <a:gd name="T1" fmla="*/ 0 h 43"/>
                <a:gd name="T2" fmla="*/ 53 w 67"/>
                <a:gd name="T3" fmla="*/ 19 h 43"/>
                <a:gd name="T4" fmla="*/ 29 w 67"/>
                <a:gd name="T5" fmla="*/ 38 h 43"/>
                <a:gd name="T6" fmla="*/ 0 w 67"/>
                <a:gd name="T7" fmla="*/ 4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7" h="43">
                  <a:moveTo>
                    <a:pt x="67" y="0"/>
                  </a:moveTo>
                  <a:cubicBezTo>
                    <a:pt x="65" y="3"/>
                    <a:pt x="59" y="13"/>
                    <a:pt x="53" y="19"/>
                  </a:cubicBezTo>
                  <a:cubicBezTo>
                    <a:pt x="47" y="25"/>
                    <a:pt x="38" y="34"/>
                    <a:pt x="29" y="38"/>
                  </a:cubicBezTo>
                  <a:cubicBezTo>
                    <a:pt x="20" y="42"/>
                    <a:pt x="6" y="42"/>
                    <a:pt x="0" y="43"/>
                  </a:cubicBezTo>
                </a:path>
              </a:pathLst>
            </a:custGeom>
            <a:noFill/>
            <a:ln w="38100" cap="flat" cmpd="sng">
              <a:solidFill>
                <a:srgbClr val="000000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2494" name="Freeform 158">
              <a:extLst>
                <a:ext uri="{FF2B5EF4-FFF2-40B4-BE49-F238E27FC236}">
                  <a16:creationId xmlns:a16="http://schemas.microsoft.com/office/drawing/2014/main" id="{26A49A34-F32F-4F78-BAC1-98138A98680F}"/>
                </a:ext>
              </a:extLst>
            </p:cNvPr>
            <p:cNvSpPr>
              <a:spLocks/>
            </p:cNvSpPr>
            <p:nvPr/>
          </p:nvSpPr>
          <p:spPr bwMode="auto">
            <a:xfrm>
              <a:off x="4710" y="1429"/>
              <a:ext cx="43" cy="35"/>
            </a:xfrm>
            <a:custGeom>
              <a:avLst/>
              <a:gdLst>
                <a:gd name="T0" fmla="*/ 0 w 53"/>
                <a:gd name="T1" fmla="*/ 0 h 43"/>
                <a:gd name="T2" fmla="*/ 15 w 53"/>
                <a:gd name="T3" fmla="*/ 28 h 43"/>
                <a:gd name="T4" fmla="*/ 53 w 53"/>
                <a:gd name="T5" fmla="*/ 4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3" h="43">
                  <a:moveTo>
                    <a:pt x="0" y="0"/>
                  </a:moveTo>
                  <a:cubicBezTo>
                    <a:pt x="2" y="5"/>
                    <a:pt x="6" y="21"/>
                    <a:pt x="15" y="28"/>
                  </a:cubicBezTo>
                  <a:cubicBezTo>
                    <a:pt x="24" y="35"/>
                    <a:pt x="45" y="40"/>
                    <a:pt x="53" y="43"/>
                  </a:cubicBezTo>
                </a:path>
              </a:pathLst>
            </a:custGeom>
            <a:noFill/>
            <a:ln w="38100" cap="flat" cmpd="sng">
              <a:solidFill>
                <a:srgbClr val="000000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2495" name="Freeform 159">
              <a:extLst>
                <a:ext uri="{FF2B5EF4-FFF2-40B4-BE49-F238E27FC236}">
                  <a16:creationId xmlns:a16="http://schemas.microsoft.com/office/drawing/2014/main" id="{7DB60786-ED47-4EEF-802D-E90DCCA99364}"/>
                </a:ext>
              </a:extLst>
            </p:cNvPr>
            <p:cNvSpPr>
              <a:spLocks/>
            </p:cNvSpPr>
            <p:nvPr/>
          </p:nvSpPr>
          <p:spPr bwMode="auto">
            <a:xfrm>
              <a:off x="3736" y="1464"/>
              <a:ext cx="37" cy="56"/>
            </a:xfrm>
            <a:custGeom>
              <a:avLst/>
              <a:gdLst>
                <a:gd name="T0" fmla="*/ 45 w 45"/>
                <a:gd name="T1" fmla="*/ 0 h 67"/>
                <a:gd name="T2" fmla="*/ 7 w 45"/>
                <a:gd name="T3" fmla="*/ 24 h 67"/>
                <a:gd name="T4" fmla="*/ 2 w 45"/>
                <a:gd name="T5" fmla="*/ 67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5" h="67">
                  <a:moveTo>
                    <a:pt x="45" y="0"/>
                  </a:moveTo>
                  <a:cubicBezTo>
                    <a:pt x="39" y="4"/>
                    <a:pt x="14" y="13"/>
                    <a:pt x="7" y="24"/>
                  </a:cubicBezTo>
                  <a:cubicBezTo>
                    <a:pt x="0" y="35"/>
                    <a:pt x="3" y="58"/>
                    <a:pt x="2" y="67"/>
                  </a:cubicBezTo>
                </a:path>
              </a:pathLst>
            </a:custGeom>
            <a:noFill/>
            <a:ln w="38100" cap="flat" cmpd="sng">
              <a:solidFill>
                <a:srgbClr val="000000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2496" name="Freeform 160">
              <a:extLst>
                <a:ext uri="{FF2B5EF4-FFF2-40B4-BE49-F238E27FC236}">
                  <a16:creationId xmlns:a16="http://schemas.microsoft.com/office/drawing/2014/main" id="{B2339D26-777A-4BC2-94E9-516D0EA177A4}"/>
                </a:ext>
              </a:extLst>
            </p:cNvPr>
            <p:cNvSpPr>
              <a:spLocks/>
            </p:cNvSpPr>
            <p:nvPr/>
          </p:nvSpPr>
          <p:spPr bwMode="auto">
            <a:xfrm>
              <a:off x="5010" y="1463"/>
              <a:ext cx="51" cy="45"/>
            </a:xfrm>
            <a:custGeom>
              <a:avLst/>
              <a:gdLst>
                <a:gd name="T0" fmla="*/ 0 w 62"/>
                <a:gd name="T1" fmla="*/ 2 h 55"/>
                <a:gd name="T2" fmla="*/ 24 w 62"/>
                <a:gd name="T3" fmla="*/ 2 h 55"/>
                <a:gd name="T4" fmla="*/ 53 w 62"/>
                <a:gd name="T5" fmla="*/ 16 h 55"/>
                <a:gd name="T6" fmla="*/ 62 w 62"/>
                <a:gd name="T7" fmla="*/ 55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2" h="55">
                  <a:moveTo>
                    <a:pt x="0" y="2"/>
                  </a:moveTo>
                  <a:cubicBezTo>
                    <a:pt x="4" y="2"/>
                    <a:pt x="15" y="0"/>
                    <a:pt x="24" y="2"/>
                  </a:cubicBezTo>
                  <a:cubicBezTo>
                    <a:pt x="33" y="4"/>
                    <a:pt x="47" y="7"/>
                    <a:pt x="53" y="16"/>
                  </a:cubicBezTo>
                  <a:cubicBezTo>
                    <a:pt x="59" y="25"/>
                    <a:pt x="60" y="47"/>
                    <a:pt x="62" y="55"/>
                  </a:cubicBezTo>
                </a:path>
              </a:pathLst>
            </a:custGeom>
            <a:noFill/>
            <a:ln w="38100" cap="flat" cmpd="sng">
              <a:solidFill>
                <a:srgbClr val="000000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2497" name="Freeform 161">
              <a:extLst>
                <a:ext uri="{FF2B5EF4-FFF2-40B4-BE49-F238E27FC236}">
                  <a16:creationId xmlns:a16="http://schemas.microsoft.com/office/drawing/2014/main" id="{12BE6F1D-B23D-4883-9CF4-FECABC82396B}"/>
                </a:ext>
              </a:extLst>
            </p:cNvPr>
            <p:cNvSpPr>
              <a:spLocks/>
            </p:cNvSpPr>
            <p:nvPr/>
          </p:nvSpPr>
          <p:spPr bwMode="auto">
            <a:xfrm>
              <a:off x="4038" y="1427"/>
              <a:ext cx="159" cy="156"/>
            </a:xfrm>
            <a:custGeom>
              <a:avLst/>
              <a:gdLst>
                <a:gd name="T0" fmla="*/ 0 w 197"/>
                <a:gd name="T1" fmla="*/ 189 h 189"/>
                <a:gd name="T2" fmla="*/ 197 w 197"/>
                <a:gd name="T3" fmla="*/ 0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97" h="189">
                  <a:moveTo>
                    <a:pt x="0" y="189"/>
                  </a:moveTo>
                  <a:lnTo>
                    <a:pt x="197" y="0"/>
                  </a:lnTo>
                </a:path>
              </a:pathLst>
            </a:cu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2498" name="Line 162">
              <a:extLst>
                <a:ext uri="{FF2B5EF4-FFF2-40B4-BE49-F238E27FC236}">
                  <a16:creationId xmlns:a16="http://schemas.microsoft.com/office/drawing/2014/main" id="{136A246C-0788-4928-B75B-F29F4EFDE0A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984" y="1325"/>
              <a:ext cx="205" cy="21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2499" name="Line 163">
              <a:extLst>
                <a:ext uri="{FF2B5EF4-FFF2-40B4-BE49-F238E27FC236}">
                  <a16:creationId xmlns:a16="http://schemas.microsoft.com/office/drawing/2014/main" id="{E9E25684-0FBA-4D1D-A473-66753CA17F7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081" y="1217"/>
              <a:ext cx="109" cy="11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2500" name="Line 164">
              <a:extLst>
                <a:ext uri="{FF2B5EF4-FFF2-40B4-BE49-F238E27FC236}">
                  <a16:creationId xmlns:a16="http://schemas.microsoft.com/office/drawing/2014/main" id="{2E84DFE7-B65F-4B3F-9F6B-1F6E90FA438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081" y="1151"/>
              <a:ext cx="69" cy="7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2501" name="Line 165">
              <a:extLst>
                <a:ext uri="{FF2B5EF4-FFF2-40B4-BE49-F238E27FC236}">
                  <a16:creationId xmlns:a16="http://schemas.microsoft.com/office/drawing/2014/main" id="{D87D3106-A90D-439E-817D-483E06000BC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785" y="1531"/>
              <a:ext cx="58" cy="6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2502" name="Line 166">
              <a:extLst>
                <a:ext uri="{FF2B5EF4-FFF2-40B4-BE49-F238E27FC236}">
                  <a16:creationId xmlns:a16="http://schemas.microsoft.com/office/drawing/2014/main" id="{5CFB0D82-F99D-4281-AEEF-C1663A5A980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742" y="1460"/>
              <a:ext cx="66" cy="68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2503" name="Line 167">
              <a:extLst>
                <a:ext uri="{FF2B5EF4-FFF2-40B4-BE49-F238E27FC236}">
                  <a16:creationId xmlns:a16="http://schemas.microsoft.com/office/drawing/2014/main" id="{AA8B97E0-D521-4BD1-926B-F7659D597F4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39" y="1535"/>
              <a:ext cx="54" cy="56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2504" name="Line 168">
              <a:extLst>
                <a:ext uri="{FF2B5EF4-FFF2-40B4-BE49-F238E27FC236}">
                  <a16:creationId xmlns:a16="http://schemas.microsoft.com/office/drawing/2014/main" id="{EE7B8C8A-0BAB-46AA-8809-CAE459BB30B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609" y="1456"/>
              <a:ext cx="132" cy="135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2505" name="Line 169">
              <a:extLst>
                <a:ext uri="{FF2B5EF4-FFF2-40B4-BE49-F238E27FC236}">
                  <a16:creationId xmlns:a16="http://schemas.microsoft.com/office/drawing/2014/main" id="{EB8F9921-FBE3-47D6-B805-8401C287FF0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710" y="1464"/>
              <a:ext cx="128" cy="13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2506" name="Freeform 170">
              <a:extLst>
                <a:ext uri="{FF2B5EF4-FFF2-40B4-BE49-F238E27FC236}">
                  <a16:creationId xmlns:a16="http://schemas.microsoft.com/office/drawing/2014/main" id="{631D71C1-5457-4CBC-B660-8BCAA89CDD04}"/>
                </a:ext>
              </a:extLst>
            </p:cNvPr>
            <p:cNvSpPr>
              <a:spLocks/>
            </p:cNvSpPr>
            <p:nvPr/>
          </p:nvSpPr>
          <p:spPr bwMode="auto">
            <a:xfrm>
              <a:off x="4819" y="1457"/>
              <a:ext cx="133" cy="134"/>
            </a:xfrm>
            <a:custGeom>
              <a:avLst/>
              <a:gdLst>
                <a:gd name="T0" fmla="*/ 0 w 164"/>
                <a:gd name="T1" fmla="*/ 162 h 162"/>
                <a:gd name="T2" fmla="*/ 164 w 164"/>
                <a:gd name="T3" fmla="*/ 0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64" h="162">
                  <a:moveTo>
                    <a:pt x="0" y="162"/>
                  </a:moveTo>
                  <a:lnTo>
                    <a:pt x="164" y="0"/>
                  </a:lnTo>
                </a:path>
              </a:pathLst>
            </a:cu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2507" name="Line 171">
              <a:extLst>
                <a:ext uri="{FF2B5EF4-FFF2-40B4-BE49-F238E27FC236}">
                  <a16:creationId xmlns:a16="http://schemas.microsoft.com/office/drawing/2014/main" id="{24FC68AA-7289-4D38-949D-71C104E70EB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917" y="1468"/>
              <a:ext cx="120" cy="123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2508" name="Line 172">
              <a:extLst>
                <a:ext uri="{FF2B5EF4-FFF2-40B4-BE49-F238E27FC236}">
                  <a16:creationId xmlns:a16="http://schemas.microsoft.com/office/drawing/2014/main" id="{2210B554-27C0-4786-8EB7-2904503A938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030" y="1555"/>
              <a:ext cx="26" cy="2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2509" name="Line 173">
              <a:extLst>
                <a:ext uri="{FF2B5EF4-FFF2-40B4-BE49-F238E27FC236}">
                  <a16:creationId xmlns:a16="http://schemas.microsoft.com/office/drawing/2014/main" id="{69C91E99-A573-4A63-91F9-5D56188BAE2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606" y="1389"/>
              <a:ext cx="100" cy="10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2510" name="Freeform 174">
              <a:extLst>
                <a:ext uri="{FF2B5EF4-FFF2-40B4-BE49-F238E27FC236}">
                  <a16:creationId xmlns:a16="http://schemas.microsoft.com/office/drawing/2014/main" id="{CD83A817-AAB1-41E2-96DC-C3F63D4422E2}"/>
                </a:ext>
              </a:extLst>
            </p:cNvPr>
            <p:cNvSpPr>
              <a:spLocks/>
            </p:cNvSpPr>
            <p:nvPr/>
          </p:nvSpPr>
          <p:spPr bwMode="auto">
            <a:xfrm>
              <a:off x="4606" y="1271"/>
              <a:ext cx="110" cy="114"/>
            </a:xfrm>
            <a:custGeom>
              <a:avLst/>
              <a:gdLst>
                <a:gd name="T0" fmla="*/ 0 w 136"/>
                <a:gd name="T1" fmla="*/ 138 h 138"/>
                <a:gd name="T2" fmla="*/ 136 w 136"/>
                <a:gd name="T3" fmla="*/ 0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36" h="138">
                  <a:moveTo>
                    <a:pt x="0" y="138"/>
                  </a:moveTo>
                  <a:lnTo>
                    <a:pt x="136" y="0"/>
                  </a:lnTo>
                </a:path>
              </a:pathLst>
            </a:cu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2511" name="Freeform 175">
              <a:extLst>
                <a:ext uri="{FF2B5EF4-FFF2-40B4-BE49-F238E27FC236}">
                  <a16:creationId xmlns:a16="http://schemas.microsoft.com/office/drawing/2014/main" id="{4F61FF6F-8A39-437D-BC0A-FCA53007DC9C}"/>
                </a:ext>
              </a:extLst>
            </p:cNvPr>
            <p:cNvSpPr>
              <a:spLocks/>
            </p:cNvSpPr>
            <p:nvPr/>
          </p:nvSpPr>
          <p:spPr bwMode="auto">
            <a:xfrm>
              <a:off x="4604" y="1162"/>
              <a:ext cx="112" cy="121"/>
            </a:xfrm>
            <a:custGeom>
              <a:avLst/>
              <a:gdLst>
                <a:gd name="T0" fmla="*/ 0 w 138"/>
                <a:gd name="T1" fmla="*/ 146 h 146"/>
                <a:gd name="T2" fmla="*/ 138 w 138"/>
                <a:gd name="T3" fmla="*/ 0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38" h="146">
                  <a:moveTo>
                    <a:pt x="0" y="146"/>
                  </a:moveTo>
                  <a:lnTo>
                    <a:pt x="138" y="0"/>
                  </a:lnTo>
                </a:path>
              </a:pathLst>
            </a:cu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2512" name="Line 176">
              <a:extLst>
                <a:ext uri="{FF2B5EF4-FFF2-40B4-BE49-F238E27FC236}">
                  <a16:creationId xmlns:a16="http://schemas.microsoft.com/office/drawing/2014/main" id="{000440AB-2574-4DBA-91F8-0B89F506248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609" y="1150"/>
              <a:ext cx="32" cy="3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2513" name="Text Box 177">
              <a:extLst>
                <a:ext uri="{FF2B5EF4-FFF2-40B4-BE49-F238E27FC236}">
                  <a16:creationId xmlns:a16="http://schemas.microsoft.com/office/drawing/2014/main" id="{211BABF5-65FB-4C57-B302-A8DCDBD18C0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47" y="828"/>
              <a:ext cx="50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i="1">
                  <a:latin typeface="宋体" panose="02010600030101010101" pitchFamily="2" charset="-122"/>
                </a:rPr>
                <a:t>B</a:t>
              </a:r>
              <a:r>
                <a:rPr lang="zh-CN" altLang="en-US"/>
                <a:t>－</a:t>
              </a:r>
              <a:r>
                <a:rPr lang="en-US" altLang="zh-CN" i="1">
                  <a:latin typeface="宋体" panose="02010600030101010101" pitchFamily="2" charset="-122"/>
                </a:rPr>
                <a:t>B</a:t>
              </a:r>
              <a:endParaRPr lang="en-US" altLang="zh-CN"/>
            </a:p>
          </p:txBody>
        </p:sp>
        <p:sp>
          <p:nvSpPr>
            <p:cNvPr id="142514" name="Line 178">
              <a:extLst>
                <a:ext uri="{FF2B5EF4-FFF2-40B4-BE49-F238E27FC236}">
                  <a16:creationId xmlns:a16="http://schemas.microsoft.com/office/drawing/2014/main" id="{85BBDCB5-BC96-4625-A56F-F839877DC93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10" y="1175"/>
              <a:ext cx="342" cy="29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2515" name="Line 179">
              <a:extLst>
                <a:ext uri="{FF2B5EF4-FFF2-40B4-BE49-F238E27FC236}">
                  <a16:creationId xmlns:a16="http://schemas.microsoft.com/office/drawing/2014/main" id="{31FBB1DF-3DA0-409E-9846-44922742ABD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744" y="1175"/>
              <a:ext cx="334" cy="30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2516" name="Line 180">
              <a:extLst>
                <a:ext uri="{FF2B5EF4-FFF2-40B4-BE49-F238E27FC236}">
                  <a16:creationId xmlns:a16="http://schemas.microsoft.com/office/drawing/2014/main" id="{214FEE5A-5D26-44EA-AC45-78CAC2FF151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80" y="1409"/>
              <a:ext cx="0" cy="229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142340" name="AutoShape 4">
            <a:extLst>
              <a:ext uri="{FF2B5EF4-FFF2-40B4-BE49-F238E27FC236}">
                <a16:creationId xmlns:a16="http://schemas.microsoft.com/office/drawing/2014/main" id="{3C81ACF6-EB2C-4B33-AAEA-79E9435113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05300" y="874713"/>
            <a:ext cx="1908175" cy="1023937"/>
          </a:xfrm>
          <a:prstGeom prst="wedgeRoundRectCallout">
            <a:avLst>
              <a:gd name="adj1" fmla="val 48338"/>
              <a:gd name="adj2" fmla="val 98306"/>
              <a:gd name="adj3" fmla="val 16667"/>
            </a:avLst>
          </a:prstGeom>
          <a:solidFill>
            <a:srgbClr val="66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l" eaLnBrk="1" hangingPunct="1"/>
            <a:r>
              <a:rPr lang="zh-CN" altLang="en-US" sz="2800"/>
              <a:t>孔未剖到画成剖到</a:t>
            </a:r>
          </a:p>
        </p:txBody>
      </p:sp>
      <p:sp>
        <p:nvSpPr>
          <p:cNvPr id="142339" name="AutoShape 3">
            <a:extLst>
              <a:ext uri="{FF2B5EF4-FFF2-40B4-BE49-F238E27FC236}">
                <a16:creationId xmlns:a16="http://schemas.microsoft.com/office/drawing/2014/main" id="{F3ABEADB-C729-4A7A-946D-17B9ADFE53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4038" y="871538"/>
            <a:ext cx="1958975" cy="933450"/>
          </a:xfrm>
          <a:prstGeom prst="wedgeRoundRectCallout">
            <a:avLst>
              <a:gd name="adj1" fmla="val 48704"/>
              <a:gd name="adj2" fmla="val 82315"/>
              <a:gd name="adj3" fmla="val 16667"/>
            </a:avLst>
          </a:prstGeom>
          <a:solidFill>
            <a:srgbClr val="FFFF00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1" hangingPunct="1">
              <a:lnSpc>
                <a:spcPct val="90000"/>
              </a:lnSpc>
            </a:pPr>
            <a:r>
              <a:rPr lang="zh-CN" altLang="en-US" sz="2800"/>
              <a:t>肋不对称画成对称</a:t>
            </a:r>
          </a:p>
        </p:txBody>
      </p:sp>
    </p:spTree>
  </p:cSld>
  <p:clrMapOvr>
    <a:masterClrMapping/>
  </p:clrMapOvr>
  <p:transition spd="med">
    <p:cover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23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23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23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23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23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423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2341" grpId="0" autoUpdateAnimBg="0"/>
      <p:bldP spid="142340" grpId="0" animBg="1" autoUpdateAnimBg="0"/>
      <p:bldP spid="142339" grpId="0" animBg="1" autoUpdateAnimBg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4386" name="Group 2">
            <a:extLst>
              <a:ext uri="{FF2B5EF4-FFF2-40B4-BE49-F238E27FC236}">
                <a16:creationId xmlns:a16="http://schemas.microsoft.com/office/drawing/2014/main" id="{D4AE8C47-E354-4FA9-A5EE-E444A6C7686E}"/>
              </a:ext>
            </a:extLst>
          </p:cNvPr>
          <p:cNvGrpSpPr>
            <a:grpSpLocks/>
          </p:cNvGrpSpPr>
          <p:nvPr/>
        </p:nvGrpSpPr>
        <p:grpSpPr bwMode="auto">
          <a:xfrm>
            <a:off x="2209800" y="3560763"/>
            <a:ext cx="1778000" cy="473075"/>
            <a:chOff x="1392" y="1947"/>
            <a:chExt cx="1120" cy="298"/>
          </a:xfrm>
        </p:grpSpPr>
        <p:sp>
          <p:nvSpPr>
            <p:cNvPr id="144387" name="Line 3">
              <a:extLst>
                <a:ext uri="{FF2B5EF4-FFF2-40B4-BE49-F238E27FC236}">
                  <a16:creationId xmlns:a16="http://schemas.microsoft.com/office/drawing/2014/main" id="{6D29737E-7AA8-45B1-8F9C-7D6C9BC8B92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92" y="1947"/>
              <a:ext cx="0" cy="298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4388" name="Line 4">
              <a:extLst>
                <a:ext uri="{FF2B5EF4-FFF2-40B4-BE49-F238E27FC236}">
                  <a16:creationId xmlns:a16="http://schemas.microsoft.com/office/drawing/2014/main" id="{D142116A-1BEC-4CAD-A29F-7CC22003414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12" y="2012"/>
              <a:ext cx="0" cy="226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4389" name="Line 5">
              <a:extLst>
                <a:ext uri="{FF2B5EF4-FFF2-40B4-BE49-F238E27FC236}">
                  <a16:creationId xmlns:a16="http://schemas.microsoft.com/office/drawing/2014/main" id="{E53A48AB-7D0F-4D43-9891-4487DB179AA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92" y="2207"/>
              <a:ext cx="1120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 type="triangle" w="sm" len="lg"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4390" name="Text Box 6">
              <a:extLst>
                <a:ext uri="{FF2B5EF4-FFF2-40B4-BE49-F238E27FC236}">
                  <a16:creationId xmlns:a16="http://schemas.microsoft.com/office/drawing/2014/main" id="{58209001-BF56-4DBE-8C27-1C6BAF6C7D3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93" y="1950"/>
              <a:ext cx="60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eaLnBrk="1" hangingPunct="1"/>
              <a:r>
                <a:rPr lang="zh-CN" altLang="en-US"/>
                <a:t>实长</a:t>
              </a:r>
            </a:p>
          </p:txBody>
        </p:sp>
      </p:grpSp>
      <p:grpSp>
        <p:nvGrpSpPr>
          <p:cNvPr id="144391" name="Group 7">
            <a:extLst>
              <a:ext uri="{FF2B5EF4-FFF2-40B4-BE49-F238E27FC236}">
                <a16:creationId xmlns:a16="http://schemas.microsoft.com/office/drawing/2014/main" id="{3E30F427-D986-4762-8D90-8C25D79549EF}"/>
              </a:ext>
            </a:extLst>
          </p:cNvPr>
          <p:cNvGrpSpPr>
            <a:grpSpLocks/>
          </p:cNvGrpSpPr>
          <p:nvPr/>
        </p:nvGrpSpPr>
        <p:grpSpPr bwMode="auto">
          <a:xfrm>
            <a:off x="1181100" y="5430838"/>
            <a:ext cx="4294188" cy="674687"/>
            <a:chOff x="744" y="3153"/>
            <a:chExt cx="2705" cy="425"/>
          </a:xfrm>
        </p:grpSpPr>
        <p:sp>
          <p:nvSpPr>
            <p:cNvPr id="144392" name="Line 8">
              <a:extLst>
                <a:ext uri="{FF2B5EF4-FFF2-40B4-BE49-F238E27FC236}">
                  <a16:creationId xmlns:a16="http://schemas.microsoft.com/office/drawing/2014/main" id="{64FF3FDB-D0E1-493F-883D-5EA09BF1E84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4" y="3153"/>
              <a:ext cx="1" cy="42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4393" name="Freeform 9">
              <a:extLst>
                <a:ext uri="{FF2B5EF4-FFF2-40B4-BE49-F238E27FC236}">
                  <a16:creationId xmlns:a16="http://schemas.microsoft.com/office/drawing/2014/main" id="{354A595D-B854-4D90-8E19-150565C1E0CB}"/>
                </a:ext>
              </a:extLst>
            </p:cNvPr>
            <p:cNvSpPr>
              <a:spLocks/>
            </p:cNvSpPr>
            <p:nvPr/>
          </p:nvSpPr>
          <p:spPr bwMode="auto">
            <a:xfrm>
              <a:off x="3447" y="3157"/>
              <a:ext cx="1" cy="421"/>
            </a:xfrm>
            <a:custGeom>
              <a:avLst/>
              <a:gdLst>
                <a:gd name="T0" fmla="*/ 0 w 1"/>
                <a:gd name="T1" fmla="*/ 0 h 421"/>
                <a:gd name="T2" fmla="*/ 0 w 1"/>
                <a:gd name="T3" fmla="*/ 421 h 4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421">
                  <a:moveTo>
                    <a:pt x="0" y="0"/>
                  </a:moveTo>
                  <a:lnTo>
                    <a:pt x="0" y="421"/>
                  </a:lnTo>
                </a:path>
              </a:pathLst>
            </a:custGeom>
            <a:noFill/>
            <a:ln w="19050" cmpd="sng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4394" name="Line 10">
              <a:extLst>
                <a:ext uri="{FF2B5EF4-FFF2-40B4-BE49-F238E27FC236}">
                  <a16:creationId xmlns:a16="http://schemas.microsoft.com/office/drawing/2014/main" id="{949F53E9-0D23-441E-87D1-487B41E1356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4" y="3540"/>
              <a:ext cx="2705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 type="triangle" w="sm" len="lg"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4395" name="Text Box 11">
              <a:extLst>
                <a:ext uri="{FF2B5EF4-FFF2-40B4-BE49-F238E27FC236}">
                  <a16:creationId xmlns:a16="http://schemas.microsoft.com/office/drawing/2014/main" id="{B7B68CD4-EE18-4290-B95F-BC281D8B63F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60" y="3274"/>
              <a:ext cx="68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eaLnBrk="1" hangingPunct="1"/>
              <a:r>
                <a:rPr lang="zh-CN" altLang="en-US"/>
                <a:t>实长</a:t>
              </a:r>
            </a:p>
          </p:txBody>
        </p:sp>
      </p:grpSp>
      <p:sp>
        <p:nvSpPr>
          <p:cNvPr id="144396" name="Text Box 12">
            <a:extLst>
              <a:ext uri="{FF2B5EF4-FFF2-40B4-BE49-F238E27FC236}">
                <a16:creationId xmlns:a16="http://schemas.microsoft.com/office/drawing/2014/main" id="{805137AF-F4E8-42F6-AC72-3946B52446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36129" y="-28574"/>
            <a:ext cx="4054475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en-US" altLang="zh-CN" sz="3200" dirty="0">
                <a:solidFill>
                  <a:schemeClr val="bg1"/>
                </a:solidFill>
                <a:latin typeface="宋体" panose="02010600030101010101" pitchFamily="2" charset="-122"/>
              </a:rPr>
              <a:t>3.</a:t>
            </a:r>
            <a:r>
              <a:rPr lang="zh-CN" altLang="en-US" sz="3200" dirty="0">
                <a:solidFill>
                  <a:schemeClr val="bg1"/>
                </a:solidFill>
                <a:latin typeface="宋体" panose="02010600030101010101" pitchFamily="2" charset="-122"/>
              </a:rPr>
              <a:t>断裂画法</a:t>
            </a:r>
          </a:p>
        </p:txBody>
      </p:sp>
      <p:sp>
        <p:nvSpPr>
          <p:cNvPr id="144397" name="Text Box 13">
            <a:extLst>
              <a:ext uri="{FF2B5EF4-FFF2-40B4-BE49-F238E27FC236}">
                <a16:creationId xmlns:a16="http://schemas.microsoft.com/office/drawing/2014/main" id="{0930FB09-4C67-42F0-B55A-DF9E1770EA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5025" y="573088"/>
            <a:ext cx="7669213" cy="2041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l" eaLnBrk="1" hangingPunct="1"/>
            <a:r>
              <a:rPr lang="en-US" altLang="zh-CN" sz="3200">
                <a:latin typeface="宋体" panose="02010600030101010101" pitchFamily="2" charset="-122"/>
              </a:rPr>
              <a:t>    </a:t>
            </a:r>
            <a:r>
              <a:rPr lang="zh-CN" altLang="en-US" sz="3200">
                <a:latin typeface="宋体" panose="02010600030101010101" pitchFamily="2" charset="-122"/>
              </a:rPr>
              <a:t>轴、杆类较长的机件，当沿长度方向形状相同或按一定规律变化时，允许断开画出。断裂边界用波浪线、双折线或细双点画线表示。</a:t>
            </a:r>
          </a:p>
        </p:txBody>
      </p:sp>
      <p:sp>
        <p:nvSpPr>
          <p:cNvPr id="144398" name="Text Box 14">
            <a:extLst>
              <a:ext uri="{FF2B5EF4-FFF2-40B4-BE49-F238E27FC236}">
                <a16:creationId xmlns:a16="http://schemas.microsoft.com/office/drawing/2014/main" id="{EA10780B-D14F-416D-BE38-BF7A6E1C6B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26075" y="2797175"/>
            <a:ext cx="3270250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l" eaLnBrk="1" hangingPunct="1"/>
            <a:r>
              <a:rPr lang="zh-CN" altLang="en-US" sz="3200">
                <a:solidFill>
                  <a:srgbClr val="FF0000"/>
                </a:solidFill>
                <a:latin typeface="宋体" panose="02010600030101010101" pitchFamily="2" charset="-122"/>
              </a:rPr>
              <a:t>标注尺寸时，仍注实际尺寸。</a:t>
            </a:r>
          </a:p>
        </p:txBody>
      </p:sp>
      <p:grpSp>
        <p:nvGrpSpPr>
          <p:cNvPr id="144458" name="Group 74">
            <a:extLst>
              <a:ext uri="{FF2B5EF4-FFF2-40B4-BE49-F238E27FC236}">
                <a16:creationId xmlns:a16="http://schemas.microsoft.com/office/drawing/2014/main" id="{D208E0B2-3965-42DB-ACEB-1EB98FA308BE}"/>
              </a:ext>
            </a:extLst>
          </p:cNvPr>
          <p:cNvGrpSpPr>
            <a:grpSpLocks/>
          </p:cNvGrpSpPr>
          <p:nvPr/>
        </p:nvGrpSpPr>
        <p:grpSpPr bwMode="auto">
          <a:xfrm>
            <a:off x="1784350" y="2728913"/>
            <a:ext cx="2776538" cy="1697037"/>
            <a:chOff x="1124" y="1423"/>
            <a:chExt cx="1749" cy="1069"/>
          </a:xfrm>
        </p:grpSpPr>
        <p:sp>
          <p:nvSpPr>
            <p:cNvPr id="144400" name="Text Box 16">
              <a:extLst>
                <a:ext uri="{FF2B5EF4-FFF2-40B4-BE49-F238E27FC236}">
                  <a16:creationId xmlns:a16="http://schemas.microsoft.com/office/drawing/2014/main" id="{A540026B-5E4E-4552-BF29-AEC77CA8D17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57" y="2204"/>
              <a:ext cx="166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l" eaLnBrk="1" hangingPunct="1"/>
              <a:r>
                <a:rPr lang="zh-CN" altLang="en-US"/>
                <a:t>拉杆轴套断开画法</a:t>
              </a:r>
            </a:p>
          </p:txBody>
        </p:sp>
        <p:grpSp>
          <p:nvGrpSpPr>
            <p:cNvPr id="144457" name="Group 73">
              <a:extLst>
                <a:ext uri="{FF2B5EF4-FFF2-40B4-BE49-F238E27FC236}">
                  <a16:creationId xmlns:a16="http://schemas.microsoft.com/office/drawing/2014/main" id="{E69541E5-0031-4016-B379-ED12CD95B83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24" y="1423"/>
              <a:ext cx="1749" cy="646"/>
              <a:chOff x="1124" y="1423"/>
              <a:chExt cx="1749" cy="646"/>
            </a:xfrm>
          </p:grpSpPr>
          <p:sp>
            <p:nvSpPr>
              <p:cNvPr id="144402" name="Oval 18">
                <a:extLst>
                  <a:ext uri="{FF2B5EF4-FFF2-40B4-BE49-F238E27FC236}">
                    <a16:creationId xmlns:a16="http://schemas.microsoft.com/office/drawing/2014/main" id="{E298A442-B9A5-4FAC-AC45-5465DC6F04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83" y="1649"/>
                <a:ext cx="222" cy="222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44403" name="Oval 19">
                <a:extLst>
                  <a:ext uri="{FF2B5EF4-FFF2-40B4-BE49-F238E27FC236}">
                    <a16:creationId xmlns:a16="http://schemas.microsoft.com/office/drawing/2014/main" id="{34A2491F-A63B-40EF-81D2-37D99F5D6D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44" y="1488"/>
                <a:ext cx="534" cy="522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44404" name="Line 20">
                <a:extLst>
                  <a:ext uri="{FF2B5EF4-FFF2-40B4-BE49-F238E27FC236}">
                    <a16:creationId xmlns:a16="http://schemas.microsoft.com/office/drawing/2014/main" id="{6B7087D5-F2ED-4507-A386-9A68473B9CF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24" y="1755"/>
                <a:ext cx="1749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prstDash val="lgDash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44405" name="Line 21">
                <a:extLst>
                  <a:ext uri="{FF2B5EF4-FFF2-40B4-BE49-F238E27FC236}">
                    <a16:creationId xmlns:a16="http://schemas.microsoft.com/office/drawing/2014/main" id="{A714EC4A-4F5A-4D37-96EA-1B6CFFD40FA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14" y="1423"/>
                <a:ext cx="0" cy="646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prstDash val="lgDash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44406" name="Line 22">
                <a:extLst>
                  <a:ext uri="{FF2B5EF4-FFF2-40B4-BE49-F238E27FC236}">
                    <a16:creationId xmlns:a16="http://schemas.microsoft.com/office/drawing/2014/main" id="{E01AB763-B2B2-4BB6-B6F4-2CB91D5D750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49" y="1611"/>
                <a:ext cx="0" cy="25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44407" name="Line 23">
                <a:extLst>
                  <a:ext uri="{FF2B5EF4-FFF2-40B4-BE49-F238E27FC236}">
                    <a16:creationId xmlns:a16="http://schemas.microsoft.com/office/drawing/2014/main" id="{14801CCC-EFE2-4D59-8E9A-26134D473D9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999" y="1488"/>
                <a:ext cx="481" cy="32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44408" name="Line 24">
                <a:extLst>
                  <a:ext uri="{FF2B5EF4-FFF2-40B4-BE49-F238E27FC236}">
                    <a16:creationId xmlns:a16="http://schemas.microsoft.com/office/drawing/2014/main" id="{65E3AECF-FEA5-4CA2-BA34-DFF85008936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00" y="1986"/>
                <a:ext cx="480" cy="24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44409" name="Line 25">
                <a:extLst>
                  <a:ext uri="{FF2B5EF4-FFF2-40B4-BE49-F238E27FC236}">
                    <a16:creationId xmlns:a16="http://schemas.microsoft.com/office/drawing/2014/main" id="{12506F01-2C17-4E3C-B7A6-49E6ED9020F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994" y="1583"/>
                <a:ext cx="107" cy="15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44410" name="Line 26">
                <a:extLst>
                  <a:ext uri="{FF2B5EF4-FFF2-40B4-BE49-F238E27FC236}">
                    <a16:creationId xmlns:a16="http://schemas.microsoft.com/office/drawing/2014/main" id="{52FD3813-04F8-40A3-823E-5BB05F2E174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96" y="1899"/>
                <a:ext cx="100" cy="1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44411" name="Line 27">
                <a:extLst>
                  <a:ext uri="{FF2B5EF4-FFF2-40B4-BE49-F238E27FC236}">
                    <a16:creationId xmlns:a16="http://schemas.microsoft.com/office/drawing/2014/main" id="{D32BB471-FEB9-42D2-B4A5-73BBE62B84B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716" y="1624"/>
                <a:ext cx="157" cy="17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44412" name="Line 28">
                <a:extLst>
                  <a:ext uri="{FF2B5EF4-FFF2-40B4-BE49-F238E27FC236}">
                    <a16:creationId xmlns:a16="http://schemas.microsoft.com/office/drawing/2014/main" id="{34D48058-2455-41E6-B67C-269662293A7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94" y="1522"/>
                <a:ext cx="0" cy="497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prstDash val="lgDash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44413" name="Line 29">
                <a:extLst>
                  <a:ext uri="{FF2B5EF4-FFF2-40B4-BE49-F238E27FC236}">
                    <a16:creationId xmlns:a16="http://schemas.microsoft.com/office/drawing/2014/main" id="{B9E4923A-A412-4BC6-BAEF-954EAD82240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89" y="1671"/>
                <a:ext cx="0" cy="168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44414" name="Line 30">
                <a:extLst>
                  <a:ext uri="{FF2B5EF4-FFF2-40B4-BE49-F238E27FC236}">
                    <a16:creationId xmlns:a16="http://schemas.microsoft.com/office/drawing/2014/main" id="{9AB58C6B-052C-45C3-BD6D-0D0097D92A0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392" y="1544"/>
                <a:ext cx="484" cy="36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44415" name="Line 31">
                <a:extLst>
                  <a:ext uri="{FF2B5EF4-FFF2-40B4-BE49-F238E27FC236}">
                    <a16:creationId xmlns:a16="http://schemas.microsoft.com/office/drawing/2014/main" id="{F7DDF6C9-89EC-45A2-9951-9BB3A119163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97" y="1935"/>
                <a:ext cx="477" cy="29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44416" name="Line 32">
                <a:extLst>
                  <a:ext uri="{FF2B5EF4-FFF2-40B4-BE49-F238E27FC236}">
                    <a16:creationId xmlns:a16="http://schemas.microsoft.com/office/drawing/2014/main" id="{B9584545-2868-4004-8B7D-1D609795439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28" y="1867"/>
                <a:ext cx="144" cy="15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44417" name="Freeform 33">
                <a:extLst>
                  <a:ext uri="{FF2B5EF4-FFF2-40B4-BE49-F238E27FC236}">
                    <a16:creationId xmlns:a16="http://schemas.microsoft.com/office/drawing/2014/main" id="{977C350B-5447-40A1-A5CC-C057F8C41FA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88" y="1637"/>
                <a:ext cx="38" cy="43"/>
              </a:xfrm>
              <a:custGeom>
                <a:avLst/>
                <a:gdLst>
                  <a:gd name="T0" fmla="*/ 38 w 38"/>
                  <a:gd name="T1" fmla="*/ 0 h 43"/>
                  <a:gd name="T2" fmla="*/ 16 w 38"/>
                  <a:gd name="T3" fmla="*/ 10 h 43"/>
                  <a:gd name="T4" fmla="*/ 5 w 38"/>
                  <a:gd name="T5" fmla="*/ 21 h 43"/>
                  <a:gd name="T6" fmla="*/ 0 w 38"/>
                  <a:gd name="T7" fmla="*/ 43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8" h="43">
                    <a:moveTo>
                      <a:pt x="38" y="0"/>
                    </a:moveTo>
                    <a:cubicBezTo>
                      <a:pt x="34" y="1"/>
                      <a:pt x="21" y="7"/>
                      <a:pt x="16" y="10"/>
                    </a:cubicBezTo>
                    <a:cubicBezTo>
                      <a:pt x="11" y="13"/>
                      <a:pt x="8" y="16"/>
                      <a:pt x="5" y="21"/>
                    </a:cubicBezTo>
                    <a:cubicBezTo>
                      <a:pt x="2" y="26"/>
                      <a:pt x="1" y="39"/>
                      <a:pt x="0" y="43"/>
                    </a:cubicBezTo>
                  </a:path>
                </a:pathLst>
              </a:cu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44418" name="Freeform 34">
                <a:extLst>
                  <a:ext uri="{FF2B5EF4-FFF2-40B4-BE49-F238E27FC236}">
                    <a16:creationId xmlns:a16="http://schemas.microsoft.com/office/drawing/2014/main" id="{47C5870C-C3B5-4068-BE0B-85B707803DC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90" y="1824"/>
                <a:ext cx="51" cy="46"/>
              </a:xfrm>
              <a:custGeom>
                <a:avLst/>
                <a:gdLst>
                  <a:gd name="T0" fmla="*/ 0 w 51"/>
                  <a:gd name="T1" fmla="*/ 0 h 46"/>
                  <a:gd name="T2" fmla="*/ 3 w 51"/>
                  <a:gd name="T3" fmla="*/ 25 h 46"/>
                  <a:gd name="T4" fmla="*/ 12 w 51"/>
                  <a:gd name="T5" fmla="*/ 39 h 46"/>
                  <a:gd name="T6" fmla="*/ 27 w 51"/>
                  <a:gd name="T7" fmla="*/ 44 h 46"/>
                  <a:gd name="T8" fmla="*/ 51 w 5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1" h="46">
                    <a:moveTo>
                      <a:pt x="0" y="0"/>
                    </a:moveTo>
                    <a:cubicBezTo>
                      <a:pt x="1" y="4"/>
                      <a:pt x="1" y="18"/>
                      <a:pt x="3" y="25"/>
                    </a:cubicBezTo>
                    <a:cubicBezTo>
                      <a:pt x="5" y="32"/>
                      <a:pt x="8" y="36"/>
                      <a:pt x="12" y="39"/>
                    </a:cubicBezTo>
                    <a:cubicBezTo>
                      <a:pt x="16" y="42"/>
                      <a:pt x="21" y="43"/>
                      <a:pt x="27" y="44"/>
                    </a:cubicBezTo>
                    <a:cubicBezTo>
                      <a:pt x="33" y="45"/>
                      <a:pt x="46" y="46"/>
                      <a:pt x="51" y="46"/>
                    </a:cubicBezTo>
                  </a:path>
                </a:pathLst>
              </a:cu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44419" name="Freeform 35">
                <a:extLst>
                  <a:ext uri="{FF2B5EF4-FFF2-40B4-BE49-F238E27FC236}">
                    <a16:creationId xmlns:a16="http://schemas.microsoft.com/office/drawing/2014/main" id="{710128D7-F751-42DE-9F7A-022AD7C8A65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91" y="1583"/>
                <a:ext cx="58" cy="35"/>
              </a:xfrm>
              <a:custGeom>
                <a:avLst/>
                <a:gdLst>
                  <a:gd name="T0" fmla="*/ 0 w 58"/>
                  <a:gd name="T1" fmla="*/ 0 h 35"/>
                  <a:gd name="T2" fmla="*/ 21 w 58"/>
                  <a:gd name="T3" fmla="*/ 1 h 35"/>
                  <a:gd name="T4" fmla="*/ 39 w 58"/>
                  <a:gd name="T5" fmla="*/ 8 h 35"/>
                  <a:gd name="T6" fmla="*/ 48 w 58"/>
                  <a:gd name="T7" fmla="*/ 14 h 35"/>
                  <a:gd name="T8" fmla="*/ 56 w 58"/>
                  <a:gd name="T9" fmla="*/ 25 h 35"/>
                  <a:gd name="T10" fmla="*/ 58 w 58"/>
                  <a:gd name="T11" fmla="*/ 35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8" h="35">
                    <a:moveTo>
                      <a:pt x="0" y="0"/>
                    </a:moveTo>
                    <a:cubicBezTo>
                      <a:pt x="7" y="0"/>
                      <a:pt x="15" y="0"/>
                      <a:pt x="21" y="1"/>
                    </a:cubicBezTo>
                    <a:cubicBezTo>
                      <a:pt x="27" y="2"/>
                      <a:pt x="35" y="6"/>
                      <a:pt x="39" y="8"/>
                    </a:cubicBezTo>
                    <a:cubicBezTo>
                      <a:pt x="43" y="10"/>
                      <a:pt x="45" y="11"/>
                      <a:pt x="48" y="14"/>
                    </a:cubicBezTo>
                    <a:cubicBezTo>
                      <a:pt x="51" y="17"/>
                      <a:pt x="54" y="22"/>
                      <a:pt x="56" y="25"/>
                    </a:cubicBezTo>
                    <a:cubicBezTo>
                      <a:pt x="58" y="28"/>
                      <a:pt x="58" y="31"/>
                      <a:pt x="58" y="35"/>
                    </a:cubicBezTo>
                  </a:path>
                </a:pathLst>
              </a:cu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44420" name="Freeform 36">
                <a:extLst>
                  <a:ext uri="{FF2B5EF4-FFF2-40B4-BE49-F238E27FC236}">
                    <a16:creationId xmlns:a16="http://schemas.microsoft.com/office/drawing/2014/main" id="{3236C3D2-F9CD-433F-B1D3-B1143B9D3E5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88" y="1853"/>
                <a:ext cx="62" cy="57"/>
              </a:xfrm>
              <a:custGeom>
                <a:avLst/>
                <a:gdLst>
                  <a:gd name="T0" fmla="*/ 0 w 62"/>
                  <a:gd name="T1" fmla="*/ 53 h 57"/>
                  <a:gd name="T2" fmla="*/ 17 w 62"/>
                  <a:gd name="T3" fmla="*/ 56 h 57"/>
                  <a:gd name="T4" fmla="*/ 41 w 62"/>
                  <a:gd name="T5" fmla="*/ 48 h 57"/>
                  <a:gd name="T6" fmla="*/ 56 w 62"/>
                  <a:gd name="T7" fmla="*/ 34 h 57"/>
                  <a:gd name="T8" fmla="*/ 61 w 62"/>
                  <a:gd name="T9" fmla="*/ 22 h 57"/>
                  <a:gd name="T10" fmla="*/ 61 w 62"/>
                  <a:gd name="T11" fmla="*/ 0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2" h="57">
                    <a:moveTo>
                      <a:pt x="0" y="53"/>
                    </a:moveTo>
                    <a:cubicBezTo>
                      <a:pt x="4" y="55"/>
                      <a:pt x="9" y="57"/>
                      <a:pt x="17" y="56"/>
                    </a:cubicBezTo>
                    <a:cubicBezTo>
                      <a:pt x="24" y="55"/>
                      <a:pt x="35" y="52"/>
                      <a:pt x="41" y="48"/>
                    </a:cubicBezTo>
                    <a:cubicBezTo>
                      <a:pt x="48" y="44"/>
                      <a:pt x="53" y="38"/>
                      <a:pt x="56" y="34"/>
                    </a:cubicBezTo>
                    <a:cubicBezTo>
                      <a:pt x="59" y="30"/>
                      <a:pt x="60" y="28"/>
                      <a:pt x="61" y="22"/>
                    </a:cubicBezTo>
                    <a:cubicBezTo>
                      <a:pt x="62" y="16"/>
                      <a:pt x="61" y="5"/>
                      <a:pt x="61" y="0"/>
                    </a:cubicBezTo>
                  </a:path>
                </a:pathLst>
              </a:cu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44421" name="Freeform 37">
                <a:extLst>
                  <a:ext uri="{FF2B5EF4-FFF2-40B4-BE49-F238E27FC236}">
                    <a16:creationId xmlns:a16="http://schemas.microsoft.com/office/drawing/2014/main" id="{1ADAAF04-89EE-4AF6-9234-334D79BEE01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46" y="1542"/>
                <a:ext cx="41" cy="422"/>
              </a:xfrm>
              <a:custGeom>
                <a:avLst/>
                <a:gdLst>
                  <a:gd name="T0" fmla="*/ 23 w 41"/>
                  <a:gd name="T1" fmla="*/ 0 h 422"/>
                  <a:gd name="T2" fmla="*/ 37 w 41"/>
                  <a:gd name="T3" fmla="*/ 65 h 422"/>
                  <a:gd name="T4" fmla="*/ 1 w 41"/>
                  <a:gd name="T5" fmla="*/ 174 h 422"/>
                  <a:gd name="T6" fmla="*/ 30 w 41"/>
                  <a:gd name="T7" fmla="*/ 298 h 422"/>
                  <a:gd name="T8" fmla="*/ 23 w 41"/>
                  <a:gd name="T9" fmla="*/ 342 h 422"/>
                  <a:gd name="T10" fmla="*/ 8 w 41"/>
                  <a:gd name="T11" fmla="*/ 385 h 422"/>
                  <a:gd name="T12" fmla="*/ 30 w 41"/>
                  <a:gd name="T13" fmla="*/ 422 h 4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1" h="422">
                    <a:moveTo>
                      <a:pt x="23" y="0"/>
                    </a:moveTo>
                    <a:cubicBezTo>
                      <a:pt x="32" y="18"/>
                      <a:pt x="41" y="36"/>
                      <a:pt x="37" y="65"/>
                    </a:cubicBezTo>
                    <a:cubicBezTo>
                      <a:pt x="33" y="94"/>
                      <a:pt x="2" y="135"/>
                      <a:pt x="1" y="174"/>
                    </a:cubicBezTo>
                    <a:cubicBezTo>
                      <a:pt x="0" y="213"/>
                      <a:pt x="26" y="270"/>
                      <a:pt x="30" y="298"/>
                    </a:cubicBezTo>
                    <a:cubicBezTo>
                      <a:pt x="34" y="326"/>
                      <a:pt x="27" y="328"/>
                      <a:pt x="23" y="342"/>
                    </a:cubicBezTo>
                    <a:cubicBezTo>
                      <a:pt x="19" y="356"/>
                      <a:pt x="7" y="372"/>
                      <a:pt x="8" y="385"/>
                    </a:cubicBezTo>
                    <a:cubicBezTo>
                      <a:pt x="9" y="398"/>
                      <a:pt x="19" y="410"/>
                      <a:pt x="30" y="422"/>
                    </a:cubicBezTo>
                  </a:path>
                </a:pathLst>
              </a:cu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44422" name="Freeform 38">
                <a:extLst>
                  <a:ext uri="{FF2B5EF4-FFF2-40B4-BE49-F238E27FC236}">
                    <a16:creationId xmlns:a16="http://schemas.microsoft.com/office/drawing/2014/main" id="{8F626DE5-0601-4867-8124-A98A7FB0932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63" y="1513"/>
                <a:ext cx="37" cy="480"/>
              </a:xfrm>
              <a:custGeom>
                <a:avLst/>
                <a:gdLst>
                  <a:gd name="T0" fmla="*/ 30 w 37"/>
                  <a:gd name="T1" fmla="*/ 0 h 480"/>
                  <a:gd name="T2" fmla="*/ 22 w 37"/>
                  <a:gd name="T3" fmla="*/ 36 h 480"/>
                  <a:gd name="T4" fmla="*/ 30 w 37"/>
                  <a:gd name="T5" fmla="*/ 94 h 480"/>
                  <a:gd name="T6" fmla="*/ 30 w 37"/>
                  <a:gd name="T7" fmla="*/ 174 h 480"/>
                  <a:gd name="T8" fmla="*/ 0 w 37"/>
                  <a:gd name="T9" fmla="*/ 269 h 480"/>
                  <a:gd name="T10" fmla="*/ 30 w 37"/>
                  <a:gd name="T11" fmla="*/ 385 h 480"/>
                  <a:gd name="T12" fmla="*/ 15 w 37"/>
                  <a:gd name="T13" fmla="*/ 444 h 480"/>
                  <a:gd name="T14" fmla="*/ 37 w 37"/>
                  <a:gd name="T15" fmla="*/ 480 h 4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7" h="480">
                    <a:moveTo>
                      <a:pt x="30" y="0"/>
                    </a:moveTo>
                    <a:cubicBezTo>
                      <a:pt x="29" y="6"/>
                      <a:pt x="22" y="20"/>
                      <a:pt x="22" y="36"/>
                    </a:cubicBezTo>
                    <a:cubicBezTo>
                      <a:pt x="22" y="52"/>
                      <a:pt x="29" y="71"/>
                      <a:pt x="30" y="94"/>
                    </a:cubicBezTo>
                    <a:cubicBezTo>
                      <a:pt x="31" y="117"/>
                      <a:pt x="35" y="145"/>
                      <a:pt x="30" y="174"/>
                    </a:cubicBezTo>
                    <a:cubicBezTo>
                      <a:pt x="25" y="203"/>
                      <a:pt x="0" y="234"/>
                      <a:pt x="0" y="269"/>
                    </a:cubicBezTo>
                    <a:cubicBezTo>
                      <a:pt x="0" y="304"/>
                      <a:pt x="28" y="356"/>
                      <a:pt x="30" y="385"/>
                    </a:cubicBezTo>
                    <a:cubicBezTo>
                      <a:pt x="32" y="414"/>
                      <a:pt x="14" y="428"/>
                      <a:pt x="15" y="444"/>
                    </a:cubicBezTo>
                    <a:cubicBezTo>
                      <a:pt x="16" y="460"/>
                      <a:pt x="26" y="470"/>
                      <a:pt x="37" y="480"/>
                    </a:cubicBezTo>
                  </a:path>
                </a:pathLst>
              </a:cu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44423" name="Oval 39">
                <a:extLst>
                  <a:ext uri="{FF2B5EF4-FFF2-40B4-BE49-F238E27FC236}">
                    <a16:creationId xmlns:a16="http://schemas.microsoft.com/office/drawing/2014/main" id="{5645767C-0045-47B8-B6A9-283F12FC63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46" y="1584"/>
                <a:ext cx="330" cy="330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44424" name="Oval 40">
                <a:extLst>
                  <a:ext uri="{FF2B5EF4-FFF2-40B4-BE49-F238E27FC236}">
                    <a16:creationId xmlns:a16="http://schemas.microsoft.com/office/drawing/2014/main" id="{50A4228B-8179-4521-9E7D-A54D4942D5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12" y="1578"/>
                <a:ext cx="372" cy="360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</p:grpSp>
      </p:grpSp>
      <p:grpSp>
        <p:nvGrpSpPr>
          <p:cNvPr id="144425" name="Group 41">
            <a:extLst>
              <a:ext uri="{FF2B5EF4-FFF2-40B4-BE49-F238E27FC236}">
                <a16:creationId xmlns:a16="http://schemas.microsoft.com/office/drawing/2014/main" id="{CFA79522-8ACB-447A-80FD-F651544CCB08}"/>
              </a:ext>
            </a:extLst>
          </p:cNvPr>
          <p:cNvGrpSpPr>
            <a:grpSpLocks/>
          </p:cNvGrpSpPr>
          <p:nvPr/>
        </p:nvGrpSpPr>
        <p:grpSpPr bwMode="auto">
          <a:xfrm>
            <a:off x="1089025" y="4651375"/>
            <a:ext cx="4489450" cy="1997075"/>
            <a:chOff x="686" y="2662"/>
            <a:chExt cx="2828" cy="1258"/>
          </a:xfrm>
        </p:grpSpPr>
        <p:grpSp>
          <p:nvGrpSpPr>
            <p:cNvPr id="144426" name="Group 42">
              <a:extLst>
                <a:ext uri="{FF2B5EF4-FFF2-40B4-BE49-F238E27FC236}">
                  <a16:creationId xmlns:a16="http://schemas.microsoft.com/office/drawing/2014/main" id="{0FDCDC1E-C406-4B1E-8134-23ECC7BA96D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86" y="2662"/>
              <a:ext cx="2828" cy="642"/>
              <a:chOff x="686" y="2662"/>
              <a:chExt cx="2828" cy="642"/>
            </a:xfrm>
          </p:grpSpPr>
          <p:sp>
            <p:nvSpPr>
              <p:cNvPr id="144427" name="Line 43">
                <a:extLst>
                  <a:ext uri="{FF2B5EF4-FFF2-40B4-BE49-F238E27FC236}">
                    <a16:creationId xmlns:a16="http://schemas.microsoft.com/office/drawing/2014/main" id="{3016DAD5-C9A2-4B47-B869-982364D7FEE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86" y="2984"/>
                <a:ext cx="2828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prstDash val="lgDash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44428" name="Rectangle 44">
                <a:extLst>
                  <a:ext uri="{FF2B5EF4-FFF2-40B4-BE49-F238E27FC236}">
                    <a16:creationId xmlns:a16="http://schemas.microsoft.com/office/drawing/2014/main" id="{348F3D2F-0FD4-44A2-8EB7-599CBC1689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" y="2749"/>
                <a:ext cx="516" cy="464"/>
              </a:xfrm>
              <a:prstGeom prst="rect">
                <a:avLst/>
              </a:prstGeom>
              <a:noFill/>
              <a:ln w="38100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44429" name="Freeform 45">
                <a:extLst>
                  <a:ext uri="{FF2B5EF4-FFF2-40B4-BE49-F238E27FC236}">
                    <a16:creationId xmlns:a16="http://schemas.microsoft.com/office/drawing/2014/main" id="{53C97FE4-F994-4697-AD1D-1DB20B0358A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46" y="2747"/>
                <a:ext cx="57" cy="58"/>
              </a:xfrm>
              <a:custGeom>
                <a:avLst/>
                <a:gdLst>
                  <a:gd name="T0" fmla="*/ 57 w 57"/>
                  <a:gd name="T1" fmla="*/ 0 h 58"/>
                  <a:gd name="T2" fmla="*/ 0 w 57"/>
                  <a:gd name="T3" fmla="*/ 58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57" h="58">
                    <a:moveTo>
                      <a:pt x="57" y="0"/>
                    </a:moveTo>
                    <a:lnTo>
                      <a:pt x="0" y="58"/>
                    </a:lnTo>
                  </a:path>
                </a:pathLst>
              </a:cu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44430" name="Freeform 46">
                <a:extLst>
                  <a:ext uri="{FF2B5EF4-FFF2-40B4-BE49-F238E27FC236}">
                    <a16:creationId xmlns:a16="http://schemas.microsoft.com/office/drawing/2014/main" id="{14E8A6AF-DEFF-4810-8AEA-57DDE502680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46" y="3157"/>
                <a:ext cx="55" cy="56"/>
              </a:xfrm>
              <a:custGeom>
                <a:avLst/>
                <a:gdLst>
                  <a:gd name="T0" fmla="*/ 55 w 55"/>
                  <a:gd name="T1" fmla="*/ 56 h 56"/>
                  <a:gd name="T2" fmla="*/ 0 w 55"/>
                  <a:gd name="T3" fmla="*/ 0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55" h="56">
                    <a:moveTo>
                      <a:pt x="55" y="56"/>
                    </a:moveTo>
                    <a:lnTo>
                      <a:pt x="0" y="0"/>
                    </a:lnTo>
                  </a:path>
                </a:pathLst>
              </a:cu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44431" name="Line 47">
                <a:extLst>
                  <a:ext uri="{FF2B5EF4-FFF2-40B4-BE49-F238E27FC236}">
                    <a16:creationId xmlns:a16="http://schemas.microsoft.com/office/drawing/2014/main" id="{B3946034-1ECB-447D-B9F5-7E24DB1CE7A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50" y="2795"/>
                <a:ext cx="0" cy="375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44432" name="Line 48">
                <a:extLst>
                  <a:ext uri="{FF2B5EF4-FFF2-40B4-BE49-F238E27FC236}">
                    <a16:creationId xmlns:a16="http://schemas.microsoft.com/office/drawing/2014/main" id="{5B1C72B6-5CED-447A-934A-CCB95900898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24" y="2800"/>
                <a:ext cx="58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44433" name="Line 49">
                <a:extLst>
                  <a:ext uri="{FF2B5EF4-FFF2-40B4-BE49-F238E27FC236}">
                    <a16:creationId xmlns:a16="http://schemas.microsoft.com/office/drawing/2014/main" id="{F8BF26B9-4215-4379-AC94-8727D4776C8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22" y="3159"/>
                <a:ext cx="58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44434" name="Line 50">
                <a:extLst>
                  <a:ext uri="{FF2B5EF4-FFF2-40B4-BE49-F238E27FC236}">
                    <a16:creationId xmlns:a16="http://schemas.microsoft.com/office/drawing/2014/main" id="{156ECAB2-BA82-47E0-9095-B9CFED3CA74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82" y="2706"/>
                <a:ext cx="0" cy="565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44435" name="Line 51">
                <a:extLst>
                  <a:ext uri="{FF2B5EF4-FFF2-40B4-BE49-F238E27FC236}">
                    <a16:creationId xmlns:a16="http://schemas.microsoft.com/office/drawing/2014/main" id="{42EBCFF6-EADA-4E91-95C7-5EF4E74B7AE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82" y="2711"/>
                <a:ext cx="261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44436" name="Line 52">
                <a:extLst>
                  <a:ext uri="{FF2B5EF4-FFF2-40B4-BE49-F238E27FC236}">
                    <a16:creationId xmlns:a16="http://schemas.microsoft.com/office/drawing/2014/main" id="{339B5F3B-E8E2-4356-8A08-5FA4322F912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82" y="3257"/>
                <a:ext cx="261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44437" name="Line 53">
                <a:extLst>
                  <a:ext uri="{FF2B5EF4-FFF2-40B4-BE49-F238E27FC236}">
                    <a16:creationId xmlns:a16="http://schemas.microsoft.com/office/drawing/2014/main" id="{165D91AE-5DB3-47A8-9283-651D16189F9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06" y="2711"/>
                <a:ext cx="224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44438" name="Line 54">
                <a:extLst>
                  <a:ext uri="{FF2B5EF4-FFF2-40B4-BE49-F238E27FC236}">
                    <a16:creationId xmlns:a16="http://schemas.microsoft.com/office/drawing/2014/main" id="{DC1FE354-04C3-4FD9-93A6-4EA2489D4BD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06" y="3257"/>
                <a:ext cx="224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44439" name="Rectangle 55">
                <a:extLst>
                  <a:ext uri="{FF2B5EF4-FFF2-40B4-BE49-F238E27FC236}">
                    <a16:creationId xmlns:a16="http://schemas.microsoft.com/office/drawing/2014/main" id="{6DB90C21-AAF9-4381-AE30-84AB860B4F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86" y="2662"/>
                <a:ext cx="634" cy="642"/>
              </a:xfrm>
              <a:prstGeom prst="rect">
                <a:avLst/>
              </a:prstGeom>
              <a:noFill/>
              <a:ln w="38100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44440" name="Line 56">
                <a:extLst>
                  <a:ext uri="{FF2B5EF4-FFF2-40B4-BE49-F238E27FC236}">
                    <a16:creationId xmlns:a16="http://schemas.microsoft.com/office/drawing/2014/main" id="{67B0D469-B02C-45F0-96E3-E1AF4AC3B24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679" y="2749"/>
                <a:ext cx="263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44441" name="Line 57">
                <a:extLst>
                  <a:ext uri="{FF2B5EF4-FFF2-40B4-BE49-F238E27FC236}">
                    <a16:creationId xmlns:a16="http://schemas.microsoft.com/office/drawing/2014/main" id="{F7A70B1E-971B-4BA7-BCDF-BFD7A61DE2A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679" y="3213"/>
                <a:ext cx="263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44442" name="Line 58">
                <a:extLst>
                  <a:ext uri="{FF2B5EF4-FFF2-40B4-BE49-F238E27FC236}">
                    <a16:creationId xmlns:a16="http://schemas.microsoft.com/office/drawing/2014/main" id="{C2E4C4D6-DB38-4B7B-BFA6-B68FF4F8E57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10" y="2749"/>
                <a:ext cx="374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44443" name="Line 59">
                <a:extLst>
                  <a:ext uri="{FF2B5EF4-FFF2-40B4-BE49-F238E27FC236}">
                    <a16:creationId xmlns:a16="http://schemas.microsoft.com/office/drawing/2014/main" id="{8C2D97FB-628A-43DA-994D-F5CECA5A8D4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10" y="3213"/>
                <a:ext cx="374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44444" name="Line 60">
                <a:extLst>
                  <a:ext uri="{FF2B5EF4-FFF2-40B4-BE49-F238E27FC236}">
                    <a16:creationId xmlns:a16="http://schemas.microsoft.com/office/drawing/2014/main" id="{F8DCE976-3FFA-42B4-9324-0B29BFDE9CA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84" y="2741"/>
                <a:ext cx="0" cy="48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44445" name="Freeform 61">
                <a:extLst>
                  <a:ext uri="{FF2B5EF4-FFF2-40B4-BE49-F238E27FC236}">
                    <a16:creationId xmlns:a16="http://schemas.microsoft.com/office/drawing/2014/main" id="{3C5EE9F2-D793-481C-9EE1-F402E1C231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81" y="2741"/>
                <a:ext cx="65" cy="64"/>
              </a:xfrm>
              <a:custGeom>
                <a:avLst/>
                <a:gdLst>
                  <a:gd name="T0" fmla="*/ 0 w 65"/>
                  <a:gd name="T1" fmla="*/ 0 h 64"/>
                  <a:gd name="T2" fmla="*/ 65 w 65"/>
                  <a:gd name="T3" fmla="*/ 64 h 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65" h="64">
                    <a:moveTo>
                      <a:pt x="0" y="0"/>
                    </a:moveTo>
                    <a:lnTo>
                      <a:pt x="65" y="64"/>
                    </a:lnTo>
                  </a:path>
                </a:pathLst>
              </a:cu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44446" name="Freeform 62">
                <a:extLst>
                  <a:ext uri="{FF2B5EF4-FFF2-40B4-BE49-F238E27FC236}">
                    <a16:creationId xmlns:a16="http://schemas.microsoft.com/office/drawing/2014/main" id="{65A50E8C-565F-44B9-9AD2-56EEB4D2A39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86" y="3151"/>
                <a:ext cx="60" cy="60"/>
              </a:xfrm>
              <a:custGeom>
                <a:avLst/>
                <a:gdLst>
                  <a:gd name="T0" fmla="*/ 0 w 60"/>
                  <a:gd name="T1" fmla="*/ 60 h 60"/>
                  <a:gd name="T2" fmla="*/ 60 w 60"/>
                  <a:gd name="T3" fmla="*/ 0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60" h="60">
                    <a:moveTo>
                      <a:pt x="0" y="60"/>
                    </a:moveTo>
                    <a:lnTo>
                      <a:pt x="60" y="0"/>
                    </a:lnTo>
                  </a:path>
                </a:pathLst>
              </a:cu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44447" name="Line 63">
                <a:extLst>
                  <a:ext uri="{FF2B5EF4-FFF2-40B4-BE49-F238E27FC236}">
                    <a16:creationId xmlns:a16="http://schemas.microsoft.com/office/drawing/2014/main" id="{1E5984BA-ACD7-4BD3-834E-43EE2B6A510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444" y="2799"/>
                <a:ext cx="0" cy="363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44448" name="Freeform 64">
                <a:extLst>
                  <a:ext uri="{FF2B5EF4-FFF2-40B4-BE49-F238E27FC236}">
                    <a16:creationId xmlns:a16="http://schemas.microsoft.com/office/drawing/2014/main" id="{8B0B63E1-28EA-4B66-91E7-DEBAD765A20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22" y="2670"/>
                <a:ext cx="62" cy="41"/>
              </a:xfrm>
              <a:custGeom>
                <a:avLst/>
                <a:gdLst>
                  <a:gd name="T0" fmla="*/ 0 w 62"/>
                  <a:gd name="T1" fmla="*/ 41 h 41"/>
                  <a:gd name="T2" fmla="*/ 26 w 62"/>
                  <a:gd name="T3" fmla="*/ 36 h 41"/>
                  <a:gd name="T4" fmla="*/ 48 w 62"/>
                  <a:gd name="T5" fmla="*/ 22 h 41"/>
                  <a:gd name="T6" fmla="*/ 62 w 62"/>
                  <a:gd name="T7" fmla="*/ 0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2" h="41">
                    <a:moveTo>
                      <a:pt x="0" y="41"/>
                    </a:moveTo>
                    <a:cubicBezTo>
                      <a:pt x="5" y="41"/>
                      <a:pt x="18" y="39"/>
                      <a:pt x="26" y="36"/>
                    </a:cubicBezTo>
                    <a:cubicBezTo>
                      <a:pt x="34" y="33"/>
                      <a:pt x="42" y="28"/>
                      <a:pt x="48" y="22"/>
                    </a:cubicBezTo>
                    <a:cubicBezTo>
                      <a:pt x="54" y="16"/>
                      <a:pt x="59" y="5"/>
                      <a:pt x="62" y="0"/>
                    </a:cubicBezTo>
                  </a:path>
                </a:pathLst>
              </a:cu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44449" name="Freeform 65">
                <a:extLst>
                  <a:ext uri="{FF2B5EF4-FFF2-40B4-BE49-F238E27FC236}">
                    <a16:creationId xmlns:a16="http://schemas.microsoft.com/office/drawing/2014/main" id="{6AF00025-0926-407A-99AE-7E1FFD0B013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10" y="3255"/>
                <a:ext cx="74" cy="44"/>
              </a:xfrm>
              <a:custGeom>
                <a:avLst/>
                <a:gdLst>
                  <a:gd name="T0" fmla="*/ 0 w 74"/>
                  <a:gd name="T1" fmla="*/ 2 h 44"/>
                  <a:gd name="T2" fmla="*/ 32 w 74"/>
                  <a:gd name="T3" fmla="*/ 2 h 44"/>
                  <a:gd name="T4" fmla="*/ 53 w 74"/>
                  <a:gd name="T5" fmla="*/ 13 h 44"/>
                  <a:gd name="T6" fmla="*/ 67 w 74"/>
                  <a:gd name="T7" fmla="*/ 27 h 44"/>
                  <a:gd name="T8" fmla="*/ 74 w 74"/>
                  <a:gd name="T9" fmla="*/ 44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4" h="44">
                    <a:moveTo>
                      <a:pt x="0" y="2"/>
                    </a:moveTo>
                    <a:cubicBezTo>
                      <a:pt x="6" y="2"/>
                      <a:pt x="23" y="0"/>
                      <a:pt x="32" y="2"/>
                    </a:cubicBezTo>
                    <a:cubicBezTo>
                      <a:pt x="41" y="4"/>
                      <a:pt x="47" y="9"/>
                      <a:pt x="53" y="13"/>
                    </a:cubicBezTo>
                    <a:cubicBezTo>
                      <a:pt x="59" y="17"/>
                      <a:pt x="63" y="22"/>
                      <a:pt x="67" y="27"/>
                    </a:cubicBezTo>
                    <a:cubicBezTo>
                      <a:pt x="71" y="32"/>
                      <a:pt x="73" y="41"/>
                      <a:pt x="74" y="44"/>
                    </a:cubicBezTo>
                  </a:path>
                </a:pathLst>
              </a:cu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44450" name="Freeform 66">
                <a:extLst>
                  <a:ext uri="{FF2B5EF4-FFF2-40B4-BE49-F238E27FC236}">
                    <a16:creationId xmlns:a16="http://schemas.microsoft.com/office/drawing/2014/main" id="{5C0B211D-A5EC-4D8C-8379-0C55C45236E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23" y="2709"/>
                <a:ext cx="62" cy="40"/>
              </a:xfrm>
              <a:custGeom>
                <a:avLst/>
                <a:gdLst>
                  <a:gd name="T0" fmla="*/ 62 w 62"/>
                  <a:gd name="T1" fmla="*/ 40 h 40"/>
                  <a:gd name="T2" fmla="*/ 43 w 62"/>
                  <a:gd name="T3" fmla="*/ 38 h 40"/>
                  <a:gd name="T4" fmla="*/ 24 w 62"/>
                  <a:gd name="T5" fmla="*/ 31 h 40"/>
                  <a:gd name="T6" fmla="*/ 9 w 62"/>
                  <a:gd name="T7" fmla="*/ 19 h 40"/>
                  <a:gd name="T8" fmla="*/ 0 w 62"/>
                  <a:gd name="T9" fmla="*/ 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2" h="40">
                    <a:moveTo>
                      <a:pt x="62" y="40"/>
                    </a:moveTo>
                    <a:cubicBezTo>
                      <a:pt x="59" y="40"/>
                      <a:pt x="49" y="39"/>
                      <a:pt x="43" y="38"/>
                    </a:cubicBezTo>
                    <a:cubicBezTo>
                      <a:pt x="37" y="37"/>
                      <a:pt x="30" y="34"/>
                      <a:pt x="24" y="31"/>
                    </a:cubicBezTo>
                    <a:cubicBezTo>
                      <a:pt x="18" y="28"/>
                      <a:pt x="13" y="24"/>
                      <a:pt x="9" y="19"/>
                    </a:cubicBezTo>
                    <a:cubicBezTo>
                      <a:pt x="5" y="14"/>
                      <a:pt x="2" y="4"/>
                      <a:pt x="0" y="0"/>
                    </a:cubicBezTo>
                  </a:path>
                </a:pathLst>
              </a:cu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44451" name="Freeform 67">
                <a:extLst>
                  <a:ext uri="{FF2B5EF4-FFF2-40B4-BE49-F238E27FC236}">
                    <a16:creationId xmlns:a16="http://schemas.microsoft.com/office/drawing/2014/main" id="{C5531C78-5D83-4CE1-9A90-5BF87F95633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20" y="3211"/>
                <a:ext cx="78" cy="52"/>
              </a:xfrm>
              <a:custGeom>
                <a:avLst/>
                <a:gdLst>
                  <a:gd name="T0" fmla="*/ 78 w 78"/>
                  <a:gd name="T1" fmla="*/ 3 h 52"/>
                  <a:gd name="T2" fmla="*/ 44 w 78"/>
                  <a:gd name="T3" fmla="*/ 3 h 52"/>
                  <a:gd name="T4" fmla="*/ 20 w 78"/>
                  <a:gd name="T5" fmla="*/ 19 h 52"/>
                  <a:gd name="T6" fmla="*/ 0 w 78"/>
                  <a:gd name="T7" fmla="*/ 52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78" h="52">
                    <a:moveTo>
                      <a:pt x="78" y="3"/>
                    </a:moveTo>
                    <a:cubicBezTo>
                      <a:pt x="72" y="3"/>
                      <a:pt x="54" y="0"/>
                      <a:pt x="44" y="3"/>
                    </a:cubicBezTo>
                    <a:cubicBezTo>
                      <a:pt x="34" y="6"/>
                      <a:pt x="27" y="11"/>
                      <a:pt x="20" y="19"/>
                    </a:cubicBezTo>
                    <a:cubicBezTo>
                      <a:pt x="13" y="27"/>
                      <a:pt x="4" y="45"/>
                      <a:pt x="0" y="52"/>
                    </a:cubicBezTo>
                  </a:path>
                </a:pathLst>
              </a:cu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144452" name="Text Box 68">
              <a:extLst>
                <a:ext uri="{FF2B5EF4-FFF2-40B4-BE49-F238E27FC236}">
                  <a16:creationId xmlns:a16="http://schemas.microsoft.com/office/drawing/2014/main" id="{573CA391-14FE-440B-9828-BE30887160B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69" y="3632"/>
              <a:ext cx="146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zh-CN" altLang="en-US"/>
                <a:t>阶梯轴断开画法</a:t>
              </a:r>
            </a:p>
          </p:txBody>
        </p:sp>
        <p:sp>
          <p:nvSpPr>
            <p:cNvPr id="144453" name="Freeform 69">
              <a:extLst>
                <a:ext uri="{FF2B5EF4-FFF2-40B4-BE49-F238E27FC236}">
                  <a16:creationId xmlns:a16="http://schemas.microsoft.com/office/drawing/2014/main" id="{8D98033A-9BC2-47A8-9853-C2F896360B9A}"/>
                </a:ext>
              </a:extLst>
            </p:cNvPr>
            <p:cNvSpPr>
              <a:spLocks/>
            </p:cNvSpPr>
            <p:nvPr/>
          </p:nvSpPr>
          <p:spPr bwMode="auto">
            <a:xfrm>
              <a:off x="1606" y="2713"/>
              <a:ext cx="37" cy="553"/>
            </a:xfrm>
            <a:custGeom>
              <a:avLst/>
              <a:gdLst>
                <a:gd name="T0" fmla="*/ 37 w 37"/>
                <a:gd name="T1" fmla="*/ 0 h 553"/>
                <a:gd name="T2" fmla="*/ 8 w 37"/>
                <a:gd name="T3" fmla="*/ 80 h 553"/>
                <a:gd name="T4" fmla="*/ 23 w 37"/>
                <a:gd name="T5" fmla="*/ 196 h 553"/>
                <a:gd name="T6" fmla="*/ 1 w 37"/>
                <a:gd name="T7" fmla="*/ 313 h 553"/>
                <a:gd name="T8" fmla="*/ 30 w 37"/>
                <a:gd name="T9" fmla="*/ 422 h 553"/>
                <a:gd name="T10" fmla="*/ 8 w 37"/>
                <a:gd name="T11" fmla="*/ 487 h 553"/>
                <a:gd name="T12" fmla="*/ 30 w 37"/>
                <a:gd name="T13" fmla="*/ 553 h 5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7" h="553">
                  <a:moveTo>
                    <a:pt x="37" y="0"/>
                  </a:moveTo>
                  <a:cubicBezTo>
                    <a:pt x="23" y="23"/>
                    <a:pt x="10" y="47"/>
                    <a:pt x="8" y="80"/>
                  </a:cubicBezTo>
                  <a:cubicBezTo>
                    <a:pt x="6" y="113"/>
                    <a:pt x="24" y="157"/>
                    <a:pt x="23" y="196"/>
                  </a:cubicBezTo>
                  <a:cubicBezTo>
                    <a:pt x="22" y="235"/>
                    <a:pt x="0" y="275"/>
                    <a:pt x="1" y="313"/>
                  </a:cubicBezTo>
                  <a:cubicBezTo>
                    <a:pt x="2" y="351"/>
                    <a:pt x="29" y="393"/>
                    <a:pt x="30" y="422"/>
                  </a:cubicBezTo>
                  <a:cubicBezTo>
                    <a:pt x="31" y="451"/>
                    <a:pt x="8" y="465"/>
                    <a:pt x="8" y="487"/>
                  </a:cubicBezTo>
                  <a:cubicBezTo>
                    <a:pt x="8" y="509"/>
                    <a:pt x="25" y="539"/>
                    <a:pt x="30" y="553"/>
                  </a:cubicBezTo>
                </a:path>
              </a:pathLst>
            </a:cu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4454" name="Freeform 70">
              <a:extLst>
                <a:ext uri="{FF2B5EF4-FFF2-40B4-BE49-F238E27FC236}">
                  <a16:creationId xmlns:a16="http://schemas.microsoft.com/office/drawing/2014/main" id="{71FCAECA-69DA-4418-805C-1758106DFAD7}"/>
                </a:ext>
              </a:extLst>
            </p:cNvPr>
            <p:cNvSpPr>
              <a:spLocks/>
            </p:cNvSpPr>
            <p:nvPr/>
          </p:nvSpPr>
          <p:spPr bwMode="auto">
            <a:xfrm>
              <a:off x="1672" y="2713"/>
              <a:ext cx="55" cy="545"/>
            </a:xfrm>
            <a:custGeom>
              <a:avLst/>
              <a:gdLst>
                <a:gd name="T0" fmla="*/ 37 w 55"/>
                <a:gd name="T1" fmla="*/ 0 h 545"/>
                <a:gd name="T2" fmla="*/ 1 w 55"/>
                <a:gd name="T3" fmla="*/ 73 h 545"/>
                <a:gd name="T4" fmla="*/ 30 w 55"/>
                <a:gd name="T5" fmla="*/ 182 h 545"/>
                <a:gd name="T6" fmla="*/ 8 w 55"/>
                <a:gd name="T7" fmla="*/ 298 h 545"/>
                <a:gd name="T8" fmla="*/ 51 w 55"/>
                <a:gd name="T9" fmla="*/ 429 h 545"/>
                <a:gd name="T10" fmla="*/ 30 w 55"/>
                <a:gd name="T11" fmla="*/ 545 h 5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5" h="545">
                  <a:moveTo>
                    <a:pt x="37" y="0"/>
                  </a:moveTo>
                  <a:cubicBezTo>
                    <a:pt x="19" y="21"/>
                    <a:pt x="2" y="43"/>
                    <a:pt x="1" y="73"/>
                  </a:cubicBezTo>
                  <a:cubicBezTo>
                    <a:pt x="0" y="103"/>
                    <a:pt x="29" y="145"/>
                    <a:pt x="30" y="182"/>
                  </a:cubicBezTo>
                  <a:cubicBezTo>
                    <a:pt x="31" y="219"/>
                    <a:pt x="5" y="257"/>
                    <a:pt x="8" y="298"/>
                  </a:cubicBezTo>
                  <a:cubicBezTo>
                    <a:pt x="11" y="339"/>
                    <a:pt x="47" y="388"/>
                    <a:pt x="51" y="429"/>
                  </a:cubicBezTo>
                  <a:cubicBezTo>
                    <a:pt x="55" y="470"/>
                    <a:pt x="34" y="526"/>
                    <a:pt x="30" y="545"/>
                  </a:cubicBezTo>
                </a:path>
              </a:pathLst>
            </a:cu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4455" name="Freeform 71">
              <a:extLst>
                <a:ext uri="{FF2B5EF4-FFF2-40B4-BE49-F238E27FC236}">
                  <a16:creationId xmlns:a16="http://schemas.microsoft.com/office/drawing/2014/main" id="{E5FA4AA4-0492-4354-9222-91746EDE86D2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5" y="2749"/>
              <a:ext cx="41" cy="466"/>
            </a:xfrm>
            <a:custGeom>
              <a:avLst/>
              <a:gdLst>
                <a:gd name="T0" fmla="*/ 23 w 41"/>
                <a:gd name="T1" fmla="*/ 0 h 466"/>
                <a:gd name="T2" fmla="*/ 37 w 41"/>
                <a:gd name="T3" fmla="*/ 88 h 466"/>
                <a:gd name="T4" fmla="*/ 1 w 41"/>
                <a:gd name="T5" fmla="*/ 211 h 466"/>
                <a:gd name="T6" fmla="*/ 30 w 41"/>
                <a:gd name="T7" fmla="*/ 320 h 466"/>
                <a:gd name="T8" fmla="*/ 1 w 41"/>
                <a:gd name="T9" fmla="*/ 393 h 466"/>
                <a:gd name="T10" fmla="*/ 23 w 41"/>
                <a:gd name="T11" fmla="*/ 466 h 4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" h="466">
                  <a:moveTo>
                    <a:pt x="23" y="0"/>
                  </a:moveTo>
                  <a:cubicBezTo>
                    <a:pt x="32" y="26"/>
                    <a:pt x="41" y="53"/>
                    <a:pt x="37" y="88"/>
                  </a:cubicBezTo>
                  <a:cubicBezTo>
                    <a:pt x="33" y="123"/>
                    <a:pt x="2" y="172"/>
                    <a:pt x="1" y="211"/>
                  </a:cubicBezTo>
                  <a:cubicBezTo>
                    <a:pt x="0" y="250"/>
                    <a:pt x="30" y="290"/>
                    <a:pt x="30" y="320"/>
                  </a:cubicBezTo>
                  <a:cubicBezTo>
                    <a:pt x="30" y="350"/>
                    <a:pt x="2" y="369"/>
                    <a:pt x="1" y="393"/>
                  </a:cubicBezTo>
                  <a:cubicBezTo>
                    <a:pt x="0" y="417"/>
                    <a:pt x="19" y="451"/>
                    <a:pt x="23" y="466"/>
                  </a:cubicBezTo>
                </a:path>
              </a:pathLst>
            </a:cu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4456" name="Freeform 72">
              <a:extLst>
                <a:ext uri="{FF2B5EF4-FFF2-40B4-BE49-F238E27FC236}">
                  <a16:creationId xmlns:a16="http://schemas.microsoft.com/office/drawing/2014/main" id="{E87E2848-DC66-4296-BBFD-589A2B37362C}"/>
                </a:ext>
              </a:extLst>
            </p:cNvPr>
            <p:cNvSpPr>
              <a:spLocks/>
            </p:cNvSpPr>
            <p:nvPr/>
          </p:nvSpPr>
          <p:spPr bwMode="auto">
            <a:xfrm>
              <a:off x="2987" y="2749"/>
              <a:ext cx="46" cy="466"/>
            </a:xfrm>
            <a:custGeom>
              <a:avLst/>
              <a:gdLst>
                <a:gd name="T0" fmla="*/ 24 w 46"/>
                <a:gd name="T1" fmla="*/ 0 h 466"/>
                <a:gd name="T2" fmla="*/ 38 w 46"/>
                <a:gd name="T3" fmla="*/ 58 h 466"/>
                <a:gd name="T4" fmla="*/ 2 w 46"/>
                <a:gd name="T5" fmla="*/ 138 h 466"/>
                <a:gd name="T6" fmla="*/ 24 w 46"/>
                <a:gd name="T7" fmla="*/ 233 h 466"/>
                <a:gd name="T8" fmla="*/ 16 w 46"/>
                <a:gd name="T9" fmla="*/ 328 h 466"/>
                <a:gd name="T10" fmla="*/ 45 w 46"/>
                <a:gd name="T11" fmla="*/ 393 h 466"/>
                <a:gd name="T12" fmla="*/ 24 w 46"/>
                <a:gd name="T13" fmla="*/ 466 h 4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6" h="466">
                  <a:moveTo>
                    <a:pt x="24" y="0"/>
                  </a:moveTo>
                  <a:cubicBezTo>
                    <a:pt x="33" y="17"/>
                    <a:pt x="42" y="35"/>
                    <a:pt x="38" y="58"/>
                  </a:cubicBezTo>
                  <a:cubicBezTo>
                    <a:pt x="34" y="81"/>
                    <a:pt x="4" y="109"/>
                    <a:pt x="2" y="138"/>
                  </a:cubicBezTo>
                  <a:cubicBezTo>
                    <a:pt x="0" y="167"/>
                    <a:pt x="22" y="201"/>
                    <a:pt x="24" y="233"/>
                  </a:cubicBezTo>
                  <a:cubicBezTo>
                    <a:pt x="26" y="265"/>
                    <a:pt x="13" y="301"/>
                    <a:pt x="16" y="328"/>
                  </a:cubicBezTo>
                  <a:cubicBezTo>
                    <a:pt x="19" y="355"/>
                    <a:pt x="44" y="370"/>
                    <a:pt x="45" y="393"/>
                  </a:cubicBezTo>
                  <a:cubicBezTo>
                    <a:pt x="46" y="416"/>
                    <a:pt x="28" y="451"/>
                    <a:pt x="24" y="466"/>
                  </a:cubicBezTo>
                </a:path>
              </a:pathLst>
            </a:cu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 spd="med">
    <p:cover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44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44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444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443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443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144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144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4397" grpId="0" autoUpdateAnimBg="0"/>
      <p:bldP spid="144398" grpId="0" autoUpdateAnimBg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0" name="Rectangle 2">
            <a:extLst>
              <a:ext uri="{FF2B5EF4-FFF2-40B4-BE49-F238E27FC236}">
                <a16:creationId xmlns:a16="http://schemas.microsoft.com/office/drawing/2014/main" id="{653939F5-89DB-43BE-AF66-0B256DD3EE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87600" y="-88609"/>
            <a:ext cx="4773612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l" eaLnBrk="1" hangingPunct="1"/>
            <a:r>
              <a:rPr lang="en-US" altLang="zh-CN" sz="3200" dirty="0">
                <a:solidFill>
                  <a:schemeClr val="bg1"/>
                </a:solidFill>
              </a:rPr>
              <a:t>4. </a:t>
            </a:r>
            <a:r>
              <a:rPr lang="zh-CN" altLang="en-US" sz="3600" dirty="0">
                <a:solidFill>
                  <a:schemeClr val="bg1"/>
                </a:solidFill>
              </a:rPr>
              <a:t>对称图形的画法</a:t>
            </a:r>
            <a:endParaRPr lang="zh-CN" altLang="en-US" sz="3600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145411" name="Group 3">
            <a:extLst>
              <a:ext uri="{FF2B5EF4-FFF2-40B4-BE49-F238E27FC236}">
                <a16:creationId xmlns:a16="http://schemas.microsoft.com/office/drawing/2014/main" id="{8D2262BA-7072-4A37-B64F-49B2566FBB5E}"/>
              </a:ext>
            </a:extLst>
          </p:cNvPr>
          <p:cNvGrpSpPr>
            <a:grpSpLocks/>
          </p:cNvGrpSpPr>
          <p:nvPr/>
        </p:nvGrpSpPr>
        <p:grpSpPr bwMode="auto">
          <a:xfrm>
            <a:off x="1168400" y="2771775"/>
            <a:ext cx="4329113" cy="1951038"/>
            <a:chOff x="736" y="1746"/>
            <a:chExt cx="2727" cy="1229"/>
          </a:xfrm>
        </p:grpSpPr>
        <p:sp>
          <p:nvSpPr>
            <p:cNvPr id="145412" name="Line 4">
              <a:extLst>
                <a:ext uri="{FF2B5EF4-FFF2-40B4-BE49-F238E27FC236}">
                  <a16:creationId xmlns:a16="http://schemas.microsoft.com/office/drawing/2014/main" id="{59F65642-A002-4D79-A090-3014B39E235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08" y="2831"/>
              <a:ext cx="0" cy="13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5413" name="Arc 5">
              <a:extLst>
                <a:ext uri="{FF2B5EF4-FFF2-40B4-BE49-F238E27FC236}">
                  <a16:creationId xmlns:a16="http://schemas.microsoft.com/office/drawing/2014/main" id="{27B5BC40-8835-4CE2-AB46-779928FF5168}"/>
                </a:ext>
              </a:extLst>
            </p:cNvPr>
            <p:cNvSpPr>
              <a:spLocks/>
            </p:cNvSpPr>
            <p:nvPr/>
          </p:nvSpPr>
          <p:spPr bwMode="auto">
            <a:xfrm rot="16200000" flipV="1">
              <a:off x="1669" y="1619"/>
              <a:ext cx="821" cy="1773"/>
            </a:xfrm>
            <a:custGeom>
              <a:avLst/>
              <a:gdLst>
                <a:gd name="G0" fmla="+- 1137 0 0"/>
                <a:gd name="G1" fmla="+- 21600 0 0"/>
                <a:gd name="G2" fmla="+- 21600 0 0"/>
                <a:gd name="T0" fmla="*/ 486 w 22737"/>
                <a:gd name="T1" fmla="*/ 10 h 43200"/>
                <a:gd name="T2" fmla="*/ 0 w 22737"/>
                <a:gd name="T3" fmla="*/ 43170 h 43200"/>
                <a:gd name="T4" fmla="*/ 1137 w 22737"/>
                <a:gd name="T5" fmla="*/ 21600 h 43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2737" h="43200" fill="none" extrusionOk="0">
                  <a:moveTo>
                    <a:pt x="485" y="9"/>
                  </a:moveTo>
                  <a:cubicBezTo>
                    <a:pt x="702" y="3"/>
                    <a:pt x="919" y="0"/>
                    <a:pt x="1137" y="0"/>
                  </a:cubicBezTo>
                  <a:cubicBezTo>
                    <a:pt x="13066" y="0"/>
                    <a:pt x="22737" y="9670"/>
                    <a:pt x="22737" y="21600"/>
                  </a:cubicBezTo>
                  <a:cubicBezTo>
                    <a:pt x="22737" y="33529"/>
                    <a:pt x="13066" y="43200"/>
                    <a:pt x="1137" y="43200"/>
                  </a:cubicBezTo>
                  <a:cubicBezTo>
                    <a:pt x="757" y="43199"/>
                    <a:pt x="378" y="43190"/>
                    <a:pt x="-1" y="43170"/>
                  </a:cubicBezTo>
                </a:path>
                <a:path w="22737" h="43200" stroke="0" extrusionOk="0">
                  <a:moveTo>
                    <a:pt x="485" y="9"/>
                  </a:moveTo>
                  <a:cubicBezTo>
                    <a:pt x="702" y="3"/>
                    <a:pt x="919" y="0"/>
                    <a:pt x="1137" y="0"/>
                  </a:cubicBezTo>
                  <a:cubicBezTo>
                    <a:pt x="13066" y="0"/>
                    <a:pt x="22737" y="9670"/>
                    <a:pt x="22737" y="21600"/>
                  </a:cubicBezTo>
                  <a:cubicBezTo>
                    <a:pt x="22737" y="33529"/>
                    <a:pt x="13066" y="43200"/>
                    <a:pt x="1137" y="43200"/>
                  </a:cubicBezTo>
                  <a:cubicBezTo>
                    <a:pt x="757" y="43199"/>
                    <a:pt x="378" y="43190"/>
                    <a:pt x="-1" y="43170"/>
                  </a:cubicBezTo>
                  <a:lnTo>
                    <a:pt x="1137" y="21600"/>
                  </a:lnTo>
                  <a:close/>
                </a:path>
              </a:pathLst>
            </a:custGeom>
            <a:noFill/>
            <a:ln w="19050">
              <a:solidFill>
                <a:srgbClr val="000000"/>
              </a:solidFill>
              <a:prstDash val="lgDash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5414" name="Arc 6">
              <a:extLst>
                <a:ext uri="{FF2B5EF4-FFF2-40B4-BE49-F238E27FC236}">
                  <a16:creationId xmlns:a16="http://schemas.microsoft.com/office/drawing/2014/main" id="{F995FD78-09F3-425B-B2FD-EF8517891B4D}"/>
                </a:ext>
              </a:extLst>
            </p:cNvPr>
            <p:cNvSpPr>
              <a:spLocks/>
            </p:cNvSpPr>
            <p:nvPr/>
          </p:nvSpPr>
          <p:spPr bwMode="auto">
            <a:xfrm>
              <a:off x="896" y="1822"/>
              <a:ext cx="2375" cy="1090"/>
            </a:xfrm>
            <a:custGeom>
              <a:avLst/>
              <a:gdLst>
                <a:gd name="G0" fmla="+- 21599 0 0"/>
                <a:gd name="G1" fmla="+- 21600 0 0"/>
                <a:gd name="G2" fmla="+- 21600 0 0"/>
                <a:gd name="T0" fmla="*/ 0 w 43197"/>
                <a:gd name="T1" fmla="*/ 21382 h 21600"/>
                <a:gd name="T2" fmla="*/ 43197 w 43197"/>
                <a:gd name="T3" fmla="*/ 21323 h 21600"/>
                <a:gd name="T4" fmla="*/ 21599 w 43197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3197" h="21600" fill="none" extrusionOk="0">
                  <a:moveTo>
                    <a:pt x="0" y="21382"/>
                  </a:moveTo>
                  <a:cubicBezTo>
                    <a:pt x="119" y="9538"/>
                    <a:pt x="9754" y="0"/>
                    <a:pt x="21599" y="0"/>
                  </a:cubicBezTo>
                  <a:cubicBezTo>
                    <a:pt x="33420" y="0"/>
                    <a:pt x="43045" y="9502"/>
                    <a:pt x="43197" y="21322"/>
                  </a:cubicBezTo>
                </a:path>
                <a:path w="43197" h="21600" stroke="0" extrusionOk="0">
                  <a:moveTo>
                    <a:pt x="0" y="21382"/>
                  </a:moveTo>
                  <a:cubicBezTo>
                    <a:pt x="119" y="9538"/>
                    <a:pt x="9754" y="0"/>
                    <a:pt x="21599" y="0"/>
                  </a:cubicBezTo>
                  <a:cubicBezTo>
                    <a:pt x="33420" y="0"/>
                    <a:pt x="43045" y="9502"/>
                    <a:pt x="43197" y="21322"/>
                  </a:cubicBezTo>
                  <a:lnTo>
                    <a:pt x="21599" y="21600"/>
                  </a:lnTo>
                  <a:close/>
                </a:path>
              </a:pathLst>
            </a:cu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5415" name="Line 7">
              <a:extLst>
                <a:ext uri="{FF2B5EF4-FFF2-40B4-BE49-F238E27FC236}">
                  <a16:creationId xmlns:a16="http://schemas.microsoft.com/office/drawing/2014/main" id="{DCDB3468-DCC8-4B9C-A27E-979E06B5908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36" y="2886"/>
              <a:ext cx="2727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lgDash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5416" name="Line 8">
              <a:extLst>
                <a:ext uri="{FF2B5EF4-FFF2-40B4-BE49-F238E27FC236}">
                  <a16:creationId xmlns:a16="http://schemas.microsoft.com/office/drawing/2014/main" id="{A2159A68-B462-4044-A7E3-60E573D9094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072" y="1746"/>
              <a:ext cx="0" cy="1229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lgDash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5417" name="Oval 9">
              <a:extLst>
                <a:ext uri="{FF2B5EF4-FFF2-40B4-BE49-F238E27FC236}">
                  <a16:creationId xmlns:a16="http://schemas.microsoft.com/office/drawing/2014/main" id="{7816ACAB-6FE9-4084-8777-EDF6D877F7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91" y="2320"/>
              <a:ext cx="254" cy="240"/>
            </a:xfrm>
            <a:prstGeom prst="ellips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5418" name="Line 10">
              <a:extLst>
                <a:ext uri="{FF2B5EF4-FFF2-40B4-BE49-F238E27FC236}">
                  <a16:creationId xmlns:a16="http://schemas.microsoft.com/office/drawing/2014/main" id="{6C61C089-C63D-42EC-BECC-ECD276FF458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647" y="2350"/>
              <a:ext cx="327" cy="189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5419" name="Oval 11">
              <a:extLst>
                <a:ext uri="{FF2B5EF4-FFF2-40B4-BE49-F238E27FC236}">
                  <a16:creationId xmlns:a16="http://schemas.microsoft.com/office/drawing/2014/main" id="{B76491F2-356D-4B50-9A35-82A63DE000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43" y="1971"/>
              <a:ext cx="254" cy="240"/>
            </a:xfrm>
            <a:prstGeom prst="ellips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5420" name="Oval 12">
              <a:extLst>
                <a:ext uri="{FF2B5EF4-FFF2-40B4-BE49-F238E27FC236}">
                  <a16:creationId xmlns:a16="http://schemas.microsoft.com/office/drawing/2014/main" id="{F9BFFEAF-39B0-4C40-BF5B-A92318F4C8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08" y="2329"/>
              <a:ext cx="254" cy="240"/>
            </a:xfrm>
            <a:prstGeom prst="ellips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5421" name="Line 13">
              <a:extLst>
                <a:ext uri="{FF2B5EF4-FFF2-40B4-BE49-F238E27FC236}">
                  <a16:creationId xmlns:a16="http://schemas.microsoft.com/office/drawing/2014/main" id="{6D3AF7C0-713B-4312-A1F9-EDD8309A55D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64" y="2350"/>
              <a:ext cx="340" cy="196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5422" name="Arc 14">
              <a:extLst>
                <a:ext uri="{FF2B5EF4-FFF2-40B4-BE49-F238E27FC236}">
                  <a16:creationId xmlns:a16="http://schemas.microsoft.com/office/drawing/2014/main" id="{94D767DE-CFCB-420D-90DF-07AB4C2B7265}"/>
                </a:ext>
              </a:extLst>
            </p:cNvPr>
            <p:cNvSpPr>
              <a:spLocks/>
            </p:cNvSpPr>
            <p:nvPr/>
          </p:nvSpPr>
          <p:spPr bwMode="auto">
            <a:xfrm>
              <a:off x="1605" y="2449"/>
              <a:ext cx="944" cy="442"/>
            </a:xfrm>
            <a:custGeom>
              <a:avLst/>
              <a:gdLst>
                <a:gd name="G0" fmla="+- 21600 0 0"/>
                <a:gd name="G1" fmla="+- 21600 0 0"/>
                <a:gd name="G2" fmla="+- 21600 0 0"/>
                <a:gd name="T0" fmla="*/ 1 w 43200"/>
                <a:gd name="T1" fmla="*/ 21847 h 21847"/>
                <a:gd name="T2" fmla="*/ 43200 w 43200"/>
                <a:gd name="T3" fmla="*/ 21600 h 21847"/>
                <a:gd name="T4" fmla="*/ 21600 w 43200"/>
                <a:gd name="T5" fmla="*/ 21600 h 218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3200" h="21847" fill="none" extrusionOk="0">
                  <a:moveTo>
                    <a:pt x="1" y="21846"/>
                  </a:moveTo>
                  <a:cubicBezTo>
                    <a:pt x="0" y="21764"/>
                    <a:pt x="0" y="21682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0"/>
                    <a:pt x="43199" y="9670"/>
                    <a:pt x="43199" y="21599"/>
                  </a:cubicBezTo>
                </a:path>
                <a:path w="43200" h="21847" stroke="0" extrusionOk="0">
                  <a:moveTo>
                    <a:pt x="1" y="21846"/>
                  </a:moveTo>
                  <a:cubicBezTo>
                    <a:pt x="0" y="21764"/>
                    <a:pt x="0" y="21682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0"/>
                    <a:pt x="43199" y="9670"/>
                    <a:pt x="43199" y="21599"/>
                  </a:cubicBezTo>
                  <a:lnTo>
                    <a:pt x="21600" y="21600"/>
                  </a:lnTo>
                  <a:close/>
                </a:path>
              </a:pathLst>
            </a:cu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5423" name="Arc 15">
              <a:extLst>
                <a:ext uri="{FF2B5EF4-FFF2-40B4-BE49-F238E27FC236}">
                  <a16:creationId xmlns:a16="http://schemas.microsoft.com/office/drawing/2014/main" id="{3447A321-FE2A-46B1-8D97-2EA3B15FE867}"/>
                </a:ext>
              </a:extLst>
            </p:cNvPr>
            <p:cNvSpPr>
              <a:spLocks/>
            </p:cNvSpPr>
            <p:nvPr/>
          </p:nvSpPr>
          <p:spPr bwMode="auto">
            <a:xfrm>
              <a:off x="1480" y="2352"/>
              <a:ext cx="1181" cy="545"/>
            </a:xfrm>
            <a:custGeom>
              <a:avLst/>
              <a:gdLst>
                <a:gd name="G0" fmla="+- 21599 0 0"/>
                <a:gd name="G1" fmla="+- 21600 0 0"/>
                <a:gd name="G2" fmla="+- 21600 0 0"/>
                <a:gd name="T0" fmla="*/ 0 w 43199"/>
                <a:gd name="T1" fmla="*/ 21439 h 21600"/>
                <a:gd name="T2" fmla="*/ 43199 w 43199"/>
                <a:gd name="T3" fmla="*/ 21600 h 21600"/>
                <a:gd name="T4" fmla="*/ 21599 w 43199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3199" h="21600" fill="none" extrusionOk="0">
                  <a:moveTo>
                    <a:pt x="-1" y="21438"/>
                  </a:moveTo>
                  <a:cubicBezTo>
                    <a:pt x="88" y="9572"/>
                    <a:pt x="9732" y="0"/>
                    <a:pt x="21599" y="0"/>
                  </a:cubicBezTo>
                  <a:cubicBezTo>
                    <a:pt x="33528" y="0"/>
                    <a:pt x="43199" y="9670"/>
                    <a:pt x="43199" y="21600"/>
                  </a:cubicBezTo>
                </a:path>
                <a:path w="43199" h="21600" stroke="0" extrusionOk="0">
                  <a:moveTo>
                    <a:pt x="-1" y="21438"/>
                  </a:moveTo>
                  <a:cubicBezTo>
                    <a:pt x="88" y="9572"/>
                    <a:pt x="9732" y="0"/>
                    <a:pt x="21599" y="0"/>
                  </a:cubicBezTo>
                  <a:cubicBezTo>
                    <a:pt x="33528" y="0"/>
                    <a:pt x="43199" y="9670"/>
                    <a:pt x="43199" y="21600"/>
                  </a:cubicBezTo>
                  <a:lnTo>
                    <a:pt x="21599" y="21600"/>
                  </a:lnTo>
                  <a:close/>
                </a:path>
              </a:pathLst>
            </a:cu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grpSp>
          <p:nvGrpSpPr>
            <p:cNvPr id="145424" name="Group 16">
              <a:extLst>
                <a:ext uri="{FF2B5EF4-FFF2-40B4-BE49-F238E27FC236}">
                  <a16:creationId xmlns:a16="http://schemas.microsoft.com/office/drawing/2014/main" id="{D7C43340-002D-413E-91E0-C6EA62652B9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52" y="2830"/>
              <a:ext cx="22" cy="131"/>
              <a:chOff x="3352" y="2284"/>
              <a:chExt cx="22" cy="131"/>
            </a:xfrm>
          </p:grpSpPr>
          <p:sp>
            <p:nvSpPr>
              <p:cNvPr id="145425" name="Line 17">
                <a:extLst>
                  <a:ext uri="{FF2B5EF4-FFF2-40B4-BE49-F238E27FC236}">
                    <a16:creationId xmlns:a16="http://schemas.microsoft.com/office/drawing/2014/main" id="{2D9AA7E6-AC95-47FA-BDCF-DD7DC288F4E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52" y="2284"/>
                <a:ext cx="0" cy="131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45426" name="Line 18">
                <a:extLst>
                  <a:ext uri="{FF2B5EF4-FFF2-40B4-BE49-F238E27FC236}">
                    <a16:creationId xmlns:a16="http://schemas.microsoft.com/office/drawing/2014/main" id="{7AFA97F6-02A3-4C20-BBEB-A4E95A23127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74" y="2284"/>
                <a:ext cx="0" cy="131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145427" name="Line 19">
              <a:extLst>
                <a:ext uri="{FF2B5EF4-FFF2-40B4-BE49-F238E27FC236}">
                  <a16:creationId xmlns:a16="http://schemas.microsoft.com/office/drawing/2014/main" id="{FB2842D6-68EA-4819-9F85-748BCF4A5FF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86" y="2831"/>
              <a:ext cx="0" cy="13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145428" name="Group 20">
            <a:extLst>
              <a:ext uri="{FF2B5EF4-FFF2-40B4-BE49-F238E27FC236}">
                <a16:creationId xmlns:a16="http://schemas.microsoft.com/office/drawing/2014/main" id="{D5786E3A-D3FF-4CCE-BED4-198AE8BF83BE}"/>
              </a:ext>
            </a:extLst>
          </p:cNvPr>
          <p:cNvGrpSpPr>
            <a:grpSpLocks/>
          </p:cNvGrpSpPr>
          <p:nvPr/>
        </p:nvGrpSpPr>
        <p:grpSpPr bwMode="auto">
          <a:xfrm>
            <a:off x="5721350" y="2695575"/>
            <a:ext cx="2390775" cy="2112963"/>
            <a:chOff x="3604" y="1698"/>
            <a:chExt cx="1506" cy="1331"/>
          </a:xfrm>
        </p:grpSpPr>
        <p:sp>
          <p:nvSpPr>
            <p:cNvPr id="145429" name="Arc 21">
              <a:extLst>
                <a:ext uri="{FF2B5EF4-FFF2-40B4-BE49-F238E27FC236}">
                  <a16:creationId xmlns:a16="http://schemas.microsoft.com/office/drawing/2014/main" id="{FC770D60-2193-41FB-88F9-F249F9C8720B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67" y="1812"/>
              <a:ext cx="1178" cy="1076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5430" name="Line 22">
              <a:extLst>
                <a:ext uri="{FF2B5EF4-FFF2-40B4-BE49-F238E27FC236}">
                  <a16:creationId xmlns:a16="http://schemas.microsoft.com/office/drawing/2014/main" id="{90E74D80-77FB-4440-B81B-BA1B6684250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45" y="1698"/>
              <a:ext cx="0" cy="133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lgDash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5431" name="Line 23">
              <a:extLst>
                <a:ext uri="{FF2B5EF4-FFF2-40B4-BE49-F238E27FC236}">
                  <a16:creationId xmlns:a16="http://schemas.microsoft.com/office/drawing/2014/main" id="{01CC558D-26E6-431C-B487-52A0C344724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04" y="2888"/>
              <a:ext cx="1506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lgDash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5432" name="Arc 24">
              <a:extLst>
                <a:ext uri="{FF2B5EF4-FFF2-40B4-BE49-F238E27FC236}">
                  <a16:creationId xmlns:a16="http://schemas.microsoft.com/office/drawing/2014/main" id="{C947556C-55CB-47A5-87D7-281EB7283DE8}"/>
                </a:ext>
              </a:extLst>
            </p:cNvPr>
            <p:cNvSpPr>
              <a:spLocks/>
            </p:cNvSpPr>
            <p:nvPr/>
          </p:nvSpPr>
          <p:spPr bwMode="auto">
            <a:xfrm rot="5400000" flipH="1" flipV="1">
              <a:off x="4391" y="2330"/>
              <a:ext cx="545" cy="565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3019"/>
                <a:gd name="T2" fmla="*/ 21553 w 21600"/>
                <a:gd name="T3" fmla="*/ 23019 h 23019"/>
                <a:gd name="T4" fmla="*/ 0 w 21600"/>
                <a:gd name="T5" fmla="*/ 21600 h 230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3019" fill="none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22073"/>
                    <a:pt x="21584" y="22546"/>
                    <a:pt x="21553" y="23019"/>
                  </a:cubicBezTo>
                </a:path>
                <a:path w="21600" h="23019" stroke="0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22073"/>
                    <a:pt x="21584" y="22546"/>
                    <a:pt x="21553" y="23019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5433" name="Arc 25">
              <a:extLst>
                <a:ext uri="{FF2B5EF4-FFF2-40B4-BE49-F238E27FC236}">
                  <a16:creationId xmlns:a16="http://schemas.microsoft.com/office/drawing/2014/main" id="{3719B164-B16A-4246-A956-55A6A4FAC5C8}"/>
                </a:ext>
              </a:extLst>
            </p:cNvPr>
            <p:cNvSpPr>
              <a:spLocks/>
            </p:cNvSpPr>
            <p:nvPr/>
          </p:nvSpPr>
          <p:spPr bwMode="auto">
            <a:xfrm rot="-5400000">
              <a:off x="4105" y="2040"/>
              <a:ext cx="809" cy="889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19050">
              <a:solidFill>
                <a:srgbClr val="000000"/>
              </a:solidFill>
              <a:prstDash val="lgDash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5434" name="Arc 26">
              <a:extLst>
                <a:ext uri="{FF2B5EF4-FFF2-40B4-BE49-F238E27FC236}">
                  <a16:creationId xmlns:a16="http://schemas.microsoft.com/office/drawing/2014/main" id="{A06E62C5-DF0E-45D3-9C00-27606F7943DC}"/>
                </a:ext>
              </a:extLst>
            </p:cNvPr>
            <p:cNvSpPr>
              <a:spLocks/>
            </p:cNvSpPr>
            <p:nvPr/>
          </p:nvSpPr>
          <p:spPr bwMode="auto">
            <a:xfrm rot="-5400000">
              <a:off x="4483" y="2434"/>
              <a:ext cx="460" cy="468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5435" name="Oval 27">
              <a:extLst>
                <a:ext uri="{FF2B5EF4-FFF2-40B4-BE49-F238E27FC236}">
                  <a16:creationId xmlns:a16="http://schemas.microsoft.com/office/drawing/2014/main" id="{5414AE32-7489-4A60-8A8F-5853B10C8E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82" y="2338"/>
              <a:ext cx="254" cy="240"/>
            </a:xfrm>
            <a:prstGeom prst="ellips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5436" name="Line 28">
              <a:extLst>
                <a:ext uri="{FF2B5EF4-FFF2-40B4-BE49-F238E27FC236}">
                  <a16:creationId xmlns:a16="http://schemas.microsoft.com/office/drawing/2014/main" id="{A76173DF-29EA-4F0D-949B-083C9D3C7C0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43" y="2357"/>
              <a:ext cx="327" cy="189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5437" name="Arc 29">
              <a:extLst>
                <a:ext uri="{FF2B5EF4-FFF2-40B4-BE49-F238E27FC236}">
                  <a16:creationId xmlns:a16="http://schemas.microsoft.com/office/drawing/2014/main" id="{40E7A18B-0745-4041-9DF8-042CA0CC3B65}"/>
                </a:ext>
              </a:extLst>
            </p:cNvPr>
            <p:cNvSpPr>
              <a:spLocks/>
            </p:cNvSpPr>
            <p:nvPr/>
          </p:nvSpPr>
          <p:spPr bwMode="auto">
            <a:xfrm rot="-5400000">
              <a:off x="4761" y="1998"/>
              <a:ext cx="254" cy="154"/>
            </a:xfrm>
            <a:custGeom>
              <a:avLst/>
              <a:gdLst>
                <a:gd name="G0" fmla="+- 21419 0 0"/>
                <a:gd name="G1" fmla="+- 21600 0 0"/>
                <a:gd name="G2" fmla="+- 21600 0 0"/>
                <a:gd name="T0" fmla="*/ 0 w 43007"/>
                <a:gd name="T1" fmla="*/ 18808 h 21600"/>
                <a:gd name="T2" fmla="*/ 43007 w 43007"/>
                <a:gd name="T3" fmla="*/ 20877 h 21600"/>
                <a:gd name="T4" fmla="*/ 21419 w 43007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3007" h="21600" fill="none" extrusionOk="0">
                  <a:moveTo>
                    <a:pt x="0" y="18808"/>
                  </a:moveTo>
                  <a:cubicBezTo>
                    <a:pt x="1402" y="8048"/>
                    <a:pt x="10568" y="0"/>
                    <a:pt x="21419" y="0"/>
                  </a:cubicBezTo>
                  <a:cubicBezTo>
                    <a:pt x="33066" y="0"/>
                    <a:pt x="42617" y="9235"/>
                    <a:pt x="43006" y="20877"/>
                  </a:cubicBezTo>
                </a:path>
                <a:path w="43007" h="21600" stroke="0" extrusionOk="0">
                  <a:moveTo>
                    <a:pt x="0" y="18808"/>
                  </a:moveTo>
                  <a:cubicBezTo>
                    <a:pt x="1402" y="8048"/>
                    <a:pt x="10568" y="0"/>
                    <a:pt x="21419" y="0"/>
                  </a:cubicBezTo>
                  <a:cubicBezTo>
                    <a:pt x="33066" y="0"/>
                    <a:pt x="42617" y="9235"/>
                    <a:pt x="43006" y="20877"/>
                  </a:cubicBezTo>
                  <a:lnTo>
                    <a:pt x="21419" y="21600"/>
                  </a:lnTo>
                  <a:close/>
                </a:path>
              </a:pathLst>
            </a:cu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grpSp>
          <p:nvGrpSpPr>
            <p:cNvPr id="145438" name="Group 30">
              <a:extLst>
                <a:ext uri="{FF2B5EF4-FFF2-40B4-BE49-F238E27FC236}">
                  <a16:creationId xmlns:a16="http://schemas.microsoft.com/office/drawing/2014/main" id="{CF8AB3AE-845B-4BC8-AF09-0203B882A95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59" y="2824"/>
              <a:ext cx="22" cy="131"/>
              <a:chOff x="3352" y="2284"/>
              <a:chExt cx="22" cy="131"/>
            </a:xfrm>
          </p:grpSpPr>
          <p:sp>
            <p:nvSpPr>
              <p:cNvPr id="145439" name="Line 31">
                <a:extLst>
                  <a:ext uri="{FF2B5EF4-FFF2-40B4-BE49-F238E27FC236}">
                    <a16:creationId xmlns:a16="http://schemas.microsoft.com/office/drawing/2014/main" id="{15751C0A-20E3-4E43-A586-64DDEC565F9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52" y="2284"/>
                <a:ext cx="0" cy="131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45440" name="Line 32">
                <a:extLst>
                  <a:ext uri="{FF2B5EF4-FFF2-40B4-BE49-F238E27FC236}">
                    <a16:creationId xmlns:a16="http://schemas.microsoft.com/office/drawing/2014/main" id="{5FFBE5C9-A4B1-43C1-A61F-F071CD4538B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74" y="2284"/>
                <a:ext cx="0" cy="131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145441" name="Group 33">
              <a:extLst>
                <a:ext uri="{FF2B5EF4-FFF2-40B4-BE49-F238E27FC236}">
                  <a16:creationId xmlns:a16="http://schemas.microsoft.com/office/drawing/2014/main" id="{F13B8B77-D30C-4583-8C72-86F23B944DF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048" y="2825"/>
              <a:ext cx="22" cy="131"/>
              <a:chOff x="3352" y="2284"/>
              <a:chExt cx="22" cy="131"/>
            </a:xfrm>
          </p:grpSpPr>
          <p:sp>
            <p:nvSpPr>
              <p:cNvPr id="145442" name="Line 34">
                <a:extLst>
                  <a:ext uri="{FF2B5EF4-FFF2-40B4-BE49-F238E27FC236}">
                    <a16:creationId xmlns:a16="http://schemas.microsoft.com/office/drawing/2014/main" id="{6CF6E1C8-4DE7-4460-8347-869E226E573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52" y="2284"/>
                <a:ext cx="0" cy="131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45443" name="Line 35">
                <a:extLst>
                  <a:ext uri="{FF2B5EF4-FFF2-40B4-BE49-F238E27FC236}">
                    <a16:creationId xmlns:a16="http://schemas.microsoft.com/office/drawing/2014/main" id="{93AF2000-4CE2-4DF8-BC5F-9917E7D9B19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74" y="2284"/>
                <a:ext cx="0" cy="131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145444" name="Group 36">
              <a:extLst>
                <a:ext uri="{FF2B5EF4-FFF2-40B4-BE49-F238E27FC236}">
                  <a16:creationId xmlns:a16="http://schemas.microsoft.com/office/drawing/2014/main" id="{DCC18D93-BEE2-415B-9B96-564C67E50D4D}"/>
                </a:ext>
              </a:extLst>
            </p:cNvPr>
            <p:cNvGrpSpPr>
              <a:grpSpLocks/>
            </p:cNvGrpSpPr>
            <p:nvPr/>
          </p:nvGrpSpPr>
          <p:grpSpPr bwMode="auto">
            <a:xfrm rot="5400000">
              <a:off x="4931" y="1682"/>
              <a:ext cx="22" cy="131"/>
              <a:chOff x="3352" y="2284"/>
              <a:chExt cx="22" cy="131"/>
            </a:xfrm>
          </p:grpSpPr>
          <p:sp>
            <p:nvSpPr>
              <p:cNvPr id="145445" name="Line 37">
                <a:extLst>
                  <a:ext uri="{FF2B5EF4-FFF2-40B4-BE49-F238E27FC236}">
                    <a16:creationId xmlns:a16="http://schemas.microsoft.com/office/drawing/2014/main" id="{3434B3A4-CB18-46D0-99CA-047DA072662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52" y="2284"/>
                <a:ext cx="0" cy="131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45446" name="Line 38">
                <a:extLst>
                  <a:ext uri="{FF2B5EF4-FFF2-40B4-BE49-F238E27FC236}">
                    <a16:creationId xmlns:a16="http://schemas.microsoft.com/office/drawing/2014/main" id="{8288252C-EBBB-4B1F-A29D-06257672202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74" y="2284"/>
                <a:ext cx="0" cy="131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145447" name="Group 39">
              <a:extLst>
                <a:ext uri="{FF2B5EF4-FFF2-40B4-BE49-F238E27FC236}">
                  <a16:creationId xmlns:a16="http://schemas.microsoft.com/office/drawing/2014/main" id="{ACE55DAA-5A59-4D51-85F0-529660EA8E2F}"/>
                </a:ext>
              </a:extLst>
            </p:cNvPr>
            <p:cNvGrpSpPr>
              <a:grpSpLocks/>
            </p:cNvGrpSpPr>
            <p:nvPr/>
          </p:nvGrpSpPr>
          <p:grpSpPr bwMode="auto">
            <a:xfrm rot="5400000">
              <a:off x="4939" y="2897"/>
              <a:ext cx="22" cy="131"/>
              <a:chOff x="3352" y="2284"/>
              <a:chExt cx="22" cy="131"/>
            </a:xfrm>
          </p:grpSpPr>
          <p:sp>
            <p:nvSpPr>
              <p:cNvPr id="145448" name="Line 40">
                <a:extLst>
                  <a:ext uri="{FF2B5EF4-FFF2-40B4-BE49-F238E27FC236}">
                    <a16:creationId xmlns:a16="http://schemas.microsoft.com/office/drawing/2014/main" id="{DEDBF2AB-2AE1-4445-93BD-EDC949ACBEE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52" y="2284"/>
                <a:ext cx="0" cy="131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45449" name="Line 41">
                <a:extLst>
                  <a:ext uri="{FF2B5EF4-FFF2-40B4-BE49-F238E27FC236}">
                    <a16:creationId xmlns:a16="http://schemas.microsoft.com/office/drawing/2014/main" id="{9B83B4EA-B940-4945-A900-47D1A6D39BC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74" y="2284"/>
                <a:ext cx="0" cy="131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</p:grpSp>
      </p:grpSp>
      <p:sp>
        <p:nvSpPr>
          <p:cNvPr id="145450" name="Text Box 42">
            <a:extLst>
              <a:ext uri="{FF2B5EF4-FFF2-40B4-BE49-F238E27FC236}">
                <a16:creationId xmlns:a16="http://schemas.microsoft.com/office/drawing/2014/main" id="{0396B0F7-DDC1-49E0-83E9-31D17E792E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22363" y="854075"/>
            <a:ext cx="7177087" cy="1554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l" eaLnBrk="1" hangingPunct="1"/>
            <a:r>
              <a:rPr lang="en-US" altLang="zh-CN" sz="3200">
                <a:latin typeface="宋体" panose="02010600030101010101" pitchFamily="2" charset="-122"/>
              </a:rPr>
              <a:t>    </a:t>
            </a:r>
            <a:r>
              <a:rPr lang="zh-CN" altLang="en-US" sz="3200">
                <a:latin typeface="宋体" panose="02010600030101010101" pitchFamily="2" charset="-122"/>
              </a:rPr>
              <a:t>在不致引起误解时，可</a:t>
            </a:r>
            <a:r>
              <a:rPr lang="zh-CN" altLang="en-US" sz="3200">
                <a:solidFill>
                  <a:srgbClr val="FF3300"/>
                </a:solidFill>
                <a:latin typeface="宋体" panose="02010600030101010101" pitchFamily="2" charset="-122"/>
              </a:rPr>
              <a:t>只画一半或四分之一</a:t>
            </a:r>
            <a:r>
              <a:rPr lang="zh-CN" altLang="en-US" sz="3200">
                <a:latin typeface="宋体" panose="02010600030101010101" pitchFamily="2" charset="-122"/>
              </a:rPr>
              <a:t>。并在对称中心线的两端画出两条与其垂直的平行细实线。</a:t>
            </a:r>
          </a:p>
        </p:txBody>
      </p:sp>
    </p:spTree>
  </p:cSld>
  <p:clrMapOvr>
    <a:masterClrMapping/>
  </p:clrMapOvr>
  <p:transition spd="med">
    <p:cover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454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454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454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8" dur="500"/>
                                        <p:tgtEl>
                                          <p:spTgt spid="1454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5450" grpId="0" autoUpdateAnimBg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6485" name="Group 53">
            <a:extLst>
              <a:ext uri="{FF2B5EF4-FFF2-40B4-BE49-F238E27FC236}">
                <a16:creationId xmlns:a16="http://schemas.microsoft.com/office/drawing/2014/main" id="{3C125509-B1C7-4B20-AE2B-55B64D376F0E}"/>
              </a:ext>
            </a:extLst>
          </p:cNvPr>
          <p:cNvGrpSpPr>
            <a:grpSpLocks/>
          </p:cNvGrpSpPr>
          <p:nvPr/>
        </p:nvGrpSpPr>
        <p:grpSpPr bwMode="auto">
          <a:xfrm>
            <a:off x="1231900" y="2763838"/>
            <a:ext cx="1319213" cy="2362200"/>
            <a:chOff x="776" y="1741"/>
            <a:chExt cx="831" cy="1488"/>
          </a:xfrm>
        </p:grpSpPr>
        <p:sp>
          <p:nvSpPr>
            <p:cNvPr id="146435" name="Line 3">
              <a:extLst>
                <a:ext uri="{FF2B5EF4-FFF2-40B4-BE49-F238E27FC236}">
                  <a16:creationId xmlns:a16="http://schemas.microsoft.com/office/drawing/2014/main" id="{63A1AD92-240E-483A-9EF4-8A52D4F868A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91" y="1741"/>
              <a:ext cx="0" cy="1488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lgDash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6436" name="Line 4">
              <a:extLst>
                <a:ext uri="{FF2B5EF4-FFF2-40B4-BE49-F238E27FC236}">
                  <a16:creationId xmlns:a16="http://schemas.microsoft.com/office/drawing/2014/main" id="{0CC0F3A8-B725-4B52-A474-2B753FEA872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77" y="1789"/>
              <a:ext cx="0" cy="1318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6437" name="Line 5">
              <a:extLst>
                <a:ext uri="{FF2B5EF4-FFF2-40B4-BE49-F238E27FC236}">
                  <a16:creationId xmlns:a16="http://schemas.microsoft.com/office/drawing/2014/main" id="{CF61BBD3-F069-479D-8C52-32A135FEDB2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04" y="1789"/>
              <a:ext cx="0" cy="1318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6438" name="Line 6">
              <a:extLst>
                <a:ext uri="{FF2B5EF4-FFF2-40B4-BE49-F238E27FC236}">
                  <a16:creationId xmlns:a16="http://schemas.microsoft.com/office/drawing/2014/main" id="{4CD00631-F788-4DCC-A97D-15C5539C6C6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78" y="1797"/>
              <a:ext cx="825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6439" name="Line 7">
              <a:extLst>
                <a:ext uri="{FF2B5EF4-FFF2-40B4-BE49-F238E27FC236}">
                  <a16:creationId xmlns:a16="http://schemas.microsoft.com/office/drawing/2014/main" id="{6E8A68B7-44C7-4160-B5EE-209ABACB92F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39" y="1797"/>
              <a:ext cx="0" cy="64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6440" name="Line 8">
              <a:extLst>
                <a:ext uri="{FF2B5EF4-FFF2-40B4-BE49-F238E27FC236}">
                  <a16:creationId xmlns:a16="http://schemas.microsoft.com/office/drawing/2014/main" id="{9E586E7D-3DA3-4284-9E13-246551ECBE0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42" y="1806"/>
              <a:ext cx="0" cy="64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6441" name="Line 9">
              <a:extLst>
                <a:ext uri="{FF2B5EF4-FFF2-40B4-BE49-F238E27FC236}">
                  <a16:creationId xmlns:a16="http://schemas.microsoft.com/office/drawing/2014/main" id="{D2F752BA-D8D3-4E67-BA15-B99FFF34975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84" y="2437"/>
              <a:ext cx="364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6442" name="Line 10">
              <a:extLst>
                <a:ext uri="{FF2B5EF4-FFF2-40B4-BE49-F238E27FC236}">
                  <a16:creationId xmlns:a16="http://schemas.microsoft.com/office/drawing/2014/main" id="{444BBFA3-E8B5-4390-8D84-31A32FDBD17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34" y="2437"/>
              <a:ext cx="363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6443" name="Line 11">
              <a:extLst>
                <a:ext uri="{FF2B5EF4-FFF2-40B4-BE49-F238E27FC236}">
                  <a16:creationId xmlns:a16="http://schemas.microsoft.com/office/drawing/2014/main" id="{7AB34DC2-DDA8-4CE8-A318-BF5E1B94322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239" y="1797"/>
              <a:ext cx="364" cy="64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6444" name="Line 12">
              <a:extLst>
                <a:ext uri="{FF2B5EF4-FFF2-40B4-BE49-F238E27FC236}">
                  <a16:creationId xmlns:a16="http://schemas.microsoft.com/office/drawing/2014/main" id="{054D84CD-5FE7-41F6-99C8-3B7C692E554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39" y="1797"/>
              <a:ext cx="364" cy="64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6445" name="Line 13">
              <a:extLst>
                <a:ext uri="{FF2B5EF4-FFF2-40B4-BE49-F238E27FC236}">
                  <a16:creationId xmlns:a16="http://schemas.microsoft.com/office/drawing/2014/main" id="{3D6F3BAD-1FBD-4AB3-A5E3-0265F904FF1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78" y="1797"/>
              <a:ext cx="364" cy="64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6446" name="Line 14">
              <a:extLst>
                <a:ext uri="{FF2B5EF4-FFF2-40B4-BE49-F238E27FC236}">
                  <a16:creationId xmlns:a16="http://schemas.microsoft.com/office/drawing/2014/main" id="{B3079152-6163-49DA-B585-0D45A3C7B4D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85" y="1797"/>
              <a:ext cx="357" cy="64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6447" name="Freeform 15">
              <a:extLst>
                <a:ext uri="{FF2B5EF4-FFF2-40B4-BE49-F238E27FC236}">
                  <a16:creationId xmlns:a16="http://schemas.microsoft.com/office/drawing/2014/main" id="{DB87AB6A-D334-480C-99B7-A1283CC426F0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" y="3092"/>
              <a:ext cx="831" cy="66"/>
            </a:xfrm>
            <a:custGeom>
              <a:avLst/>
              <a:gdLst>
                <a:gd name="T0" fmla="*/ 0 w 831"/>
                <a:gd name="T1" fmla="*/ 7 h 66"/>
                <a:gd name="T2" fmla="*/ 79 w 831"/>
                <a:gd name="T3" fmla="*/ 29 h 66"/>
                <a:gd name="T4" fmla="*/ 276 w 831"/>
                <a:gd name="T5" fmla="*/ 26 h 66"/>
                <a:gd name="T6" fmla="*/ 484 w 831"/>
                <a:gd name="T7" fmla="*/ 64 h 66"/>
                <a:gd name="T8" fmla="*/ 591 w 831"/>
                <a:gd name="T9" fmla="*/ 41 h 66"/>
                <a:gd name="T10" fmla="*/ 745 w 831"/>
                <a:gd name="T11" fmla="*/ 57 h 66"/>
                <a:gd name="T12" fmla="*/ 831 w 831"/>
                <a:gd name="T13" fmla="*/ 0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1" h="66">
                  <a:moveTo>
                    <a:pt x="0" y="7"/>
                  </a:moveTo>
                  <a:cubicBezTo>
                    <a:pt x="13" y="11"/>
                    <a:pt x="33" y="26"/>
                    <a:pt x="79" y="29"/>
                  </a:cubicBezTo>
                  <a:cubicBezTo>
                    <a:pt x="125" y="32"/>
                    <a:pt x="209" y="20"/>
                    <a:pt x="276" y="26"/>
                  </a:cubicBezTo>
                  <a:cubicBezTo>
                    <a:pt x="343" y="32"/>
                    <a:pt x="432" y="62"/>
                    <a:pt x="484" y="64"/>
                  </a:cubicBezTo>
                  <a:cubicBezTo>
                    <a:pt x="536" y="66"/>
                    <a:pt x="548" y="42"/>
                    <a:pt x="591" y="41"/>
                  </a:cubicBezTo>
                  <a:cubicBezTo>
                    <a:pt x="634" y="40"/>
                    <a:pt x="705" y="64"/>
                    <a:pt x="745" y="57"/>
                  </a:cubicBezTo>
                  <a:cubicBezTo>
                    <a:pt x="785" y="50"/>
                    <a:pt x="813" y="12"/>
                    <a:pt x="831" y="0"/>
                  </a:cubicBezTo>
                </a:path>
              </a:pathLst>
            </a:custGeom>
            <a:noFill/>
            <a:ln w="19050" cap="flat" cmpd="sng">
              <a:solidFill>
                <a:srgbClr val="000000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146486" name="Group 54">
            <a:extLst>
              <a:ext uri="{FF2B5EF4-FFF2-40B4-BE49-F238E27FC236}">
                <a16:creationId xmlns:a16="http://schemas.microsoft.com/office/drawing/2014/main" id="{93B88173-CC5E-4FAB-8365-0515E48B4825}"/>
              </a:ext>
            </a:extLst>
          </p:cNvPr>
          <p:cNvGrpSpPr>
            <a:grpSpLocks/>
          </p:cNvGrpSpPr>
          <p:nvPr/>
        </p:nvGrpSpPr>
        <p:grpSpPr bwMode="auto">
          <a:xfrm>
            <a:off x="5384800" y="2725738"/>
            <a:ext cx="2349500" cy="1017587"/>
            <a:chOff x="3392" y="1717"/>
            <a:chExt cx="1480" cy="641"/>
          </a:xfrm>
        </p:grpSpPr>
        <p:sp>
          <p:nvSpPr>
            <p:cNvPr id="146452" name="Line 20">
              <a:extLst>
                <a:ext uri="{FF2B5EF4-FFF2-40B4-BE49-F238E27FC236}">
                  <a16:creationId xmlns:a16="http://schemas.microsoft.com/office/drawing/2014/main" id="{F06244C6-29F8-4663-BAB5-602810DF0A0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75" y="1717"/>
              <a:ext cx="0" cy="633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6453" name="Line 21">
              <a:extLst>
                <a:ext uri="{FF2B5EF4-FFF2-40B4-BE49-F238E27FC236}">
                  <a16:creationId xmlns:a16="http://schemas.microsoft.com/office/drawing/2014/main" id="{F45CD3AA-A868-4F52-9ECB-0A62D2B5511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92" y="2037"/>
              <a:ext cx="1480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lgDash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6454" name="Line 22">
              <a:extLst>
                <a:ext uri="{FF2B5EF4-FFF2-40B4-BE49-F238E27FC236}">
                  <a16:creationId xmlns:a16="http://schemas.microsoft.com/office/drawing/2014/main" id="{D465039D-3E5C-40D8-9C67-FF4ED414A2B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539" y="1725"/>
              <a:ext cx="1236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6455" name="Line 23">
              <a:extLst>
                <a:ext uri="{FF2B5EF4-FFF2-40B4-BE49-F238E27FC236}">
                  <a16:creationId xmlns:a16="http://schemas.microsoft.com/office/drawing/2014/main" id="{D6DDC843-0B21-4B94-866A-C943B908B37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518" y="2350"/>
              <a:ext cx="1265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6456" name="Line 24">
              <a:extLst>
                <a:ext uri="{FF2B5EF4-FFF2-40B4-BE49-F238E27FC236}">
                  <a16:creationId xmlns:a16="http://schemas.microsoft.com/office/drawing/2014/main" id="{A1D0DC75-C178-4577-B8A8-0F656F6D531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157" y="1783"/>
              <a:ext cx="618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6457" name="Line 25">
              <a:extLst>
                <a:ext uri="{FF2B5EF4-FFF2-40B4-BE49-F238E27FC236}">
                  <a16:creationId xmlns:a16="http://schemas.microsoft.com/office/drawing/2014/main" id="{70B3903F-5EA6-4EB9-88B4-2ED3C5F7C5C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158" y="2286"/>
              <a:ext cx="618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6458" name="Line 26">
              <a:extLst>
                <a:ext uri="{FF2B5EF4-FFF2-40B4-BE49-F238E27FC236}">
                  <a16:creationId xmlns:a16="http://schemas.microsoft.com/office/drawing/2014/main" id="{256ABCA1-8C45-4DB5-838F-BB53D3F8AAA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65" y="1783"/>
              <a:ext cx="0" cy="502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6459" name="Line 27">
              <a:extLst>
                <a:ext uri="{FF2B5EF4-FFF2-40B4-BE49-F238E27FC236}">
                  <a16:creationId xmlns:a16="http://schemas.microsoft.com/office/drawing/2014/main" id="{B69049D0-C30C-4E1F-8242-F93526C5D97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72" y="1783"/>
              <a:ext cx="603" cy="50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6460" name="Line 28">
              <a:extLst>
                <a:ext uri="{FF2B5EF4-FFF2-40B4-BE49-F238E27FC236}">
                  <a16:creationId xmlns:a16="http://schemas.microsoft.com/office/drawing/2014/main" id="{7094A7B6-594C-43E7-BB30-74427FF435E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165" y="1783"/>
              <a:ext cx="610" cy="50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6461" name="Freeform 29">
              <a:extLst>
                <a:ext uri="{FF2B5EF4-FFF2-40B4-BE49-F238E27FC236}">
                  <a16:creationId xmlns:a16="http://schemas.microsoft.com/office/drawing/2014/main" id="{F77C46BF-D750-48BE-AFE8-F1C0B9842751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4" y="1725"/>
              <a:ext cx="62" cy="633"/>
            </a:xfrm>
            <a:custGeom>
              <a:avLst/>
              <a:gdLst>
                <a:gd name="T0" fmla="*/ 45 w 62"/>
                <a:gd name="T1" fmla="*/ 0 h 633"/>
                <a:gd name="T2" fmla="*/ 2 w 62"/>
                <a:gd name="T3" fmla="*/ 123 h 633"/>
                <a:gd name="T4" fmla="*/ 31 w 62"/>
                <a:gd name="T5" fmla="*/ 254 h 633"/>
                <a:gd name="T6" fmla="*/ 23 w 62"/>
                <a:gd name="T7" fmla="*/ 402 h 633"/>
                <a:gd name="T8" fmla="*/ 62 w 62"/>
                <a:gd name="T9" fmla="*/ 502 h 633"/>
                <a:gd name="T10" fmla="*/ 23 w 62"/>
                <a:gd name="T11" fmla="*/ 633 h 6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2" h="633">
                  <a:moveTo>
                    <a:pt x="45" y="0"/>
                  </a:moveTo>
                  <a:cubicBezTo>
                    <a:pt x="38" y="20"/>
                    <a:pt x="4" y="81"/>
                    <a:pt x="2" y="123"/>
                  </a:cubicBezTo>
                  <a:cubicBezTo>
                    <a:pt x="0" y="165"/>
                    <a:pt x="28" y="207"/>
                    <a:pt x="31" y="254"/>
                  </a:cubicBezTo>
                  <a:cubicBezTo>
                    <a:pt x="34" y="301"/>
                    <a:pt x="18" y="361"/>
                    <a:pt x="23" y="402"/>
                  </a:cubicBezTo>
                  <a:cubicBezTo>
                    <a:pt x="28" y="443"/>
                    <a:pt x="62" y="464"/>
                    <a:pt x="62" y="502"/>
                  </a:cubicBezTo>
                  <a:cubicBezTo>
                    <a:pt x="62" y="540"/>
                    <a:pt x="31" y="606"/>
                    <a:pt x="23" y="633"/>
                  </a:cubicBezTo>
                </a:path>
              </a:pathLst>
            </a:custGeom>
            <a:noFill/>
            <a:ln w="19050" cap="flat" cmpd="sng">
              <a:solidFill>
                <a:srgbClr val="000000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146465" name="Text Box 33">
            <a:extLst>
              <a:ext uri="{FF2B5EF4-FFF2-40B4-BE49-F238E27FC236}">
                <a16:creationId xmlns:a16="http://schemas.microsoft.com/office/drawing/2014/main" id="{6E0D1F6E-118B-4FB9-A25A-6D0C1449A1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31169" y="-42862"/>
            <a:ext cx="6135687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en-US" altLang="zh-CN" sz="3200" dirty="0">
                <a:solidFill>
                  <a:schemeClr val="bg1"/>
                </a:solidFill>
                <a:latin typeface="宋体" panose="02010600030101010101" pitchFamily="2" charset="-122"/>
              </a:rPr>
              <a:t>5.</a:t>
            </a:r>
            <a:r>
              <a:rPr lang="zh-CN" altLang="en-US" sz="3200" dirty="0">
                <a:solidFill>
                  <a:schemeClr val="bg1"/>
                </a:solidFill>
                <a:latin typeface="宋体" panose="02010600030101010101" pitchFamily="2" charset="-122"/>
              </a:rPr>
              <a:t>回转体上小平面的画法</a:t>
            </a:r>
          </a:p>
        </p:txBody>
      </p:sp>
      <p:sp>
        <p:nvSpPr>
          <p:cNvPr id="146466" name="Text Box 34">
            <a:extLst>
              <a:ext uri="{FF2B5EF4-FFF2-40B4-BE49-F238E27FC236}">
                <a16:creationId xmlns:a16="http://schemas.microsoft.com/office/drawing/2014/main" id="{7F0986A6-E109-4E62-B131-30E06D422D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2150" y="854075"/>
            <a:ext cx="8196263" cy="1554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l" eaLnBrk="1" hangingPunct="1"/>
            <a:r>
              <a:rPr lang="en-US" altLang="zh-CN" sz="3200">
                <a:latin typeface="宋体" panose="02010600030101010101" pitchFamily="2" charset="-122"/>
              </a:rPr>
              <a:t>    </a:t>
            </a:r>
            <a:r>
              <a:rPr lang="zh-CN" altLang="en-US" sz="3200">
                <a:latin typeface="宋体" panose="02010600030101010101" pitchFamily="2" charset="-122"/>
              </a:rPr>
              <a:t>为了避免增加视图、剖视图或断面图，可</a:t>
            </a:r>
            <a:r>
              <a:rPr lang="zh-CN" altLang="en-US" sz="3200">
                <a:solidFill>
                  <a:srgbClr val="FF0000"/>
                </a:solidFill>
                <a:latin typeface="宋体" panose="02010600030101010101" pitchFamily="2" charset="-122"/>
              </a:rPr>
              <a:t>用细实线绘出对角线表示回转体零件上的平面。</a:t>
            </a:r>
          </a:p>
        </p:txBody>
      </p:sp>
      <p:pic>
        <p:nvPicPr>
          <p:cNvPr id="146484" name="Picture 52">
            <a:extLst>
              <a:ext uri="{FF2B5EF4-FFF2-40B4-BE49-F238E27FC236}">
                <a16:creationId xmlns:a16="http://schemas.microsoft.com/office/drawing/2014/main" id="{DF1472ED-4A52-4889-AF64-3748CC7163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95625" y="3463925"/>
            <a:ext cx="1703388" cy="2652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46487" name="Picture 55">
            <a:extLst>
              <a:ext uri="{FF2B5EF4-FFF2-40B4-BE49-F238E27FC236}">
                <a16:creationId xmlns:a16="http://schemas.microsoft.com/office/drawing/2014/main" id="{154B888F-59C2-41C2-AC27-BC8F7598BD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45150" y="3935413"/>
            <a:ext cx="2413000" cy="2381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med">
    <p:cover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1464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1464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" dur="500"/>
                                        <p:tgtEl>
                                          <p:spTgt spid="1464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464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7" dur="500"/>
                                        <p:tgtEl>
                                          <p:spTgt spid="1464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6466" grpId="0" autoUpdateAnimBg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8499" name="Group 19">
            <a:extLst>
              <a:ext uri="{FF2B5EF4-FFF2-40B4-BE49-F238E27FC236}">
                <a16:creationId xmlns:a16="http://schemas.microsoft.com/office/drawing/2014/main" id="{B3E90D74-BC8B-4BDA-A6AE-1A1AE77D737B}"/>
              </a:ext>
            </a:extLst>
          </p:cNvPr>
          <p:cNvGrpSpPr>
            <a:grpSpLocks/>
          </p:cNvGrpSpPr>
          <p:nvPr/>
        </p:nvGrpSpPr>
        <p:grpSpPr bwMode="auto">
          <a:xfrm>
            <a:off x="1649413" y="1836738"/>
            <a:ext cx="558800" cy="554037"/>
            <a:chOff x="1167" y="2565"/>
            <a:chExt cx="352" cy="349"/>
          </a:xfrm>
        </p:grpSpPr>
        <p:sp>
          <p:nvSpPr>
            <p:cNvPr id="148500" name="Rectangle 20">
              <a:extLst>
                <a:ext uri="{FF2B5EF4-FFF2-40B4-BE49-F238E27FC236}">
                  <a16:creationId xmlns:a16="http://schemas.microsoft.com/office/drawing/2014/main" id="{6C91A626-8DBB-428F-83E3-E6D86AF5DE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85" y="2565"/>
              <a:ext cx="218" cy="2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2700" i="1">
                  <a:solidFill>
                    <a:srgbClr val="FF0000"/>
                  </a:solidFill>
                  <a:latin typeface="宋体" panose="02010600030101010101" pitchFamily="2" charset="-122"/>
                </a:rPr>
                <a:t>Ⅰ</a:t>
              </a:r>
              <a:endParaRPr lang="en-US" altLang="zh-CN">
                <a:solidFill>
                  <a:srgbClr val="FF0000"/>
                </a:solidFill>
              </a:endParaRPr>
            </a:p>
          </p:txBody>
        </p:sp>
        <p:sp>
          <p:nvSpPr>
            <p:cNvPr id="148501" name="Freeform 21">
              <a:extLst>
                <a:ext uri="{FF2B5EF4-FFF2-40B4-BE49-F238E27FC236}">
                  <a16:creationId xmlns:a16="http://schemas.microsoft.com/office/drawing/2014/main" id="{BACA42B1-E560-455B-A12D-D3C0DC2BF16F}"/>
                </a:ext>
              </a:extLst>
            </p:cNvPr>
            <p:cNvSpPr>
              <a:spLocks/>
            </p:cNvSpPr>
            <p:nvPr/>
          </p:nvSpPr>
          <p:spPr bwMode="auto">
            <a:xfrm>
              <a:off x="1390" y="2813"/>
              <a:ext cx="129" cy="101"/>
            </a:xfrm>
            <a:custGeom>
              <a:avLst/>
              <a:gdLst>
                <a:gd name="T0" fmla="*/ 259 w 259"/>
                <a:gd name="T1" fmla="*/ 201 h 201"/>
                <a:gd name="T2" fmla="*/ 0 w 259"/>
                <a:gd name="T3" fmla="*/ 0 h 201"/>
                <a:gd name="T4" fmla="*/ 1 w 259"/>
                <a:gd name="T5" fmla="*/ 0 h 2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59" h="201">
                  <a:moveTo>
                    <a:pt x="259" y="201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8502" name="Freeform 22">
              <a:extLst>
                <a:ext uri="{FF2B5EF4-FFF2-40B4-BE49-F238E27FC236}">
                  <a16:creationId xmlns:a16="http://schemas.microsoft.com/office/drawing/2014/main" id="{17E130D9-178D-430E-8975-A85A799C903D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7" y="2813"/>
              <a:ext cx="223" cy="1"/>
            </a:xfrm>
            <a:custGeom>
              <a:avLst/>
              <a:gdLst>
                <a:gd name="T0" fmla="*/ 445 w 445"/>
                <a:gd name="T1" fmla="*/ 0 w 445"/>
                <a:gd name="T2" fmla="*/ 2 w 44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445">
                  <a:moveTo>
                    <a:pt x="445" y="0"/>
                  </a:moveTo>
                  <a:lnTo>
                    <a:pt x="0" y="0"/>
                  </a:lnTo>
                  <a:lnTo>
                    <a:pt x="2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48503" name="Group 23">
            <a:extLst>
              <a:ext uri="{FF2B5EF4-FFF2-40B4-BE49-F238E27FC236}">
                <a16:creationId xmlns:a16="http://schemas.microsoft.com/office/drawing/2014/main" id="{83B5C177-A705-4E02-A75A-1A29C8DFA6D3}"/>
              </a:ext>
            </a:extLst>
          </p:cNvPr>
          <p:cNvGrpSpPr>
            <a:grpSpLocks/>
          </p:cNvGrpSpPr>
          <p:nvPr/>
        </p:nvGrpSpPr>
        <p:grpSpPr bwMode="auto">
          <a:xfrm>
            <a:off x="5053013" y="1836738"/>
            <a:ext cx="439737" cy="525462"/>
            <a:chOff x="3311" y="2565"/>
            <a:chExt cx="277" cy="331"/>
          </a:xfrm>
        </p:grpSpPr>
        <p:sp>
          <p:nvSpPr>
            <p:cNvPr id="148504" name="Rectangle 24">
              <a:extLst>
                <a:ext uri="{FF2B5EF4-FFF2-40B4-BE49-F238E27FC236}">
                  <a16:creationId xmlns:a16="http://schemas.microsoft.com/office/drawing/2014/main" id="{73AA646E-61CB-4E68-85B2-F468B6C2E9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70" y="2565"/>
              <a:ext cx="218" cy="2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2700" i="1">
                  <a:solidFill>
                    <a:srgbClr val="FF0000"/>
                  </a:solidFill>
                  <a:latin typeface="宋体" panose="02010600030101010101" pitchFamily="2" charset="-122"/>
                </a:rPr>
                <a:t>Ⅱ</a:t>
              </a:r>
              <a:endParaRPr lang="en-US" altLang="zh-CN">
                <a:solidFill>
                  <a:srgbClr val="FF0000"/>
                </a:solidFill>
              </a:endParaRPr>
            </a:p>
          </p:txBody>
        </p:sp>
        <p:sp>
          <p:nvSpPr>
            <p:cNvPr id="148505" name="Freeform 25">
              <a:extLst>
                <a:ext uri="{FF2B5EF4-FFF2-40B4-BE49-F238E27FC236}">
                  <a16:creationId xmlns:a16="http://schemas.microsoft.com/office/drawing/2014/main" id="{006F4E95-9B0F-4834-9046-B137912392E6}"/>
                </a:ext>
              </a:extLst>
            </p:cNvPr>
            <p:cNvSpPr>
              <a:spLocks/>
            </p:cNvSpPr>
            <p:nvPr/>
          </p:nvSpPr>
          <p:spPr bwMode="auto">
            <a:xfrm>
              <a:off x="3371" y="2813"/>
              <a:ext cx="213" cy="1"/>
            </a:xfrm>
            <a:custGeom>
              <a:avLst/>
              <a:gdLst>
                <a:gd name="T0" fmla="*/ 426 w 426"/>
                <a:gd name="T1" fmla="*/ 0 w 426"/>
                <a:gd name="T2" fmla="*/ 1 w 42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426">
                  <a:moveTo>
                    <a:pt x="426" y="0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8506" name="Freeform 26">
              <a:extLst>
                <a:ext uri="{FF2B5EF4-FFF2-40B4-BE49-F238E27FC236}">
                  <a16:creationId xmlns:a16="http://schemas.microsoft.com/office/drawing/2014/main" id="{C3B1CE4D-FDC1-4602-80B4-B7F5B496F4FD}"/>
                </a:ext>
              </a:extLst>
            </p:cNvPr>
            <p:cNvSpPr>
              <a:spLocks/>
            </p:cNvSpPr>
            <p:nvPr/>
          </p:nvSpPr>
          <p:spPr bwMode="auto">
            <a:xfrm>
              <a:off x="3311" y="2813"/>
              <a:ext cx="60" cy="83"/>
            </a:xfrm>
            <a:custGeom>
              <a:avLst/>
              <a:gdLst>
                <a:gd name="T0" fmla="*/ 119 w 119"/>
                <a:gd name="T1" fmla="*/ 0 h 165"/>
                <a:gd name="T2" fmla="*/ 0 w 119"/>
                <a:gd name="T3" fmla="*/ 165 h 165"/>
                <a:gd name="T4" fmla="*/ 1 w 119"/>
                <a:gd name="T5" fmla="*/ 165 h 1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19" h="165">
                  <a:moveTo>
                    <a:pt x="119" y="0"/>
                  </a:moveTo>
                  <a:lnTo>
                    <a:pt x="0" y="165"/>
                  </a:lnTo>
                  <a:lnTo>
                    <a:pt x="1" y="165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48507" name="Group 27">
            <a:extLst>
              <a:ext uri="{FF2B5EF4-FFF2-40B4-BE49-F238E27FC236}">
                <a16:creationId xmlns:a16="http://schemas.microsoft.com/office/drawing/2014/main" id="{3122B8C0-4029-4403-85B3-2819EFA57E32}"/>
              </a:ext>
            </a:extLst>
          </p:cNvPr>
          <p:cNvGrpSpPr>
            <a:grpSpLocks/>
          </p:cNvGrpSpPr>
          <p:nvPr/>
        </p:nvGrpSpPr>
        <p:grpSpPr bwMode="auto">
          <a:xfrm>
            <a:off x="1946275" y="3546475"/>
            <a:ext cx="890588" cy="930275"/>
            <a:chOff x="1342" y="1090"/>
            <a:chExt cx="561" cy="586"/>
          </a:xfrm>
        </p:grpSpPr>
        <p:sp>
          <p:nvSpPr>
            <p:cNvPr id="148508" name="Rectangle 28">
              <a:extLst>
                <a:ext uri="{FF2B5EF4-FFF2-40B4-BE49-F238E27FC236}">
                  <a16:creationId xmlns:a16="http://schemas.microsoft.com/office/drawing/2014/main" id="{80C072CC-D405-46B6-87DF-5ED17D1D03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46" y="1090"/>
              <a:ext cx="218" cy="2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2700" i="1">
                  <a:solidFill>
                    <a:srgbClr val="FF0000"/>
                  </a:solidFill>
                  <a:latin typeface="宋体" panose="02010600030101010101" pitchFamily="2" charset="-122"/>
                </a:rPr>
                <a:t>Ⅰ</a:t>
              </a:r>
              <a:endParaRPr lang="en-US" altLang="zh-CN">
                <a:solidFill>
                  <a:srgbClr val="FF0000"/>
                </a:solidFill>
              </a:endParaRPr>
            </a:p>
          </p:txBody>
        </p:sp>
        <p:sp>
          <p:nvSpPr>
            <p:cNvPr id="148509" name="Rectangle 29">
              <a:extLst>
                <a:ext uri="{FF2B5EF4-FFF2-40B4-BE49-F238E27FC236}">
                  <a16:creationId xmlns:a16="http://schemas.microsoft.com/office/drawing/2014/main" id="{1680836A-25C1-4818-931E-C18BEDDD87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2" y="1369"/>
              <a:ext cx="546" cy="3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3200" i="1">
                  <a:solidFill>
                    <a:srgbClr val="FF0000"/>
                  </a:solidFill>
                  <a:latin typeface="ISOCTEUR" panose="020B0609020202020204" pitchFamily="49" charset="0"/>
                </a:rPr>
                <a:t>2:1</a:t>
              </a:r>
              <a:endParaRPr lang="en-US" altLang="zh-CN" sz="2800">
                <a:solidFill>
                  <a:srgbClr val="FF0000"/>
                </a:solidFill>
                <a:latin typeface="ISOCTEUR" panose="020B0609020202020204" pitchFamily="49" charset="0"/>
              </a:endParaRPr>
            </a:p>
          </p:txBody>
        </p:sp>
        <p:sp>
          <p:nvSpPr>
            <p:cNvPr id="148510" name="Freeform 30">
              <a:extLst>
                <a:ext uri="{FF2B5EF4-FFF2-40B4-BE49-F238E27FC236}">
                  <a16:creationId xmlns:a16="http://schemas.microsoft.com/office/drawing/2014/main" id="{ECED80A2-3B97-4F2B-B76E-E7902632553F}"/>
                </a:ext>
              </a:extLst>
            </p:cNvPr>
            <p:cNvSpPr>
              <a:spLocks/>
            </p:cNvSpPr>
            <p:nvPr/>
          </p:nvSpPr>
          <p:spPr bwMode="auto">
            <a:xfrm>
              <a:off x="1428" y="1360"/>
              <a:ext cx="475" cy="1"/>
            </a:xfrm>
            <a:custGeom>
              <a:avLst/>
              <a:gdLst>
                <a:gd name="T0" fmla="*/ 0 w 950"/>
                <a:gd name="T1" fmla="*/ 949 w 950"/>
                <a:gd name="T2" fmla="*/ 950 w 95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950">
                  <a:moveTo>
                    <a:pt x="0" y="0"/>
                  </a:moveTo>
                  <a:lnTo>
                    <a:pt x="949" y="0"/>
                  </a:lnTo>
                  <a:lnTo>
                    <a:pt x="950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48511" name="Group 31">
            <a:extLst>
              <a:ext uri="{FF2B5EF4-FFF2-40B4-BE49-F238E27FC236}">
                <a16:creationId xmlns:a16="http://schemas.microsoft.com/office/drawing/2014/main" id="{FF36EB10-9E72-4BA5-B3F8-05A54CA82194}"/>
              </a:ext>
            </a:extLst>
          </p:cNvPr>
          <p:cNvGrpSpPr>
            <a:grpSpLocks/>
          </p:cNvGrpSpPr>
          <p:nvPr/>
        </p:nvGrpSpPr>
        <p:grpSpPr bwMode="auto">
          <a:xfrm>
            <a:off x="4287838" y="3460750"/>
            <a:ext cx="877887" cy="947738"/>
            <a:chOff x="2859" y="1090"/>
            <a:chExt cx="553" cy="597"/>
          </a:xfrm>
        </p:grpSpPr>
        <p:sp>
          <p:nvSpPr>
            <p:cNvPr id="148512" name="Rectangle 32">
              <a:extLst>
                <a:ext uri="{FF2B5EF4-FFF2-40B4-BE49-F238E27FC236}">
                  <a16:creationId xmlns:a16="http://schemas.microsoft.com/office/drawing/2014/main" id="{B6CCEE76-A958-403F-9C27-51C1B73C9B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51" y="1090"/>
              <a:ext cx="218" cy="2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2700" i="1">
                  <a:solidFill>
                    <a:srgbClr val="FF0000"/>
                  </a:solidFill>
                  <a:latin typeface="宋体" panose="02010600030101010101" pitchFamily="2" charset="-122"/>
                </a:rPr>
                <a:t>Ⅱ</a:t>
              </a:r>
              <a:endParaRPr lang="en-US" altLang="zh-CN">
                <a:solidFill>
                  <a:srgbClr val="FF0000"/>
                </a:solidFill>
              </a:endParaRPr>
            </a:p>
          </p:txBody>
        </p:sp>
        <p:sp>
          <p:nvSpPr>
            <p:cNvPr id="148513" name="Rectangle 33">
              <a:extLst>
                <a:ext uri="{FF2B5EF4-FFF2-40B4-BE49-F238E27FC236}">
                  <a16:creationId xmlns:a16="http://schemas.microsoft.com/office/drawing/2014/main" id="{CA79291A-21DF-4E62-80C1-AE9CFD80F1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59" y="1380"/>
              <a:ext cx="546" cy="3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3200" i="1">
                  <a:solidFill>
                    <a:srgbClr val="FF0000"/>
                  </a:solidFill>
                  <a:latin typeface="ISOCTEUR" panose="020B0609020202020204" pitchFamily="49" charset="0"/>
                </a:rPr>
                <a:t>2:1</a:t>
              </a:r>
              <a:endParaRPr lang="en-US" altLang="zh-CN" sz="2800">
                <a:solidFill>
                  <a:srgbClr val="FF0000"/>
                </a:solidFill>
                <a:latin typeface="ISOCTEUR" panose="020B0609020202020204" pitchFamily="49" charset="0"/>
              </a:endParaRPr>
            </a:p>
          </p:txBody>
        </p:sp>
        <p:sp>
          <p:nvSpPr>
            <p:cNvPr id="148514" name="Freeform 34">
              <a:extLst>
                <a:ext uri="{FF2B5EF4-FFF2-40B4-BE49-F238E27FC236}">
                  <a16:creationId xmlns:a16="http://schemas.microsoft.com/office/drawing/2014/main" id="{FB3CDE5D-C1CF-4DBC-9DEC-FDC2D111BD78}"/>
                </a:ext>
              </a:extLst>
            </p:cNvPr>
            <p:cNvSpPr>
              <a:spLocks/>
            </p:cNvSpPr>
            <p:nvPr/>
          </p:nvSpPr>
          <p:spPr bwMode="auto">
            <a:xfrm>
              <a:off x="2948" y="1376"/>
              <a:ext cx="464" cy="1"/>
            </a:xfrm>
            <a:custGeom>
              <a:avLst/>
              <a:gdLst>
                <a:gd name="T0" fmla="*/ 0 w 928"/>
                <a:gd name="T1" fmla="*/ 926 w 928"/>
                <a:gd name="T2" fmla="*/ 928 w 928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928">
                  <a:moveTo>
                    <a:pt x="0" y="0"/>
                  </a:moveTo>
                  <a:lnTo>
                    <a:pt x="926" y="0"/>
                  </a:lnTo>
                  <a:lnTo>
                    <a:pt x="928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48552" name="Oval 72">
            <a:extLst>
              <a:ext uri="{FF2B5EF4-FFF2-40B4-BE49-F238E27FC236}">
                <a16:creationId xmlns:a16="http://schemas.microsoft.com/office/drawing/2014/main" id="{3E83D407-86A9-4C26-A901-515F25A7C0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17725" y="2305050"/>
            <a:ext cx="650875" cy="622300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8553" name="Oval 73">
            <a:extLst>
              <a:ext uri="{FF2B5EF4-FFF2-40B4-BE49-F238E27FC236}">
                <a16:creationId xmlns:a16="http://schemas.microsoft.com/office/drawing/2014/main" id="{B9AD287B-234F-47D5-AD7D-E26093118B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40250" y="2293938"/>
            <a:ext cx="650875" cy="622300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8554" name="Text Box 74">
            <a:extLst>
              <a:ext uri="{FF2B5EF4-FFF2-40B4-BE49-F238E27FC236}">
                <a16:creationId xmlns:a16="http://schemas.microsoft.com/office/drawing/2014/main" id="{A21C0F6B-77B2-4088-A898-C48673D8EC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8800" y="503238"/>
            <a:ext cx="8618538" cy="13731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 eaLnBrk="1" hangingPunct="1"/>
            <a:r>
              <a:rPr lang="en-US" altLang="zh-CN" sz="2800">
                <a:latin typeface="宋体" panose="02010600030101010101" pitchFamily="2" charset="-122"/>
              </a:rPr>
              <a:t>    </a:t>
            </a:r>
            <a:r>
              <a:rPr lang="zh-CN" altLang="en-US" sz="2800">
                <a:latin typeface="宋体" panose="02010600030101010101" pitchFamily="2" charset="-122"/>
              </a:rPr>
              <a:t>当机件上部分结构的图形过小时，可以采用局部放大图。局部放大图可画成视图、剖视图或断面图，它与被放大部分的表示方法无关。 </a:t>
            </a:r>
          </a:p>
        </p:txBody>
      </p:sp>
      <p:grpSp>
        <p:nvGrpSpPr>
          <p:cNvPr id="148556" name="Group 76">
            <a:extLst>
              <a:ext uri="{FF2B5EF4-FFF2-40B4-BE49-F238E27FC236}">
                <a16:creationId xmlns:a16="http://schemas.microsoft.com/office/drawing/2014/main" id="{E1CAB174-EFD6-4762-81B3-4D37ADE4AF31}"/>
              </a:ext>
            </a:extLst>
          </p:cNvPr>
          <p:cNvGrpSpPr>
            <a:grpSpLocks/>
          </p:cNvGrpSpPr>
          <p:nvPr/>
        </p:nvGrpSpPr>
        <p:grpSpPr bwMode="auto">
          <a:xfrm>
            <a:off x="1249363" y="2547938"/>
            <a:ext cx="6480175" cy="893762"/>
            <a:chOff x="915" y="3013"/>
            <a:chExt cx="4082" cy="563"/>
          </a:xfrm>
        </p:grpSpPr>
        <p:grpSp>
          <p:nvGrpSpPr>
            <p:cNvPr id="148515" name="Group 35">
              <a:extLst>
                <a:ext uri="{FF2B5EF4-FFF2-40B4-BE49-F238E27FC236}">
                  <a16:creationId xmlns:a16="http://schemas.microsoft.com/office/drawing/2014/main" id="{F7559A0D-492F-4ED7-95E0-17A3503FF0C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15" y="3045"/>
              <a:ext cx="4082" cy="478"/>
              <a:chOff x="915" y="3045"/>
              <a:chExt cx="4082" cy="478"/>
            </a:xfrm>
          </p:grpSpPr>
          <p:sp>
            <p:nvSpPr>
              <p:cNvPr id="148516" name="Rectangle 36">
                <a:extLst>
                  <a:ext uri="{FF2B5EF4-FFF2-40B4-BE49-F238E27FC236}">
                    <a16:creationId xmlns:a16="http://schemas.microsoft.com/office/drawing/2014/main" id="{78DD2844-F8BF-45D7-B3BA-D2C63848CD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32" y="3176"/>
                <a:ext cx="314" cy="217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8517" name="Rectangle 37">
                <a:extLst>
                  <a:ext uri="{FF2B5EF4-FFF2-40B4-BE49-F238E27FC236}">
                    <a16:creationId xmlns:a16="http://schemas.microsoft.com/office/drawing/2014/main" id="{7666FB43-C6A9-4D48-8025-59902EC3DE0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11" y="3046"/>
                <a:ext cx="926" cy="477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8518" name="Rectangle 38">
                <a:extLst>
                  <a:ext uri="{FF2B5EF4-FFF2-40B4-BE49-F238E27FC236}">
                    <a16:creationId xmlns:a16="http://schemas.microsoft.com/office/drawing/2014/main" id="{17806A25-8C82-4913-93DD-DE9AD13D0A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01" y="3046"/>
                <a:ext cx="473" cy="477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8519" name="Rectangle 39">
                <a:extLst>
                  <a:ext uri="{FF2B5EF4-FFF2-40B4-BE49-F238E27FC236}">
                    <a16:creationId xmlns:a16="http://schemas.microsoft.com/office/drawing/2014/main" id="{73D69CD4-7471-424F-BDF6-06DD8BA7FF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61" y="3046"/>
                <a:ext cx="1306" cy="477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8520" name="Freeform 40">
                <a:extLst>
                  <a:ext uri="{FF2B5EF4-FFF2-40B4-BE49-F238E27FC236}">
                    <a16:creationId xmlns:a16="http://schemas.microsoft.com/office/drawing/2014/main" id="{C7CD1954-0FFF-4AA3-A9A5-48641C60532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15" y="3284"/>
                <a:ext cx="353" cy="1"/>
              </a:xfrm>
              <a:custGeom>
                <a:avLst/>
                <a:gdLst>
                  <a:gd name="T0" fmla="*/ 0 w 706"/>
                  <a:gd name="T1" fmla="*/ 705 w 706"/>
                  <a:gd name="T2" fmla="*/ 706 w 706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706">
                    <a:moveTo>
                      <a:pt x="0" y="0"/>
                    </a:moveTo>
                    <a:lnTo>
                      <a:pt x="705" y="0"/>
                    </a:lnTo>
                    <a:lnTo>
                      <a:pt x="706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8521" name="Freeform 41">
                <a:extLst>
                  <a:ext uri="{FF2B5EF4-FFF2-40B4-BE49-F238E27FC236}">
                    <a16:creationId xmlns:a16="http://schemas.microsoft.com/office/drawing/2014/main" id="{4AF9A4ED-C59F-4B63-A6FF-98F42A77DDE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36" y="3045"/>
                <a:ext cx="65" cy="478"/>
              </a:xfrm>
              <a:custGeom>
                <a:avLst/>
                <a:gdLst>
                  <a:gd name="T0" fmla="*/ 64 w 65"/>
                  <a:gd name="T1" fmla="*/ 0 h 478"/>
                  <a:gd name="T2" fmla="*/ 20 w 65"/>
                  <a:gd name="T3" fmla="*/ 131 h 478"/>
                  <a:gd name="T4" fmla="*/ 0 w 65"/>
                  <a:gd name="T5" fmla="*/ 239 h 478"/>
                  <a:gd name="T6" fmla="*/ 20 w 65"/>
                  <a:gd name="T7" fmla="*/ 347 h 478"/>
                  <a:gd name="T8" fmla="*/ 64 w 65"/>
                  <a:gd name="T9" fmla="*/ 478 h 478"/>
                  <a:gd name="T10" fmla="*/ 65 w 65"/>
                  <a:gd name="T11" fmla="*/ 478 h 4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5" h="478">
                    <a:moveTo>
                      <a:pt x="64" y="0"/>
                    </a:moveTo>
                    <a:lnTo>
                      <a:pt x="20" y="131"/>
                    </a:lnTo>
                    <a:lnTo>
                      <a:pt x="0" y="239"/>
                    </a:lnTo>
                    <a:lnTo>
                      <a:pt x="20" y="347"/>
                    </a:lnTo>
                    <a:lnTo>
                      <a:pt x="64" y="478"/>
                    </a:lnTo>
                    <a:lnTo>
                      <a:pt x="65" y="478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8522" name="Freeform 42">
                <a:extLst>
                  <a:ext uri="{FF2B5EF4-FFF2-40B4-BE49-F238E27FC236}">
                    <a16:creationId xmlns:a16="http://schemas.microsoft.com/office/drawing/2014/main" id="{F5342355-363E-4815-A14E-0A80B66B7B8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13" y="3148"/>
                <a:ext cx="1" cy="272"/>
              </a:xfrm>
              <a:custGeom>
                <a:avLst/>
                <a:gdLst>
                  <a:gd name="T0" fmla="*/ 0 w 1"/>
                  <a:gd name="T1" fmla="*/ 0 h 545"/>
                  <a:gd name="T2" fmla="*/ 0 w 1"/>
                  <a:gd name="T3" fmla="*/ 545 h 545"/>
                  <a:gd name="T4" fmla="*/ 1 w 1"/>
                  <a:gd name="T5" fmla="*/ 545 h 5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545">
                    <a:moveTo>
                      <a:pt x="0" y="0"/>
                    </a:moveTo>
                    <a:lnTo>
                      <a:pt x="0" y="545"/>
                    </a:lnTo>
                    <a:lnTo>
                      <a:pt x="1" y="545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8523" name="Freeform 43">
                <a:extLst>
                  <a:ext uri="{FF2B5EF4-FFF2-40B4-BE49-F238E27FC236}">
                    <a16:creationId xmlns:a16="http://schemas.microsoft.com/office/drawing/2014/main" id="{68DF7205-9415-4E26-9C21-5ED3928639A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73" y="3045"/>
                <a:ext cx="189" cy="29"/>
              </a:xfrm>
              <a:custGeom>
                <a:avLst/>
                <a:gdLst>
                  <a:gd name="T0" fmla="*/ 0 w 377"/>
                  <a:gd name="T1" fmla="*/ 0 h 59"/>
                  <a:gd name="T2" fmla="*/ 188 w 377"/>
                  <a:gd name="T3" fmla="*/ 59 h 59"/>
                  <a:gd name="T4" fmla="*/ 376 w 377"/>
                  <a:gd name="T5" fmla="*/ 0 h 59"/>
                  <a:gd name="T6" fmla="*/ 377 w 377"/>
                  <a:gd name="T7" fmla="*/ 0 h 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77" h="59">
                    <a:moveTo>
                      <a:pt x="0" y="0"/>
                    </a:moveTo>
                    <a:lnTo>
                      <a:pt x="188" y="59"/>
                    </a:lnTo>
                    <a:lnTo>
                      <a:pt x="376" y="0"/>
                    </a:lnTo>
                    <a:lnTo>
                      <a:pt x="377" y="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8524" name="Freeform 44">
                <a:extLst>
                  <a:ext uri="{FF2B5EF4-FFF2-40B4-BE49-F238E27FC236}">
                    <a16:creationId xmlns:a16="http://schemas.microsoft.com/office/drawing/2014/main" id="{F0468D76-82EA-481D-9855-617F84B50C7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13" y="3420"/>
                <a:ext cx="102" cy="103"/>
              </a:xfrm>
              <a:custGeom>
                <a:avLst/>
                <a:gdLst>
                  <a:gd name="T0" fmla="*/ 205 w 205"/>
                  <a:gd name="T1" fmla="*/ 206 h 206"/>
                  <a:gd name="T2" fmla="*/ 0 w 205"/>
                  <a:gd name="T3" fmla="*/ 0 h 206"/>
                  <a:gd name="T4" fmla="*/ 1 w 205"/>
                  <a:gd name="T5" fmla="*/ 0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05" h="206">
                    <a:moveTo>
                      <a:pt x="205" y="206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8525" name="Freeform 45">
                <a:extLst>
                  <a:ext uri="{FF2B5EF4-FFF2-40B4-BE49-F238E27FC236}">
                    <a16:creationId xmlns:a16="http://schemas.microsoft.com/office/drawing/2014/main" id="{6B3D55C2-22BD-4C48-9690-6C8DEA19302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13" y="3045"/>
                <a:ext cx="102" cy="103"/>
              </a:xfrm>
              <a:custGeom>
                <a:avLst/>
                <a:gdLst>
                  <a:gd name="T0" fmla="*/ 205 w 205"/>
                  <a:gd name="T1" fmla="*/ 0 h 205"/>
                  <a:gd name="T2" fmla="*/ 0 w 205"/>
                  <a:gd name="T3" fmla="*/ 205 h 205"/>
                  <a:gd name="T4" fmla="*/ 1 w 205"/>
                  <a:gd name="T5" fmla="*/ 205 h 2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05" h="205">
                    <a:moveTo>
                      <a:pt x="205" y="0"/>
                    </a:moveTo>
                    <a:lnTo>
                      <a:pt x="0" y="205"/>
                    </a:lnTo>
                    <a:lnTo>
                      <a:pt x="1" y="205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8526" name="Freeform 46">
                <a:extLst>
                  <a:ext uri="{FF2B5EF4-FFF2-40B4-BE49-F238E27FC236}">
                    <a16:creationId xmlns:a16="http://schemas.microsoft.com/office/drawing/2014/main" id="{46FFCD90-E1CE-46C5-BBAA-4F5810E5FA7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67" y="3148"/>
                <a:ext cx="146" cy="1"/>
              </a:xfrm>
              <a:custGeom>
                <a:avLst/>
                <a:gdLst>
                  <a:gd name="T0" fmla="*/ 290 w 290"/>
                  <a:gd name="T1" fmla="*/ 0 w 290"/>
                  <a:gd name="T2" fmla="*/ 1 w 290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290">
                    <a:moveTo>
                      <a:pt x="290" y="0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8527" name="Freeform 47">
                <a:extLst>
                  <a:ext uri="{FF2B5EF4-FFF2-40B4-BE49-F238E27FC236}">
                    <a16:creationId xmlns:a16="http://schemas.microsoft.com/office/drawing/2014/main" id="{38C344C1-9832-4A44-A052-46EB03A3FE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67" y="3420"/>
                <a:ext cx="146" cy="1"/>
              </a:xfrm>
              <a:custGeom>
                <a:avLst/>
                <a:gdLst>
                  <a:gd name="T0" fmla="*/ 290 w 290"/>
                  <a:gd name="T1" fmla="*/ 0 w 290"/>
                  <a:gd name="T2" fmla="*/ 1 w 290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290">
                    <a:moveTo>
                      <a:pt x="290" y="0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8528" name="Freeform 48">
                <a:extLst>
                  <a:ext uri="{FF2B5EF4-FFF2-40B4-BE49-F238E27FC236}">
                    <a16:creationId xmlns:a16="http://schemas.microsoft.com/office/drawing/2014/main" id="{F666416A-C462-4DE5-A3C8-DC4C1E58885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45" y="3116"/>
                <a:ext cx="993" cy="1"/>
              </a:xfrm>
              <a:custGeom>
                <a:avLst/>
                <a:gdLst>
                  <a:gd name="T0" fmla="*/ 0 w 1987"/>
                  <a:gd name="T1" fmla="*/ 1985 w 1987"/>
                  <a:gd name="T2" fmla="*/ 1987 w 1987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987">
                    <a:moveTo>
                      <a:pt x="0" y="0"/>
                    </a:moveTo>
                    <a:lnTo>
                      <a:pt x="1985" y="0"/>
                    </a:lnTo>
                    <a:lnTo>
                      <a:pt x="1987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8529" name="Freeform 49">
                <a:extLst>
                  <a:ext uri="{FF2B5EF4-FFF2-40B4-BE49-F238E27FC236}">
                    <a16:creationId xmlns:a16="http://schemas.microsoft.com/office/drawing/2014/main" id="{9442FD95-A33B-49F8-96F4-AC1071B0DCB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45" y="3452"/>
                <a:ext cx="993" cy="1"/>
              </a:xfrm>
              <a:custGeom>
                <a:avLst/>
                <a:gdLst>
                  <a:gd name="T0" fmla="*/ 0 w 1987"/>
                  <a:gd name="T1" fmla="*/ 1985 w 1987"/>
                  <a:gd name="T2" fmla="*/ 1987 w 1987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987">
                    <a:moveTo>
                      <a:pt x="0" y="0"/>
                    </a:moveTo>
                    <a:lnTo>
                      <a:pt x="1985" y="0"/>
                    </a:lnTo>
                    <a:lnTo>
                      <a:pt x="1987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8530" name="Freeform 50">
                <a:extLst>
                  <a:ext uri="{FF2B5EF4-FFF2-40B4-BE49-F238E27FC236}">
                    <a16:creationId xmlns:a16="http://schemas.microsoft.com/office/drawing/2014/main" id="{FCB712F7-896D-4705-8227-D455FB7CE9F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37" y="3142"/>
                <a:ext cx="343" cy="1"/>
              </a:xfrm>
              <a:custGeom>
                <a:avLst/>
                <a:gdLst>
                  <a:gd name="T0" fmla="*/ 0 w 686"/>
                  <a:gd name="T1" fmla="*/ 685 w 686"/>
                  <a:gd name="T2" fmla="*/ 686 w 686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686">
                    <a:moveTo>
                      <a:pt x="0" y="0"/>
                    </a:moveTo>
                    <a:lnTo>
                      <a:pt x="685" y="0"/>
                    </a:lnTo>
                    <a:lnTo>
                      <a:pt x="686" y="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8531" name="Freeform 51">
                <a:extLst>
                  <a:ext uri="{FF2B5EF4-FFF2-40B4-BE49-F238E27FC236}">
                    <a16:creationId xmlns:a16="http://schemas.microsoft.com/office/drawing/2014/main" id="{5236126F-40E8-4638-97AD-672BF512B09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37" y="3255"/>
                <a:ext cx="343" cy="1"/>
              </a:xfrm>
              <a:custGeom>
                <a:avLst/>
                <a:gdLst>
                  <a:gd name="T0" fmla="*/ 0 w 686"/>
                  <a:gd name="T1" fmla="*/ 685 w 686"/>
                  <a:gd name="T2" fmla="*/ 686 w 686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686">
                    <a:moveTo>
                      <a:pt x="0" y="0"/>
                    </a:moveTo>
                    <a:lnTo>
                      <a:pt x="685" y="0"/>
                    </a:lnTo>
                    <a:lnTo>
                      <a:pt x="686" y="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8532" name="Freeform 52">
                <a:extLst>
                  <a:ext uri="{FF2B5EF4-FFF2-40B4-BE49-F238E27FC236}">
                    <a16:creationId xmlns:a16="http://schemas.microsoft.com/office/drawing/2014/main" id="{6C81FC05-E9BE-49E6-9796-5B44F00B712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79" y="3142"/>
                <a:ext cx="1" cy="284"/>
              </a:xfrm>
              <a:custGeom>
                <a:avLst/>
                <a:gdLst>
                  <a:gd name="T0" fmla="*/ 0 w 1"/>
                  <a:gd name="T1" fmla="*/ 0 h 570"/>
                  <a:gd name="T2" fmla="*/ 0 w 1"/>
                  <a:gd name="T3" fmla="*/ 570 h 570"/>
                  <a:gd name="T4" fmla="*/ 1 w 1"/>
                  <a:gd name="T5" fmla="*/ 570 h 5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570">
                    <a:moveTo>
                      <a:pt x="0" y="0"/>
                    </a:moveTo>
                    <a:lnTo>
                      <a:pt x="0" y="570"/>
                    </a:lnTo>
                    <a:lnTo>
                      <a:pt x="1" y="57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8533" name="Freeform 53">
                <a:extLst>
                  <a:ext uri="{FF2B5EF4-FFF2-40B4-BE49-F238E27FC236}">
                    <a16:creationId xmlns:a16="http://schemas.microsoft.com/office/drawing/2014/main" id="{51C69D5B-1888-4267-A1AA-B398688A8BA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37" y="3426"/>
                <a:ext cx="343" cy="1"/>
              </a:xfrm>
              <a:custGeom>
                <a:avLst/>
                <a:gdLst>
                  <a:gd name="T0" fmla="*/ 0 w 686"/>
                  <a:gd name="T1" fmla="*/ 685 w 686"/>
                  <a:gd name="T2" fmla="*/ 686 w 686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686">
                    <a:moveTo>
                      <a:pt x="0" y="0"/>
                    </a:moveTo>
                    <a:lnTo>
                      <a:pt x="685" y="0"/>
                    </a:lnTo>
                    <a:lnTo>
                      <a:pt x="686" y="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8534" name="Freeform 54">
                <a:extLst>
                  <a:ext uri="{FF2B5EF4-FFF2-40B4-BE49-F238E27FC236}">
                    <a16:creationId xmlns:a16="http://schemas.microsoft.com/office/drawing/2014/main" id="{0217282C-8577-4D2D-A25B-BF2B90C32A1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37" y="3307"/>
                <a:ext cx="343" cy="1"/>
              </a:xfrm>
              <a:custGeom>
                <a:avLst/>
                <a:gdLst>
                  <a:gd name="T0" fmla="*/ 0 w 686"/>
                  <a:gd name="T1" fmla="*/ 685 w 686"/>
                  <a:gd name="T2" fmla="*/ 686 w 686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686">
                    <a:moveTo>
                      <a:pt x="0" y="0"/>
                    </a:moveTo>
                    <a:lnTo>
                      <a:pt x="685" y="0"/>
                    </a:lnTo>
                    <a:lnTo>
                      <a:pt x="686" y="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8535" name="Freeform 55">
                <a:extLst>
                  <a:ext uri="{FF2B5EF4-FFF2-40B4-BE49-F238E27FC236}">
                    <a16:creationId xmlns:a16="http://schemas.microsoft.com/office/drawing/2014/main" id="{6F331C32-5ABF-49DF-9445-13A25D4284D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37" y="3142"/>
                <a:ext cx="342" cy="119"/>
              </a:xfrm>
              <a:custGeom>
                <a:avLst/>
                <a:gdLst>
                  <a:gd name="T0" fmla="*/ 685 w 685"/>
                  <a:gd name="T1" fmla="*/ 0 h 239"/>
                  <a:gd name="T2" fmla="*/ 0 w 685"/>
                  <a:gd name="T3" fmla="*/ 239 h 239"/>
                  <a:gd name="T4" fmla="*/ 2 w 685"/>
                  <a:gd name="T5" fmla="*/ 239 h 2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685" h="239">
                    <a:moveTo>
                      <a:pt x="685" y="0"/>
                    </a:moveTo>
                    <a:lnTo>
                      <a:pt x="0" y="239"/>
                    </a:lnTo>
                    <a:lnTo>
                      <a:pt x="2" y="239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8536" name="Freeform 56">
                <a:extLst>
                  <a:ext uri="{FF2B5EF4-FFF2-40B4-BE49-F238E27FC236}">
                    <a16:creationId xmlns:a16="http://schemas.microsoft.com/office/drawing/2014/main" id="{9A548525-C53F-436D-A4C7-ED8143D7098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37" y="3142"/>
                <a:ext cx="343" cy="119"/>
              </a:xfrm>
              <a:custGeom>
                <a:avLst/>
                <a:gdLst>
                  <a:gd name="T0" fmla="*/ 0 w 686"/>
                  <a:gd name="T1" fmla="*/ 0 h 239"/>
                  <a:gd name="T2" fmla="*/ 685 w 686"/>
                  <a:gd name="T3" fmla="*/ 239 h 239"/>
                  <a:gd name="T4" fmla="*/ 686 w 686"/>
                  <a:gd name="T5" fmla="*/ 239 h 2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686" h="239">
                    <a:moveTo>
                      <a:pt x="0" y="0"/>
                    </a:moveTo>
                    <a:lnTo>
                      <a:pt x="685" y="239"/>
                    </a:lnTo>
                    <a:lnTo>
                      <a:pt x="686" y="239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8537" name="Freeform 57">
                <a:extLst>
                  <a:ext uri="{FF2B5EF4-FFF2-40B4-BE49-F238E27FC236}">
                    <a16:creationId xmlns:a16="http://schemas.microsoft.com/office/drawing/2014/main" id="{5AFBB348-BB97-43BF-8EAB-1AB32AD1F0B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37" y="3307"/>
                <a:ext cx="342" cy="119"/>
              </a:xfrm>
              <a:custGeom>
                <a:avLst/>
                <a:gdLst>
                  <a:gd name="T0" fmla="*/ 685 w 685"/>
                  <a:gd name="T1" fmla="*/ 0 h 239"/>
                  <a:gd name="T2" fmla="*/ 0 w 685"/>
                  <a:gd name="T3" fmla="*/ 239 h 239"/>
                  <a:gd name="T4" fmla="*/ 2 w 685"/>
                  <a:gd name="T5" fmla="*/ 239 h 2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685" h="239">
                    <a:moveTo>
                      <a:pt x="685" y="0"/>
                    </a:moveTo>
                    <a:lnTo>
                      <a:pt x="0" y="239"/>
                    </a:lnTo>
                    <a:lnTo>
                      <a:pt x="2" y="239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8538" name="Freeform 58">
                <a:extLst>
                  <a:ext uri="{FF2B5EF4-FFF2-40B4-BE49-F238E27FC236}">
                    <a16:creationId xmlns:a16="http://schemas.microsoft.com/office/drawing/2014/main" id="{D772FD71-AE60-4E5E-BE53-A292CF51FBB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37" y="3307"/>
                <a:ext cx="343" cy="119"/>
              </a:xfrm>
              <a:custGeom>
                <a:avLst/>
                <a:gdLst>
                  <a:gd name="T0" fmla="*/ 0 w 686"/>
                  <a:gd name="T1" fmla="*/ 0 h 239"/>
                  <a:gd name="T2" fmla="*/ 685 w 686"/>
                  <a:gd name="T3" fmla="*/ 239 h 239"/>
                  <a:gd name="T4" fmla="*/ 686 w 686"/>
                  <a:gd name="T5" fmla="*/ 239 h 2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686" h="239">
                    <a:moveTo>
                      <a:pt x="0" y="0"/>
                    </a:moveTo>
                    <a:lnTo>
                      <a:pt x="685" y="239"/>
                    </a:lnTo>
                    <a:lnTo>
                      <a:pt x="686" y="239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8539" name="Freeform 59">
                <a:extLst>
                  <a:ext uri="{FF2B5EF4-FFF2-40B4-BE49-F238E27FC236}">
                    <a16:creationId xmlns:a16="http://schemas.microsoft.com/office/drawing/2014/main" id="{3DF74DDB-CFA9-456E-8888-1E442B59C99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34" y="3216"/>
                <a:ext cx="312" cy="1"/>
              </a:xfrm>
              <a:custGeom>
                <a:avLst/>
                <a:gdLst>
                  <a:gd name="T0" fmla="*/ 624 w 624"/>
                  <a:gd name="T1" fmla="*/ 0 w 624"/>
                  <a:gd name="T2" fmla="*/ 1 w 624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624">
                    <a:moveTo>
                      <a:pt x="624" y="0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8540" name="Freeform 60">
                <a:extLst>
                  <a:ext uri="{FF2B5EF4-FFF2-40B4-BE49-F238E27FC236}">
                    <a16:creationId xmlns:a16="http://schemas.microsoft.com/office/drawing/2014/main" id="{428E18AF-FCEE-4BD9-89D5-F1986FD61C1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79" y="3227"/>
                <a:ext cx="55" cy="1"/>
              </a:xfrm>
              <a:custGeom>
                <a:avLst/>
                <a:gdLst>
                  <a:gd name="T0" fmla="*/ 109 w 109"/>
                  <a:gd name="T1" fmla="*/ 0 w 109"/>
                  <a:gd name="T2" fmla="*/ 1 w 109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09">
                    <a:moveTo>
                      <a:pt x="109" y="0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8541" name="Freeform 61">
                <a:extLst>
                  <a:ext uri="{FF2B5EF4-FFF2-40B4-BE49-F238E27FC236}">
                    <a16:creationId xmlns:a16="http://schemas.microsoft.com/office/drawing/2014/main" id="{99E0C5AB-6A1A-4907-900F-3D6E574A9C8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79" y="3341"/>
                <a:ext cx="55" cy="1"/>
              </a:xfrm>
              <a:custGeom>
                <a:avLst/>
                <a:gdLst>
                  <a:gd name="T0" fmla="*/ 109 w 109"/>
                  <a:gd name="T1" fmla="*/ 0 w 109"/>
                  <a:gd name="T2" fmla="*/ 1 w 109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09">
                    <a:moveTo>
                      <a:pt x="109" y="0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8542" name="Freeform 62">
                <a:extLst>
                  <a:ext uri="{FF2B5EF4-FFF2-40B4-BE49-F238E27FC236}">
                    <a16:creationId xmlns:a16="http://schemas.microsoft.com/office/drawing/2014/main" id="{DF6DFA88-A0B0-485D-9DDA-8FE695598F0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34" y="3352"/>
                <a:ext cx="312" cy="1"/>
              </a:xfrm>
              <a:custGeom>
                <a:avLst/>
                <a:gdLst>
                  <a:gd name="T0" fmla="*/ 624 w 624"/>
                  <a:gd name="T1" fmla="*/ 0 w 624"/>
                  <a:gd name="T2" fmla="*/ 1 w 624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624">
                    <a:moveTo>
                      <a:pt x="624" y="0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8543" name="Freeform 63">
                <a:extLst>
                  <a:ext uri="{FF2B5EF4-FFF2-40B4-BE49-F238E27FC236}">
                    <a16:creationId xmlns:a16="http://schemas.microsoft.com/office/drawing/2014/main" id="{757E9205-E883-4226-B35D-BD2A5117E0A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04" y="3284"/>
                <a:ext cx="30" cy="1"/>
              </a:xfrm>
              <a:custGeom>
                <a:avLst/>
                <a:gdLst>
                  <a:gd name="T0" fmla="*/ 0 w 59"/>
                  <a:gd name="T1" fmla="*/ 58 w 59"/>
                  <a:gd name="T2" fmla="*/ 59 w 59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59">
                    <a:moveTo>
                      <a:pt x="0" y="0"/>
                    </a:moveTo>
                    <a:lnTo>
                      <a:pt x="58" y="0"/>
                    </a:lnTo>
                    <a:lnTo>
                      <a:pt x="59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8544" name="Freeform 64">
                <a:extLst>
                  <a:ext uri="{FF2B5EF4-FFF2-40B4-BE49-F238E27FC236}">
                    <a16:creationId xmlns:a16="http://schemas.microsoft.com/office/drawing/2014/main" id="{CF46DCE6-BECE-4C1E-9CBF-818094F8653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70" y="3284"/>
                <a:ext cx="944" cy="1"/>
              </a:xfrm>
              <a:custGeom>
                <a:avLst/>
                <a:gdLst>
                  <a:gd name="T0" fmla="*/ 0 w 1888"/>
                  <a:gd name="T1" fmla="*/ 1887 w 1888"/>
                  <a:gd name="T2" fmla="*/ 1888 w 1888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888">
                    <a:moveTo>
                      <a:pt x="0" y="0"/>
                    </a:moveTo>
                    <a:lnTo>
                      <a:pt x="1887" y="0"/>
                    </a:lnTo>
                    <a:lnTo>
                      <a:pt x="1888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8545" name="Freeform 65">
                <a:extLst>
                  <a:ext uri="{FF2B5EF4-FFF2-40B4-BE49-F238E27FC236}">
                    <a16:creationId xmlns:a16="http://schemas.microsoft.com/office/drawing/2014/main" id="{116A8239-C0F7-4555-ABFA-423EFDBFE0F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57" y="3284"/>
                <a:ext cx="31" cy="1"/>
              </a:xfrm>
              <a:custGeom>
                <a:avLst/>
                <a:gdLst>
                  <a:gd name="T0" fmla="*/ 0 w 60"/>
                  <a:gd name="T1" fmla="*/ 59 w 60"/>
                  <a:gd name="T2" fmla="*/ 60 w 60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60">
                    <a:moveTo>
                      <a:pt x="0" y="0"/>
                    </a:moveTo>
                    <a:lnTo>
                      <a:pt x="59" y="0"/>
                    </a:lnTo>
                    <a:lnTo>
                      <a:pt x="60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8546" name="Freeform 66">
                <a:extLst>
                  <a:ext uri="{FF2B5EF4-FFF2-40B4-BE49-F238E27FC236}">
                    <a16:creationId xmlns:a16="http://schemas.microsoft.com/office/drawing/2014/main" id="{5836070F-113D-4D2E-B28F-4200521CD87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23" y="3284"/>
                <a:ext cx="1093" cy="1"/>
              </a:xfrm>
              <a:custGeom>
                <a:avLst/>
                <a:gdLst>
                  <a:gd name="T0" fmla="*/ 0 w 2185"/>
                  <a:gd name="T1" fmla="*/ 2184 w 2185"/>
                  <a:gd name="T2" fmla="*/ 2185 w 2185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2185">
                    <a:moveTo>
                      <a:pt x="0" y="0"/>
                    </a:moveTo>
                    <a:lnTo>
                      <a:pt x="2184" y="0"/>
                    </a:lnTo>
                    <a:lnTo>
                      <a:pt x="2185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8547" name="Freeform 67">
                <a:extLst>
                  <a:ext uri="{FF2B5EF4-FFF2-40B4-BE49-F238E27FC236}">
                    <a16:creationId xmlns:a16="http://schemas.microsoft.com/office/drawing/2014/main" id="{296C1E19-CB7E-44EE-8212-9DEE61485AB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60" y="3284"/>
                <a:ext cx="37" cy="1"/>
              </a:xfrm>
              <a:custGeom>
                <a:avLst/>
                <a:gdLst>
                  <a:gd name="T0" fmla="*/ 0 w 75"/>
                  <a:gd name="T1" fmla="*/ 74 w 75"/>
                  <a:gd name="T2" fmla="*/ 75 w 75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75">
                    <a:moveTo>
                      <a:pt x="0" y="0"/>
                    </a:moveTo>
                    <a:lnTo>
                      <a:pt x="74" y="0"/>
                    </a:lnTo>
                    <a:lnTo>
                      <a:pt x="75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8548" name="Freeform 68">
                <a:extLst>
                  <a:ext uri="{FF2B5EF4-FFF2-40B4-BE49-F238E27FC236}">
                    <a16:creationId xmlns:a16="http://schemas.microsoft.com/office/drawing/2014/main" id="{38FAECA3-3E98-486C-8525-FE06753B4B8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49" y="3284"/>
                <a:ext cx="699" cy="1"/>
              </a:xfrm>
              <a:custGeom>
                <a:avLst/>
                <a:gdLst>
                  <a:gd name="T0" fmla="*/ 0 w 1397"/>
                  <a:gd name="T1" fmla="*/ 1396 w 1397"/>
                  <a:gd name="T2" fmla="*/ 1397 w 1397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397">
                    <a:moveTo>
                      <a:pt x="0" y="0"/>
                    </a:moveTo>
                    <a:lnTo>
                      <a:pt x="1396" y="0"/>
                    </a:lnTo>
                    <a:lnTo>
                      <a:pt x="1397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8549" name="Freeform 69">
                <a:extLst>
                  <a:ext uri="{FF2B5EF4-FFF2-40B4-BE49-F238E27FC236}">
                    <a16:creationId xmlns:a16="http://schemas.microsoft.com/office/drawing/2014/main" id="{86FBEB93-BDE6-4761-AABD-9DC7597805D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78" y="3284"/>
                <a:ext cx="16" cy="1"/>
              </a:xfrm>
              <a:custGeom>
                <a:avLst/>
                <a:gdLst>
                  <a:gd name="T0" fmla="*/ 0 w 32"/>
                  <a:gd name="T1" fmla="*/ 31 w 32"/>
                  <a:gd name="T2" fmla="*/ 32 w 32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32">
                    <a:moveTo>
                      <a:pt x="0" y="0"/>
                    </a:moveTo>
                    <a:lnTo>
                      <a:pt x="31" y="0"/>
                    </a:lnTo>
                    <a:lnTo>
                      <a:pt x="32" y="0"/>
                    </a:lnTo>
                  </a:path>
                </a:pathLst>
              </a:custGeom>
              <a:noFill/>
              <a:ln w="1588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8550" name="Freeform 70">
                <a:extLst>
                  <a:ext uri="{FF2B5EF4-FFF2-40B4-BE49-F238E27FC236}">
                    <a16:creationId xmlns:a16="http://schemas.microsoft.com/office/drawing/2014/main" id="{AA0BC8F5-8E71-4BBC-A26B-D3AFA905AFA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20" y="3284"/>
                <a:ext cx="577" cy="1"/>
              </a:xfrm>
              <a:custGeom>
                <a:avLst/>
                <a:gdLst>
                  <a:gd name="T0" fmla="*/ 0 w 1153"/>
                  <a:gd name="T1" fmla="*/ 1152 w 1153"/>
                  <a:gd name="T2" fmla="*/ 1153 w 1153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153">
                    <a:moveTo>
                      <a:pt x="0" y="0"/>
                    </a:moveTo>
                    <a:lnTo>
                      <a:pt x="1152" y="0"/>
                    </a:lnTo>
                    <a:lnTo>
                      <a:pt x="1153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8551" name="Freeform 71">
                <a:extLst>
                  <a:ext uri="{FF2B5EF4-FFF2-40B4-BE49-F238E27FC236}">
                    <a16:creationId xmlns:a16="http://schemas.microsoft.com/office/drawing/2014/main" id="{7BDBB055-D964-4753-B17F-3DCB5D43647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73" y="3493"/>
                <a:ext cx="188" cy="30"/>
              </a:xfrm>
              <a:custGeom>
                <a:avLst/>
                <a:gdLst>
                  <a:gd name="T0" fmla="*/ 376 w 376"/>
                  <a:gd name="T1" fmla="*/ 60 h 60"/>
                  <a:gd name="T2" fmla="*/ 188 w 376"/>
                  <a:gd name="T3" fmla="*/ 0 h 60"/>
                  <a:gd name="T4" fmla="*/ 0 w 376"/>
                  <a:gd name="T5" fmla="*/ 60 h 60"/>
                  <a:gd name="T6" fmla="*/ 1 w 376"/>
                  <a:gd name="T7" fmla="*/ 60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76" h="60">
                    <a:moveTo>
                      <a:pt x="376" y="60"/>
                    </a:moveTo>
                    <a:lnTo>
                      <a:pt x="188" y="0"/>
                    </a:lnTo>
                    <a:lnTo>
                      <a:pt x="0" y="60"/>
                    </a:lnTo>
                    <a:lnTo>
                      <a:pt x="1" y="6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48555" name="Line 75">
              <a:extLst>
                <a:ext uri="{FF2B5EF4-FFF2-40B4-BE49-F238E27FC236}">
                  <a16:creationId xmlns:a16="http://schemas.microsoft.com/office/drawing/2014/main" id="{5D32AC3B-3EBA-45A1-87CF-0706B78AB80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67" y="3013"/>
              <a:ext cx="0" cy="56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lgDash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48559" name="Text Box 79">
            <a:extLst>
              <a:ext uri="{FF2B5EF4-FFF2-40B4-BE49-F238E27FC236}">
                <a16:creationId xmlns:a16="http://schemas.microsoft.com/office/drawing/2014/main" id="{14F24939-FBAB-42AE-8678-3990A622D5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26117" y="0"/>
            <a:ext cx="6827837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3200" dirty="0">
                <a:solidFill>
                  <a:schemeClr val="bg1"/>
                </a:solidFill>
              </a:rPr>
              <a:t>6. </a:t>
            </a:r>
            <a:r>
              <a:rPr lang="zh-CN" altLang="en-US" sz="3200" dirty="0">
                <a:solidFill>
                  <a:schemeClr val="bg1"/>
                </a:solidFill>
              </a:rPr>
              <a:t>局部放大图</a:t>
            </a:r>
          </a:p>
        </p:txBody>
      </p:sp>
      <p:grpSp>
        <p:nvGrpSpPr>
          <p:cNvPr id="148566" name="Group 86">
            <a:extLst>
              <a:ext uri="{FF2B5EF4-FFF2-40B4-BE49-F238E27FC236}">
                <a16:creationId xmlns:a16="http://schemas.microsoft.com/office/drawing/2014/main" id="{CDFE89C2-65EA-47A9-B6F4-5BA2045E0030}"/>
              </a:ext>
            </a:extLst>
          </p:cNvPr>
          <p:cNvGrpSpPr>
            <a:grpSpLocks/>
          </p:cNvGrpSpPr>
          <p:nvPr/>
        </p:nvGrpSpPr>
        <p:grpSpPr bwMode="auto">
          <a:xfrm>
            <a:off x="1743075" y="4513263"/>
            <a:ext cx="1303338" cy="773112"/>
            <a:chOff x="1298" y="3509"/>
            <a:chExt cx="821" cy="487"/>
          </a:xfrm>
        </p:grpSpPr>
        <p:sp>
          <p:nvSpPr>
            <p:cNvPr id="148484" name="Freeform 4">
              <a:extLst>
                <a:ext uri="{FF2B5EF4-FFF2-40B4-BE49-F238E27FC236}">
                  <a16:creationId xmlns:a16="http://schemas.microsoft.com/office/drawing/2014/main" id="{A6D9D24F-FFD7-460C-BF33-7270570DD560}"/>
                </a:ext>
              </a:extLst>
            </p:cNvPr>
            <p:cNvSpPr>
              <a:spLocks/>
            </p:cNvSpPr>
            <p:nvPr/>
          </p:nvSpPr>
          <p:spPr bwMode="auto">
            <a:xfrm>
              <a:off x="1898" y="3547"/>
              <a:ext cx="221" cy="1"/>
            </a:xfrm>
            <a:custGeom>
              <a:avLst/>
              <a:gdLst>
                <a:gd name="T0" fmla="*/ 0 w 440"/>
                <a:gd name="T1" fmla="*/ 439 w 440"/>
                <a:gd name="T2" fmla="*/ 440 w 44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440">
                  <a:moveTo>
                    <a:pt x="0" y="0"/>
                  </a:moveTo>
                  <a:lnTo>
                    <a:pt x="439" y="0"/>
                  </a:lnTo>
                  <a:lnTo>
                    <a:pt x="440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8487" name="Freeform 7">
              <a:extLst>
                <a:ext uri="{FF2B5EF4-FFF2-40B4-BE49-F238E27FC236}">
                  <a16:creationId xmlns:a16="http://schemas.microsoft.com/office/drawing/2014/main" id="{744F65EA-C94D-4C27-BB2D-82AFFCB0FB6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99" y="3547"/>
              <a:ext cx="237" cy="1"/>
            </a:xfrm>
            <a:custGeom>
              <a:avLst/>
              <a:gdLst>
                <a:gd name="T0" fmla="*/ 0 w 237"/>
                <a:gd name="T1" fmla="*/ 0 h 1"/>
                <a:gd name="T2" fmla="*/ 237 w 237"/>
                <a:gd name="T3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37" h="1">
                  <a:moveTo>
                    <a:pt x="0" y="0"/>
                  </a:moveTo>
                  <a:lnTo>
                    <a:pt x="237" y="1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8488" name="Freeform 8">
              <a:extLst>
                <a:ext uri="{FF2B5EF4-FFF2-40B4-BE49-F238E27FC236}">
                  <a16:creationId xmlns:a16="http://schemas.microsoft.com/office/drawing/2014/main" id="{E7E25B8F-8A58-4AA2-AAE0-0F736A1514FD}"/>
                </a:ext>
              </a:extLst>
            </p:cNvPr>
            <p:cNvSpPr>
              <a:spLocks/>
            </p:cNvSpPr>
            <p:nvPr/>
          </p:nvSpPr>
          <p:spPr bwMode="auto">
            <a:xfrm>
              <a:off x="1523" y="3547"/>
              <a:ext cx="376" cy="59"/>
            </a:xfrm>
            <a:custGeom>
              <a:avLst/>
              <a:gdLst>
                <a:gd name="T0" fmla="*/ 0 w 376"/>
                <a:gd name="T1" fmla="*/ 0 h 59"/>
                <a:gd name="T2" fmla="*/ 86 w 376"/>
                <a:gd name="T3" fmla="*/ 41 h 59"/>
                <a:gd name="T4" fmla="*/ 187 w 376"/>
                <a:gd name="T5" fmla="*/ 59 h 59"/>
                <a:gd name="T6" fmla="*/ 275 w 376"/>
                <a:gd name="T7" fmla="*/ 41 h 59"/>
                <a:gd name="T8" fmla="*/ 376 w 376"/>
                <a:gd name="T9" fmla="*/ 0 h 59"/>
                <a:gd name="T10" fmla="*/ 376 w 376"/>
                <a:gd name="T11" fmla="*/ 0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76" h="59">
                  <a:moveTo>
                    <a:pt x="0" y="0"/>
                  </a:moveTo>
                  <a:lnTo>
                    <a:pt x="86" y="41"/>
                  </a:lnTo>
                  <a:lnTo>
                    <a:pt x="187" y="59"/>
                  </a:lnTo>
                  <a:lnTo>
                    <a:pt x="275" y="41"/>
                  </a:lnTo>
                  <a:lnTo>
                    <a:pt x="376" y="0"/>
                  </a:lnTo>
                  <a:lnTo>
                    <a:pt x="376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8557" name="Freeform 77">
              <a:extLst>
                <a:ext uri="{FF2B5EF4-FFF2-40B4-BE49-F238E27FC236}">
                  <a16:creationId xmlns:a16="http://schemas.microsoft.com/office/drawing/2014/main" id="{C1FD8AFE-A449-4261-962D-E16FD517B897}"/>
                </a:ext>
              </a:extLst>
            </p:cNvPr>
            <p:cNvSpPr>
              <a:spLocks/>
            </p:cNvSpPr>
            <p:nvPr/>
          </p:nvSpPr>
          <p:spPr bwMode="auto">
            <a:xfrm>
              <a:off x="1704" y="3509"/>
              <a:ext cx="5" cy="487"/>
            </a:xfrm>
            <a:custGeom>
              <a:avLst/>
              <a:gdLst>
                <a:gd name="T0" fmla="*/ 5 w 5"/>
                <a:gd name="T1" fmla="*/ 0 h 487"/>
                <a:gd name="T2" fmla="*/ 0 w 5"/>
                <a:gd name="T3" fmla="*/ 487 h 4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5" h="487">
                  <a:moveTo>
                    <a:pt x="5" y="0"/>
                  </a:moveTo>
                  <a:lnTo>
                    <a:pt x="0" y="487"/>
                  </a:lnTo>
                </a:path>
              </a:pathLst>
            </a:custGeom>
            <a:noFill/>
            <a:ln w="19050">
              <a:solidFill>
                <a:schemeClr val="tx1"/>
              </a:solidFill>
              <a:prstDash val="lgDash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8560" name="Freeform 80">
              <a:extLst>
                <a:ext uri="{FF2B5EF4-FFF2-40B4-BE49-F238E27FC236}">
                  <a16:creationId xmlns:a16="http://schemas.microsoft.com/office/drawing/2014/main" id="{D9E97011-C3DC-4DCD-9E8A-94D2AA90C73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98" y="3540"/>
              <a:ext cx="814" cy="388"/>
            </a:xfrm>
            <a:custGeom>
              <a:avLst/>
              <a:gdLst>
                <a:gd name="T0" fmla="*/ 0 w 814"/>
                <a:gd name="T1" fmla="*/ 0 h 388"/>
                <a:gd name="T2" fmla="*/ 54 w 814"/>
                <a:gd name="T3" fmla="*/ 139 h 388"/>
                <a:gd name="T4" fmla="*/ 123 w 814"/>
                <a:gd name="T5" fmla="*/ 239 h 388"/>
                <a:gd name="T6" fmla="*/ 215 w 814"/>
                <a:gd name="T7" fmla="*/ 346 h 388"/>
                <a:gd name="T8" fmla="*/ 399 w 814"/>
                <a:gd name="T9" fmla="*/ 384 h 388"/>
                <a:gd name="T10" fmla="*/ 538 w 814"/>
                <a:gd name="T11" fmla="*/ 369 h 388"/>
                <a:gd name="T12" fmla="*/ 630 w 814"/>
                <a:gd name="T13" fmla="*/ 300 h 388"/>
                <a:gd name="T14" fmla="*/ 706 w 814"/>
                <a:gd name="T15" fmla="*/ 208 h 388"/>
                <a:gd name="T16" fmla="*/ 776 w 814"/>
                <a:gd name="T17" fmla="*/ 131 h 388"/>
                <a:gd name="T18" fmla="*/ 814 w 814"/>
                <a:gd name="T19" fmla="*/ 8 h 3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14" h="388">
                  <a:moveTo>
                    <a:pt x="0" y="0"/>
                  </a:moveTo>
                  <a:cubicBezTo>
                    <a:pt x="15" y="51"/>
                    <a:pt x="34" y="99"/>
                    <a:pt x="54" y="139"/>
                  </a:cubicBezTo>
                  <a:cubicBezTo>
                    <a:pt x="74" y="179"/>
                    <a:pt x="96" y="204"/>
                    <a:pt x="123" y="239"/>
                  </a:cubicBezTo>
                  <a:cubicBezTo>
                    <a:pt x="150" y="274"/>
                    <a:pt x="169" y="322"/>
                    <a:pt x="215" y="346"/>
                  </a:cubicBezTo>
                  <a:cubicBezTo>
                    <a:pt x="261" y="370"/>
                    <a:pt x="345" y="380"/>
                    <a:pt x="399" y="384"/>
                  </a:cubicBezTo>
                  <a:cubicBezTo>
                    <a:pt x="453" y="388"/>
                    <a:pt x="500" y="383"/>
                    <a:pt x="538" y="369"/>
                  </a:cubicBezTo>
                  <a:cubicBezTo>
                    <a:pt x="576" y="355"/>
                    <a:pt x="602" y="327"/>
                    <a:pt x="630" y="300"/>
                  </a:cubicBezTo>
                  <a:cubicBezTo>
                    <a:pt x="658" y="273"/>
                    <a:pt x="682" y="236"/>
                    <a:pt x="706" y="208"/>
                  </a:cubicBezTo>
                  <a:cubicBezTo>
                    <a:pt x="730" y="180"/>
                    <a:pt x="758" y="164"/>
                    <a:pt x="776" y="131"/>
                  </a:cubicBezTo>
                  <a:cubicBezTo>
                    <a:pt x="794" y="98"/>
                    <a:pt x="806" y="34"/>
                    <a:pt x="814" y="8"/>
                  </a:cubicBez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8561" name="Freeform 81">
              <a:extLst>
                <a:ext uri="{FF2B5EF4-FFF2-40B4-BE49-F238E27FC236}">
                  <a16:creationId xmlns:a16="http://schemas.microsoft.com/office/drawing/2014/main" id="{64833FC0-BEEE-43F7-9947-5D0E426B13C4}"/>
                </a:ext>
              </a:extLst>
            </p:cNvPr>
            <p:cNvSpPr>
              <a:spLocks/>
            </p:cNvSpPr>
            <p:nvPr/>
          </p:nvSpPr>
          <p:spPr bwMode="auto">
            <a:xfrm>
              <a:off x="1338" y="3546"/>
              <a:ext cx="96" cy="96"/>
            </a:xfrm>
            <a:custGeom>
              <a:avLst/>
              <a:gdLst>
                <a:gd name="T0" fmla="*/ 0 w 96"/>
                <a:gd name="T1" fmla="*/ 96 h 96"/>
                <a:gd name="T2" fmla="*/ 96 w 96"/>
                <a:gd name="T3" fmla="*/ 0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96" h="96">
                  <a:moveTo>
                    <a:pt x="0" y="96"/>
                  </a:moveTo>
                  <a:lnTo>
                    <a:pt x="96" y="0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8562" name="Line 82">
              <a:extLst>
                <a:ext uri="{FF2B5EF4-FFF2-40B4-BE49-F238E27FC236}">
                  <a16:creationId xmlns:a16="http://schemas.microsoft.com/office/drawing/2014/main" id="{649330ED-F5AA-4C45-A39A-B8DBF0A2B61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403" y="3574"/>
              <a:ext cx="170" cy="17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8563" name="Freeform 83">
              <a:extLst>
                <a:ext uri="{FF2B5EF4-FFF2-40B4-BE49-F238E27FC236}">
                  <a16:creationId xmlns:a16="http://schemas.microsoft.com/office/drawing/2014/main" id="{00F8A5B0-1381-44EF-9958-0DB8DEAC1676}"/>
                </a:ext>
              </a:extLst>
            </p:cNvPr>
            <p:cNvSpPr>
              <a:spLocks/>
            </p:cNvSpPr>
            <p:nvPr/>
          </p:nvSpPr>
          <p:spPr bwMode="auto">
            <a:xfrm>
              <a:off x="1476" y="3588"/>
              <a:ext cx="270" cy="270"/>
            </a:xfrm>
            <a:custGeom>
              <a:avLst/>
              <a:gdLst>
                <a:gd name="T0" fmla="*/ 0 w 270"/>
                <a:gd name="T1" fmla="*/ 270 h 270"/>
                <a:gd name="T2" fmla="*/ 270 w 270"/>
                <a:gd name="T3" fmla="*/ 0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70" h="270">
                  <a:moveTo>
                    <a:pt x="0" y="270"/>
                  </a:moveTo>
                  <a:lnTo>
                    <a:pt x="270" y="0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8564" name="Freeform 84">
              <a:extLst>
                <a:ext uri="{FF2B5EF4-FFF2-40B4-BE49-F238E27FC236}">
                  <a16:creationId xmlns:a16="http://schemas.microsoft.com/office/drawing/2014/main" id="{D4D7F1E5-803E-496F-A6DD-A19721C4280D}"/>
                </a:ext>
              </a:extLst>
            </p:cNvPr>
            <p:cNvSpPr>
              <a:spLocks/>
            </p:cNvSpPr>
            <p:nvPr/>
          </p:nvSpPr>
          <p:spPr bwMode="auto">
            <a:xfrm>
              <a:off x="1606" y="3540"/>
              <a:ext cx="380" cy="377"/>
            </a:xfrm>
            <a:custGeom>
              <a:avLst/>
              <a:gdLst>
                <a:gd name="T0" fmla="*/ 0 w 380"/>
                <a:gd name="T1" fmla="*/ 377 h 377"/>
                <a:gd name="T2" fmla="*/ 380 w 380"/>
                <a:gd name="T3" fmla="*/ 0 h 3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80" h="377">
                  <a:moveTo>
                    <a:pt x="0" y="377"/>
                  </a:moveTo>
                  <a:lnTo>
                    <a:pt x="380" y="0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8565" name="Freeform 85">
              <a:extLst>
                <a:ext uri="{FF2B5EF4-FFF2-40B4-BE49-F238E27FC236}">
                  <a16:creationId xmlns:a16="http://schemas.microsoft.com/office/drawing/2014/main" id="{3F771F04-6823-4F98-8A4D-AB3D12F7F7CD}"/>
                </a:ext>
              </a:extLst>
            </p:cNvPr>
            <p:cNvSpPr>
              <a:spLocks/>
            </p:cNvSpPr>
            <p:nvPr/>
          </p:nvSpPr>
          <p:spPr bwMode="auto">
            <a:xfrm>
              <a:off x="1782" y="3600"/>
              <a:ext cx="324" cy="322"/>
            </a:xfrm>
            <a:custGeom>
              <a:avLst/>
              <a:gdLst>
                <a:gd name="T0" fmla="*/ 0 w 324"/>
                <a:gd name="T1" fmla="*/ 322 h 322"/>
                <a:gd name="T2" fmla="*/ 324 w 324"/>
                <a:gd name="T3" fmla="*/ 0 h 3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24" h="322">
                  <a:moveTo>
                    <a:pt x="0" y="322"/>
                  </a:moveTo>
                  <a:lnTo>
                    <a:pt x="324" y="0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48568" name="Group 88">
            <a:extLst>
              <a:ext uri="{FF2B5EF4-FFF2-40B4-BE49-F238E27FC236}">
                <a16:creationId xmlns:a16="http://schemas.microsoft.com/office/drawing/2014/main" id="{D55C1520-A557-4E7A-A7B1-9253D86D1161}"/>
              </a:ext>
            </a:extLst>
          </p:cNvPr>
          <p:cNvGrpSpPr>
            <a:grpSpLocks/>
          </p:cNvGrpSpPr>
          <p:nvPr/>
        </p:nvGrpSpPr>
        <p:grpSpPr bwMode="auto">
          <a:xfrm>
            <a:off x="4111625" y="4476750"/>
            <a:ext cx="1290638" cy="735013"/>
            <a:chOff x="2790" y="3324"/>
            <a:chExt cx="813" cy="463"/>
          </a:xfrm>
        </p:grpSpPr>
        <p:sp>
          <p:nvSpPr>
            <p:cNvPr id="148491" name="Freeform 11">
              <a:extLst>
                <a:ext uri="{FF2B5EF4-FFF2-40B4-BE49-F238E27FC236}">
                  <a16:creationId xmlns:a16="http://schemas.microsoft.com/office/drawing/2014/main" id="{5E8DA50C-C736-492D-A429-E75201B69B6B}"/>
                </a:ext>
              </a:extLst>
            </p:cNvPr>
            <p:cNvSpPr>
              <a:spLocks/>
            </p:cNvSpPr>
            <p:nvPr/>
          </p:nvSpPr>
          <p:spPr bwMode="auto">
            <a:xfrm>
              <a:off x="3236" y="3539"/>
              <a:ext cx="1" cy="243"/>
            </a:xfrm>
            <a:custGeom>
              <a:avLst/>
              <a:gdLst>
                <a:gd name="T0" fmla="*/ 0 w 1"/>
                <a:gd name="T1" fmla="*/ 0 h 487"/>
                <a:gd name="T2" fmla="*/ 0 w 1"/>
                <a:gd name="T3" fmla="*/ 487 h 487"/>
                <a:gd name="T4" fmla="*/ 1 w 1"/>
                <a:gd name="T5" fmla="*/ 487 h 4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487">
                  <a:moveTo>
                    <a:pt x="0" y="0"/>
                  </a:moveTo>
                  <a:lnTo>
                    <a:pt x="0" y="487"/>
                  </a:lnTo>
                  <a:lnTo>
                    <a:pt x="1" y="487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8492" name="Freeform 12">
              <a:extLst>
                <a:ext uri="{FF2B5EF4-FFF2-40B4-BE49-F238E27FC236}">
                  <a16:creationId xmlns:a16="http://schemas.microsoft.com/office/drawing/2014/main" id="{321807FB-1788-4761-8B13-23E11EDAF062}"/>
                </a:ext>
              </a:extLst>
            </p:cNvPr>
            <p:cNvSpPr>
              <a:spLocks/>
            </p:cNvSpPr>
            <p:nvPr/>
          </p:nvSpPr>
          <p:spPr bwMode="auto">
            <a:xfrm>
              <a:off x="3442" y="3334"/>
              <a:ext cx="1" cy="372"/>
            </a:xfrm>
            <a:custGeom>
              <a:avLst/>
              <a:gdLst>
                <a:gd name="T0" fmla="*/ 0 w 1"/>
                <a:gd name="T1" fmla="*/ 0 h 742"/>
                <a:gd name="T2" fmla="*/ 0 w 1"/>
                <a:gd name="T3" fmla="*/ 742 h 742"/>
                <a:gd name="T4" fmla="*/ 1 w 1"/>
                <a:gd name="T5" fmla="*/ 742 h 7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742">
                  <a:moveTo>
                    <a:pt x="0" y="0"/>
                  </a:moveTo>
                  <a:lnTo>
                    <a:pt x="0" y="742"/>
                  </a:lnTo>
                  <a:lnTo>
                    <a:pt x="1" y="742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8493" name="Freeform 13">
              <a:extLst>
                <a:ext uri="{FF2B5EF4-FFF2-40B4-BE49-F238E27FC236}">
                  <a16:creationId xmlns:a16="http://schemas.microsoft.com/office/drawing/2014/main" id="{6B6D2063-AD51-47B8-AA19-2B9EE047A041}"/>
                </a:ext>
              </a:extLst>
            </p:cNvPr>
            <p:cNvSpPr>
              <a:spLocks/>
            </p:cNvSpPr>
            <p:nvPr/>
          </p:nvSpPr>
          <p:spPr bwMode="auto">
            <a:xfrm>
              <a:off x="2946" y="3334"/>
              <a:ext cx="1" cy="361"/>
            </a:xfrm>
            <a:custGeom>
              <a:avLst/>
              <a:gdLst>
                <a:gd name="T0" fmla="*/ 0 w 1"/>
                <a:gd name="T1" fmla="*/ 0 h 721"/>
                <a:gd name="T2" fmla="*/ 0 w 1"/>
                <a:gd name="T3" fmla="*/ 721 h 721"/>
                <a:gd name="T4" fmla="*/ 1 w 1"/>
                <a:gd name="T5" fmla="*/ 721 h 7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721">
                  <a:moveTo>
                    <a:pt x="0" y="0"/>
                  </a:moveTo>
                  <a:lnTo>
                    <a:pt x="0" y="721"/>
                  </a:lnTo>
                  <a:lnTo>
                    <a:pt x="1" y="721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8494" name="Freeform 14">
              <a:extLst>
                <a:ext uri="{FF2B5EF4-FFF2-40B4-BE49-F238E27FC236}">
                  <a16:creationId xmlns:a16="http://schemas.microsoft.com/office/drawing/2014/main" id="{0346610F-6B17-46EE-8FC4-17D08533B7E6}"/>
                </a:ext>
              </a:extLst>
            </p:cNvPr>
            <p:cNvSpPr>
              <a:spLocks/>
            </p:cNvSpPr>
            <p:nvPr/>
          </p:nvSpPr>
          <p:spPr bwMode="auto">
            <a:xfrm>
              <a:off x="3301" y="3474"/>
              <a:ext cx="275" cy="1"/>
            </a:xfrm>
            <a:custGeom>
              <a:avLst/>
              <a:gdLst>
                <a:gd name="T0" fmla="*/ 0 w 275"/>
                <a:gd name="T1" fmla="*/ 1 h 1"/>
                <a:gd name="T2" fmla="*/ 275 w 275"/>
                <a:gd name="T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75" h="1">
                  <a:moveTo>
                    <a:pt x="0" y="1"/>
                  </a:moveTo>
                  <a:lnTo>
                    <a:pt x="275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8495" name="Freeform 15">
              <a:extLst>
                <a:ext uri="{FF2B5EF4-FFF2-40B4-BE49-F238E27FC236}">
                  <a16:creationId xmlns:a16="http://schemas.microsoft.com/office/drawing/2014/main" id="{E6B484F5-9072-4D72-8A24-B4778413B45E}"/>
                </a:ext>
              </a:extLst>
            </p:cNvPr>
            <p:cNvSpPr>
              <a:spLocks/>
            </p:cNvSpPr>
            <p:nvPr/>
          </p:nvSpPr>
          <p:spPr bwMode="auto">
            <a:xfrm>
              <a:off x="3436" y="3334"/>
              <a:ext cx="167" cy="1"/>
            </a:xfrm>
            <a:custGeom>
              <a:avLst/>
              <a:gdLst>
                <a:gd name="T0" fmla="*/ 0 w 335"/>
                <a:gd name="T1" fmla="*/ 334 w 335"/>
                <a:gd name="T2" fmla="*/ 335 w 33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335">
                  <a:moveTo>
                    <a:pt x="0" y="0"/>
                  </a:moveTo>
                  <a:lnTo>
                    <a:pt x="334" y="0"/>
                  </a:lnTo>
                  <a:lnTo>
                    <a:pt x="335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8496" name="Freeform 16">
              <a:extLst>
                <a:ext uri="{FF2B5EF4-FFF2-40B4-BE49-F238E27FC236}">
                  <a16:creationId xmlns:a16="http://schemas.microsoft.com/office/drawing/2014/main" id="{231F4F4B-914C-4E9C-B5CC-0B4FE16EFDAC}"/>
                </a:ext>
              </a:extLst>
            </p:cNvPr>
            <p:cNvSpPr>
              <a:spLocks/>
            </p:cNvSpPr>
            <p:nvPr/>
          </p:nvSpPr>
          <p:spPr bwMode="auto">
            <a:xfrm>
              <a:off x="2946" y="3539"/>
              <a:ext cx="290" cy="1"/>
            </a:xfrm>
            <a:custGeom>
              <a:avLst/>
              <a:gdLst>
                <a:gd name="T0" fmla="*/ 581 w 581"/>
                <a:gd name="T1" fmla="*/ 0 w 581"/>
                <a:gd name="T2" fmla="*/ 1 w 58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581">
                  <a:moveTo>
                    <a:pt x="581" y="0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8497" name="Freeform 17">
              <a:extLst>
                <a:ext uri="{FF2B5EF4-FFF2-40B4-BE49-F238E27FC236}">
                  <a16:creationId xmlns:a16="http://schemas.microsoft.com/office/drawing/2014/main" id="{95E8229A-FE07-4990-A09E-B6386679E983}"/>
                </a:ext>
              </a:extLst>
            </p:cNvPr>
            <p:cNvSpPr>
              <a:spLocks/>
            </p:cNvSpPr>
            <p:nvPr/>
          </p:nvSpPr>
          <p:spPr bwMode="auto">
            <a:xfrm>
              <a:off x="3236" y="3334"/>
              <a:ext cx="206" cy="205"/>
            </a:xfrm>
            <a:custGeom>
              <a:avLst/>
              <a:gdLst>
                <a:gd name="T0" fmla="*/ 410 w 410"/>
                <a:gd name="T1" fmla="*/ 0 h 409"/>
                <a:gd name="T2" fmla="*/ 0 w 410"/>
                <a:gd name="T3" fmla="*/ 409 h 409"/>
                <a:gd name="T4" fmla="*/ 1 w 410"/>
                <a:gd name="T5" fmla="*/ 409 h 4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0" h="409">
                  <a:moveTo>
                    <a:pt x="410" y="0"/>
                  </a:moveTo>
                  <a:lnTo>
                    <a:pt x="0" y="409"/>
                  </a:lnTo>
                  <a:lnTo>
                    <a:pt x="1" y="409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8498" name="Freeform 18">
              <a:extLst>
                <a:ext uri="{FF2B5EF4-FFF2-40B4-BE49-F238E27FC236}">
                  <a16:creationId xmlns:a16="http://schemas.microsoft.com/office/drawing/2014/main" id="{8708E75A-24E5-4CFC-B1C6-AF5E4D268668}"/>
                </a:ext>
              </a:extLst>
            </p:cNvPr>
            <p:cNvSpPr>
              <a:spLocks/>
            </p:cNvSpPr>
            <p:nvPr/>
          </p:nvSpPr>
          <p:spPr bwMode="auto">
            <a:xfrm>
              <a:off x="2799" y="3334"/>
              <a:ext cx="154" cy="1"/>
            </a:xfrm>
            <a:custGeom>
              <a:avLst/>
              <a:gdLst>
                <a:gd name="T0" fmla="*/ 0 w 308"/>
                <a:gd name="T1" fmla="*/ 307 w 308"/>
                <a:gd name="T2" fmla="*/ 308 w 308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308">
                  <a:moveTo>
                    <a:pt x="0" y="0"/>
                  </a:moveTo>
                  <a:lnTo>
                    <a:pt x="307" y="0"/>
                  </a:lnTo>
                  <a:lnTo>
                    <a:pt x="308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8567" name="Freeform 87">
              <a:extLst>
                <a:ext uri="{FF2B5EF4-FFF2-40B4-BE49-F238E27FC236}">
                  <a16:creationId xmlns:a16="http://schemas.microsoft.com/office/drawing/2014/main" id="{42C01AA9-D8C3-48B5-92F3-21EE9915F722}"/>
                </a:ext>
              </a:extLst>
            </p:cNvPr>
            <p:cNvSpPr>
              <a:spLocks/>
            </p:cNvSpPr>
            <p:nvPr/>
          </p:nvSpPr>
          <p:spPr bwMode="auto">
            <a:xfrm>
              <a:off x="2790" y="3324"/>
              <a:ext cx="810" cy="463"/>
            </a:xfrm>
            <a:custGeom>
              <a:avLst/>
              <a:gdLst>
                <a:gd name="T0" fmla="*/ 0 w 810"/>
                <a:gd name="T1" fmla="*/ 12 h 463"/>
                <a:gd name="T2" fmla="*/ 30 w 810"/>
                <a:gd name="T3" fmla="*/ 102 h 463"/>
                <a:gd name="T4" fmla="*/ 24 w 810"/>
                <a:gd name="T5" fmla="*/ 180 h 463"/>
                <a:gd name="T6" fmla="*/ 66 w 810"/>
                <a:gd name="T7" fmla="*/ 240 h 463"/>
                <a:gd name="T8" fmla="*/ 84 w 810"/>
                <a:gd name="T9" fmla="*/ 324 h 463"/>
                <a:gd name="T10" fmla="*/ 156 w 810"/>
                <a:gd name="T11" fmla="*/ 360 h 463"/>
                <a:gd name="T12" fmla="*/ 264 w 810"/>
                <a:gd name="T13" fmla="*/ 408 h 463"/>
                <a:gd name="T14" fmla="*/ 330 w 810"/>
                <a:gd name="T15" fmla="*/ 456 h 463"/>
                <a:gd name="T16" fmla="*/ 450 w 810"/>
                <a:gd name="T17" fmla="*/ 450 h 463"/>
                <a:gd name="T18" fmla="*/ 510 w 810"/>
                <a:gd name="T19" fmla="*/ 414 h 463"/>
                <a:gd name="T20" fmla="*/ 594 w 810"/>
                <a:gd name="T21" fmla="*/ 402 h 463"/>
                <a:gd name="T22" fmla="*/ 648 w 810"/>
                <a:gd name="T23" fmla="*/ 378 h 463"/>
                <a:gd name="T24" fmla="*/ 714 w 810"/>
                <a:gd name="T25" fmla="*/ 258 h 463"/>
                <a:gd name="T26" fmla="*/ 768 w 810"/>
                <a:gd name="T27" fmla="*/ 222 h 463"/>
                <a:gd name="T28" fmla="*/ 792 w 810"/>
                <a:gd name="T29" fmla="*/ 144 h 463"/>
                <a:gd name="T30" fmla="*/ 792 w 810"/>
                <a:gd name="T31" fmla="*/ 90 h 463"/>
                <a:gd name="T32" fmla="*/ 810 w 810"/>
                <a:gd name="T33" fmla="*/ 0 h 4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810" h="463">
                  <a:moveTo>
                    <a:pt x="0" y="12"/>
                  </a:moveTo>
                  <a:cubicBezTo>
                    <a:pt x="13" y="43"/>
                    <a:pt x="26" y="74"/>
                    <a:pt x="30" y="102"/>
                  </a:cubicBezTo>
                  <a:cubicBezTo>
                    <a:pt x="34" y="130"/>
                    <a:pt x="18" y="157"/>
                    <a:pt x="24" y="180"/>
                  </a:cubicBezTo>
                  <a:cubicBezTo>
                    <a:pt x="30" y="203"/>
                    <a:pt x="56" y="216"/>
                    <a:pt x="66" y="240"/>
                  </a:cubicBezTo>
                  <a:cubicBezTo>
                    <a:pt x="76" y="264"/>
                    <a:pt x="69" y="304"/>
                    <a:pt x="84" y="324"/>
                  </a:cubicBezTo>
                  <a:cubicBezTo>
                    <a:pt x="99" y="344"/>
                    <a:pt x="126" y="346"/>
                    <a:pt x="156" y="360"/>
                  </a:cubicBezTo>
                  <a:cubicBezTo>
                    <a:pt x="186" y="374"/>
                    <a:pt x="235" y="392"/>
                    <a:pt x="264" y="408"/>
                  </a:cubicBezTo>
                  <a:cubicBezTo>
                    <a:pt x="293" y="424"/>
                    <a:pt x="299" y="449"/>
                    <a:pt x="330" y="456"/>
                  </a:cubicBezTo>
                  <a:cubicBezTo>
                    <a:pt x="361" y="463"/>
                    <a:pt x="420" y="457"/>
                    <a:pt x="450" y="450"/>
                  </a:cubicBezTo>
                  <a:cubicBezTo>
                    <a:pt x="480" y="443"/>
                    <a:pt x="486" y="422"/>
                    <a:pt x="510" y="414"/>
                  </a:cubicBezTo>
                  <a:cubicBezTo>
                    <a:pt x="534" y="406"/>
                    <a:pt x="571" y="408"/>
                    <a:pt x="594" y="402"/>
                  </a:cubicBezTo>
                  <a:cubicBezTo>
                    <a:pt x="617" y="396"/>
                    <a:pt x="628" y="402"/>
                    <a:pt x="648" y="378"/>
                  </a:cubicBezTo>
                  <a:cubicBezTo>
                    <a:pt x="668" y="354"/>
                    <a:pt x="694" y="284"/>
                    <a:pt x="714" y="258"/>
                  </a:cubicBezTo>
                  <a:cubicBezTo>
                    <a:pt x="734" y="232"/>
                    <a:pt x="755" y="241"/>
                    <a:pt x="768" y="222"/>
                  </a:cubicBezTo>
                  <a:cubicBezTo>
                    <a:pt x="781" y="203"/>
                    <a:pt x="788" y="166"/>
                    <a:pt x="792" y="144"/>
                  </a:cubicBezTo>
                  <a:cubicBezTo>
                    <a:pt x="796" y="122"/>
                    <a:pt x="789" y="114"/>
                    <a:pt x="792" y="90"/>
                  </a:cubicBezTo>
                  <a:cubicBezTo>
                    <a:pt x="795" y="66"/>
                    <a:pt x="807" y="15"/>
                    <a:pt x="810" y="0"/>
                  </a:cubicBez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48569" name="Text Box 89">
            <a:extLst>
              <a:ext uri="{FF2B5EF4-FFF2-40B4-BE49-F238E27FC236}">
                <a16:creationId xmlns:a16="http://schemas.microsoft.com/office/drawing/2014/main" id="{42CFE925-CEE2-41E5-8E29-A9EFE4F1F5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9925" y="5292725"/>
            <a:ext cx="8120063" cy="1373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2800">
                <a:latin typeface="宋体" panose="02010600030101010101" pitchFamily="2" charset="-122"/>
              </a:rPr>
              <a:t>    </a:t>
            </a:r>
            <a:r>
              <a:rPr lang="zh-CN" altLang="en-US" sz="2800">
                <a:latin typeface="宋体" panose="02010600030101010101" pitchFamily="2" charset="-122"/>
              </a:rPr>
              <a:t>当同一机件上有几个被放大的部分时，应用罗马数字依次标明被放大的部位，并在局部放大图的上方标注相应的罗马数字和采用的比例。</a:t>
            </a:r>
            <a:r>
              <a:rPr lang="zh-CN" altLang="en-US" sz="2800"/>
              <a:t> </a:t>
            </a:r>
          </a:p>
        </p:txBody>
      </p:sp>
    </p:spTree>
  </p:cSld>
  <p:clrMapOvr>
    <a:masterClrMapping/>
  </p:clrMapOvr>
  <p:transition spd="med">
    <p:cover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485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485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1485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1485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7" dur="500"/>
                                        <p:tgtEl>
                                          <p:spTgt spid="1485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2" dur="500"/>
                                        <p:tgtEl>
                                          <p:spTgt spid="1485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485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2" dur="500"/>
                                        <p:tgtEl>
                                          <p:spTgt spid="1484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7" dur="500"/>
                                        <p:tgtEl>
                                          <p:spTgt spid="148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485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1485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8554" grpId="0" autoUpdateAnimBg="0"/>
      <p:bldP spid="148569" grpId="0" autoUpdateAnimBg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2913" name="Group 97">
            <a:extLst>
              <a:ext uri="{FF2B5EF4-FFF2-40B4-BE49-F238E27FC236}">
                <a16:creationId xmlns:a16="http://schemas.microsoft.com/office/drawing/2014/main" id="{A7533BEE-397D-4806-B691-774321E364D9}"/>
              </a:ext>
            </a:extLst>
          </p:cNvPr>
          <p:cNvGrpSpPr>
            <a:grpSpLocks/>
          </p:cNvGrpSpPr>
          <p:nvPr/>
        </p:nvGrpSpPr>
        <p:grpSpPr bwMode="auto">
          <a:xfrm>
            <a:off x="4827588" y="3136900"/>
            <a:ext cx="2238375" cy="2216150"/>
            <a:chOff x="3041" y="2872"/>
            <a:chExt cx="1410" cy="1396"/>
          </a:xfrm>
        </p:grpSpPr>
        <p:sp>
          <p:nvSpPr>
            <p:cNvPr id="162914" name="Oval 98">
              <a:extLst>
                <a:ext uri="{FF2B5EF4-FFF2-40B4-BE49-F238E27FC236}">
                  <a16:creationId xmlns:a16="http://schemas.microsoft.com/office/drawing/2014/main" id="{0E546BBF-F062-4970-AEB2-D06385D5F5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12" y="2937"/>
              <a:ext cx="1257" cy="1257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62915" name="Freeform 99">
              <a:extLst>
                <a:ext uri="{FF2B5EF4-FFF2-40B4-BE49-F238E27FC236}">
                  <a16:creationId xmlns:a16="http://schemas.microsoft.com/office/drawing/2014/main" id="{C61DF75F-1B66-40E2-A15F-3F077953DF91}"/>
                </a:ext>
              </a:extLst>
            </p:cNvPr>
            <p:cNvSpPr>
              <a:spLocks/>
            </p:cNvSpPr>
            <p:nvPr/>
          </p:nvSpPr>
          <p:spPr bwMode="auto">
            <a:xfrm>
              <a:off x="3041" y="3564"/>
              <a:ext cx="1410" cy="2"/>
            </a:xfrm>
            <a:custGeom>
              <a:avLst/>
              <a:gdLst>
                <a:gd name="T0" fmla="*/ 0 w 1410"/>
                <a:gd name="T1" fmla="*/ 0 h 2"/>
                <a:gd name="T2" fmla="*/ 1410 w 1410"/>
                <a:gd name="T3" fmla="*/ 2 h 2"/>
                <a:gd name="T4" fmla="*/ 1410 w 1410"/>
                <a:gd name="T5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410" h="2">
                  <a:moveTo>
                    <a:pt x="0" y="0"/>
                  </a:moveTo>
                  <a:lnTo>
                    <a:pt x="1410" y="2"/>
                  </a:lnTo>
                  <a:lnTo>
                    <a:pt x="1410" y="2"/>
                  </a:lnTo>
                </a:path>
              </a:pathLst>
            </a:custGeom>
            <a:noFill/>
            <a:ln w="0" cap="flat">
              <a:solidFill>
                <a:schemeClr val="tx1"/>
              </a:solidFill>
              <a:prstDash val="lg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2916" name="Freeform 100">
              <a:extLst>
                <a:ext uri="{FF2B5EF4-FFF2-40B4-BE49-F238E27FC236}">
                  <a16:creationId xmlns:a16="http://schemas.microsoft.com/office/drawing/2014/main" id="{092E2599-84C3-4C8D-8B1F-7B9F5A2F166A}"/>
                </a:ext>
              </a:extLst>
            </p:cNvPr>
            <p:cNvSpPr>
              <a:spLocks/>
            </p:cNvSpPr>
            <p:nvPr/>
          </p:nvSpPr>
          <p:spPr bwMode="auto">
            <a:xfrm>
              <a:off x="3740" y="2872"/>
              <a:ext cx="2" cy="1396"/>
            </a:xfrm>
            <a:custGeom>
              <a:avLst/>
              <a:gdLst>
                <a:gd name="T0" fmla="*/ 0 w 2"/>
                <a:gd name="T1" fmla="*/ 0 h 1396"/>
                <a:gd name="T2" fmla="*/ 0 w 2"/>
                <a:gd name="T3" fmla="*/ 1390 h 1396"/>
                <a:gd name="T4" fmla="*/ 2 w 2"/>
                <a:gd name="T5" fmla="*/ 1396 h 13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1396">
                  <a:moveTo>
                    <a:pt x="0" y="0"/>
                  </a:moveTo>
                  <a:lnTo>
                    <a:pt x="0" y="1390"/>
                  </a:lnTo>
                  <a:lnTo>
                    <a:pt x="2" y="1396"/>
                  </a:lnTo>
                </a:path>
              </a:pathLst>
            </a:custGeom>
            <a:noFill/>
            <a:ln w="0" cap="flat">
              <a:solidFill>
                <a:schemeClr val="tx1"/>
              </a:solidFill>
              <a:prstDash val="lg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2917" name="Freeform 101">
              <a:extLst>
                <a:ext uri="{FF2B5EF4-FFF2-40B4-BE49-F238E27FC236}">
                  <a16:creationId xmlns:a16="http://schemas.microsoft.com/office/drawing/2014/main" id="{992C111A-DBA3-41B4-A157-8B048A305D54}"/>
                </a:ext>
              </a:extLst>
            </p:cNvPr>
            <p:cNvSpPr>
              <a:spLocks/>
            </p:cNvSpPr>
            <p:nvPr/>
          </p:nvSpPr>
          <p:spPr bwMode="auto">
            <a:xfrm>
              <a:off x="3466" y="3078"/>
              <a:ext cx="556" cy="963"/>
            </a:xfrm>
            <a:custGeom>
              <a:avLst/>
              <a:gdLst>
                <a:gd name="T0" fmla="*/ 0 w 2224"/>
                <a:gd name="T1" fmla="*/ 3854 h 3854"/>
                <a:gd name="T2" fmla="*/ 2223 w 2224"/>
                <a:gd name="T3" fmla="*/ 0 h 3854"/>
                <a:gd name="T4" fmla="*/ 2224 w 2224"/>
                <a:gd name="T5" fmla="*/ 0 h 38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224" h="3854">
                  <a:moveTo>
                    <a:pt x="0" y="3854"/>
                  </a:moveTo>
                  <a:lnTo>
                    <a:pt x="2223" y="0"/>
                  </a:lnTo>
                  <a:lnTo>
                    <a:pt x="2224" y="0"/>
                  </a:lnTo>
                </a:path>
              </a:pathLst>
            </a:custGeom>
            <a:noFill/>
            <a:ln w="0" cap="flat">
              <a:solidFill>
                <a:schemeClr val="tx1"/>
              </a:solidFill>
              <a:prstDash val="lg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2918" name="Freeform 102">
              <a:extLst>
                <a:ext uri="{FF2B5EF4-FFF2-40B4-BE49-F238E27FC236}">
                  <a16:creationId xmlns:a16="http://schemas.microsoft.com/office/drawing/2014/main" id="{63EFEB06-E459-49A6-A7F2-4311CE0000FC}"/>
                </a:ext>
              </a:extLst>
            </p:cNvPr>
            <p:cNvSpPr>
              <a:spLocks/>
            </p:cNvSpPr>
            <p:nvPr/>
          </p:nvSpPr>
          <p:spPr bwMode="auto">
            <a:xfrm>
              <a:off x="3463" y="3085"/>
              <a:ext cx="556" cy="963"/>
            </a:xfrm>
            <a:custGeom>
              <a:avLst/>
              <a:gdLst>
                <a:gd name="T0" fmla="*/ 0 w 2223"/>
                <a:gd name="T1" fmla="*/ 0 h 3853"/>
                <a:gd name="T2" fmla="*/ 2222 w 2223"/>
                <a:gd name="T3" fmla="*/ 3853 h 3853"/>
                <a:gd name="T4" fmla="*/ 2223 w 2223"/>
                <a:gd name="T5" fmla="*/ 3853 h 38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223" h="3853">
                  <a:moveTo>
                    <a:pt x="0" y="0"/>
                  </a:moveTo>
                  <a:lnTo>
                    <a:pt x="2222" y="3853"/>
                  </a:lnTo>
                  <a:lnTo>
                    <a:pt x="2223" y="3853"/>
                  </a:lnTo>
                </a:path>
              </a:pathLst>
            </a:custGeom>
            <a:noFill/>
            <a:ln w="0" cap="flat">
              <a:solidFill>
                <a:schemeClr val="tx1"/>
              </a:solidFill>
              <a:prstDash val="lg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2919" name="Freeform 103">
              <a:extLst>
                <a:ext uri="{FF2B5EF4-FFF2-40B4-BE49-F238E27FC236}">
                  <a16:creationId xmlns:a16="http://schemas.microsoft.com/office/drawing/2014/main" id="{DF98DC6F-482A-4526-8DA7-54D3D1B24F44}"/>
                </a:ext>
              </a:extLst>
            </p:cNvPr>
            <p:cNvSpPr>
              <a:spLocks/>
            </p:cNvSpPr>
            <p:nvPr/>
          </p:nvSpPr>
          <p:spPr bwMode="auto">
            <a:xfrm>
              <a:off x="3531" y="3096"/>
              <a:ext cx="602" cy="1042"/>
            </a:xfrm>
            <a:custGeom>
              <a:avLst/>
              <a:gdLst>
                <a:gd name="T0" fmla="*/ 0 w 2406"/>
                <a:gd name="T1" fmla="*/ 4169 h 4169"/>
                <a:gd name="T2" fmla="*/ 2405 w 2406"/>
                <a:gd name="T3" fmla="*/ 0 h 4169"/>
                <a:gd name="T4" fmla="*/ 2406 w 2406"/>
                <a:gd name="T5" fmla="*/ 0 h 4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406" h="4169">
                  <a:moveTo>
                    <a:pt x="0" y="4169"/>
                  </a:moveTo>
                  <a:lnTo>
                    <a:pt x="2405" y="0"/>
                  </a:lnTo>
                  <a:lnTo>
                    <a:pt x="2406" y="0"/>
                  </a:lnTo>
                </a:path>
              </a:pathLst>
            </a:custGeom>
            <a:noFill/>
            <a:ln w="0" cap="flat">
              <a:solidFill>
                <a:schemeClr val="tx1"/>
              </a:solidFill>
              <a:prstDash val="lg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2920" name="Freeform 104">
              <a:extLst>
                <a:ext uri="{FF2B5EF4-FFF2-40B4-BE49-F238E27FC236}">
                  <a16:creationId xmlns:a16="http://schemas.microsoft.com/office/drawing/2014/main" id="{F8A6FA83-F28E-499C-8010-AF7E412697CF}"/>
                </a:ext>
              </a:extLst>
            </p:cNvPr>
            <p:cNvSpPr>
              <a:spLocks/>
            </p:cNvSpPr>
            <p:nvPr/>
          </p:nvSpPr>
          <p:spPr bwMode="auto">
            <a:xfrm>
              <a:off x="3641" y="3192"/>
              <a:ext cx="557" cy="966"/>
            </a:xfrm>
            <a:custGeom>
              <a:avLst/>
              <a:gdLst>
                <a:gd name="T0" fmla="*/ 0 w 2232"/>
                <a:gd name="T1" fmla="*/ 3865 h 3865"/>
                <a:gd name="T2" fmla="*/ 2230 w 2232"/>
                <a:gd name="T3" fmla="*/ 0 h 3865"/>
                <a:gd name="T4" fmla="*/ 2232 w 2232"/>
                <a:gd name="T5" fmla="*/ 0 h 38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232" h="3865">
                  <a:moveTo>
                    <a:pt x="0" y="3865"/>
                  </a:moveTo>
                  <a:lnTo>
                    <a:pt x="2230" y="0"/>
                  </a:lnTo>
                  <a:lnTo>
                    <a:pt x="2232" y="0"/>
                  </a:lnTo>
                </a:path>
              </a:pathLst>
            </a:custGeom>
            <a:noFill/>
            <a:ln w="0" cap="flat">
              <a:solidFill>
                <a:schemeClr val="tx1"/>
              </a:solidFill>
              <a:prstDash val="lg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2921" name="Freeform 105">
              <a:extLst>
                <a:ext uri="{FF2B5EF4-FFF2-40B4-BE49-F238E27FC236}">
                  <a16:creationId xmlns:a16="http://schemas.microsoft.com/office/drawing/2014/main" id="{6CB08554-E300-4A82-A41D-FCF34CDD0A14}"/>
                </a:ext>
              </a:extLst>
            </p:cNvPr>
            <p:cNvSpPr>
              <a:spLocks/>
            </p:cNvSpPr>
            <p:nvPr/>
          </p:nvSpPr>
          <p:spPr bwMode="auto">
            <a:xfrm>
              <a:off x="3769" y="3294"/>
              <a:ext cx="491" cy="852"/>
            </a:xfrm>
            <a:custGeom>
              <a:avLst/>
              <a:gdLst>
                <a:gd name="T0" fmla="*/ 0 w 1968"/>
                <a:gd name="T1" fmla="*/ 3408 h 3408"/>
                <a:gd name="T2" fmla="*/ 1966 w 1968"/>
                <a:gd name="T3" fmla="*/ 0 h 3408"/>
                <a:gd name="T4" fmla="*/ 1968 w 1968"/>
                <a:gd name="T5" fmla="*/ 0 h 34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68" h="3408">
                  <a:moveTo>
                    <a:pt x="0" y="3408"/>
                  </a:moveTo>
                  <a:lnTo>
                    <a:pt x="1966" y="0"/>
                  </a:lnTo>
                  <a:lnTo>
                    <a:pt x="1968" y="0"/>
                  </a:lnTo>
                </a:path>
              </a:pathLst>
            </a:custGeom>
            <a:noFill/>
            <a:ln w="0" cap="flat">
              <a:solidFill>
                <a:schemeClr val="tx1"/>
              </a:solidFill>
              <a:prstDash val="lg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2922" name="Freeform 106">
              <a:extLst>
                <a:ext uri="{FF2B5EF4-FFF2-40B4-BE49-F238E27FC236}">
                  <a16:creationId xmlns:a16="http://schemas.microsoft.com/office/drawing/2014/main" id="{BC355768-785C-4FEF-A096-DEA00E04D2E9}"/>
                </a:ext>
              </a:extLst>
            </p:cNvPr>
            <p:cNvSpPr>
              <a:spLocks/>
            </p:cNvSpPr>
            <p:nvPr/>
          </p:nvSpPr>
          <p:spPr bwMode="auto">
            <a:xfrm>
              <a:off x="3889" y="3389"/>
              <a:ext cx="437" cy="757"/>
            </a:xfrm>
            <a:custGeom>
              <a:avLst/>
              <a:gdLst>
                <a:gd name="T0" fmla="*/ 0 w 1748"/>
                <a:gd name="T1" fmla="*/ 3030 h 3030"/>
                <a:gd name="T2" fmla="*/ 1747 w 1748"/>
                <a:gd name="T3" fmla="*/ 0 h 3030"/>
                <a:gd name="T4" fmla="*/ 1748 w 1748"/>
                <a:gd name="T5" fmla="*/ 0 h 30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48" h="3030">
                  <a:moveTo>
                    <a:pt x="0" y="3030"/>
                  </a:moveTo>
                  <a:lnTo>
                    <a:pt x="1747" y="0"/>
                  </a:lnTo>
                  <a:lnTo>
                    <a:pt x="1748" y="0"/>
                  </a:lnTo>
                </a:path>
              </a:pathLst>
            </a:custGeom>
            <a:noFill/>
            <a:ln w="0" cap="flat">
              <a:solidFill>
                <a:schemeClr val="tx1"/>
              </a:solidFill>
              <a:prstDash val="lg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2923" name="Freeform 107">
              <a:extLst>
                <a:ext uri="{FF2B5EF4-FFF2-40B4-BE49-F238E27FC236}">
                  <a16:creationId xmlns:a16="http://schemas.microsoft.com/office/drawing/2014/main" id="{1B382D8F-63CE-4B27-A5D8-85FC1925BB08}"/>
                </a:ext>
              </a:extLst>
            </p:cNvPr>
            <p:cNvSpPr>
              <a:spLocks/>
            </p:cNvSpPr>
            <p:nvPr/>
          </p:nvSpPr>
          <p:spPr bwMode="auto">
            <a:xfrm>
              <a:off x="4066" y="3607"/>
              <a:ext cx="256" cy="442"/>
            </a:xfrm>
            <a:custGeom>
              <a:avLst/>
              <a:gdLst>
                <a:gd name="T0" fmla="*/ 0 w 1021"/>
                <a:gd name="T1" fmla="*/ 1767 h 1767"/>
                <a:gd name="T2" fmla="*/ 1020 w 1021"/>
                <a:gd name="T3" fmla="*/ 0 h 1767"/>
                <a:gd name="T4" fmla="*/ 1021 w 1021"/>
                <a:gd name="T5" fmla="*/ 0 h 17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021" h="1767">
                  <a:moveTo>
                    <a:pt x="0" y="1767"/>
                  </a:moveTo>
                  <a:lnTo>
                    <a:pt x="1020" y="0"/>
                  </a:lnTo>
                  <a:lnTo>
                    <a:pt x="1021" y="0"/>
                  </a:lnTo>
                </a:path>
              </a:pathLst>
            </a:custGeom>
            <a:noFill/>
            <a:ln w="0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2924" name="Freeform 108">
              <a:extLst>
                <a:ext uri="{FF2B5EF4-FFF2-40B4-BE49-F238E27FC236}">
                  <a16:creationId xmlns:a16="http://schemas.microsoft.com/office/drawing/2014/main" id="{912557F3-97C4-43F1-81FD-0E42039833E6}"/>
                </a:ext>
              </a:extLst>
            </p:cNvPr>
            <p:cNvSpPr>
              <a:spLocks/>
            </p:cNvSpPr>
            <p:nvPr/>
          </p:nvSpPr>
          <p:spPr bwMode="auto">
            <a:xfrm>
              <a:off x="3344" y="3088"/>
              <a:ext cx="607" cy="1053"/>
            </a:xfrm>
            <a:custGeom>
              <a:avLst/>
              <a:gdLst>
                <a:gd name="T0" fmla="*/ 0 w 2429"/>
                <a:gd name="T1" fmla="*/ 0 h 4212"/>
                <a:gd name="T2" fmla="*/ 2428 w 2429"/>
                <a:gd name="T3" fmla="*/ 4212 h 4212"/>
                <a:gd name="T4" fmla="*/ 2429 w 2429"/>
                <a:gd name="T5" fmla="*/ 4212 h 42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429" h="4212">
                  <a:moveTo>
                    <a:pt x="0" y="0"/>
                  </a:moveTo>
                  <a:lnTo>
                    <a:pt x="2428" y="4212"/>
                  </a:lnTo>
                  <a:lnTo>
                    <a:pt x="2429" y="4212"/>
                  </a:lnTo>
                </a:path>
              </a:pathLst>
            </a:custGeom>
            <a:noFill/>
            <a:ln w="0" cap="flat">
              <a:solidFill>
                <a:schemeClr val="tx1"/>
              </a:solidFill>
              <a:prstDash val="lg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2925" name="Freeform 109">
              <a:extLst>
                <a:ext uri="{FF2B5EF4-FFF2-40B4-BE49-F238E27FC236}">
                  <a16:creationId xmlns:a16="http://schemas.microsoft.com/office/drawing/2014/main" id="{4A393C62-EBAB-4605-8C4F-D320A88BBBB4}"/>
                </a:ext>
              </a:extLst>
            </p:cNvPr>
            <p:cNvSpPr>
              <a:spLocks/>
            </p:cNvSpPr>
            <p:nvPr/>
          </p:nvSpPr>
          <p:spPr bwMode="auto">
            <a:xfrm>
              <a:off x="3282" y="3190"/>
              <a:ext cx="553" cy="958"/>
            </a:xfrm>
            <a:custGeom>
              <a:avLst/>
              <a:gdLst>
                <a:gd name="T0" fmla="*/ 0 w 2212"/>
                <a:gd name="T1" fmla="*/ 0 h 3833"/>
                <a:gd name="T2" fmla="*/ 2211 w 2212"/>
                <a:gd name="T3" fmla="*/ 3833 h 3833"/>
                <a:gd name="T4" fmla="*/ 2212 w 2212"/>
                <a:gd name="T5" fmla="*/ 3833 h 38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212" h="3833">
                  <a:moveTo>
                    <a:pt x="0" y="0"/>
                  </a:moveTo>
                  <a:lnTo>
                    <a:pt x="2211" y="3833"/>
                  </a:lnTo>
                  <a:lnTo>
                    <a:pt x="2212" y="3833"/>
                  </a:lnTo>
                </a:path>
              </a:pathLst>
            </a:custGeom>
            <a:noFill/>
            <a:ln w="0" cap="flat">
              <a:solidFill>
                <a:schemeClr val="tx1"/>
              </a:solidFill>
              <a:prstDash val="lg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2926" name="Freeform 110">
              <a:extLst>
                <a:ext uri="{FF2B5EF4-FFF2-40B4-BE49-F238E27FC236}">
                  <a16:creationId xmlns:a16="http://schemas.microsoft.com/office/drawing/2014/main" id="{BFDADEB0-B313-47F8-9936-A809F2DD4023}"/>
                </a:ext>
              </a:extLst>
            </p:cNvPr>
            <p:cNvSpPr>
              <a:spLocks/>
            </p:cNvSpPr>
            <p:nvPr/>
          </p:nvSpPr>
          <p:spPr bwMode="auto">
            <a:xfrm>
              <a:off x="3229" y="3307"/>
              <a:ext cx="485" cy="841"/>
            </a:xfrm>
            <a:custGeom>
              <a:avLst/>
              <a:gdLst>
                <a:gd name="T0" fmla="*/ 0 w 1940"/>
                <a:gd name="T1" fmla="*/ 0 h 3362"/>
                <a:gd name="T2" fmla="*/ 1939 w 1940"/>
                <a:gd name="T3" fmla="*/ 3362 h 3362"/>
                <a:gd name="T4" fmla="*/ 1940 w 1940"/>
                <a:gd name="T5" fmla="*/ 3362 h 33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40" h="3362">
                  <a:moveTo>
                    <a:pt x="0" y="0"/>
                  </a:moveTo>
                  <a:lnTo>
                    <a:pt x="1939" y="3362"/>
                  </a:lnTo>
                  <a:lnTo>
                    <a:pt x="1940" y="3362"/>
                  </a:lnTo>
                </a:path>
              </a:pathLst>
            </a:custGeom>
            <a:noFill/>
            <a:ln w="0" cap="flat">
              <a:solidFill>
                <a:schemeClr val="tx1"/>
              </a:solidFill>
              <a:prstDash val="lg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2927" name="Freeform 111">
              <a:extLst>
                <a:ext uri="{FF2B5EF4-FFF2-40B4-BE49-F238E27FC236}">
                  <a16:creationId xmlns:a16="http://schemas.microsoft.com/office/drawing/2014/main" id="{781DB9F8-E5E1-4A6E-A44F-D7ABEDA92945}"/>
                </a:ext>
              </a:extLst>
            </p:cNvPr>
            <p:cNvSpPr>
              <a:spLocks/>
            </p:cNvSpPr>
            <p:nvPr/>
          </p:nvSpPr>
          <p:spPr bwMode="auto">
            <a:xfrm>
              <a:off x="3169" y="3414"/>
              <a:ext cx="424" cy="734"/>
            </a:xfrm>
            <a:custGeom>
              <a:avLst/>
              <a:gdLst>
                <a:gd name="T0" fmla="*/ 0 w 1696"/>
                <a:gd name="T1" fmla="*/ 0 h 2939"/>
                <a:gd name="T2" fmla="*/ 1695 w 1696"/>
                <a:gd name="T3" fmla="*/ 2939 h 2939"/>
                <a:gd name="T4" fmla="*/ 1696 w 1696"/>
                <a:gd name="T5" fmla="*/ 2939 h 29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696" h="2939">
                  <a:moveTo>
                    <a:pt x="0" y="0"/>
                  </a:moveTo>
                  <a:lnTo>
                    <a:pt x="1695" y="2939"/>
                  </a:lnTo>
                  <a:lnTo>
                    <a:pt x="1696" y="2939"/>
                  </a:lnTo>
                </a:path>
              </a:pathLst>
            </a:custGeom>
            <a:noFill/>
            <a:ln w="0" cap="flat">
              <a:solidFill>
                <a:schemeClr val="tx1"/>
              </a:solidFill>
              <a:prstDash val="lg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2928" name="Freeform 112">
              <a:extLst>
                <a:ext uri="{FF2B5EF4-FFF2-40B4-BE49-F238E27FC236}">
                  <a16:creationId xmlns:a16="http://schemas.microsoft.com/office/drawing/2014/main" id="{AA1CB4D0-F1C5-4912-8235-BA18A9B9A95D}"/>
                </a:ext>
              </a:extLst>
            </p:cNvPr>
            <p:cNvSpPr>
              <a:spLocks/>
            </p:cNvSpPr>
            <p:nvPr/>
          </p:nvSpPr>
          <p:spPr bwMode="auto">
            <a:xfrm>
              <a:off x="3159" y="3606"/>
              <a:ext cx="258" cy="446"/>
            </a:xfrm>
            <a:custGeom>
              <a:avLst/>
              <a:gdLst>
                <a:gd name="T0" fmla="*/ 0 w 1030"/>
                <a:gd name="T1" fmla="*/ 0 h 1784"/>
                <a:gd name="T2" fmla="*/ 1029 w 1030"/>
                <a:gd name="T3" fmla="*/ 1784 h 1784"/>
                <a:gd name="T4" fmla="*/ 1030 w 1030"/>
                <a:gd name="T5" fmla="*/ 1784 h 17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030" h="1784">
                  <a:moveTo>
                    <a:pt x="0" y="0"/>
                  </a:moveTo>
                  <a:lnTo>
                    <a:pt x="1029" y="1784"/>
                  </a:lnTo>
                  <a:lnTo>
                    <a:pt x="1030" y="1784"/>
                  </a:lnTo>
                </a:path>
              </a:pathLst>
            </a:custGeom>
            <a:noFill/>
            <a:ln w="0" cap="flat">
              <a:solidFill>
                <a:schemeClr val="tx1"/>
              </a:solidFill>
              <a:prstDash val="lg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2929" name="Freeform 113">
              <a:extLst>
                <a:ext uri="{FF2B5EF4-FFF2-40B4-BE49-F238E27FC236}">
                  <a16:creationId xmlns:a16="http://schemas.microsoft.com/office/drawing/2014/main" id="{D4E422C9-3093-4205-8E7B-E9E8E4DFEE66}"/>
                </a:ext>
              </a:extLst>
            </p:cNvPr>
            <p:cNvSpPr>
              <a:spLocks/>
            </p:cNvSpPr>
            <p:nvPr/>
          </p:nvSpPr>
          <p:spPr bwMode="auto">
            <a:xfrm>
              <a:off x="3344" y="2991"/>
              <a:ext cx="607" cy="1053"/>
            </a:xfrm>
            <a:custGeom>
              <a:avLst/>
              <a:gdLst>
                <a:gd name="T0" fmla="*/ 0 w 2429"/>
                <a:gd name="T1" fmla="*/ 4210 h 4210"/>
                <a:gd name="T2" fmla="*/ 2428 w 2429"/>
                <a:gd name="T3" fmla="*/ 0 h 4210"/>
                <a:gd name="T4" fmla="*/ 2429 w 2429"/>
                <a:gd name="T5" fmla="*/ 0 h 42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429" h="4210">
                  <a:moveTo>
                    <a:pt x="0" y="4210"/>
                  </a:moveTo>
                  <a:lnTo>
                    <a:pt x="2428" y="0"/>
                  </a:lnTo>
                  <a:lnTo>
                    <a:pt x="2429" y="0"/>
                  </a:lnTo>
                </a:path>
              </a:pathLst>
            </a:custGeom>
            <a:noFill/>
            <a:ln w="0" cap="flat">
              <a:solidFill>
                <a:schemeClr val="tx1"/>
              </a:solidFill>
              <a:prstDash val="lg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2930" name="Freeform 114">
              <a:extLst>
                <a:ext uri="{FF2B5EF4-FFF2-40B4-BE49-F238E27FC236}">
                  <a16:creationId xmlns:a16="http://schemas.microsoft.com/office/drawing/2014/main" id="{E7F8DA73-EA0B-4D56-BC17-2FB884BEF431}"/>
                </a:ext>
              </a:extLst>
            </p:cNvPr>
            <p:cNvSpPr>
              <a:spLocks/>
            </p:cNvSpPr>
            <p:nvPr/>
          </p:nvSpPr>
          <p:spPr bwMode="auto">
            <a:xfrm>
              <a:off x="3282" y="2973"/>
              <a:ext cx="559" cy="969"/>
            </a:xfrm>
            <a:custGeom>
              <a:avLst/>
              <a:gdLst>
                <a:gd name="T0" fmla="*/ 0 w 2238"/>
                <a:gd name="T1" fmla="*/ 3878 h 3878"/>
                <a:gd name="T2" fmla="*/ 2237 w 2238"/>
                <a:gd name="T3" fmla="*/ 0 h 3878"/>
                <a:gd name="T4" fmla="*/ 2238 w 2238"/>
                <a:gd name="T5" fmla="*/ 0 h 38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238" h="3878">
                  <a:moveTo>
                    <a:pt x="0" y="3878"/>
                  </a:moveTo>
                  <a:lnTo>
                    <a:pt x="2237" y="0"/>
                  </a:lnTo>
                  <a:lnTo>
                    <a:pt x="2238" y="0"/>
                  </a:lnTo>
                </a:path>
              </a:pathLst>
            </a:custGeom>
            <a:noFill/>
            <a:ln w="0" cap="flat">
              <a:solidFill>
                <a:schemeClr val="tx1"/>
              </a:solidFill>
              <a:prstDash val="lg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2931" name="Freeform 115">
              <a:extLst>
                <a:ext uri="{FF2B5EF4-FFF2-40B4-BE49-F238E27FC236}">
                  <a16:creationId xmlns:a16="http://schemas.microsoft.com/office/drawing/2014/main" id="{AD942FA7-4452-48FB-8556-FEFE33F8816A}"/>
                </a:ext>
              </a:extLst>
            </p:cNvPr>
            <p:cNvSpPr>
              <a:spLocks/>
            </p:cNvSpPr>
            <p:nvPr/>
          </p:nvSpPr>
          <p:spPr bwMode="auto">
            <a:xfrm>
              <a:off x="3206" y="2985"/>
              <a:ext cx="507" cy="879"/>
            </a:xfrm>
            <a:custGeom>
              <a:avLst/>
              <a:gdLst>
                <a:gd name="T0" fmla="*/ 0 w 2027"/>
                <a:gd name="T1" fmla="*/ 3513 h 3513"/>
                <a:gd name="T2" fmla="*/ 2026 w 2027"/>
                <a:gd name="T3" fmla="*/ 0 h 3513"/>
                <a:gd name="T4" fmla="*/ 2027 w 2027"/>
                <a:gd name="T5" fmla="*/ 0 h 35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27" h="3513">
                  <a:moveTo>
                    <a:pt x="0" y="3513"/>
                  </a:moveTo>
                  <a:lnTo>
                    <a:pt x="2026" y="0"/>
                  </a:lnTo>
                  <a:lnTo>
                    <a:pt x="2027" y="0"/>
                  </a:lnTo>
                </a:path>
              </a:pathLst>
            </a:custGeom>
            <a:noFill/>
            <a:ln w="0" cap="flat">
              <a:solidFill>
                <a:schemeClr val="tx1"/>
              </a:solidFill>
              <a:prstDash val="lg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2932" name="Freeform 116">
              <a:extLst>
                <a:ext uri="{FF2B5EF4-FFF2-40B4-BE49-F238E27FC236}">
                  <a16:creationId xmlns:a16="http://schemas.microsoft.com/office/drawing/2014/main" id="{9172AFC0-D9A9-4BC7-8139-F1F56E42AF2A}"/>
                </a:ext>
              </a:extLst>
            </p:cNvPr>
            <p:cNvSpPr>
              <a:spLocks/>
            </p:cNvSpPr>
            <p:nvPr/>
          </p:nvSpPr>
          <p:spPr bwMode="auto">
            <a:xfrm>
              <a:off x="3155" y="2976"/>
              <a:ext cx="442" cy="767"/>
            </a:xfrm>
            <a:custGeom>
              <a:avLst/>
              <a:gdLst>
                <a:gd name="T0" fmla="*/ 0 w 1770"/>
                <a:gd name="T1" fmla="*/ 3065 h 3065"/>
                <a:gd name="T2" fmla="*/ 1769 w 1770"/>
                <a:gd name="T3" fmla="*/ 0 h 3065"/>
                <a:gd name="T4" fmla="*/ 1770 w 1770"/>
                <a:gd name="T5" fmla="*/ 0 h 30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70" h="3065">
                  <a:moveTo>
                    <a:pt x="0" y="3065"/>
                  </a:moveTo>
                  <a:lnTo>
                    <a:pt x="1769" y="0"/>
                  </a:lnTo>
                  <a:lnTo>
                    <a:pt x="1770" y="0"/>
                  </a:lnTo>
                </a:path>
              </a:pathLst>
            </a:custGeom>
            <a:noFill/>
            <a:ln w="0" cap="flat">
              <a:solidFill>
                <a:schemeClr val="tx1"/>
              </a:solidFill>
              <a:prstDash val="lg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2933" name="Freeform 117">
              <a:extLst>
                <a:ext uri="{FF2B5EF4-FFF2-40B4-BE49-F238E27FC236}">
                  <a16:creationId xmlns:a16="http://schemas.microsoft.com/office/drawing/2014/main" id="{08C77833-60D6-4097-980F-0B735CA7D3B1}"/>
                </a:ext>
              </a:extLst>
            </p:cNvPr>
            <p:cNvSpPr>
              <a:spLocks/>
            </p:cNvSpPr>
            <p:nvPr/>
          </p:nvSpPr>
          <p:spPr bwMode="auto">
            <a:xfrm>
              <a:off x="3525" y="2983"/>
              <a:ext cx="608" cy="1053"/>
            </a:xfrm>
            <a:custGeom>
              <a:avLst/>
              <a:gdLst>
                <a:gd name="T0" fmla="*/ 0 w 2429"/>
                <a:gd name="T1" fmla="*/ 0 h 4210"/>
                <a:gd name="T2" fmla="*/ 2428 w 2429"/>
                <a:gd name="T3" fmla="*/ 4210 h 4210"/>
                <a:gd name="T4" fmla="*/ 2429 w 2429"/>
                <a:gd name="T5" fmla="*/ 4210 h 42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429" h="4210">
                  <a:moveTo>
                    <a:pt x="0" y="0"/>
                  </a:moveTo>
                  <a:lnTo>
                    <a:pt x="2428" y="4210"/>
                  </a:lnTo>
                  <a:lnTo>
                    <a:pt x="2429" y="4210"/>
                  </a:lnTo>
                </a:path>
              </a:pathLst>
            </a:custGeom>
            <a:noFill/>
            <a:ln w="0" cap="flat">
              <a:solidFill>
                <a:schemeClr val="tx1"/>
              </a:solidFill>
              <a:prstDash val="lg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2934" name="Freeform 118">
              <a:extLst>
                <a:ext uri="{FF2B5EF4-FFF2-40B4-BE49-F238E27FC236}">
                  <a16:creationId xmlns:a16="http://schemas.microsoft.com/office/drawing/2014/main" id="{74BB4AB7-A9DC-4A0B-8FDF-37DC21B20404}"/>
                </a:ext>
              </a:extLst>
            </p:cNvPr>
            <p:cNvSpPr>
              <a:spLocks/>
            </p:cNvSpPr>
            <p:nvPr/>
          </p:nvSpPr>
          <p:spPr bwMode="auto">
            <a:xfrm>
              <a:off x="3647" y="2984"/>
              <a:ext cx="553" cy="958"/>
            </a:xfrm>
            <a:custGeom>
              <a:avLst/>
              <a:gdLst>
                <a:gd name="T0" fmla="*/ 0 w 2212"/>
                <a:gd name="T1" fmla="*/ 0 h 3835"/>
                <a:gd name="T2" fmla="*/ 2211 w 2212"/>
                <a:gd name="T3" fmla="*/ 3835 h 3835"/>
                <a:gd name="T4" fmla="*/ 2212 w 2212"/>
                <a:gd name="T5" fmla="*/ 3835 h 38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212" h="3835">
                  <a:moveTo>
                    <a:pt x="0" y="0"/>
                  </a:moveTo>
                  <a:lnTo>
                    <a:pt x="2211" y="3835"/>
                  </a:lnTo>
                  <a:lnTo>
                    <a:pt x="2212" y="3835"/>
                  </a:lnTo>
                </a:path>
              </a:pathLst>
            </a:custGeom>
            <a:noFill/>
            <a:ln w="0" cap="flat">
              <a:solidFill>
                <a:schemeClr val="tx1"/>
              </a:solidFill>
              <a:prstDash val="lg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2935" name="Freeform 119">
              <a:extLst>
                <a:ext uri="{FF2B5EF4-FFF2-40B4-BE49-F238E27FC236}">
                  <a16:creationId xmlns:a16="http://schemas.microsoft.com/office/drawing/2014/main" id="{CBB34F1E-1A11-4183-808C-E73C55230ADC}"/>
                </a:ext>
              </a:extLst>
            </p:cNvPr>
            <p:cNvSpPr>
              <a:spLocks/>
            </p:cNvSpPr>
            <p:nvPr/>
          </p:nvSpPr>
          <p:spPr bwMode="auto">
            <a:xfrm>
              <a:off x="3769" y="2987"/>
              <a:ext cx="489" cy="846"/>
            </a:xfrm>
            <a:custGeom>
              <a:avLst/>
              <a:gdLst>
                <a:gd name="T0" fmla="*/ 0 w 1955"/>
                <a:gd name="T1" fmla="*/ 0 h 3387"/>
                <a:gd name="T2" fmla="*/ 1954 w 1955"/>
                <a:gd name="T3" fmla="*/ 3387 h 3387"/>
                <a:gd name="T4" fmla="*/ 1955 w 1955"/>
                <a:gd name="T5" fmla="*/ 3387 h 33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55" h="3387">
                  <a:moveTo>
                    <a:pt x="0" y="0"/>
                  </a:moveTo>
                  <a:lnTo>
                    <a:pt x="1954" y="3387"/>
                  </a:lnTo>
                  <a:lnTo>
                    <a:pt x="1955" y="3387"/>
                  </a:lnTo>
                </a:path>
              </a:pathLst>
            </a:custGeom>
            <a:noFill/>
            <a:ln w="0" cap="flat">
              <a:solidFill>
                <a:schemeClr val="tx1"/>
              </a:solidFill>
              <a:prstDash val="lg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2936" name="Freeform 120">
              <a:extLst>
                <a:ext uri="{FF2B5EF4-FFF2-40B4-BE49-F238E27FC236}">
                  <a16:creationId xmlns:a16="http://schemas.microsoft.com/office/drawing/2014/main" id="{7C3E2D4C-F4E2-444F-A67B-9F34B6DD7896}"/>
                </a:ext>
              </a:extLst>
            </p:cNvPr>
            <p:cNvSpPr>
              <a:spLocks/>
            </p:cNvSpPr>
            <p:nvPr/>
          </p:nvSpPr>
          <p:spPr bwMode="auto">
            <a:xfrm>
              <a:off x="3888" y="2983"/>
              <a:ext cx="433" cy="751"/>
            </a:xfrm>
            <a:custGeom>
              <a:avLst/>
              <a:gdLst>
                <a:gd name="T0" fmla="*/ 0 w 1733"/>
                <a:gd name="T1" fmla="*/ 0 h 3002"/>
                <a:gd name="T2" fmla="*/ 1731 w 1733"/>
                <a:gd name="T3" fmla="*/ 3002 h 3002"/>
                <a:gd name="T4" fmla="*/ 1733 w 1733"/>
                <a:gd name="T5" fmla="*/ 3002 h 30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33" h="3002">
                  <a:moveTo>
                    <a:pt x="0" y="0"/>
                  </a:moveTo>
                  <a:lnTo>
                    <a:pt x="1731" y="3002"/>
                  </a:lnTo>
                  <a:lnTo>
                    <a:pt x="1733" y="3002"/>
                  </a:lnTo>
                </a:path>
              </a:pathLst>
            </a:custGeom>
            <a:noFill/>
            <a:ln w="0" cap="flat">
              <a:solidFill>
                <a:schemeClr val="tx1"/>
              </a:solidFill>
              <a:prstDash val="lg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2937" name="Freeform 121">
              <a:extLst>
                <a:ext uri="{FF2B5EF4-FFF2-40B4-BE49-F238E27FC236}">
                  <a16:creationId xmlns:a16="http://schemas.microsoft.com/office/drawing/2014/main" id="{1A8417D9-66DB-433B-851E-9D0AD60E0B7D}"/>
                </a:ext>
              </a:extLst>
            </p:cNvPr>
            <p:cNvSpPr>
              <a:spLocks/>
            </p:cNvSpPr>
            <p:nvPr/>
          </p:nvSpPr>
          <p:spPr bwMode="auto">
            <a:xfrm>
              <a:off x="4065" y="3081"/>
              <a:ext cx="257" cy="444"/>
            </a:xfrm>
            <a:custGeom>
              <a:avLst/>
              <a:gdLst>
                <a:gd name="T0" fmla="*/ 0 w 1026"/>
                <a:gd name="T1" fmla="*/ 0 h 1778"/>
                <a:gd name="T2" fmla="*/ 1025 w 1026"/>
                <a:gd name="T3" fmla="*/ 1778 h 1778"/>
                <a:gd name="T4" fmla="*/ 1026 w 1026"/>
                <a:gd name="T5" fmla="*/ 1778 h 17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026" h="1778">
                  <a:moveTo>
                    <a:pt x="0" y="0"/>
                  </a:moveTo>
                  <a:lnTo>
                    <a:pt x="1025" y="1778"/>
                  </a:lnTo>
                  <a:lnTo>
                    <a:pt x="1026" y="1778"/>
                  </a:lnTo>
                </a:path>
              </a:pathLst>
            </a:custGeom>
            <a:noFill/>
            <a:ln w="0" cap="flat">
              <a:solidFill>
                <a:schemeClr val="tx1"/>
              </a:solidFill>
              <a:prstDash val="lg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2938" name="Freeform 122">
              <a:extLst>
                <a:ext uri="{FF2B5EF4-FFF2-40B4-BE49-F238E27FC236}">
                  <a16:creationId xmlns:a16="http://schemas.microsoft.com/office/drawing/2014/main" id="{8CA35DB2-9B0D-49CB-A877-C1780D0B3A6A}"/>
                </a:ext>
              </a:extLst>
            </p:cNvPr>
            <p:cNvSpPr>
              <a:spLocks/>
            </p:cNvSpPr>
            <p:nvPr/>
          </p:nvSpPr>
          <p:spPr bwMode="auto">
            <a:xfrm>
              <a:off x="3523" y="3005"/>
              <a:ext cx="73" cy="73"/>
            </a:xfrm>
            <a:custGeom>
              <a:avLst/>
              <a:gdLst>
                <a:gd name="T0" fmla="*/ 290 w 292"/>
                <a:gd name="T1" fmla="*/ 146 h 291"/>
                <a:gd name="T2" fmla="*/ 248 w 292"/>
                <a:gd name="T3" fmla="*/ 42 h 291"/>
                <a:gd name="T4" fmla="*/ 146 w 292"/>
                <a:gd name="T5" fmla="*/ 0 h 291"/>
                <a:gd name="T6" fmla="*/ 42 w 292"/>
                <a:gd name="T7" fmla="*/ 42 h 291"/>
                <a:gd name="T8" fmla="*/ 0 w 292"/>
                <a:gd name="T9" fmla="*/ 146 h 291"/>
                <a:gd name="T10" fmla="*/ 42 w 292"/>
                <a:gd name="T11" fmla="*/ 249 h 291"/>
                <a:gd name="T12" fmla="*/ 146 w 292"/>
                <a:gd name="T13" fmla="*/ 291 h 291"/>
                <a:gd name="T14" fmla="*/ 248 w 292"/>
                <a:gd name="T15" fmla="*/ 249 h 291"/>
                <a:gd name="T16" fmla="*/ 290 w 292"/>
                <a:gd name="T17" fmla="*/ 146 h 291"/>
                <a:gd name="T18" fmla="*/ 292 w 292"/>
                <a:gd name="T19" fmla="*/ 146 h 2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92" h="291">
                  <a:moveTo>
                    <a:pt x="290" y="146"/>
                  </a:moveTo>
                  <a:lnTo>
                    <a:pt x="248" y="42"/>
                  </a:lnTo>
                  <a:lnTo>
                    <a:pt x="146" y="0"/>
                  </a:lnTo>
                  <a:lnTo>
                    <a:pt x="42" y="42"/>
                  </a:lnTo>
                  <a:lnTo>
                    <a:pt x="0" y="146"/>
                  </a:lnTo>
                  <a:lnTo>
                    <a:pt x="42" y="249"/>
                  </a:lnTo>
                  <a:lnTo>
                    <a:pt x="146" y="291"/>
                  </a:lnTo>
                  <a:lnTo>
                    <a:pt x="248" y="249"/>
                  </a:lnTo>
                  <a:lnTo>
                    <a:pt x="290" y="146"/>
                  </a:lnTo>
                  <a:lnTo>
                    <a:pt x="292" y="146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2939" name="Freeform 123">
              <a:extLst>
                <a:ext uri="{FF2B5EF4-FFF2-40B4-BE49-F238E27FC236}">
                  <a16:creationId xmlns:a16="http://schemas.microsoft.com/office/drawing/2014/main" id="{DC301CCB-46FD-445D-B098-4B9538433F49}"/>
                </a:ext>
              </a:extLst>
            </p:cNvPr>
            <p:cNvSpPr>
              <a:spLocks/>
            </p:cNvSpPr>
            <p:nvPr/>
          </p:nvSpPr>
          <p:spPr bwMode="auto">
            <a:xfrm>
              <a:off x="3644" y="3005"/>
              <a:ext cx="73" cy="73"/>
            </a:xfrm>
            <a:custGeom>
              <a:avLst/>
              <a:gdLst>
                <a:gd name="T0" fmla="*/ 290 w 292"/>
                <a:gd name="T1" fmla="*/ 146 h 291"/>
                <a:gd name="T2" fmla="*/ 248 w 292"/>
                <a:gd name="T3" fmla="*/ 42 h 291"/>
                <a:gd name="T4" fmla="*/ 144 w 292"/>
                <a:gd name="T5" fmla="*/ 0 h 291"/>
                <a:gd name="T6" fmla="*/ 43 w 292"/>
                <a:gd name="T7" fmla="*/ 42 h 291"/>
                <a:gd name="T8" fmla="*/ 0 w 292"/>
                <a:gd name="T9" fmla="*/ 146 h 291"/>
                <a:gd name="T10" fmla="*/ 43 w 292"/>
                <a:gd name="T11" fmla="*/ 249 h 291"/>
                <a:gd name="T12" fmla="*/ 144 w 292"/>
                <a:gd name="T13" fmla="*/ 291 h 291"/>
                <a:gd name="T14" fmla="*/ 248 w 292"/>
                <a:gd name="T15" fmla="*/ 249 h 291"/>
                <a:gd name="T16" fmla="*/ 290 w 292"/>
                <a:gd name="T17" fmla="*/ 146 h 291"/>
                <a:gd name="T18" fmla="*/ 292 w 292"/>
                <a:gd name="T19" fmla="*/ 146 h 2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92" h="291">
                  <a:moveTo>
                    <a:pt x="290" y="146"/>
                  </a:moveTo>
                  <a:lnTo>
                    <a:pt x="248" y="42"/>
                  </a:lnTo>
                  <a:lnTo>
                    <a:pt x="144" y="0"/>
                  </a:lnTo>
                  <a:lnTo>
                    <a:pt x="43" y="42"/>
                  </a:lnTo>
                  <a:lnTo>
                    <a:pt x="0" y="146"/>
                  </a:lnTo>
                  <a:lnTo>
                    <a:pt x="43" y="249"/>
                  </a:lnTo>
                  <a:lnTo>
                    <a:pt x="144" y="291"/>
                  </a:lnTo>
                  <a:lnTo>
                    <a:pt x="248" y="249"/>
                  </a:lnTo>
                  <a:lnTo>
                    <a:pt x="290" y="146"/>
                  </a:lnTo>
                  <a:lnTo>
                    <a:pt x="292" y="146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2940" name="Freeform 124">
              <a:extLst>
                <a:ext uri="{FF2B5EF4-FFF2-40B4-BE49-F238E27FC236}">
                  <a16:creationId xmlns:a16="http://schemas.microsoft.com/office/drawing/2014/main" id="{1908157C-485F-4D41-823A-AFFC11685FF7}"/>
                </a:ext>
              </a:extLst>
            </p:cNvPr>
            <p:cNvSpPr>
              <a:spLocks/>
            </p:cNvSpPr>
            <p:nvPr/>
          </p:nvSpPr>
          <p:spPr bwMode="auto">
            <a:xfrm>
              <a:off x="3765" y="3005"/>
              <a:ext cx="73" cy="73"/>
            </a:xfrm>
            <a:custGeom>
              <a:avLst/>
              <a:gdLst>
                <a:gd name="T0" fmla="*/ 290 w 292"/>
                <a:gd name="T1" fmla="*/ 146 h 291"/>
                <a:gd name="T2" fmla="*/ 248 w 292"/>
                <a:gd name="T3" fmla="*/ 42 h 291"/>
                <a:gd name="T4" fmla="*/ 145 w 292"/>
                <a:gd name="T5" fmla="*/ 0 h 291"/>
                <a:gd name="T6" fmla="*/ 43 w 292"/>
                <a:gd name="T7" fmla="*/ 42 h 291"/>
                <a:gd name="T8" fmla="*/ 0 w 292"/>
                <a:gd name="T9" fmla="*/ 146 h 291"/>
                <a:gd name="T10" fmla="*/ 43 w 292"/>
                <a:gd name="T11" fmla="*/ 249 h 291"/>
                <a:gd name="T12" fmla="*/ 145 w 292"/>
                <a:gd name="T13" fmla="*/ 291 h 291"/>
                <a:gd name="T14" fmla="*/ 248 w 292"/>
                <a:gd name="T15" fmla="*/ 249 h 291"/>
                <a:gd name="T16" fmla="*/ 290 w 292"/>
                <a:gd name="T17" fmla="*/ 146 h 291"/>
                <a:gd name="T18" fmla="*/ 292 w 292"/>
                <a:gd name="T19" fmla="*/ 146 h 2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92" h="291">
                  <a:moveTo>
                    <a:pt x="290" y="146"/>
                  </a:moveTo>
                  <a:lnTo>
                    <a:pt x="248" y="42"/>
                  </a:lnTo>
                  <a:lnTo>
                    <a:pt x="145" y="0"/>
                  </a:lnTo>
                  <a:lnTo>
                    <a:pt x="43" y="42"/>
                  </a:lnTo>
                  <a:lnTo>
                    <a:pt x="0" y="146"/>
                  </a:lnTo>
                  <a:lnTo>
                    <a:pt x="43" y="249"/>
                  </a:lnTo>
                  <a:lnTo>
                    <a:pt x="145" y="291"/>
                  </a:lnTo>
                  <a:lnTo>
                    <a:pt x="248" y="249"/>
                  </a:lnTo>
                  <a:lnTo>
                    <a:pt x="290" y="146"/>
                  </a:lnTo>
                  <a:lnTo>
                    <a:pt x="292" y="146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2941" name="Freeform 125">
              <a:extLst>
                <a:ext uri="{FF2B5EF4-FFF2-40B4-BE49-F238E27FC236}">
                  <a16:creationId xmlns:a16="http://schemas.microsoft.com/office/drawing/2014/main" id="{301E1B69-63C1-4599-B710-FA72BFAB02F1}"/>
                </a:ext>
              </a:extLst>
            </p:cNvPr>
            <p:cNvSpPr>
              <a:spLocks/>
            </p:cNvSpPr>
            <p:nvPr/>
          </p:nvSpPr>
          <p:spPr bwMode="auto">
            <a:xfrm>
              <a:off x="3885" y="3005"/>
              <a:ext cx="73" cy="73"/>
            </a:xfrm>
            <a:custGeom>
              <a:avLst/>
              <a:gdLst>
                <a:gd name="T0" fmla="*/ 290 w 291"/>
                <a:gd name="T1" fmla="*/ 146 h 291"/>
                <a:gd name="T2" fmla="*/ 248 w 291"/>
                <a:gd name="T3" fmla="*/ 42 h 291"/>
                <a:gd name="T4" fmla="*/ 146 w 291"/>
                <a:gd name="T5" fmla="*/ 0 h 291"/>
                <a:gd name="T6" fmla="*/ 42 w 291"/>
                <a:gd name="T7" fmla="*/ 42 h 291"/>
                <a:gd name="T8" fmla="*/ 0 w 291"/>
                <a:gd name="T9" fmla="*/ 146 h 291"/>
                <a:gd name="T10" fmla="*/ 42 w 291"/>
                <a:gd name="T11" fmla="*/ 249 h 291"/>
                <a:gd name="T12" fmla="*/ 146 w 291"/>
                <a:gd name="T13" fmla="*/ 291 h 291"/>
                <a:gd name="T14" fmla="*/ 248 w 291"/>
                <a:gd name="T15" fmla="*/ 249 h 291"/>
                <a:gd name="T16" fmla="*/ 290 w 291"/>
                <a:gd name="T17" fmla="*/ 146 h 291"/>
                <a:gd name="T18" fmla="*/ 291 w 291"/>
                <a:gd name="T19" fmla="*/ 146 h 2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91" h="291">
                  <a:moveTo>
                    <a:pt x="290" y="146"/>
                  </a:moveTo>
                  <a:lnTo>
                    <a:pt x="248" y="42"/>
                  </a:lnTo>
                  <a:lnTo>
                    <a:pt x="146" y="0"/>
                  </a:lnTo>
                  <a:lnTo>
                    <a:pt x="42" y="42"/>
                  </a:lnTo>
                  <a:lnTo>
                    <a:pt x="0" y="146"/>
                  </a:lnTo>
                  <a:lnTo>
                    <a:pt x="42" y="249"/>
                  </a:lnTo>
                  <a:lnTo>
                    <a:pt x="146" y="291"/>
                  </a:lnTo>
                  <a:lnTo>
                    <a:pt x="248" y="249"/>
                  </a:lnTo>
                  <a:lnTo>
                    <a:pt x="290" y="146"/>
                  </a:lnTo>
                  <a:lnTo>
                    <a:pt x="291" y="146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2942" name="Freeform 126">
              <a:extLst>
                <a:ext uri="{FF2B5EF4-FFF2-40B4-BE49-F238E27FC236}">
                  <a16:creationId xmlns:a16="http://schemas.microsoft.com/office/drawing/2014/main" id="{E04B7E25-57B8-48C4-B053-2EED4D68213C}"/>
                </a:ext>
              </a:extLst>
            </p:cNvPr>
            <p:cNvSpPr>
              <a:spLocks/>
            </p:cNvSpPr>
            <p:nvPr/>
          </p:nvSpPr>
          <p:spPr bwMode="auto">
            <a:xfrm>
              <a:off x="4067" y="3110"/>
              <a:ext cx="73" cy="73"/>
            </a:xfrm>
            <a:custGeom>
              <a:avLst/>
              <a:gdLst>
                <a:gd name="T0" fmla="*/ 291 w 292"/>
                <a:gd name="T1" fmla="*/ 146 h 291"/>
                <a:gd name="T2" fmla="*/ 248 w 292"/>
                <a:gd name="T3" fmla="*/ 43 h 291"/>
                <a:gd name="T4" fmla="*/ 146 w 292"/>
                <a:gd name="T5" fmla="*/ 0 h 291"/>
                <a:gd name="T6" fmla="*/ 43 w 292"/>
                <a:gd name="T7" fmla="*/ 43 h 291"/>
                <a:gd name="T8" fmla="*/ 0 w 292"/>
                <a:gd name="T9" fmla="*/ 146 h 291"/>
                <a:gd name="T10" fmla="*/ 43 w 292"/>
                <a:gd name="T11" fmla="*/ 249 h 291"/>
                <a:gd name="T12" fmla="*/ 146 w 292"/>
                <a:gd name="T13" fmla="*/ 291 h 291"/>
                <a:gd name="T14" fmla="*/ 248 w 292"/>
                <a:gd name="T15" fmla="*/ 249 h 291"/>
                <a:gd name="T16" fmla="*/ 291 w 292"/>
                <a:gd name="T17" fmla="*/ 146 h 291"/>
                <a:gd name="T18" fmla="*/ 292 w 292"/>
                <a:gd name="T19" fmla="*/ 146 h 2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92" h="291">
                  <a:moveTo>
                    <a:pt x="291" y="146"/>
                  </a:moveTo>
                  <a:lnTo>
                    <a:pt x="248" y="43"/>
                  </a:lnTo>
                  <a:lnTo>
                    <a:pt x="146" y="0"/>
                  </a:lnTo>
                  <a:lnTo>
                    <a:pt x="43" y="43"/>
                  </a:lnTo>
                  <a:lnTo>
                    <a:pt x="0" y="146"/>
                  </a:lnTo>
                  <a:lnTo>
                    <a:pt x="43" y="249"/>
                  </a:lnTo>
                  <a:lnTo>
                    <a:pt x="146" y="291"/>
                  </a:lnTo>
                  <a:lnTo>
                    <a:pt x="248" y="249"/>
                  </a:lnTo>
                  <a:lnTo>
                    <a:pt x="291" y="146"/>
                  </a:lnTo>
                  <a:lnTo>
                    <a:pt x="292" y="146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2943" name="Freeform 127">
              <a:extLst>
                <a:ext uri="{FF2B5EF4-FFF2-40B4-BE49-F238E27FC236}">
                  <a16:creationId xmlns:a16="http://schemas.microsoft.com/office/drawing/2014/main" id="{542F4820-E2CD-488F-90FB-BDC61DED6F2A}"/>
                </a:ext>
              </a:extLst>
            </p:cNvPr>
            <p:cNvSpPr>
              <a:spLocks/>
            </p:cNvSpPr>
            <p:nvPr/>
          </p:nvSpPr>
          <p:spPr bwMode="auto">
            <a:xfrm>
              <a:off x="3946" y="3110"/>
              <a:ext cx="73" cy="73"/>
            </a:xfrm>
            <a:custGeom>
              <a:avLst/>
              <a:gdLst>
                <a:gd name="T0" fmla="*/ 291 w 292"/>
                <a:gd name="T1" fmla="*/ 146 h 291"/>
                <a:gd name="T2" fmla="*/ 248 w 292"/>
                <a:gd name="T3" fmla="*/ 43 h 291"/>
                <a:gd name="T4" fmla="*/ 145 w 292"/>
                <a:gd name="T5" fmla="*/ 0 h 291"/>
                <a:gd name="T6" fmla="*/ 43 w 292"/>
                <a:gd name="T7" fmla="*/ 43 h 291"/>
                <a:gd name="T8" fmla="*/ 0 w 292"/>
                <a:gd name="T9" fmla="*/ 146 h 291"/>
                <a:gd name="T10" fmla="*/ 43 w 292"/>
                <a:gd name="T11" fmla="*/ 249 h 291"/>
                <a:gd name="T12" fmla="*/ 145 w 292"/>
                <a:gd name="T13" fmla="*/ 291 h 291"/>
                <a:gd name="T14" fmla="*/ 248 w 292"/>
                <a:gd name="T15" fmla="*/ 249 h 291"/>
                <a:gd name="T16" fmla="*/ 291 w 292"/>
                <a:gd name="T17" fmla="*/ 146 h 291"/>
                <a:gd name="T18" fmla="*/ 292 w 292"/>
                <a:gd name="T19" fmla="*/ 146 h 2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92" h="291">
                  <a:moveTo>
                    <a:pt x="291" y="146"/>
                  </a:moveTo>
                  <a:lnTo>
                    <a:pt x="248" y="43"/>
                  </a:lnTo>
                  <a:lnTo>
                    <a:pt x="145" y="0"/>
                  </a:lnTo>
                  <a:lnTo>
                    <a:pt x="43" y="43"/>
                  </a:lnTo>
                  <a:lnTo>
                    <a:pt x="0" y="146"/>
                  </a:lnTo>
                  <a:lnTo>
                    <a:pt x="43" y="249"/>
                  </a:lnTo>
                  <a:lnTo>
                    <a:pt x="145" y="291"/>
                  </a:lnTo>
                  <a:lnTo>
                    <a:pt x="248" y="249"/>
                  </a:lnTo>
                  <a:lnTo>
                    <a:pt x="291" y="146"/>
                  </a:lnTo>
                  <a:lnTo>
                    <a:pt x="292" y="146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2944" name="Freeform 128">
              <a:extLst>
                <a:ext uri="{FF2B5EF4-FFF2-40B4-BE49-F238E27FC236}">
                  <a16:creationId xmlns:a16="http://schemas.microsoft.com/office/drawing/2014/main" id="{CBBB6F37-89D5-4990-BD8D-C32A23E85B26}"/>
                </a:ext>
              </a:extLst>
            </p:cNvPr>
            <p:cNvSpPr>
              <a:spLocks/>
            </p:cNvSpPr>
            <p:nvPr/>
          </p:nvSpPr>
          <p:spPr bwMode="auto">
            <a:xfrm>
              <a:off x="3462" y="3110"/>
              <a:ext cx="73" cy="73"/>
            </a:xfrm>
            <a:custGeom>
              <a:avLst/>
              <a:gdLst>
                <a:gd name="T0" fmla="*/ 291 w 292"/>
                <a:gd name="T1" fmla="*/ 146 h 291"/>
                <a:gd name="T2" fmla="*/ 248 w 292"/>
                <a:gd name="T3" fmla="*/ 43 h 291"/>
                <a:gd name="T4" fmla="*/ 145 w 292"/>
                <a:gd name="T5" fmla="*/ 0 h 291"/>
                <a:gd name="T6" fmla="*/ 43 w 292"/>
                <a:gd name="T7" fmla="*/ 43 h 291"/>
                <a:gd name="T8" fmla="*/ 0 w 292"/>
                <a:gd name="T9" fmla="*/ 146 h 291"/>
                <a:gd name="T10" fmla="*/ 43 w 292"/>
                <a:gd name="T11" fmla="*/ 249 h 291"/>
                <a:gd name="T12" fmla="*/ 145 w 292"/>
                <a:gd name="T13" fmla="*/ 291 h 291"/>
                <a:gd name="T14" fmla="*/ 248 w 292"/>
                <a:gd name="T15" fmla="*/ 249 h 291"/>
                <a:gd name="T16" fmla="*/ 291 w 292"/>
                <a:gd name="T17" fmla="*/ 146 h 291"/>
                <a:gd name="T18" fmla="*/ 292 w 292"/>
                <a:gd name="T19" fmla="*/ 146 h 2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92" h="291">
                  <a:moveTo>
                    <a:pt x="291" y="146"/>
                  </a:moveTo>
                  <a:lnTo>
                    <a:pt x="248" y="43"/>
                  </a:lnTo>
                  <a:lnTo>
                    <a:pt x="145" y="0"/>
                  </a:lnTo>
                  <a:lnTo>
                    <a:pt x="43" y="43"/>
                  </a:lnTo>
                  <a:lnTo>
                    <a:pt x="0" y="146"/>
                  </a:lnTo>
                  <a:lnTo>
                    <a:pt x="43" y="249"/>
                  </a:lnTo>
                  <a:lnTo>
                    <a:pt x="145" y="291"/>
                  </a:lnTo>
                  <a:lnTo>
                    <a:pt x="248" y="249"/>
                  </a:lnTo>
                  <a:lnTo>
                    <a:pt x="291" y="146"/>
                  </a:lnTo>
                  <a:lnTo>
                    <a:pt x="292" y="146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2945" name="Freeform 129">
              <a:extLst>
                <a:ext uri="{FF2B5EF4-FFF2-40B4-BE49-F238E27FC236}">
                  <a16:creationId xmlns:a16="http://schemas.microsoft.com/office/drawing/2014/main" id="{2FD7DF4C-1001-4032-9E96-BE66C8EF383A}"/>
                </a:ext>
              </a:extLst>
            </p:cNvPr>
            <p:cNvSpPr>
              <a:spLocks/>
            </p:cNvSpPr>
            <p:nvPr/>
          </p:nvSpPr>
          <p:spPr bwMode="auto">
            <a:xfrm>
              <a:off x="3341" y="3110"/>
              <a:ext cx="73" cy="73"/>
            </a:xfrm>
            <a:custGeom>
              <a:avLst/>
              <a:gdLst>
                <a:gd name="T0" fmla="*/ 291 w 292"/>
                <a:gd name="T1" fmla="*/ 146 h 291"/>
                <a:gd name="T2" fmla="*/ 248 w 292"/>
                <a:gd name="T3" fmla="*/ 43 h 291"/>
                <a:gd name="T4" fmla="*/ 146 w 292"/>
                <a:gd name="T5" fmla="*/ 0 h 291"/>
                <a:gd name="T6" fmla="*/ 43 w 292"/>
                <a:gd name="T7" fmla="*/ 43 h 291"/>
                <a:gd name="T8" fmla="*/ 0 w 292"/>
                <a:gd name="T9" fmla="*/ 146 h 291"/>
                <a:gd name="T10" fmla="*/ 43 w 292"/>
                <a:gd name="T11" fmla="*/ 249 h 291"/>
                <a:gd name="T12" fmla="*/ 146 w 292"/>
                <a:gd name="T13" fmla="*/ 291 h 291"/>
                <a:gd name="T14" fmla="*/ 248 w 292"/>
                <a:gd name="T15" fmla="*/ 249 h 291"/>
                <a:gd name="T16" fmla="*/ 291 w 292"/>
                <a:gd name="T17" fmla="*/ 146 h 291"/>
                <a:gd name="T18" fmla="*/ 292 w 292"/>
                <a:gd name="T19" fmla="*/ 146 h 2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92" h="291">
                  <a:moveTo>
                    <a:pt x="291" y="146"/>
                  </a:moveTo>
                  <a:lnTo>
                    <a:pt x="248" y="43"/>
                  </a:lnTo>
                  <a:lnTo>
                    <a:pt x="146" y="0"/>
                  </a:lnTo>
                  <a:lnTo>
                    <a:pt x="43" y="43"/>
                  </a:lnTo>
                  <a:lnTo>
                    <a:pt x="0" y="146"/>
                  </a:lnTo>
                  <a:lnTo>
                    <a:pt x="43" y="249"/>
                  </a:lnTo>
                  <a:lnTo>
                    <a:pt x="146" y="291"/>
                  </a:lnTo>
                  <a:lnTo>
                    <a:pt x="248" y="249"/>
                  </a:lnTo>
                  <a:lnTo>
                    <a:pt x="291" y="146"/>
                  </a:lnTo>
                  <a:lnTo>
                    <a:pt x="292" y="146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2946" name="Freeform 130">
              <a:extLst>
                <a:ext uri="{FF2B5EF4-FFF2-40B4-BE49-F238E27FC236}">
                  <a16:creationId xmlns:a16="http://schemas.microsoft.com/office/drawing/2014/main" id="{90637535-CC9D-48BC-B1C1-3AEDDF8AE262}"/>
                </a:ext>
              </a:extLst>
            </p:cNvPr>
            <p:cNvSpPr>
              <a:spLocks/>
            </p:cNvSpPr>
            <p:nvPr/>
          </p:nvSpPr>
          <p:spPr bwMode="auto">
            <a:xfrm>
              <a:off x="3281" y="3215"/>
              <a:ext cx="73" cy="73"/>
            </a:xfrm>
            <a:custGeom>
              <a:avLst/>
              <a:gdLst>
                <a:gd name="T0" fmla="*/ 290 w 292"/>
                <a:gd name="T1" fmla="*/ 146 h 290"/>
                <a:gd name="T2" fmla="*/ 248 w 292"/>
                <a:gd name="T3" fmla="*/ 42 h 290"/>
                <a:gd name="T4" fmla="*/ 145 w 292"/>
                <a:gd name="T5" fmla="*/ 0 h 290"/>
                <a:gd name="T6" fmla="*/ 43 w 292"/>
                <a:gd name="T7" fmla="*/ 42 h 290"/>
                <a:gd name="T8" fmla="*/ 0 w 292"/>
                <a:gd name="T9" fmla="*/ 146 h 290"/>
                <a:gd name="T10" fmla="*/ 43 w 292"/>
                <a:gd name="T11" fmla="*/ 247 h 290"/>
                <a:gd name="T12" fmla="*/ 145 w 292"/>
                <a:gd name="T13" fmla="*/ 290 h 290"/>
                <a:gd name="T14" fmla="*/ 248 w 292"/>
                <a:gd name="T15" fmla="*/ 247 h 290"/>
                <a:gd name="T16" fmla="*/ 290 w 292"/>
                <a:gd name="T17" fmla="*/ 146 h 290"/>
                <a:gd name="T18" fmla="*/ 292 w 292"/>
                <a:gd name="T19" fmla="*/ 146 h 2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92" h="290">
                  <a:moveTo>
                    <a:pt x="290" y="146"/>
                  </a:moveTo>
                  <a:lnTo>
                    <a:pt x="248" y="42"/>
                  </a:lnTo>
                  <a:lnTo>
                    <a:pt x="145" y="0"/>
                  </a:lnTo>
                  <a:lnTo>
                    <a:pt x="43" y="42"/>
                  </a:lnTo>
                  <a:lnTo>
                    <a:pt x="0" y="146"/>
                  </a:lnTo>
                  <a:lnTo>
                    <a:pt x="43" y="247"/>
                  </a:lnTo>
                  <a:lnTo>
                    <a:pt x="145" y="290"/>
                  </a:lnTo>
                  <a:lnTo>
                    <a:pt x="248" y="247"/>
                  </a:lnTo>
                  <a:lnTo>
                    <a:pt x="290" y="146"/>
                  </a:lnTo>
                  <a:lnTo>
                    <a:pt x="292" y="146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2947" name="Freeform 131">
              <a:extLst>
                <a:ext uri="{FF2B5EF4-FFF2-40B4-BE49-F238E27FC236}">
                  <a16:creationId xmlns:a16="http://schemas.microsoft.com/office/drawing/2014/main" id="{FFDAC6ED-7155-4CDA-952F-7A32679F2E8C}"/>
                </a:ext>
              </a:extLst>
            </p:cNvPr>
            <p:cNvSpPr>
              <a:spLocks/>
            </p:cNvSpPr>
            <p:nvPr/>
          </p:nvSpPr>
          <p:spPr bwMode="auto">
            <a:xfrm>
              <a:off x="3221" y="3320"/>
              <a:ext cx="73" cy="73"/>
            </a:xfrm>
            <a:custGeom>
              <a:avLst/>
              <a:gdLst>
                <a:gd name="T0" fmla="*/ 290 w 291"/>
                <a:gd name="T1" fmla="*/ 146 h 291"/>
                <a:gd name="T2" fmla="*/ 248 w 291"/>
                <a:gd name="T3" fmla="*/ 43 h 291"/>
                <a:gd name="T4" fmla="*/ 144 w 291"/>
                <a:gd name="T5" fmla="*/ 0 h 291"/>
                <a:gd name="T6" fmla="*/ 42 w 291"/>
                <a:gd name="T7" fmla="*/ 43 h 291"/>
                <a:gd name="T8" fmla="*/ 0 w 291"/>
                <a:gd name="T9" fmla="*/ 146 h 291"/>
                <a:gd name="T10" fmla="*/ 42 w 291"/>
                <a:gd name="T11" fmla="*/ 248 h 291"/>
                <a:gd name="T12" fmla="*/ 144 w 291"/>
                <a:gd name="T13" fmla="*/ 291 h 291"/>
                <a:gd name="T14" fmla="*/ 248 w 291"/>
                <a:gd name="T15" fmla="*/ 248 h 291"/>
                <a:gd name="T16" fmla="*/ 290 w 291"/>
                <a:gd name="T17" fmla="*/ 146 h 291"/>
                <a:gd name="T18" fmla="*/ 291 w 291"/>
                <a:gd name="T19" fmla="*/ 146 h 2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91" h="291">
                  <a:moveTo>
                    <a:pt x="290" y="146"/>
                  </a:moveTo>
                  <a:lnTo>
                    <a:pt x="248" y="43"/>
                  </a:lnTo>
                  <a:lnTo>
                    <a:pt x="144" y="0"/>
                  </a:lnTo>
                  <a:lnTo>
                    <a:pt x="42" y="43"/>
                  </a:lnTo>
                  <a:lnTo>
                    <a:pt x="0" y="146"/>
                  </a:lnTo>
                  <a:lnTo>
                    <a:pt x="42" y="248"/>
                  </a:lnTo>
                  <a:lnTo>
                    <a:pt x="144" y="291"/>
                  </a:lnTo>
                  <a:lnTo>
                    <a:pt x="248" y="248"/>
                  </a:lnTo>
                  <a:lnTo>
                    <a:pt x="290" y="146"/>
                  </a:lnTo>
                  <a:lnTo>
                    <a:pt x="291" y="146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2948" name="Freeform 132">
              <a:extLst>
                <a:ext uri="{FF2B5EF4-FFF2-40B4-BE49-F238E27FC236}">
                  <a16:creationId xmlns:a16="http://schemas.microsoft.com/office/drawing/2014/main" id="{50A40826-13B9-4FA4-BE51-721737B3915E}"/>
                </a:ext>
              </a:extLst>
            </p:cNvPr>
            <p:cNvSpPr>
              <a:spLocks/>
            </p:cNvSpPr>
            <p:nvPr/>
          </p:nvSpPr>
          <p:spPr bwMode="auto">
            <a:xfrm>
              <a:off x="3160" y="3425"/>
              <a:ext cx="73" cy="73"/>
            </a:xfrm>
            <a:custGeom>
              <a:avLst/>
              <a:gdLst>
                <a:gd name="T0" fmla="*/ 290 w 292"/>
                <a:gd name="T1" fmla="*/ 144 h 290"/>
                <a:gd name="T2" fmla="*/ 248 w 292"/>
                <a:gd name="T3" fmla="*/ 42 h 290"/>
                <a:gd name="T4" fmla="*/ 146 w 292"/>
                <a:gd name="T5" fmla="*/ 0 h 290"/>
                <a:gd name="T6" fmla="*/ 43 w 292"/>
                <a:gd name="T7" fmla="*/ 42 h 290"/>
                <a:gd name="T8" fmla="*/ 0 w 292"/>
                <a:gd name="T9" fmla="*/ 144 h 290"/>
                <a:gd name="T10" fmla="*/ 43 w 292"/>
                <a:gd name="T11" fmla="*/ 247 h 290"/>
                <a:gd name="T12" fmla="*/ 146 w 292"/>
                <a:gd name="T13" fmla="*/ 290 h 290"/>
                <a:gd name="T14" fmla="*/ 248 w 292"/>
                <a:gd name="T15" fmla="*/ 247 h 290"/>
                <a:gd name="T16" fmla="*/ 290 w 292"/>
                <a:gd name="T17" fmla="*/ 144 h 290"/>
                <a:gd name="T18" fmla="*/ 292 w 292"/>
                <a:gd name="T19" fmla="*/ 144 h 2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92" h="290">
                  <a:moveTo>
                    <a:pt x="290" y="144"/>
                  </a:moveTo>
                  <a:lnTo>
                    <a:pt x="248" y="42"/>
                  </a:lnTo>
                  <a:lnTo>
                    <a:pt x="146" y="0"/>
                  </a:lnTo>
                  <a:lnTo>
                    <a:pt x="43" y="42"/>
                  </a:lnTo>
                  <a:lnTo>
                    <a:pt x="0" y="144"/>
                  </a:lnTo>
                  <a:lnTo>
                    <a:pt x="43" y="247"/>
                  </a:lnTo>
                  <a:lnTo>
                    <a:pt x="146" y="290"/>
                  </a:lnTo>
                  <a:lnTo>
                    <a:pt x="248" y="247"/>
                  </a:lnTo>
                  <a:lnTo>
                    <a:pt x="290" y="144"/>
                  </a:lnTo>
                  <a:lnTo>
                    <a:pt x="292" y="144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2949" name="Freeform 133">
              <a:extLst>
                <a:ext uri="{FF2B5EF4-FFF2-40B4-BE49-F238E27FC236}">
                  <a16:creationId xmlns:a16="http://schemas.microsoft.com/office/drawing/2014/main" id="{2FE10824-9577-42A3-A372-589EFF383737}"/>
                </a:ext>
              </a:extLst>
            </p:cNvPr>
            <p:cNvSpPr>
              <a:spLocks/>
            </p:cNvSpPr>
            <p:nvPr/>
          </p:nvSpPr>
          <p:spPr bwMode="auto">
            <a:xfrm>
              <a:off x="3160" y="3634"/>
              <a:ext cx="73" cy="73"/>
            </a:xfrm>
            <a:custGeom>
              <a:avLst/>
              <a:gdLst>
                <a:gd name="T0" fmla="*/ 290 w 292"/>
                <a:gd name="T1" fmla="*/ 146 h 292"/>
                <a:gd name="T2" fmla="*/ 248 w 292"/>
                <a:gd name="T3" fmla="*/ 43 h 292"/>
                <a:gd name="T4" fmla="*/ 146 w 292"/>
                <a:gd name="T5" fmla="*/ 0 h 292"/>
                <a:gd name="T6" fmla="*/ 43 w 292"/>
                <a:gd name="T7" fmla="*/ 43 h 292"/>
                <a:gd name="T8" fmla="*/ 0 w 292"/>
                <a:gd name="T9" fmla="*/ 146 h 292"/>
                <a:gd name="T10" fmla="*/ 43 w 292"/>
                <a:gd name="T11" fmla="*/ 249 h 292"/>
                <a:gd name="T12" fmla="*/ 146 w 292"/>
                <a:gd name="T13" fmla="*/ 292 h 292"/>
                <a:gd name="T14" fmla="*/ 248 w 292"/>
                <a:gd name="T15" fmla="*/ 249 h 292"/>
                <a:gd name="T16" fmla="*/ 290 w 292"/>
                <a:gd name="T17" fmla="*/ 146 h 292"/>
                <a:gd name="T18" fmla="*/ 292 w 292"/>
                <a:gd name="T19" fmla="*/ 146 h 2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92" h="292">
                  <a:moveTo>
                    <a:pt x="290" y="146"/>
                  </a:moveTo>
                  <a:lnTo>
                    <a:pt x="248" y="43"/>
                  </a:lnTo>
                  <a:lnTo>
                    <a:pt x="146" y="0"/>
                  </a:lnTo>
                  <a:lnTo>
                    <a:pt x="43" y="43"/>
                  </a:lnTo>
                  <a:lnTo>
                    <a:pt x="0" y="146"/>
                  </a:lnTo>
                  <a:lnTo>
                    <a:pt x="43" y="249"/>
                  </a:lnTo>
                  <a:lnTo>
                    <a:pt x="146" y="292"/>
                  </a:lnTo>
                  <a:lnTo>
                    <a:pt x="248" y="249"/>
                  </a:lnTo>
                  <a:lnTo>
                    <a:pt x="290" y="146"/>
                  </a:lnTo>
                  <a:lnTo>
                    <a:pt x="292" y="146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2950" name="Freeform 134">
              <a:extLst>
                <a:ext uri="{FF2B5EF4-FFF2-40B4-BE49-F238E27FC236}">
                  <a16:creationId xmlns:a16="http://schemas.microsoft.com/office/drawing/2014/main" id="{A2500083-28C9-4A55-AD8A-67B14C7CBDF7}"/>
                </a:ext>
              </a:extLst>
            </p:cNvPr>
            <p:cNvSpPr>
              <a:spLocks/>
            </p:cNvSpPr>
            <p:nvPr/>
          </p:nvSpPr>
          <p:spPr bwMode="auto">
            <a:xfrm>
              <a:off x="3221" y="3530"/>
              <a:ext cx="73" cy="72"/>
            </a:xfrm>
            <a:custGeom>
              <a:avLst/>
              <a:gdLst>
                <a:gd name="T0" fmla="*/ 290 w 291"/>
                <a:gd name="T1" fmla="*/ 145 h 291"/>
                <a:gd name="T2" fmla="*/ 248 w 291"/>
                <a:gd name="T3" fmla="*/ 43 h 291"/>
                <a:gd name="T4" fmla="*/ 144 w 291"/>
                <a:gd name="T5" fmla="*/ 0 h 291"/>
                <a:gd name="T6" fmla="*/ 42 w 291"/>
                <a:gd name="T7" fmla="*/ 43 h 291"/>
                <a:gd name="T8" fmla="*/ 0 w 291"/>
                <a:gd name="T9" fmla="*/ 145 h 291"/>
                <a:gd name="T10" fmla="*/ 42 w 291"/>
                <a:gd name="T11" fmla="*/ 248 h 291"/>
                <a:gd name="T12" fmla="*/ 144 w 291"/>
                <a:gd name="T13" fmla="*/ 291 h 291"/>
                <a:gd name="T14" fmla="*/ 248 w 291"/>
                <a:gd name="T15" fmla="*/ 248 h 291"/>
                <a:gd name="T16" fmla="*/ 290 w 291"/>
                <a:gd name="T17" fmla="*/ 145 h 291"/>
                <a:gd name="T18" fmla="*/ 291 w 291"/>
                <a:gd name="T19" fmla="*/ 145 h 2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91" h="291">
                  <a:moveTo>
                    <a:pt x="290" y="145"/>
                  </a:moveTo>
                  <a:lnTo>
                    <a:pt x="248" y="43"/>
                  </a:lnTo>
                  <a:lnTo>
                    <a:pt x="144" y="0"/>
                  </a:lnTo>
                  <a:lnTo>
                    <a:pt x="42" y="43"/>
                  </a:lnTo>
                  <a:lnTo>
                    <a:pt x="0" y="145"/>
                  </a:lnTo>
                  <a:lnTo>
                    <a:pt x="42" y="248"/>
                  </a:lnTo>
                  <a:lnTo>
                    <a:pt x="144" y="291"/>
                  </a:lnTo>
                  <a:lnTo>
                    <a:pt x="248" y="248"/>
                  </a:lnTo>
                  <a:lnTo>
                    <a:pt x="290" y="145"/>
                  </a:lnTo>
                  <a:lnTo>
                    <a:pt x="291" y="145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2951" name="Freeform 135">
              <a:extLst>
                <a:ext uri="{FF2B5EF4-FFF2-40B4-BE49-F238E27FC236}">
                  <a16:creationId xmlns:a16="http://schemas.microsoft.com/office/drawing/2014/main" id="{46F6E15A-3D35-45D8-9282-821FF2E9B67E}"/>
                </a:ext>
              </a:extLst>
            </p:cNvPr>
            <p:cNvSpPr>
              <a:spLocks/>
            </p:cNvSpPr>
            <p:nvPr/>
          </p:nvSpPr>
          <p:spPr bwMode="auto">
            <a:xfrm>
              <a:off x="3221" y="3739"/>
              <a:ext cx="73" cy="73"/>
            </a:xfrm>
            <a:custGeom>
              <a:avLst/>
              <a:gdLst>
                <a:gd name="T0" fmla="*/ 290 w 291"/>
                <a:gd name="T1" fmla="*/ 146 h 292"/>
                <a:gd name="T2" fmla="*/ 248 w 291"/>
                <a:gd name="T3" fmla="*/ 42 h 292"/>
                <a:gd name="T4" fmla="*/ 144 w 291"/>
                <a:gd name="T5" fmla="*/ 0 h 292"/>
                <a:gd name="T6" fmla="*/ 42 w 291"/>
                <a:gd name="T7" fmla="*/ 42 h 292"/>
                <a:gd name="T8" fmla="*/ 0 w 291"/>
                <a:gd name="T9" fmla="*/ 146 h 292"/>
                <a:gd name="T10" fmla="*/ 42 w 291"/>
                <a:gd name="T11" fmla="*/ 249 h 292"/>
                <a:gd name="T12" fmla="*/ 144 w 291"/>
                <a:gd name="T13" fmla="*/ 292 h 292"/>
                <a:gd name="T14" fmla="*/ 248 w 291"/>
                <a:gd name="T15" fmla="*/ 249 h 292"/>
                <a:gd name="T16" fmla="*/ 290 w 291"/>
                <a:gd name="T17" fmla="*/ 146 h 292"/>
                <a:gd name="T18" fmla="*/ 291 w 291"/>
                <a:gd name="T19" fmla="*/ 146 h 2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91" h="292">
                  <a:moveTo>
                    <a:pt x="290" y="146"/>
                  </a:moveTo>
                  <a:lnTo>
                    <a:pt x="248" y="42"/>
                  </a:lnTo>
                  <a:lnTo>
                    <a:pt x="144" y="0"/>
                  </a:lnTo>
                  <a:lnTo>
                    <a:pt x="42" y="42"/>
                  </a:lnTo>
                  <a:lnTo>
                    <a:pt x="0" y="146"/>
                  </a:lnTo>
                  <a:lnTo>
                    <a:pt x="42" y="249"/>
                  </a:lnTo>
                  <a:lnTo>
                    <a:pt x="144" y="292"/>
                  </a:lnTo>
                  <a:lnTo>
                    <a:pt x="248" y="249"/>
                  </a:lnTo>
                  <a:lnTo>
                    <a:pt x="290" y="146"/>
                  </a:lnTo>
                  <a:lnTo>
                    <a:pt x="291" y="146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2952" name="Freeform 136">
              <a:extLst>
                <a:ext uri="{FF2B5EF4-FFF2-40B4-BE49-F238E27FC236}">
                  <a16:creationId xmlns:a16="http://schemas.microsoft.com/office/drawing/2014/main" id="{D5BAD0C0-15BA-4A8C-8AD0-447BB08F4224}"/>
                </a:ext>
              </a:extLst>
            </p:cNvPr>
            <p:cNvSpPr>
              <a:spLocks/>
            </p:cNvSpPr>
            <p:nvPr/>
          </p:nvSpPr>
          <p:spPr bwMode="auto">
            <a:xfrm>
              <a:off x="3281" y="3844"/>
              <a:ext cx="73" cy="73"/>
            </a:xfrm>
            <a:custGeom>
              <a:avLst/>
              <a:gdLst>
                <a:gd name="T0" fmla="*/ 290 w 292"/>
                <a:gd name="T1" fmla="*/ 146 h 291"/>
                <a:gd name="T2" fmla="*/ 248 w 292"/>
                <a:gd name="T3" fmla="*/ 43 h 291"/>
                <a:gd name="T4" fmla="*/ 145 w 292"/>
                <a:gd name="T5" fmla="*/ 0 h 291"/>
                <a:gd name="T6" fmla="*/ 43 w 292"/>
                <a:gd name="T7" fmla="*/ 43 h 291"/>
                <a:gd name="T8" fmla="*/ 0 w 292"/>
                <a:gd name="T9" fmla="*/ 146 h 291"/>
                <a:gd name="T10" fmla="*/ 43 w 292"/>
                <a:gd name="T11" fmla="*/ 248 h 291"/>
                <a:gd name="T12" fmla="*/ 145 w 292"/>
                <a:gd name="T13" fmla="*/ 291 h 291"/>
                <a:gd name="T14" fmla="*/ 248 w 292"/>
                <a:gd name="T15" fmla="*/ 248 h 291"/>
                <a:gd name="T16" fmla="*/ 290 w 292"/>
                <a:gd name="T17" fmla="*/ 146 h 291"/>
                <a:gd name="T18" fmla="*/ 292 w 292"/>
                <a:gd name="T19" fmla="*/ 146 h 2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92" h="291">
                  <a:moveTo>
                    <a:pt x="290" y="146"/>
                  </a:moveTo>
                  <a:lnTo>
                    <a:pt x="248" y="43"/>
                  </a:lnTo>
                  <a:lnTo>
                    <a:pt x="145" y="0"/>
                  </a:lnTo>
                  <a:lnTo>
                    <a:pt x="43" y="43"/>
                  </a:lnTo>
                  <a:lnTo>
                    <a:pt x="0" y="146"/>
                  </a:lnTo>
                  <a:lnTo>
                    <a:pt x="43" y="248"/>
                  </a:lnTo>
                  <a:lnTo>
                    <a:pt x="145" y="291"/>
                  </a:lnTo>
                  <a:lnTo>
                    <a:pt x="248" y="248"/>
                  </a:lnTo>
                  <a:lnTo>
                    <a:pt x="290" y="146"/>
                  </a:lnTo>
                  <a:lnTo>
                    <a:pt x="292" y="146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2953" name="Freeform 137">
              <a:extLst>
                <a:ext uri="{FF2B5EF4-FFF2-40B4-BE49-F238E27FC236}">
                  <a16:creationId xmlns:a16="http://schemas.microsoft.com/office/drawing/2014/main" id="{A34F070D-169F-4FFA-879D-F77C2474C86D}"/>
                </a:ext>
              </a:extLst>
            </p:cNvPr>
            <p:cNvSpPr>
              <a:spLocks/>
            </p:cNvSpPr>
            <p:nvPr/>
          </p:nvSpPr>
          <p:spPr bwMode="auto">
            <a:xfrm>
              <a:off x="3341" y="3949"/>
              <a:ext cx="73" cy="73"/>
            </a:xfrm>
            <a:custGeom>
              <a:avLst/>
              <a:gdLst>
                <a:gd name="T0" fmla="*/ 291 w 292"/>
                <a:gd name="T1" fmla="*/ 146 h 290"/>
                <a:gd name="T2" fmla="*/ 248 w 292"/>
                <a:gd name="T3" fmla="*/ 42 h 290"/>
                <a:gd name="T4" fmla="*/ 146 w 292"/>
                <a:gd name="T5" fmla="*/ 0 h 290"/>
                <a:gd name="T6" fmla="*/ 43 w 292"/>
                <a:gd name="T7" fmla="*/ 42 h 290"/>
                <a:gd name="T8" fmla="*/ 0 w 292"/>
                <a:gd name="T9" fmla="*/ 146 h 290"/>
                <a:gd name="T10" fmla="*/ 43 w 292"/>
                <a:gd name="T11" fmla="*/ 248 h 290"/>
                <a:gd name="T12" fmla="*/ 146 w 292"/>
                <a:gd name="T13" fmla="*/ 290 h 290"/>
                <a:gd name="T14" fmla="*/ 248 w 292"/>
                <a:gd name="T15" fmla="*/ 248 h 290"/>
                <a:gd name="T16" fmla="*/ 291 w 292"/>
                <a:gd name="T17" fmla="*/ 146 h 290"/>
                <a:gd name="T18" fmla="*/ 292 w 292"/>
                <a:gd name="T19" fmla="*/ 146 h 2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92" h="290">
                  <a:moveTo>
                    <a:pt x="291" y="146"/>
                  </a:moveTo>
                  <a:lnTo>
                    <a:pt x="248" y="42"/>
                  </a:lnTo>
                  <a:lnTo>
                    <a:pt x="146" y="0"/>
                  </a:lnTo>
                  <a:lnTo>
                    <a:pt x="43" y="42"/>
                  </a:lnTo>
                  <a:lnTo>
                    <a:pt x="0" y="146"/>
                  </a:lnTo>
                  <a:lnTo>
                    <a:pt x="43" y="248"/>
                  </a:lnTo>
                  <a:lnTo>
                    <a:pt x="146" y="290"/>
                  </a:lnTo>
                  <a:lnTo>
                    <a:pt x="248" y="248"/>
                  </a:lnTo>
                  <a:lnTo>
                    <a:pt x="291" y="146"/>
                  </a:lnTo>
                  <a:lnTo>
                    <a:pt x="292" y="146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2954" name="Freeform 138">
              <a:extLst>
                <a:ext uri="{FF2B5EF4-FFF2-40B4-BE49-F238E27FC236}">
                  <a16:creationId xmlns:a16="http://schemas.microsoft.com/office/drawing/2014/main" id="{20838D58-AA4C-42DA-B3ED-687AD8DEFEEE}"/>
                </a:ext>
              </a:extLst>
            </p:cNvPr>
            <p:cNvSpPr>
              <a:spLocks/>
            </p:cNvSpPr>
            <p:nvPr/>
          </p:nvSpPr>
          <p:spPr bwMode="auto">
            <a:xfrm>
              <a:off x="3462" y="3949"/>
              <a:ext cx="73" cy="73"/>
            </a:xfrm>
            <a:custGeom>
              <a:avLst/>
              <a:gdLst>
                <a:gd name="T0" fmla="*/ 291 w 292"/>
                <a:gd name="T1" fmla="*/ 146 h 290"/>
                <a:gd name="T2" fmla="*/ 248 w 292"/>
                <a:gd name="T3" fmla="*/ 42 h 290"/>
                <a:gd name="T4" fmla="*/ 145 w 292"/>
                <a:gd name="T5" fmla="*/ 0 h 290"/>
                <a:gd name="T6" fmla="*/ 43 w 292"/>
                <a:gd name="T7" fmla="*/ 42 h 290"/>
                <a:gd name="T8" fmla="*/ 0 w 292"/>
                <a:gd name="T9" fmla="*/ 146 h 290"/>
                <a:gd name="T10" fmla="*/ 43 w 292"/>
                <a:gd name="T11" fmla="*/ 248 h 290"/>
                <a:gd name="T12" fmla="*/ 145 w 292"/>
                <a:gd name="T13" fmla="*/ 290 h 290"/>
                <a:gd name="T14" fmla="*/ 248 w 292"/>
                <a:gd name="T15" fmla="*/ 248 h 290"/>
                <a:gd name="T16" fmla="*/ 291 w 292"/>
                <a:gd name="T17" fmla="*/ 146 h 290"/>
                <a:gd name="T18" fmla="*/ 292 w 292"/>
                <a:gd name="T19" fmla="*/ 146 h 2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92" h="290">
                  <a:moveTo>
                    <a:pt x="291" y="146"/>
                  </a:moveTo>
                  <a:lnTo>
                    <a:pt x="248" y="42"/>
                  </a:lnTo>
                  <a:lnTo>
                    <a:pt x="145" y="0"/>
                  </a:lnTo>
                  <a:lnTo>
                    <a:pt x="43" y="42"/>
                  </a:lnTo>
                  <a:lnTo>
                    <a:pt x="0" y="146"/>
                  </a:lnTo>
                  <a:lnTo>
                    <a:pt x="43" y="248"/>
                  </a:lnTo>
                  <a:lnTo>
                    <a:pt x="145" y="290"/>
                  </a:lnTo>
                  <a:lnTo>
                    <a:pt x="248" y="248"/>
                  </a:lnTo>
                  <a:lnTo>
                    <a:pt x="291" y="146"/>
                  </a:lnTo>
                  <a:lnTo>
                    <a:pt x="292" y="146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2955" name="Freeform 139">
              <a:extLst>
                <a:ext uri="{FF2B5EF4-FFF2-40B4-BE49-F238E27FC236}">
                  <a16:creationId xmlns:a16="http://schemas.microsoft.com/office/drawing/2014/main" id="{9611ED7D-4675-4F5D-B0F5-BABDB53D7DAC}"/>
                </a:ext>
              </a:extLst>
            </p:cNvPr>
            <p:cNvSpPr>
              <a:spLocks/>
            </p:cNvSpPr>
            <p:nvPr/>
          </p:nvSpPr>
          <p:spPr bwMode="auto">
            <a:xfrm>
              <a:off x="3523" y="4054"/>
              <a:ext cx="73" cy="72"/>
            </a:xfrm>
            <a:custGeom>
              <a:avLst/>
              <a:gdLst>
                <a:gd name="T0" fmla="*/ 290 w 292"/>
                <a:gd name="T1" fmla="*/ 145 h 291"/>
                <a:gd name="T2" fmla="*/ 248 w 292"/>
                <a:gd name="T3" fmla="*/ 43 h 291"/>
                <a:gd name="T4" fmla="*/ 146 w 292"/>
                <a:gd name="T5" fmla="*/ 0 h 291"/>
                <a:gd name="T6" fmla="*/ 42 w 292"/>
                <a:gd name="T7" fmla="*/ 43 h 291"/>
                <a:gd name="T8" fmla="*/ 0 w 292"/>
                <a:gd name="T9" fmla="*/ 145 h 291"/>
                <a:gd name="T10" fmla="*/ 42 w 292"/>
                <a:gd name="T11" fmla="*/ 248 h 291"/>
                <a:gd name="T12" fmla="*/ 146 w 292"/>
                <a:gd name="T13" fmla="*/ 291 h 291"/>
                <a:gd name="T14" fmla="*/ 248 w 292"/>
                <a:gd name="T15" fmla="*/ 248 h 291"/>
                <a:gd name="T16" fmla="*/ 290 w 292"/>
                <a:gd name="T17" fmla="*/ 145 h 291"/>
                <a:gd name="T18" fmla="*/ 292 w 292"/>
                <a:gd name="T19" fmla="*/ 145 h 2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92" h="291">
                  <a:moveTo>
                    <a:pt x="290" y="145"/>
                  </a:moveTo>
                  <a:lnTo>
                    <a:pt x="248" y="43"/>
                  </a:lnTo>
                  <a:lnTo>
                    <a:pt x="146" y="0"/>
                  </a:lnTo>
                  <a:lnTo>
                    <a:pt x="42" y="43"/>
                  </a:lnTo>
                  <a:lnTo>
                    <a:pt x="0" y="145"/>
                  </a:lnTo>
                  <a:lnTo>
                    <a:pt x="42" y="248"/>
                  </a:lnTo>
                  <a:lnTo>
                    <a:pt x="146" y="291"/>
                  </a:lnTo>
                  <a:lnTo>
                    <a:pt x="248" y="248"/>
                  </a:lnTo>
                  <a:lnTo>
                    <a:pt x="290" y="145"/>
                  </a:lnTo>
                  <a:lnTo>
                    <a:pt x="292" y="145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2956" name="Freeform 140">
              <a:extLst>
                <a:ext uri="{FF2B5EF4-FFF2-40B4-BE49-F238E27FC236}">
                  <a16:creationId xmlns:a16="http://schemas.microsoft.com/office/drawing/2014/main" id="{AFE8EE01-B002-4BB3-8AF1-E27463D9834F}"/>
                </a:ext>
              </a:extLst>
            </p:cNvPr>
            <p:cNvSpPr>
              <a:spLocks/>
            </p:cNvSpPr>
            <p:nvPr/>
          </p:nvSpPr>
          <p:spPr bwMode="auto">
            <a:xfrm>
              <a:off x="3644" y="4054"/>
              <a:ext cx="73" cy="72"/>
            </a:xfrm>
            <a:custGeom>
              <a:avLst/>
              <a:gdLst>
                <a:gd name="T0" fmla="*/ 290 w 292"/>
                <a:gd name="T1" fmla="*/ 145 h 291"/>
                <a:gd name="T2" fmla="*/ 248 w 292"/>
                <a:gd name="T3" fmla="*/ 43 h 291"/>
                <a:gd name="T4" fmla="*/ 144 w 292"/>
                <a:gd name="T5" fmla="*/ 0 h 291"/>
                <a:gd name="T6" fmla="*/ 43 w 292"/>
                <a:gd name="T7" fmla="*/ 43 h 291"/>
                <a:gd name="T8" fmla="*/ 0 w 292"/>
                <a:gd name="T9" fmla="*/ 145 h 291"/>
                <a:gd name="T10" fmla="*/ 43 w 292"/>
                <a:gd name="T11" fmla="*/ 248 h 291"/>
                <a:gd name="T12" fmla="*/ 144 w 292"/>
                <a:gd name="T13" fmla="*/ 291 h 291"/>
                <a:gd name="T14" fmla="*/ 248 w 292"/>
                <a:gd name="T15" fmla="*/ 248 h 291"/>
                <a:gd name="T16" fmla="*/ 290 w 292"/>
                <a:gd name="T17" fmla="*/ 145 h 291"/>
                <a:gd name="T18" fmla="*/ 292 w 292"/>
                <a:gd name="T19" fmla="*/ 145 h 2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92" h="291">
                  <a:moveTo>
                    <a:pt x="290" y="145"/>
                  </a:moveTo>
                  <a:lnTo>
                    <a:pt x="248" y="43"/>
                  </a:lnTo>
                  <a:lnTo>
                    <a:pt x="144" y="0"/>
                  </a:lnTo>
                  <a:lnTo>
                    <a:pt x="43" y="43"/>
                  </a:lnTo>
                  <a:lnTo>
                    <a:pt x="0" y="145"/>
                  </a:lnTo>
                  <a:lnTo>
                    <a:pt x="43" y="248"/>
                  </a:lnTo>
                  <a:lnTo>
                    <a:pt x="144" y="291"/>
                  </a:lnTo>
                  <a:lnTo>
                    <a:pt x="248" y="248"/>
                  </a:lnTo>
                  <a:lnTo>
                    <a:pt x="290" y="145"/>
                  </a:lnTo>
                  <a:lnTo>
                    <a:pt x="292" y="145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2957" name="Freeform 141">
              <a:extLst>
                <a:ext uri="{FF2B5EF4-FFF2-40B4-BE49-F238E27FC236}">
                  <a16:creationId xmlns:a16="http://schemas.microsoft.com/office/drawing/2014/main" id="{BFE9E573-ACEB-40D3-8CF5-FA42C38B5031}"/>
                </a:ext>
              </a:extLst>
            </p:cNvPr>
            <p:cNvSpPr>
              <a:spLocks/>
            </p:cNvSpPr>
            <p:nvPr/>
          </p:nvSpPr>
          <p:spPr bwMode="auto">
            <a:xfrm>
              <a:off x="3765" y="4054"/>
              <a:ext cx="73" cy="72"/>
            </a:xfrm>
            <a:custGeom>
              <a:avLst/>
              <a:gdLst>
                <a:gd name="T0" fmla="*/ 290 w 292"/>
                <a:gd name="T1" fmla="*/ 145 h 291"/>
                <a:gd name="T2" fmla="*/ 248 w 292"/>
                <a:gd name="T3" fmla="*/ 43 h 291"/>
                <a:gd name="T4" fmla="*/ 145 w 292"/>
                <a:gd name="T5" fmla="*/ 0 h 291"/>
                <a:gd name="T6" fmla="*/ 43 w 292"/>
                <a:gd name="T7" fmla="*/ 43 h 291"/>
                <a:gd name="T8" fmla="*/ 0 w 292"/>
                <a:gd name="T9" fmla="*/ 145 h 291"/>
                <a:gd name="T10" fmla="*/ 43 w 292"/>
                <a:gd name="T11" fmla="*/ 248 h 291"/>
                <a:gd name="T12" fmla="*/ 145 w 292"/>
                <a:gd name="T13" fmla="*/ 291 h 291"/>
                <a:gd name="T14" fmla="*/ 248 w 292"/>
                <a:gd name="T15" fmla="*/ 248 h 291"/>
                <a:gd name="T16" fmla="*/ 290 w 292"/>
                <a:gd name="T17" fmla="*/ 145 h 291"/>
                <a:gd name="T18" fmla="*/ 292 w 292"/>
                <a:gd name="T19" fmla="*/ 145 h 2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92" h="291">
                  <a:moveTo>
                    <a:pt x="290" y="145"/>
                  </a:moveTo>
                  <a:lnTo>
                    <a:pt x="248" y="43"/>
                  </a:lnTo>
                  <a:lnTo>
                    <a:pt x="145" y="0"/>
                  </a:lnTo>
                  <a:lnTo>
                    <a:pt x="43" y="43"/>
                  </a:lnTo>
                  <a:lnTo>
                    <a:pt x="0" y="145"/>
                  </a:lnTo>
                  <a:lnTo>
                    <a:pt x="43" y="248"/>
                  </a:lnTo>
                  <a:lnTo>
                    <a:pt x="145" y="291"/>
                  </a:lnTo>
                  <a:lnTo>
                    <a:pt x="248" y="248"/>
                  </a:lnTo>
                  <a:lnTo>
                    <a:pt x="290" y="145"/>
                  </a:lnTo>
                  <a:lnTo>
                    <a:pt x="292" y="145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2958" name="Freeform 142">
              <a:extLst>
                <a:ext uri="{FF2B5EF4-FFF2-40B4-BE49-F238E27FC236}">
                  <a16:creationId xmlns:a16="http://schemas.microsoft.com/office/drawing/2014/main" id="{02D18F0F-B1D1-4E8A-9017-08403C8076C2}"/>
                </a:ext>
              </a:extLst>
            </p:cNvPr>
            <p:cNvSpPr>
              <a:spLocks/>
            </p:cNvSpPr>
            <p:nvPr/>
          </p:nvSpPr>
          <p:spPr bwMode="auto">
            <a:xfrm>
              <a:off x="3885" y="4054"/>
              <a:ext cx="73" cy="72"/>
            </a:xfrm>
            <a:custGeom>
              <a:avLst/>
              <a:gdLst>
                <a:gd name="T0" fmla="*/ 290 w 291"/>
                <a:gd name="T1" fmla="*/ 145 h 291"/>
                <a:gd name="T2" fmla="*/ 248 w 291"/>
                <a:gd name="T3" fmla="*/ 43 h 291"/>
                <a:gd name="T4" fmla="*/ 146 w 291"/>
                <a:gd name="T5" fmla="*/ 0 h 291"/>
                <a:gd name="T6" fmla="*/ 42 w 291"/>
                <a:gd name="T7" fmla="*/ 43 h 291"/>
                <a:gd name="T8" fmla="*/ 0 w 291"/>
                <a:gd name="T9" fmla="*/ 145 h 291"/>
                <a:gd name="T10" fmla="*/ 42 w 291"/>
                <a:gd name="T11" fmla="*/ 248 h 291"/>
                <a:gd name="T12" fmla="*/ 146 w 291"/>
                <a:gd name="T13" fmla="*/ 291 h 291"/>
                <a:gd name="T14" fmla="*/ 248 w 291"/>
                <a:gd name="T15" fmla="*/ 248 h 291"/>
                <a:gd name="T16" fmla="*/ 290 w 291"/>
                <a:gd name="T17" fmla="*/ 145 h 291"/>
                <a:gd name="T18" fmla="*/ 291 w 291"/>
                <a:gd name="T19" fmla="*/ 145 h 2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91" h="291">
                  <a:moveTo>
                    <a:pt x="290" y="145"/>
                  </a:moveTo>
                  <a:lnTo>
                    <a:pt x="248" y="43"/>
                  </a:lnTo>
                  <a:lnTo>
                    <a:pt x="146" y="0"/>
                  </a:lnTo>
                  <a:lnTo>
                    <a:pt x="42" y="43"/>
                  </a:lnTo>
                  <a:lnTo>
                    <a:pt x="0" y="145"/>
                  </a:lnTo>
                  <a:lnTo>
                    <a:pt x="42" y="248"/>
                  </a:lnTo>
                  <a:lnTo>
                    <a:pt x="146" y="291"/>
                  </a:lnTo>
                  <a:lnTo>
                    <a:pt x="248" y="248"/>
                  </a:lnTo>
                  <a:lnTo>
                    <a:pt x="290" y="145"/>
                  </a:lnTo>
                  <a:lnTo>
                    <a:pt x="291" y="145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2959" name="Freeform 143">
              <a:extLst>
                <a:ext uri="{FF2B5EF4-FFF2-40B4-BE49-F238E27FC236}">
                  <a16:creationId xmlns:a16="http://schemas.microsoft.com/office/drawing/2014/main" id="{A7E71C42-80E0-4E2D-954D-B57A21893399}"/>
                </a:ext>
              </a:extLst>
            </p:cNvPr>
            <p:cNvSpPr>
              <a:spLocks/>
            </p:cNvSpPr>
            <p:nvPr/>
          </p:nvSpPr>
          <p:spPr bwMode="auto">
            <a:xfrm>
              <a:off x="3946" y="3949"/>
              <a:ext cx="73" cy="73"/>
            </a:xfrm>
            <a:custGeom>
              <a:avLst/>
              <a:gdLst>
                <a:gd name="T0" fmla="*/ 291 w 292"/>
                <a:gd name="T1" fmla="*/ 146 h 290"/>
                <a:gd name="T2" fmla="*/ 248 w 292"/>
                <a:gd name="T3" fmla="*/ 42 h 290"/>
                <a:gd name="T4" fmla="*/ 145 w 292"/>
                <a:gd name="T5" fmla="*/ 0 h 290"/>
                <a:gd name="T6" fmla="*/ 43 w 292"/>
                <a:gd name="T7" fmla="*/ 42 h 290"/>
                <a:gd name="T8" fmla="*/ 0 w 292"/>
                <a:gd name="T9" fmla="*/ 146 h 290"/>
                <a:gd name="T10" fmla="*/ 43 w 292"/>
                <a:gd name="T11" fmla="*/ 248 h 290"/>
                <a:gd name="T12" fmla="*/ 145 w 292"/>
                <a:gd name="T13" fmla="*/ 290 h 290"/>
                <a:gd name="T14" fmla="*/ 248 w 292"/>
                <a:gd name="T15" fmla="*/ 248 h 290"/>
                <a:gd name="T16" fmla="*/ 291 w 292"/>
                <a:gd name="T17" fmla="*/ 146 h 290"/>
                <a:gd name="T18" fmla="*/ 292 w 292"/>
                <a:gd name="T19" fmla="*/ 146 h 2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92" h="290">
                  <a:moveTo>
                    <a:pt x="291" y="146"/>
                  </a:moveTo>
                  <a:lnTo>
                    <a:pt x="248" y="42"/>
                  </a:lnTo>
                  <a:lnTo>
                    <a:pt x="145" y="0"/>
                  </a:lnTo>
                  <a:lnTo>
                    <a:pt x="43" y="42"/>
                  </a:lnTo>
                  <a:lnTo>
                    <a:pt x="0" y="146"/>
                  </a:lnTo>
                  <a:lnTo>
                    <a:pt x="43" y="248"/>
                  </a:lnTo>
                  <a:lnTo>
                    <a:pt x="145" y="290"/>
                  </a:lnTo>
                  <a:lnTo>
                    <a:pt x="248" y="248"/>
                  </a:lnTo>
                  <a:lnTo>
                    <a:pt x="291" y="146"/>
                  </a:lnTo>
                  <a:lnTo>
                    <a:pt x="292" y="146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2960" name="Freeform 144">
              <a:extLst>
                <a:ext uri="{FF2B5EF4-FFF2-40B4-BE49-F238E27FC236}">
                  <a16:creationId xmlns:a16="http://schemas.microsoft.com/office/drawing/2014/main" id="{8732D460-1243-48CD-9B23-F780CA7B1A1A}"/>
                </a:ext>
              </a:extLst>
            </p:cNvPr>
            <p:cNvSpPr>
              <a:spLocks/>
            </p:cNvSpPr>
            <p:nvPr/>
          </p:nvSpPr>
          <p:spPr bwMode="auto">
            <a:xfrm>
              <a:off x="4067" y="3949"/>
              <a:ext cx="73" cy="73"/>
            </a:xfrm>
            <a:custGeom>
              <a:avLst/>
              <a:gdLst>
                <a:gd name="T0" fmla="*/ 291 w 292"/>
                <a:gd name="T1" fmla="*/ 146 h 290"/>
                <a:gd name="T2" fmla="*/ 248 w 292"/>
                <a:gd name="T3" fmla="*/ 42 h 290"/>
                <a:gd name="T4" fmla="*/ 146 w 292"/>
                <a:gd name="T5" fmla="*/ 0 h 290"/>
                <a:gd name="T6" fmla="*/ 43 w 292"/>
                <a:gd name="T7" fmla="*/ 42 h 290"/>
                <a:gd name="T8" fmla="*/ 0 w 292"/>
                <a:gd name="T9" fmla="*/ 146 h 290"/>
                <a:gd name="T10" fmla="*/ 43 w 292"/>
                <a:gd name="T11" fmla="*/ 248 h 290"/>
                <a:gd name="T12" fmla="*/ 146 w 292"/>
                <a:gd name="T13" fmla="*/ 290 h 290"/>
                <a:gd name="T14" fmla="*/ 248 w 292"/>
                <a:gd name="T15" fmla="*/ 248 h 290"/>
                <a:gd name="T16" fmla="*/ 291 w 292"/>
                <a:gd name="T17" fmla="*/ 146 h 290"/>
                <a:gd name="T18" fmla="*/ 292 w 292"/>
                <a:gd name="T19" fmla="*/ 146 h 2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92" h="290">
                  <a:moveTo>
                    <a:pt x="291" y="146"/>
                  </a:moveTo>
                  <a:lnTo>
                    <a:pt x="248" y="42"/>
                  </a:lnTo>
                  <a:lnTo>
                    <a:pt x="146" y="0"/>
                  </a:lnTo>
                  <a:lnTo>
                    <a:pt x="43" y="42"/>
                  </a:lnTo>
                  <a:lnTo>
                    <a:pt x="0" y="146"/>
                  </a:lnTo>
                  <a:lnTo>
                    <a:pt x="43" y="248"/>
                  </a:lnTo>
                  <a:lnTo>
                    <a:pt x="146" y="290"/>
                  </a:lnTo>
                  <a:lnTo>
                    <a:pt x="248" y="248"/>
                  </a:lnTo>
                  <a:lnTo>
                    <a:pt x="291" y="146"/>
                  </a:lnTo>
                  <a:lnTo>
                    <a:pt x="292" y="146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2961" name="Freeform 145">
              <a:extLst>
                <a:ext uri="{FF2B5EF4-FFF2-40B4-BE49-F238E27FC236}">
                  <a16:creationId xmlns:a16="http://schemas.microsoft.com/office/drawing/2014/main" id="{0FBE6EE4-2862-4923-BBAA-CE01F0B380A7}"/>
                </a:ext>
              </a:extLst>
            </p:cNvPr>
            <p:cNvSpPr>
              <a:spLocks/>
            </p:cNvSpPr>
            <p:nvPr/>
          </p:nvSpPr>
          <p:spPr bwMode="auto">
            <a:xfrm>
              <a:off x="4127" y="3844"/>
              <a:ext cx="73" cy="73"/>
            </a:xfrm>
            <a:custGeom>
              <a:avLst/>
              <a:gdLst>
                <a:gd name="T0" fmla="*/ 290 w 292"/>
                <a:gd name="T1" fmla="*/ 146 h 291"/>
                <a:gd name="T2" fmla="*/ 248 w 292"/>
                <a:gd name="T3" fmla="*/ 43 h 291"/>
                <a:gd name="T4" fmla="*/ 144 w 292"/>
                <a:gd name="T5" fmla="*/ 0 h 291"/>
                <a:gd name="T6" fmla="*/ 42 w 292"/>
                <a:gd name="T7" fmla="*/ 43 h 291"/>
                <a:gd name="T8" fmla="*/ 0 w 292"/>
                <a:gd name="T9" fmla="*/ 146 h 291"/>
                <a:gd name="T10" fmla="*/ 42 w 292"/>
                <a:gd name="T11" fmla="*/ 248 h 291"/>
                <a:gd name="T12" fmla="*/ 144 w 292"/>
                <a:gd name="T13" fmla="*/ 291 h 291"/>
                <a:gd name="T14" fmla="*/ 248 w 292"/>
                <a:gd name="T15" fmla="*/ 248 h 291"/>
                <a:gd name="T16" fmla="*/ 290 w 292"/>
                <a:gd name="T17" fmla="*/ 146 h 291"/>
                <a:gd name="T18" fmla="*/ 292 w 292"/>
                <a:gd name="T19" fmla="*/ 146 h 2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92" h="291">
                  <a:moveTo>
                    <a:pt x="290" y="146"/>
                  </a:moveTo>
                  <a:lnTo>
                    <a:pt x="248" y="43"/>
                  </a:lnTo>
                  <a:lnTo>
                    <a:pt x="144" y="0"/>
                  </a:lnTo>
                  <a:lnTo>
                    <a:pt x="42" y="43"/>
                  </a:lnTo>
                  <a:lnTo>
                    <a:pt x="0" y="146"/>
                  </a:lnTo>
                  <a:lnTo>
                    <a:pt x="42" y="248"/>
                  </a:lnTo>
                  <a:lnTo>
                    <a:pt x="144" y="291"/>
                  </a:lnTo>
                  <a:lnTo>
                    <a:pt x="248" y="248"/>
                  </a:lnTo>
                  <a:lnTo>
                    <a:pt x="290" y="146"/>
                  </a:lnTo>
                  <a:lnTo>
                    <a:pt x="292" y="146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2962" name="Freeform 146">
              <a:extLst>
                <a:ext uri="{FF2B5EF4-FFF2-40B4-BE49-F238E27FC236}">
                  <a16:creationId xmlns:a16="http://schemas.microsoft.com/office/drawing/2014/main" id="{372091FC-CA78-40E3-B79E-DD6E5E04C329}"/>
                </a:ext>
              </a:extLst>
            </p:cNvPr>
            <p:cNvSpPr>
              <a:spLocks/>
            </p:cNvSpPr>
            <p:nvPr/>
          </p:nvSpPr>
          <p:spPr bwMode="auto">
            <a:xfrm>
              <a:off x="4188" y="3739"/>
              <a:ext cx="73" cy="73"/>
            </a:xfrm>
            <a:custGeom>
              <a:avLst/>
              <a:gdLst>
                <a:gd name="T0" fmla="*/ 291 w 292"/>
                <a:gd name="T1" fmla="*/ 146 h 292"/>
                <a:gd name="T2" fmla="*/ 248 w 292"/>
                <a:gd name="T3" fmla="*/ 42 h 292"/>
                <a:gd name="T4" fmla="*/ 145 w 292"/>
                <a:gd name="T5" fmla="*/ 0 h 292"/>
                <a:gd name="T6" fmla="*/ 43 w 292"/>
                <a:gd name="T7" fmla="*/ 42 h 292"/>
                <a:gd name="T8" fmla="*/ 0 w 292"/>
                <a:gd name="T9" fmla="*/ 146 h 292"/>
                <a:gd name="T10" fmla="*/ 43 w 292"/>
                <a:gd name="T11" fmla="*/ 249 h 292"/>
                <a:gd name="T12" fmla="*/ 145 w 292"/>
                <a:gd name="T13" fmla="*/ 292 h 292"/>
                <a:gd name="T14" fmla="*/ 248 w 292"/>
                <a:gd name="T15" fmla="*/ 249 h 292"/>
                <a:gd name="T16" fmla="*/ 291 w 292"/>
                <a:gd name="T17" fmla="*/ 146 h 292"/>
                <a:gd name="T18" fmla="*/ 292 w 292"/>
                <a:gd name="T19" fmla="*/ 146 h 2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92" h="292">
                  <a:moveTo>
                    <a:pt x="291" y="146"/>
                  </a:moveTo>
                  <a:lnTo>
                    <a:pt x="248" y="42"/>
                  </a:lnTo>
                  <a:lnTo>
                    <a:pt x="145" y="0"/>
                  </a:lnTo>
                  <a:lnTo>
                    <a:pt x="43" y="42"/>
                  </a:lnTo>
                  <a:lnTo>
                    <a:pt x="0" y="146"/>
                  </a:lnTo>
                  <a:lnTo>
                    <a:pt x="43" y="249"/>
                  </a:lnTo>
                  <a:lnTo>
                    <a:pt x="145" y="292"/>
                  </a:lnTo>
                  <a:lnTo>
                    <a:pt x="248" y="249"/>
                  </a:lnTo>
                  <a:lnTo>
                    <a:pt x="291" y="146"/>
                  </a:lnTo>
                  <a:lnTo>
                    <a:pt x="292" y="146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2963" name="Freeform 147">
              <a:extLst>
                <a:ext uri="{FF2B5EF4-FFF2-40B4-BE49-F238E27FC236}">
                  <a16:creationId xmlns:a16="http://schemas.microsoft.com/office/drawing/2014/main" id="{B2A9E697-57E2-4148-99DF-0C294369D257}"/>
                </a:ext>
              </a:extLst>
            </p:cNvPr>
            <p:cNvSpPr>
              <a:spLocks/>
            </p:cNvSpPr>
            <p:nvPr/>
          </p:nvSpPr>
          <p:spPr bwMode="auto">
            <a:xfrm>
              <a:off x="4248" y="3634"/>
              <a:ext cx="73" cy="73"/>
            </a:xfrm>
            <a:custGeom>
              <a:avLst/>
              <a:gdLst>
                <a:gd name="T0" fmla="*/ 290 w 291"/>
                <a:gd name="T1" fmla="*/ 146 h 292"/>
                <a:gd name="T2" fmla="*/ 247 w 291"/>
                <a:gd name="T3" fmla="*/ 43 h 292"/>
                <a:gd name="T4" fmla="*/ 145 w 291"/>
                <a:gd name="T5" fmla="*/ 0 h 292"/>
                <a:gd name="T6" fmla="*/ 42 w 291"/>
                <a:gd name="T7" fmla="*/ 43 h 292"/>
                <a:gd name="T8" fmla="*/ 0 w 291"/>
                <a:gd name="T9" fmla="*/ 146 h 292"/>
                <a:gd name="T10" fmla="*/ 42 w 291"/>
                <a:gd name="T11" fmla="*/ 249 h 292"/>
                <a:gd name="T12" fmla="*/ 145 w 291"/>
                <a:gd name="T13" fmla="*/ 292 h 292"/>
                <a:gd name="T14" fmla="*/ 247 w 291"/>
                <a:gd name="T15" fmla="*/ 249 h 292"/>
                <a:gd name="T16" fmla="*/ 290 w 291"/>
                <a:gd name="T17" fmla="*/ 146 h 292"/>
                <a:gd name="T18" fmla="*/ 291 w 291"/>
                <a:gd name="T19" fmla="*/ 146 h 2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91" h="292">
                  <a:moveTo>
                    <a:pt x="290" y="146"/>
                  </a:moveTo>
                  <a:lnTo>
                    <a:pt x="247" y="43"/>
                  </a:lnTo>
                  <a:lnTo>
                    <a:pt x="145" y="0"/>
                  </a:lnTo>
                  <a:lnTo>
                    <a:pt x="42" y="43"/>
                  </a:lnTo>
                  <a:lnTo>
                    <a:pt x="0" y="146"/>
                  </a:lnTo>
                  <a:lnTo>
                    <a:pt x="42" y="249"/>
                  </a:lnTo>
                  <a:lnTo>
                    <a:pt x="145" y="292"/>
                  </a:lnTo>
                  <a:lnTo>
                    <a:pt x="247" y="249"/>
                  </a:lnTo>
                  <a:lnTo>
                    <a:pt x="290" y="146"/>
                  </a:lnTo>
                  <a:lnTo>
                    <a:pt x="291" y="146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2964" name="Freeform 148">
              <a:extLst>
                <a:ext uri="{FF2B5EF4-FFF2-40B4-BE49-F238E27FC236}">
                  <a16:creationId xmlns:a16="http://schemas.microsoft.com/office/drawing/2014/main" id="{3FC14A70-4B0A-4878-9518-21017532A3F2}"/>
                </a:ext>
              </a:extLst>
            </p:cNvPr>
            <p:cNvSpPr>
              <a:spLocks/>
            </p:cNvSpPr>
            <p:nvPr/>
          </p:nvSpPr>
          <p:spPr bwMode="auto">
            <a:xfrm>
              <a:off x="4248" y="3425"/>
              <a:ext cx="73" cy="73"/>
            </a:xfrm>
            <a:custGeom>
              <a:avLst/>
              <a:gdLst>
                <a:gd name="T0" fmla="*/ 290 w 291"/>
                <a:gd name="T1" fmla="*/ 144 h 290"/>
                <a:gd name="T2" fmla="*/ 247 w 291"/>
                <a:gd name="T3" fmla="*/ 42 h 290"/>
                <a:gd name="T4" fmla="*/ 145 w 291"/>
                <a:gd name="T5" fmla="*/ 0 h 290"/>
                <a:gd name="T6" fmla="*/ 42 w 291"/>
                <a:gd name="T7" fmla="*/ 42 h 290"/>
                <a:gd name="T8" fmla="*/ 0 w 291"/>
                <a:gd name="T9" fmla="*/ 144 h 290"/>
                <a:gd name="T10" fmla="*/ 42 w 291"/>
                <a:gd name="T11" fmla="*/ 247 h 290"/>
                <a:gd name="T12" fmla="*/ 145 w 291"/>
                <a:gd name="T13" fmla="*/ 290 h 290"/>
                <a:gd name="T14" fmla="*/ 247 w 291"/>
                <a:gd name="T15" fmla="*/ 247 h 290"/>
                <a:gd name="T16" fmla="*/ 290 w 291"/>
                <a:gd name="T17" fmla="*/ 144 h 290"/>
                <a:gd name="T18" fmla="*/ 291 w 291"/>
                <a:gd name="T19" fmla="*/ 144 h 2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91" h="290">
                  <a:moveTo>
                    <a:pt x="290" y="144"/>
                  </a:moveTo>
                  <a:lnTo>
                    <a:pt x="247" y="42"/>
                  </a:lnTo>
                  <a:lnTo>
                    <a:pt x="145" y="0"/>
                  </a:lnTo>
                  <a:lnTo>
                    <a:pt x="42" y="42"/>
                  </a:lnTo>
                  <a:lnTo>
                    <a:pt x="0" y="144"/>
                  </a:lnTo>
                  <a:lnTo>
                    <a:pt x="42" y="247"/>
                  </a:lnTo>
                  <a:lnTo>
                    <a:pt x="145" y="290"/>
                  </a:lnTo>
                  <a:lnTo>
                    <a:pt x="247" y="247"/>
                  </a:lnTo>
                  <a:lnTo>
                    <a:pt x="290" y="144"/>
                  </a:lnTo>
                  <a:lnTo>
                    <a:pt x="291" y="144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2965" name="Freeform 149">
              <a:extLst>
                <a:ext uri="{FF2B5EF4-FFF2-40B4-BE49-F238E27FC236}">
                  <a16:creationId xmlns:a16="http://schemas.microsoft.com/office/drawing/2014/main" id="{D51D540B-9755-4DFF-9071-33E14A7808A2}"/>
                </a:ext>
              </a:extLst>
            </p:cNvPr>
            <p:cNvSpPr>
              <a:spLocks/>
            </p:cNvSpPr>
            <p:nvPr/>
          </p:nvSpPr>
          <p:spPr bwMode="auto">
            <a:xfrm>
              <a:off x="4188" y="3320"/>
              <a:ext cx="73" cy="73"/>
            </a:xfrm>
            <a:custGeom>
              <a:avLst/>
              <a:gdLst>
                <a:gd name="T0" fmla="*/ 291 w 292"/>
                <a:gd name="T1" fmla="*/ 146 h 291"/>
                <a:gd name="T2" fmla="*/ 248 w 292"/>
                <a:gd name="T3" fmla="*/ 43 h 291"/>
                <a:gd name="T4" fmla="*/ 145 w 292"/>
                <a:gd name="T5" fmla="*/ 0 h 291"/>
                <a:gd name="T6" fmla="*/ 43 w 292"/>
                <a:gd name="T7" fmla="*/ 43 h 291"/>
                <a:gd name="T8" fmla="*/ 0 w 292"/>
                <a:gd name="T9" fmla="*/ 146 h 291"/>
                <a:gd name="T10" fmla="*/ 43 w 292"/>
                <a:gd name="T11" fmla="*/ 248 h 291"/>
                <a:gd name="T12" fmla="*/ 145 w 292"/>
                <a:gd name="T13" fmla="*/ 291 h 291"/>
                <a:gd name="T14" fmla="*/ 248 w 292"/>
                <a:gd name="T15" fmla="*/ 248 h 291"/>
                <a:gd name="T16" fmla="*/ 291 w 292"/>
                <a:gd name="T17" fmla="*/ 146 h 291"/>
                <a:gd name="T18" fmla="*/ 292 w 292"/>
                <a:gd name="T19" fmla="*/ 146 h 2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92" h="291">
                  <a:moveTo>
                    <a:pt x="291" y="146"/>
                  </a:moveTo>
                  <a:lnTo>
                    <a:pt x="248" y="43"/>
                  </a:lnTo>
                  <a:lnTo>
                    <a:pt x="145" y="0"/>
                  </a:lnTo>
                  <a:lnTo>
                    <a:pt x="43" y="43"/>
                  </a:lnTo>
                  <a:lnTo>
                    <a:pt x="0" y="146"/>
                  </a:lnTo>
                  <a:lnTo>
                    <a:pt x="43" y="248"/>
                  </a:lnTo>
                  <a:lnTo>
                    <a:pt x="145" y="291"/>
                  </a:lnTo>
                  <a:lnTo>
                    <a:pt x="248" y="248"/>
                  </a:lnTo>
                  <a:lnTo>
                    <a:pt x="291" y="146"/>
                  </a:lnTo>
                  <a:lnTo>
                    <a:pt x="292" y="146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2966" name="Freeform 150">
              <a:extLst>
                <a:ext uri="{FF2B5EF4-FFF2-40B4-BE49-F238E27FC236}">
                  <a16:creationId xmlns:a16="http://schemas.microsoft.com/office/drawing/2014/main" id="{99444F2C-DC9E-42E3-8B95-224F8EE1D88D}"/>
                </a:ext>
              </a:extLst>
            </p:cNvPr>
            <p:cNvSpPr>
              <a:spLocks/>
            </p:cNvSpPr>
            <p:nvPr/>
          </p:nvSpPr>
          <p:spPr bwMode="auto">
            <a:xfrm>
              <a:off x="4127" y="3215"/>
              <a:ext cx="73" cy="73"/>
            </a:xfrm>
            <a:custGeom>
              <a:avLst/>
              <a:gdLst>
                <a:gd name="T0" fmla="*/ 290 w 292"/>
                <a:gd name="T1" fmla="*/ 146 h 290"/>
                <a:gd name="T2" fmla="*/ 248 w 292"/>
                <a:gd name="T3" fmla="*/ 42 h 290"/>
                <a:gd name="T4" fmla="*/ 144 w 292"/>
                <a:gd name="T5" fmla="*/ 0 h 290"/>
                <a:gd name="T6" fmla="*/ 42 w 292"/>
                <a:gd name="T7" fmla="*/ 42 h 290"/>
                <a:gd name="T8" fmla="*/ 0 w 292"/>
                <a:gd name="T9" fmla="*/ 146 h 290"/>
                <a:gd name="T10" fmla="*/ 42 w 292"/>
                <a:gd name="T11" fmla="*/ 247 h 290"/>
                <a:gd name="T12" fmla="*/ 144 w 292"/>
                <a:gd name="T13" fmla="*/ 290 h 290"/>
                <a:gd name="T14" fmla="*/ 248 w 292"/>
                <a:gd name="T15" fmla="*/ 247 h 290"/>
                <a:gd name="T16" fmla="*/ 290 w 292"/>
                <a:gd name="T17" fmla="*/ 146 h 290"/>
                <a:gd name="T18" fmla="*/ 292 w 292"/>
                <a:gd name="T19" fmla="*/ 146 h 2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92" h="290">
                  <a:moveTo>
                    <a:pt x="290" y="146"/>
                  </a:moveTo>
                  <a:lnTo>
                    <a:pt x="248" y="42"/>
                  </a:lnTo>
                  <a:lnTo>
                    <a:pt x="144" y="0"/>
                  </a:lnTo>
                  <a:lnTo>
                    <a:pt x="42" y="42"/>
                  </a:lnTo>
                  <a:lnTo>
                    <a:pt x="0" y="146"/>
                  </a:lnTo>
                  <a:lnTo>
                    <a:pt x="42" y="247"/>
                  </a:lnTo>
                  <a:lnTo>
                    <a:pt x="144" y="290"/>
                  </a:lnTo>
                  <a:lnTo>
                    <a:pt x="248" y="247"/>
                  </a:lnTo>
                  <a:lnTo>
                    <a:pt x="290" y="146"/>
                  </a:lnTo>
                  <a:lnTo>
                    <a:pt x="292" y="146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2967" name="Freeform 151">
              <a:extLst>
                <a:ext uri="{FF2B5EF4-FFF2-40B4-BE49-F238E27FC236}">
                  <a16:creationId xmlns:a16="http://schemas.microsoft.com/office/drawing/2014/main" id="{1BDDE95E-24B6-442C-9E03-1CE899F853DE}"/>
                </a:ext>
              </a:extLst>
            </p:cNvPr>
            <p:cNvSpPr>
              <a:spLocks/>
            </p:cNvSpPr>
            <p:nvPr/>
          </p:nvSpPr>
          <p:spPr bwMode="auto">
            <a:xfrm>
              <a:off x="3704" y="3530"/>
              <a:ext cx="73" cy="72"/>
            </a:xfrm>
            <a:custGeom>
              <a:avLst/>
              <a:gdLst>
                <a:gd name="T0" fmla="*/ 291 w 292"/>
                <a:gd name="T1" fmla="*/ 145 h 291"/>
                <a:gd name="T2" fmla="*/ 248 w 292"/>
                <a:gd name="T3" fmla="*/ 43 h 291"/>
                <a:gd name="T4" fmla="*/ 146 w 292"/>
                <a:gd name="T5" fmla="*/ 0 h 291"/>
                <a:gd name="T6" fmla="*/ 43 w 292"/>
                <a:gd name="T7" fmla="*/ 43 h 291"/>
                <a:gd name="T8" fmla="*/ 0 w 292"/>
                <a:gd name="T9" fmla="*/ 145 h 291"/>
                <a:gd name="T10" fmla="*/ 43 w 292"/>
                <a:gd name="T11" fmla="*/ 248 h 291"/>
                <a:gd name="T12" fmla="*/ 146 w 292"/>
                <a:gd name="T13" fmla="*/ 291 h 291"/>
                <a:gd name="T14" fmla="*/ 248 w 292"/>
                <a:gd name="T15" fmla="*/ 248 h 291"/>
                <a:gd name="T16" fmla="*/ 291 w 292"/>
                <a:gd name="T17" fmla="*/ 145 h 291"/>
                <a:gd name="T18" fmla="*/ 292 w 292"/>
                <a:gd name="T19" fmla="*/ 145 h 2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92" h="291">
                  <a:moveTo>
                    <a:pt x="291" y="145"/>
                  </a:moveTo>
                  <a:lnTo>
                    <a:pt x="248" y="43"/>
                  </a:lnTo>
                  <a:lnTo>
                    <a:pt x="146" y="0"/>
                  </a:lnTo>
                  <a:lnTo>
                    <a:pt x="43" y="43"/>
                  </a:lnTo>
                  <a:lnTo>
                    <a:pt x="0" y="145"/>
                  </a:lnTo>
                  <a:lnTo>
                    <a:pt x="43" y="248"/>
                  </a:lnTo>
                  <a:lnTo>
                    <a:pt x="146" y="291"/>
                  </a:lnTo>
                  <a:lnTo>
                    <a:pt x="248" y="248"/>
                  </a:lnTo>
                  <a:lnTo>
                    <a:pt x="291" y="145"/>
                  </a:lnTo>
                  <a:lnTo>
                    <a:pt x="292" y="145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2968" name="Freeform 152">
              <a:extLst>
                <a:ext uri="{FF2B5EF4-FFF2-40B4-BE49-F238E27FC236}">
                  <a16:creationId xmlns:a16="http://schemas.microsoft.com/office/drawing/2014/main" id="{E5A1D487-5702-4761-82EC-BBB7F34E6DFC}"/>
                </a:ext>
              </a:extLst>
            </p:cNvPr>
            <p:cNvSpPr>
              <a:spLocks/>
            </p:cNvSpPr>
            <p:nvPr/>
          </p:nvSpPr>
          <p:spPr bwMode="auto">
            <a:xfrm>
              <a:off x="4188" y="3530"/>
              <a:ext cx="73" cy="72"/>
            </a:xfrm>
            <a:custGeom>
              <a:avLst/>
              <a:gdLst>
                <a:gd name="T0" fmla="*/ 291 w 292"/>
                <a:gd name="T1" fmla="*/ 145 h 291"/>
                <a:gd name="T2" fmla="*/ 248 w 292"/>
                <a:gd name="T3" fmla="*/ 43 h 291"/>
                <a:gd name="T4" fmla="*/ 145 w 292"/>
                <a:gd name="T5" fmla="*/ 0 h 291"/>
                <a:gd name="T6" fmla="*/ 43 w 292"/>
                <a:gd name="T7" fmla="*/ 43 h 291"/>
                <a:gd name="T8" fmla="*/ 0 w 292"/>
                <a:gd name="T9" fmla="*/ 145 h 291"/>
                <a:gd name="T10" fmla="*/ 43 w 292"/>
                <a:gd name="T11" fmla="*/ 248 h 291"/>
                <a:gd name="T12" fmla="*/ 145 w 292"/>
                <a:gd name="T13" fmla="*/ 291 h 291"/>
                <a:gd name="T14" fmla="*/ 248 w 292"/>
                <a:gd name="T15" fmla="*/ 248 h 291"/>
                <a:gd name="T16" fmla="*/ 291 w 292"/>
                <a:gd name="T17" fmla="*/ 145 h 291"/>
                <a:gd name="T18" fmla="*/ 292 w 292"/>
                <a:gd name="T19" fmla="*/ 145 h 2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92" h="291">
                  <a:moveTo>
                    <a:pt x="291" y="145"/>
                  </a:moveTo>
                  <a:lnTo>
                    <a:pt x="248" y="43"/>
                  </a:lnTo>
                  <a:lnTo>
                    <a:pt x="145" y="0"/>
                  </a:lnTo>
                  <a:lnTo>
                    <a:pt x="43" y="43"/>
                  </a:lnTo>
                  <a:lnTo>
                    <a:pt x="0" y="145"/>
                  </a:lnTo>
                  <a:lnTo>
                    <a:pt x="43" y="248"/>
                  </a:lnTo>
                  <a:lnTo>
                    <a:pt x="145" y="291"/>
                  </a:lnTo>
                  <a:lnTo>
                    <a:pt x="248" y="248"/>
                  </a:lnTo>
                  <a:lnTo>
                    <a:pt x="291" y="145"/>
                  </a:lnTo>
                  <a:lnTo>
                    <a:pt x="292" y="145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2969" name="Freeform 153">
              <a:extLst>
                <a:ext uri="{FF2B5EF4-FFF2-40B4-BE49-F238E27FC236}">
                  <a16:creationId xmlns:a16="http://schemas.microsoft.com/office/drawing/2014/main" id="{1BACE59F-2658-4D96-80A5-32FFB80FD553}"/>
                </a:ext>
              </a:extLst>
            </p:cNvPr>
            <p:cNvSpPr>
              <a:spLocks/>
            </p:cNvSpPr>
            <p:nvPr/>
          </p:nvSpPr>
          <p:spPr bwMode="auto">
            <a:xfrm>
              <a:off x="3486" y="3042"/>
              <a:ext cx="518" cy="1"/>
            </a:xfrm>
            <a:custGeom>
              <a:avLst/>
              <a:gdLst>
                <a:gd name="T0" fmla="*/ 0 w 2070"/>
                <a:gd name="T1" fmla="*/ 2069 w 2070"/>
                <a:gd name="T2" fmla="*/ 2070 w 207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2070">
                  <a:moveTo>
                    <a:pt x="0" y="0"/>
                  </a:moveTo>
                  <a:lnTo>
                    <a:pt x="2069" y="0"/>
                  </a:lnTo>
                  <a:lnTo>
                    <a:pt x="2070" y="0"/>
                  </a:lnTo>
                </a:path>
              </a:pathLst>
            </a:custGeom>
            <a:noFill/>
            <a:ln w="0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2970" name="Freeform 154">
              <a:extLst>
                <a:ext uri="{FF2B5EF4-FFF2-40B4-BE49-F238E27FC236}">
                  <a16:creationId xmlns:a16="http://schemas.microsoft.com/office/drawing/2014/main" id="{56887C2B-7933-4397-B037-060C9D2F91DA}"/>
                </a:ext>
              </a:extLst>
            </p:cNvPr>
            <p:cNvSpPr>
              <a:spLocks/>
            </p:cNvSpPr>
            <p:nvPr/>
          </p:nvSpPr>
          <p:spPr bwMode="auto">
            <a:xfrm>
              <a:off x="3305" y="3147"/>
              <a:ext cx="866" cy="1"/>
            </a:xfrm>
            <a:custGeom>
              <a:avLst/>
              <a:gdLst>
                <a:gd name="T0" fmla="*/ 0 w 3465"/>
                <a:gd name="T1" fmla="*/ 3464 w 3465"/>
                <a:gd name="T2" fmla="*/ 3465 w 346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3465">
                  <a:moveTo>
                    <a:pt x="0" y="0"/>
                  </a:moveTo>
                  <a:lnTo>
                    <a:pt x="3464" y="0"/>
                  </a:lnTo>
                  <a:lnTo>
                    <a:pt x="3465" y="0"/>
                  </a:lnTo>
                </a:path>
              </a:pathLst>
            </a:custGeom>
            <a:noFill/>
            <a:ln w="0" cap="flat">
              <a:solidFill>
                <a:schemeClr val="tx1"/>
              </a:solidFill>
              <a:prstDash val="lg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2971" name="Freeform 155">
              <a:extLst>
                <a:ext uri="{FF2B5EF4-FFF2-40B4-BE49-F238E27FC236}">
                  <a16:creationId xmlns:a16="http://schemas.microsoft.com/office/drawing/2014/main" id="{9B5181BD-A7B9-4306-B8FA-9B3204A99187}"/>
                </a:ext>
              </a:extLst>
            </p:cNvPr>
            <p:cNvSpPr>
              <a:spLocks/>
            </p:cNvSpPr>
            <p:nvPr/>
          </p:nvSpPr>
          <p:spPr bwMode="auto">
            <a:xfrm>
              <a:off x="3245" y="3252"/>
              <a:ext cx="999" cy="1"/>
            </a:xfrm>
            <a:custGeom>
              <a:avLst/>
              <a:gdLst>
                <a:gd name="T0" fmla="*/ 0 w 3998"/>
                <a:gd name="T1" fmla="*/ 3996 w 3998"/>
                <a:gd name="T2" fmla="*/ 3998 w 3998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3998">
                  <a:moveTo>
                    <a:pt x="0" y="0"/>
                  </a:moveTo>
                  <a:lnTo>
                    <a:pt x="3996" y="0"/>
                  </a:lnTo>
                  <a:lnTo>
                    <a:pt x="3998" y="0"/>
                  </a:lnTo>
                </a:path>
              </a:pathLst>
            </a:custGeom>
            <a:noFill/>
            <a:ln w="0" cap="flat">
              <a:solidFill>
                <a:schemeClr val="tx1"/>
              </a:solidFill>
              <a:prstDash val="lg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2972" name="Freeform 156">
              <a:extLst>
                <a:ext uri="{FF2B5EF4-FFF2-40B4-BE49-F238E27FC236}">
                  <a16:creationId xmlns:a16="http://schemas.microsoft.com/office/drawing/2014/main" id="{7E3108EA-201D-4AC2-9375-2EBE4DD4C06C}"/>
                </a:ext>
              </a:extLst>
            </p:cNvPr>
            <p:cNvSpPr>
              <a:spLocks/>
            </p:cNvSpPr>
            <p:nvPr/>
          </p:nvSpPr>
          <p:spPr bwMode="auto">
            <a:xfrm>
              <a:off x="3196" y="3356"/>
              <a:ext cx="1102" cy="1"/>
            </a:xfrm>
            <a:custGeom>
              <a:avLst/>
              <a:gdLst>
                <a:gd name="T0" fmla="*/ 0 w 4411"/>
                <a:gd name="T1" fmla="*/ 4410 w 4411"/>
                <a:gd name="T2" fmla="*/ 4411 w 441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4411">
                  <a:moveTo>
                    <a:pt x="0" y="0"/>
                  </a:moveTo>
                  <a:lnTo>
                    <a:pt x="4410" y="0"/>
                  </a:lnTo>
                  <a:lnTo>
                    <a:pt x="4411" y="0"/>
                  </a:lnTo>
                </a:path>
              </a:pathLst>
            </a:custGeom>
            <a:noFill/>
            <a:ln w="0" cap="flat">
              <a:solidFill>
                <a:schemeClr val="tx1"/>
              </a:solidFill>
              <a:prstDash val="lg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2973" name="Freeform 157">
              <a:extLst>
                <a:ext uri="{FF2B5EF4-FFF2-40B4-BE49-F238E27FC236}">
                  <a16:creationId xmlns:a16="http://schemas.microsoft.com/office/drawing/2014/main" id="{45C4A484-78B3-4236-A4C8-C4FAF1C6D8C8}"/>
                </a:ext>
              </a:extLst>
            </p:cNvPr>
            <p:cNvSpPr>
              <a:spLocks/>
            </p:cNvSpPr>
            <p:nvPr/>
          </p:nvSpPr>
          <p:spPr bwMode="auto">
            <a:xfrm>
              <a:off x="3145" y="3461"/>
              <a:ext cx="1201" cy="1"/>
            </a:xfrm>
            <a:custGeom>
              <a:avLst/>
              <a:gdLst>
                <a:gd name="T0" fmla="*/ 0 w 4803"/>
                <a:gd name="T1" fmla="*/ 4801 w 4803"/>
                <a:gd name="T2" fmla="*/ 4803 w 480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4803">
                  <a:moveTo>
                    <a:pt x="0" y="0"/>
                  </a:moveTo>
                  <a:lnTo>
                    <a:pt x="4801" y="0"/>
                  </a:lnTo>
                  <a:lnTo>
                    <a:pt x="4803" y="0"/>
                  </a:lnTo>
                </a:path>
              </a:pathLst>
            </a:custGeom>
            <a:noFill/>
            <a:ln w="0" cap="flat">
              <a:solidFill>
                <a:schemeClr val="tx1"/>
              </a:solidFill>
              <a:prstDash val="lg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2974" name="Freeform 158">
              <a:extLst>
                <a:ext uri="{FF2B5EF4-FFF2-40B4-BE49-F238E27FC236}">
                  <a16:creationId xmlns:a16="http://schemas.microsoft.com/office/drawing/2014/main" id="{FE16CD61-0DAC-41EA-925B-5056F8529B15}"/>
                </a:ext>
              </a:extLst>
            </p:cNvPr>
            <p:cNvSpPr>
              <a:spLocks/>
            </p:cNvSpPr>
            <p:nvPr/>
          </p:nvSpPr>
          <p:spPr bwMode="auto">
            <a:xfrm>
              <a:off x="3486" y="4090"/>
              <a:ext cx="511" cy="1"/>
            </a:xfrm>
            <a:custGeom>
              <a:avLst/>
              <a:gdLst>
                <a:gd name="T0" fmla="*/ 0 w 2042"/>
                <a:gd name="T1" fmla="*/ 2041 w 2042"/>
                <a:gd name="T2" fmla="*/ 2042 w 204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2042">
                  <a:moveTo>
                    <a:pt x="0" y="0"/>
                  </a:moveTo>
                  <a:lnTo>
                    <a:pt x="2041" y="0"/>
                  </a:lnTo>
                  <a:lnTo>
                    <a:pt x="2042" y="0"/>
                  </a:lnTo>
                </a:path>
              </a:pathLst>
            </a:custGeom>
            <a:noFill/>
            <a:ln w="0" cap="flat">
              <a:solidFill>
                <a:schemeClr val="tx1"/>
              </a:solidFill>
              <a:prstDash val="lg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2975" name="Freeform 159">
              <a:extLst>
                <a:ext uri="{FF2B5EF4-FFF2-40B4-BE49-F238E27FC236}">
                  <a16:creationId xmlns:a16="http://schemas.microsoft.com/office/drawing/2014/main" id="{2A9BB957-1C6D-413C-8BD3-2AD037BC9706}"/>
                </a:ext>
              </a:extLst>
            </p:cNvPr>
            <p:cNvSpPr>
              <a:spLocks/>
            </p:cNvSpPr>
            <p:nvPr/>
          </p:nvSpPr>
          <p:spPr bwMode="auto">
            <a:xfrm>
              <a:off x="3305" y="3985"/>
              <a:ext cx="866" cy="1"/>
            </a:xfrm>
            <a:custGeom>
              <a:avLst/>
              <a:gdLst>
                <a:gd name="T0" fmla="*/ 0 w 3465"/>
                <a:gd name="T1" fmla="*/ 3464 w 3465"/>
                <a:gd name="T2" fmla="*/ 3465 w 346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3465">
                  <a:moveTo>
                    <a:pt x="0" y="0"/>
                  </a:moveTo>
                  <a:lnTo>
                    <a:pt x="3464" y="0"/>
                  </a:lnTo>
                  <a:lnTo>
                    <a:pt x="3465" y="0"/>
                  </a:lnTo>
                </a:path>
              </a:pathLst>
            </a:custGeom>
            <a:noFill/>
            <a:ln w="0" cap="flat">
              <a:solidFill>
                <a:schemeClr val="tx1"/>
              </a:solidFill>
              <a:prstDash val="lg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2976" name="Freeform 160">
              <a:extLst>
                <a:ext uri="{FF2B5EF4-FFF2-40B4-BE49-F238E27FC236}">
                  <a16:creationId xmlns:a16="http://schemas.microsoft.com/office/drawing/2014/main" id="{BE8D414A-8AE1-4ABF-A3DE-4C159C87D4AF}"/>
                </a:ext>
              </a:extLst>
            </p:cNvPr>
            <p:cNvSpPr>
              <a:spLocks/>
            </p:cNvSpPr>
            <p:nvPr/>
          </p:nvSpPr>
          <p:spPr bwMode="auto">
            <a:xfrm>
              <a:off x="3245" y="3881"/>
              <a:ext cx="995" cy="1"/>
            </a:xfrm>
            <a:custGeom>
              <a:avLst/>
              <a:gdLst>
                <a:gd name="T0" fmla="*/ 0 w 3984"/>
                <a:gd name="T1" fmla="*/ 3982 w 3984"/>
                <a:gd name="T2" fmla="*/ 3984 w 398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3984">
                  <a:moveTo>
                    <a:pt x="0" y="0"/>
                  </a:moveTo>
                  <a:lnTo>
                    <a:pt x="3982" y="0"/>
                  </a:lnTo>
                  <a:lnTo>
                    <a:pt x="3984" y="0"/>
                  </a:lnTo>
                </a:path>
              </a:pathLst>
            </a:custGeom>
            <a:noFill/>
            <a:ln w="0" cap="flat">
              <a:solidFill>
                <a:schemeClr val="tx1"/>
              </a:solidFill>
              <a:prstDash val="lg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2977" name="Freeform 161">
              <a:extLst>
                <a:ext uri="{FF2B5EF4-FFF2-40B4-BE49-F238E27FC236}">
                  <a16:creationId xmlns:a16="http://schemas.microsoft.com/office/drawing/2014/main" id="{08390254-211F-4667-867A-359BDC296D2A}"/>
                </a:ext>
              </a:extLst>
            </p:cNvPr>
            <p:cNvSpPr>
              <a:spLocks/>
            </p:cNvSpPr>
            <p:nvPr/>
          </p:nvSpPr>
          <p:spPr bwMode="auto">
            <a:xfrm>
              <a:off x="3184" y="3776"/>
              <a:ext cx="1104" cy="1"/>
            </a:xfrm>
            <a:custGeom>
              <a:avLst/>
              <a:gdLst>
                <a:gd name="T0" fmla="*/ 0 w 4414"/>
                <a:gd name="T1" fmla="*/ 4413 w 4414"/>
                <a:gd name="T2" fmla="*/ 4414 w 441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4414">
                  <a:moveTo>
                    <a:pt x="0" y="0"/>
                  </a:moveTo>
                  <a:lnTo>
                    <a:pt x="4413" y="0"/>
                  </a:lnTo>
                  <a:lnTo>
                    <a:pt x="4414" y="0"/>
                  </a:lnTo>
                </a:path>
              </a:pathLst>
            </a:custGeom>
            <a:noFill/>
            <a:ln w="0" cap="flat">
              <a:solidFill>
                <a:schemeClr val="tx1"/>
              </a:solidFill>
              <a:prstDash val="lg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2978" name="Freeform 162">
              <a:extLst>
                <a:ext uri="{FF2B5EF4-FFF2-40B4-BE49-F238E27FC236}">
                  <a16:creationId xmlns:a16="http://schemas.microsoft.com/office/drawing/2014/main" id="{7A7E5963-AAC2-48EF-B9BE-FBEEF9D690BA}"/>
                </a:ext>
              </a:extLst>
            </p:cNvPr>
            <p:cNvSpPr>
              <a:spLocks/>
            </p:cNvSpPr>
            <p:nvPr/>
          </p:nvSpPr>
          <p:spPr bwMode="auto">
            <a:xfrm>
              <a:off x="3124" y="3671"/>
              <a:ext cx="1218" cy="1"/>
            </a:xfrm>
            <a:custGeom>
              <a:avLst/>
              <a:gdLst>
                <a:gd name="T0" fmla="*/ 0 w 4875"/>
                <a:gd name="T1" fmla="*/ 4874 w 4875"/>
                <a:gd name="T2" fmla="*/ 4875 w 487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4875">
                  <a:moveTo>
                    <a:pt x="0" y="0"/>
                  </a:moveTo>
                  <a:lnTo>
                    <a:pt x="4874" y="0"/>
                  </a:lnTo>
                  <a:lnTo>
                    <a:pt x="4875" y="0"/>
                  </a:lnTo>
                </a:path>
              </a:pathLst>
            </a:custGeom>
            <a:noFill/>
            <a:ln w="0" cap="flat">
              <a:solidFill>
                <a:schemeClr val="tx1"/>
              </a:solidFill>
              <a:prstDash val="lg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2979" name="Freeform 163">
              <a:extLst>
                <a:ext uri="{FF2B5EF4-FFF2-40B4-BE49-F238E27FC236}">
                  <a16:creationId xmlns:a16="http://schemas.microsoft.com/office/drawing/2014/main" id="{AC621F1C-B24D-4D42-AF14-E16EBE9AF90D}"/>
                </a:ext>
              </a:extLst>
            </p:cNvPr>
            <p:cNvSpPr>
              <a:spLocks/>
            </p:cNvSpPr>
            <p:nvPr/>
          </p:nvSpPr>
          <p:spPr bwMode="auto">
            <a:xfrm>
              <a:off x="3162" y="3075"/>
              <a:ext cx="257" cy="446"/>
            </a:xfrm>
            <a:custGeom>
              <a:avLst/>
              <a:gdLst>
                <a:gd name="T0" fmla="*/ 0 w 1030"/>
                <a:gd name="T1" fmla="*/ 1785 h 1785"/>
                <a:gd name="T2" fmla="*/ 1029 w 1030"/>
                <a:gd name="T3" fmla="*/ 0 h 1785"/>
                <a:gd name="T4" fmla="*/ 1030 w 1030"/>
                <a:gd name="T5" fmla="*/ 0 h 17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030" h="1785">
                  <a:moveTo>
                    <a:pt x="0" y="1785"/>
                  </a:moveTo>
                  <a:lnTo>
                    <a:pt x="1029" y="0"/>
                  </a:lnTo>
                  <a:lnTo>
                    <a:pt x="1030" y="0"/>
                  </a:lnTo>
                </a:path>
              </a:pathLst>
            </a:custGeom>
            <a:noFill/>
            <a:ln w="0" cap="flat">
              <a:solidFill>
                <a:schemeClr val="tx1"/>
              </a:solidFill>
              <a:prstDash val="lg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2980" name="Freeform 164">
              <a:extLst>
                <a:ext uri="{FF2B5EF4-FFF2-40B4-BE49-F238E27FC236}">
                  <a16:creationId xmlns:a16="http://schemas.microsoft.com/office/drawing/2014/main" id="{040751C9-46D3-4B4C-81C2-07A1C3AF0F8E}"/>
                </a:ext>
              </a:extLst>
            </p:cNvPr>
            <p:cNvSpPr>
              <a:spLocks/>
            </p:cNvSpPr>
            <p:nvPr/>
          </p:nvSpPr>
          <p:spPr bwMode="auto">
            <a:xfrm>
              <a:off x="3922" y="3028"/>
              <a:ext cx="34" cy="14"/>
            </a:xfrm>
            <a:custGeom>
              <a:avLst/>
              <a:gdLst>
                <a:gd name="T0" fmla="*/ 0 w 135"/>
                <a:gd name="T1" fmla="*/ 55 h 55"/>
                <a:gd name="T2" fmla="*/ 134 w 135"/>
                <a:gd name="T3" fmla="*/ 0 h 55"/>
                <a:gd name="T4" fmla="*/ 135 w 135"/>
                <a:gd name="T5" fmla="*/ 0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35" h="55">
                  <a:moveTo>
                    <a:pt x="0" y="55"/>
                  </a:moveTo>
                  <a:lnTo>
                    <a:pt x="134" y="0"/>
                  </a:lnTo>
                  <a:lnTo>
                    <a:pt x="135" y="0"/>
                  </a:lnTo>
                </a:path>
              </a:pathLst>
            </a:custGeom>
            <a:noFill/>
            <a:ln w="0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62981" name="Group 165">
            <a:extLst>
              <a:ext uri="{FF2B5EF4-FFF2-40B4-BE49-F238E27FC236}">
                <a16:creationId xmlns:a16="http://schemas.microsoft.com/office/drawing/2014/main" id="{A0989C7A-18E2-4024-AC62-4974C0BDA914}"/>
              </a:ext>
            </a:extLst>
          </p:cNvPr>
          <p:cNvGrpSpPr>
            <a:grpSpLocks/>
          </p:cNvGrpSpPr>
          <p:nvPr/>
        </p:nvGrpSpPr>
        <p:grpSpPr bwMode="auto">
          <a:xfrm>
            <a:off x="2060575" y="3740150"/>
            <a:ext cx="2425700" cy="1177925"/>
            <a:chOff x="1283" y="1671"/>
            <a:chExt cx="1528" cy="742"/>
          </a:xfrm>
        </p:grpSpPr>
        <p:sp>
          <p:nvSpPr>
            <p:cNvPr id="162982" name="AutoShape 166">
              <a:extLst>
                <a:ext uri="{FF2B5EF4-FFF2-40B4-BE49-F238E27FC236}">
                  <a16:creationId xmlns:a16="http://schemas.microsoft.com/office/drawing/2014/main" id="{0925D50F-6D66-4240-85F3-676F805BF7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83" y="1671"/>
              <a:ext cx="1528" cy="733"/>
            </a:xfrm>
            <a:prstGeom prst="roundRect">
              <a:avLst>
                <a:gd name="adj" fmla="val 16667"/>
              </a:avLst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62983" name="Freeform 167">
              <a:extLst>
                <a:ext uri="{FF2B5EF4-FFF2-40B4-BE49-F238E27FC236}">
                  <a16:creationId xmlns:a16="http://schemas.microsoft.com/office/drawing/2014/main" id="{EB6AD2EE-02BF-44DF-A8B8-1BC250EDEA5E}"/>
                </a:ext>
              </a:extLst>
            </p:cNvPr>
            <p:cNvSpPr>
              <a:spLocks/>
            </p:cNvSpPr>
            <p:nvPr/>
          </p:nvSpPr>
          <p:spPr bwMode="auto">
            <a:xfrm>
              <a:off x="1284" y="2308"/>
              <a:ext cx="106" cy="105"/>
            </a:xfrm>
            <a:custGeom>
              <a:avLst/>
              <a:gdLst>
                <a:gd name="T0" fmla="*/ 0 w 421"/>
                <a:gd name="T1" fmla="*/ 0 h 419"/>
                <a:gd name="T2" fmla="*/ 123 w 421"/>
                <a:gd name="T3" fmla="*/ 296 h 419"/>
                <a:gd name="T4" fmla="*/ 420 w 421"/>
                <a:gd name="T5" fmla="*/ 419 h 419"/>
                <a:gd name="T6" fmla="*/ 421 w 421"/>
                <a:gd name="T7" fmla="*/ 419 h 4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21" h="419">
                  <a:moveTo>
                    <a:pt x="0" y="0"/>
                  </a:moveTo>
                  <a:lnTo>
                    <a:pt x="123" y="296"/>
                  </a:lnTo>
                  <a:lnTo>
                    <a:pt x="420" y="419"/>
                  </a:lnTo>
                  <a:lnTo>
                    <a:pt x="421" y="419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2984" name="Freeform 168">
              <a:extLst>
                <a:ext uri="{FF2B5EF4-FFF2-40B4-BE49-F238E27FC236}">
                  <a16:creationId xmlns:a16="http://schemas.microsoft.com/office/drawing/2014/main" id="{7E5076FC-4D5B-4A4E-9672-9169BCC2B97C}"/>
                </a:ext>
              </a:extLst>
            </p:cNvPr>
            <p:cNvSpPr>
              <a:spLocks/>
            </p:cNvSpPr>
            <p:nvPr/>
          </p:nvSpPr>
          <p:spPr bwMode="auto">
            <a:xfrm>
              <a:off x="1370" y="1767"/>
              <a:ext cx="129" cy="65"/>
            </a:xfrm>
            <a:custGeom>
              <a:avLst/>
              <a:gdLst>
                <a:gd name="T0" fmla="*/ 517 w 517"/>
                <a:gd name="T1" fmla="*/ 259 h 259"/>
                <a:gd name="T2" fmla="*/ 442 w 517"/>
                <a:gd name="T3" fmla="*/ 76 h 259"/>
                <a:gd name="T4" fmla="*/ 259 w 517"/>
                <a:gd name="T5" fmla="*/ 0 h 259"/>
                <a:gd name="T6" fmla="*/ 77 w 517"/>
                <a:gd name="T7" fmla="*/ 76 h 259"/>
                <a:gd name="T8" fmla="*/ 0 w 517"/>
                <a:gd name="T9" fmla="*/ 259 h 259"/>
                <a:gd name="T10" fmla="*/ 2 w 517"/>
                <a:gd name="T11" fmla="*/ 259 h 2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17" h="259">
                  <a:moveTo>
                    <a:pt x="517" y="259"/>
                  </a:moveTo>
                  <a:lnTo>
                    <a:pt x="442" y="76"/>
                  </a:lnTo>
                  <a:lnTo>
                    <a:pt x="259" y="0"/>
                  </a:lnTo>
                  <a:lnTo>
                    <a:pt x="77" y="76"/>
                  </a:lnTo>
                  <a:lnTo>
                    <a:pt x="0" y="259"/>
                  </a:lnTo>
                  <a:lnTo>
                    <a:pt x="2" y="259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2985" name="Freeform 169">
              <a:extLst>
                <a:ext uri="{FF2B5EF4-FFF2-40B4-BE49-F238E27FC236}">
                  <a16:creationId xmlns:a16="http://schemas.microsoft.com/office/drawing/2014/main" id="{920B2083-628C-49C1-8050-547F1533B9CD}"/>
                </a:ext>
              </a:extLst>
            </p:cNvPr>
            <p:cNvSpPr>
              <a:spLocks/>
            </p:cNvSpPr>
            <p:nvPr/>
          </p:nvSpPr>
          <p:spPr bwMode="auto">
            <a:xfrm>
              <a:off x="1370" y="2258"/>
              <a:ext cx="129" cy="64"/>
            </a:xfrm>
            <a:custGeom>
              <a:avLst/>
              <a:gdLst>
                <a:gd name="T0" fmla="*/ 0 w 518"/>
                <a:gd name="T1" fmla="*/ 0 h 259"/>
                <a:gd name="T2" fmla="*/ 77 w 518"/>
                <a:gd name="T3" fmla="*/ 182 h 259"/>
                <a:gd name="T4" fmla="*/ 259 w 518"/>
                <a:gd name="T5" fmla="*/ 259 h 259"/>
                <a:gd name="T6" fmla="*/ 442 w 518"/>
                <a:gd name="T7" fmla="*/ 182 h 259"/>
                <a:gd name="T8" fmla="*/ 517 w 518"/>
                <a:gd name="T9" fmla="*/ 0 h 259"/>
                <a:gd name="T10" fmla="*/ 518 w 518"/>
                <a:gd name="T11" fmla="*/ 0 h 2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18" h="259">
                  <a:moveTo>
                    <a:pt x="0" y="0"/>
                  </a:moveTo>
                  <a:lnTo>
                    <a:pt x="77" y="182"/>
                  </a:lnTo>
                  <a:lnTo>
                    <a:pt x="259" y="259"/>
                  </a:lnTo>
                  <a:lnTo>
                    <a:pt x="442" y="182"/>
                  </a:lnTo>
                  <a:lnTo>
                    <a:pt x="517" y="0"/>
                  </a:lnTo>
                  <a:lnTo>
                    <a:pt x="518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2986" name="Freeform 170">
              <a:extLst>
                <a:ext uri="{FF2B5EF4-FFF2-40B4-BE49-F238E27FC236}">
                  <a16:creationId xmlns:a16="http://schemas.microsoft.com/office/drawing/2014/main" id="{11F0076E-0E41-4BEE-A50E-BA498D0CF104}"/>
                </a:ext>
              </a:extLst>
            </p:cNvPr>
            <p:cNvSpPr>
              <a:spLocks/>
            </p:cNvSpPr>
            <p:nvPr/>
          </p:nvSpPr>
          <p:spPr bwMode="auto">
            <a:xfrm>
              <a:off x="1370" y="1832"/>
              <a:ext cx="1" cy="426"/>
            </a:xfrm>
            <a:custGeom>
              <a:avLst/>
              <a:gdLst>
                <a:gd name="T0" fmla="*/ 0 w 2"/>
                <a:gd name="T1" fmla="*/ 0 h 1701"/>
                <a:gd name="T2" fmla="*/ 0 w 2"/>
                <a:gd name="T3" fmla="*/ 1701 h 1701"/>
                <a:gd name="T4" fmla="*/ 2 w 2"/>
                <a:gd name="T5" fmla="*/ 1701 h 17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1701">
                  <a:moveTo>
                    <a:pt x="0" y="0"/>
                  </a:moveTo>
                  <a:lnTo>
                    <a:pt x="0" y="1701"/>
                  </a:lnTo>
                  <a:lnTo>
                    <a:pt x="2" y="1701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2987" name="Freeform 171">
              <a:extLst>
                <a:ext uri="{FF2B5EF4-FFF2-40B4-BE49-F238E27FC236}">
                  <a16:creationId xmlns:a16="http://schemas.microsoft.com/office/drawing/2014/main" id="{F95DD835-7A8F-435B-8F01-1A260DAB561F}"/>
                </a:ext>
              </a:extLst>
            </p:cNvPr>
            <p:cNvSpPr>
              <a:spLocks/>
            </p:cNvSpPr>
            <p:nvPr/>
          </p:nvSpPr>
          <p:spPr bwMode="auto">
            <a:xfrm>
              <a:off x="1499" y="1832"/>
              <a:ext cx="1" cy="426"/>
            </a:xfrm>
            <a:custGeom>
              <a:avLst/>
              <a:gdLst>
                <a:gd name="T0" fmla="*/ 0 w 1"/>
                <a:gd name="T1" fmla="*/ 0 h 1701"/>
                <a:gd name="T2" fmla="*/ 0 w 1"/>
                <a:gd name="T3" fmla="*/ 1701 h 1701"/>
                <a:gd name="T4" fmla="*/ 1 w 1"/>
                <a:gd name="T5" fmla="*/ 1701 h 17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1701">
                  <a:moveTo>
                    <a:pt x="0" y="0"/>
                  </a:moveTo>
                  <a:lnTo>
                    <a:pt x="0" y="1701"/>
                  </a:lnTo>
                  <a:lnTo>
                    <a:pt x="1" y="1701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2988" name="Freeform 172">
              <a:extLst>
                <a:ext uri="{FF2B5EF4-FFF2-40B4-BE49-F238E27FC236}">
                  <a16:creationId xmlns:a16="http://schemas.microsoft.com/office/drawing/2014/main" id="{305D918E-A0B6-4425-92A9-D2BA7F5FBE5C}"/>
                </a:ext>
              </a:extLst>
            </p:cNvPr>
            <p:cNvSpPr>
              <a:spLocks/>
            </p:cNvSpPr>
            <p:nvPr/>
          </p:nvSpPr>
          <p:spPr bwMode="auto">
            <a:xfrm>
              <a:off x="1434" y="1729"/>
              <a:ext cx="1" cy="299"/>
            </a:xfrm>
            <a:custGeom>
              <a:avLst/>
              <a:gdLst>
                <a:gd name="T0" fmla="*/ 0 w 1"/>
                <a:gd name="T1" fmla="*/ 0 h 1197"/>
                <a:gd name="T2" fmla="*/ 0 w 1"/>
                <a:gd name="T3" fmla="*/ 1197 h 1197"/>
                <a:gd name="T4" fmla="*/ 1 w 1"/>
                <a:gd name="T5" fmla="*/ 1197 h 11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1197">
                  <a:moveTo>
                    <a:pt x="0" y="0"/>
                  </a:moveTo>
                  <a:lnTo>
                    <a:pt x="0" y="1197"/>
                  </a:lnTo>
                  <a:lnTo>
                    <a:pt x="1" y="1197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2989" name="Freeform 173">
              <a:extLst>
                <a:ext uri="{FF2B5EF4-FFF2-40B4-BE49-F238E27FC236}">
                  <a16:creationId xmlns:a16="http://schemas.microsoft.com/office/drawing/2014/main" id="{6667CBEB-1AEA-4EA5-9A86-090366E3432B}"/>
                </a:ext>
              </a:extLst>
            </p:cNvPr>
            <p:cNvSpPr>
              <a:spLocks/>
            </p:cNvSpPr>
            <p:nvPr/>
          </p:nvSpPr>
          <p:spPr bwMode="auto">
            <a:xfrm>
              <a:off x="1590" y="1767"/>
              <a:ext cx="129" cy="65"/>
            </a:xfrm>
            <a:custGeom>
              <a:avLst/>
              <a:gdLst>
                <a:gd name="T0" fmla="*/ 517 w 517"/>
                <a:gd name="T1" fmla="*/ 259 h 259"/>
                <a:gd name="T2" fmla="*/ 442 w 517"/>
                <a:gd name="T3" fmla="*/ 76 h 259"/>
                <a:gd name="T4" fmla="*/ 259 w 517"/>
                <a:gd name="T5" fmla="*/ 0 h 259"/>
                <a:gd name="T6" fmla="*/ 75 w 517"/>
                <a:gd name="T7" fmla="*/ 76 h 259"/>
                <a:gd name="T8" fmla="*/ 0 w 517"/>
                <a:gd name="T9" fmla="*/ 259 h 259"/>
                <a:gd name="T10" fmla="*/ 2 w 517"/>
                <a:gd name="T11" fmla="*/ 259 h 2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17" h="259">
                  <a:moveTo>
                    <a:pt x="517" y="259"/>
                  </a:moveTo>
                  <a:lnTo>
                    <a:pt x="442" y="76"/>
                  </a:lnTo>
                  <a:lnTo>
                    <a:pt x="259" y="0"/>
                  </a:lnTo>
                  <a:lnTo>
                    <a:pt x="75" y="76"/>
                  </a:lnTo>
                  <a:lnTo>
                    <a:pt x="0" y="259"/>
                  </a:lnTo>
                  <a:lnTo>
                    <a:pt x="2" y="259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2990" name="Freeform 174">
              <a:extLst>
                <a:ext uri="{FF2B5EF4-FFF2-40B4-BE49-F238E27FC236}">
                  <a16:creationId xmlns:a16="http://schemas.microsoft.com/office/drawing/2014/main" id="{A48F7DF5-9B52-4812-8EFB-E116B1802F87}"/>
                </a:ext>
              </a:extLst>
            </p:cNvPr>
            <p:cNvSpPr>
              <a:spLocks/>
            </p:cNvSpPr>
            <p:nvPr/>
          </p:nvSpPr>
          <p:spPr bwMode="auto">
            <a:xfrm>
              <a:off x="1654" y="1729"/>
              <a:ext cx="1" cy="281"/>
            </a:xfrm>
            <a:custGeom>
              <a:avLst/>
              <a:gdLst>
                <a:gd name="T0" fmla="*/ 0 w 1"/>
                <a:gd name="T1" fmla="*/ 0 h 1122"/>
                <a:gd name="T2" fmla="*/ 0 w 1"/>
                <a:gd name="T3" fmla="*/ 1122 h 1122"/>
                <a:gd name="T4" fmla="*/ 1 w 1"/>
                <a:gd name="T5" fmla="*/ 1122 h 1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1122">
                  <a:moveTo>
                    <a:pt x="0" y="0"/>
                  </a:moveTo>
                  <a:lnTo>
                    <a:pt x="0" y="1122"/>
                  </a:lnTo>
                  <a:lnTo>
                    <a:pt x="1" y="1122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2991" name="Freeform 175">
              <a:extLst>
                <a:ext uri="{FF2B5EF4-FFF2-40B4-BE49-F238E27FC236}">
                  <a16:creationId xmlns:a16="http://schemas.microsoft.com/office/drawing/2014/main" id="{875D5B84-8DDE-4492-B711-FA0FA1472580}"/>
                </a:ext>
              </a:extLst>
            </p:cNvPr>
            <p:cNvSpPr>
              <a:spLocks/>
            </p:cNvSpPr>
            <p:nvPr/>
          </p:nvSpPr>
          <p:spPr bwMode="auto">
            <a:xfrm>
              <a:off x="1590" y="1832"/>
              <a:ext cx="1" cy="426"/>
            </a:xfrm>
            <a:custGeom>
              <a:avLst/>
              <a:gdLst>
                <a:gd name="T0" fmla="*/ 0 w 2"/>
                <a:gd name="T1" fmla="*/ 0 h 1701"/>
                <a:gd name="T2" fmla="*/ 0 w 2"/>
                <a:gd name="T3" fmla="*/ 1701 h 1701"/>
                <a:gd name="T4" fmla="*/ 2 w 2"/>
                <a:gd name="T5" fmla="*/ 1701 h 17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1701">
                  <a:moveTo>
                    <a:pt x="0" y="0"/>
                  </a:moveTo>
                  <a:lnTo>
                    <a:pt x="0" y="1701"/>
                  </a:lnTo>
                  <a:lnTo>
                    <a:pt x="2" y="1701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2992" name="Freeform 176">
              <a:extLst>
                <a:ext uri="{FF2B5EF4-FFF2-40B4-BE49-F238E27FC236}">
                  <a16:creationId xmlns:a16="http://schemas.microsoft.com/office/drawing/2014/main" id="{2DBD8D11-CC80-4581-AE3C-E3109E84D5F1}"/>
                </a:ext>
              </a:extLst>
            </p:cNvPr>
            <p:cNvSpPr>
              <a:spLocks/>
            </p:cNvSpPr>
            <p:nvPr/>
          </p:nvSpPr>
          <p:spPr bwMode="auto">
            <a:xfrm>
              <a:off x="1719" y="1832"/>
              <a:ext cx="1" cy="426"/>
            </a:xfrm>
            <a:custGeom>
              <a:avLst/>
              <a:gdLst>
                <a:gd name="T0" fmla="*/ 0 w 1"/>
                <a:gd name="T1" fmla="*/ 0 h 1701"/>
                <a:gd name="T2" fmla="*/ 0 w 1"/>
                <a:gd name="T3" fmla="*/ 1701 h 1701"/>
                <a:gd name="T4" fmla="*/ 1 w 1"/>
                <a:gd name="T5" fmla="*/ 1701 h 17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1701">
                  <a:moveTo>
                    <a:pt x="0" y="0"/>
                  </a:moveTo>
                  <a:lnTo>
                    <a:pt x="0" y="1701"/>
                  </a:lnTo>
                  <a:lnTo>
                    <a:pt x="1" y="1701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2993" name="Freeform 177">
              <a:extLst>
                <a:ext uri="{FF2B5EF4-FFF2-40B4-BE49-F238E27FC236}">
                  <a16:creationId xmlns:a16="http://schemas.microsoft.com/office/drawing/2014/main" id="{6219A02B-8E95-4A66-BB82-98F76739F5BC}"/>
                </a:ext>
              </a:extLst>
            </p:cNvPr>
            <p:cNvSpPr>
              <a:spLocks/>
            </p:cNvSpPr>
            <p:nvPr/>
          </p:nvSpPr>
          <p:spPr bwMode="auto">
            <a:xfrm>
              <a:off x="1590" y="2258"/>
              <a:ext cx="129" cy="64"/>
            </a:xfrm>
            <a:custGeom>
              <a:avLst/>
              <a:gdLst>
                <a:gd name="T0" fmla="*/ 0 w 518"/>
                <a:gd name="T1" fmla="*/ 0 h 259"/>
                <a:gd name="T2" fmla="*/ 75 w 518"/>
                <a:gd name="T3" fmla="*/ 182 h 259"/>
                <a:gd name="T4" fmla="*/ 259 w 518"/>
                <a:gd name="T5" fmla="*/ 259 h 259"/>
                <a:gd name="T6" fmla="*/ 442 w 518"/>
                <a:gd name="T7" fmla="*/ 182 h 259"/>
                <a:gd name="T8" fmla="*/ 517 w 518"/>
                <a:gd name="T9" fmla="*/ 0 h 259"/>
                <a:gd name="T10" fmla="*/ 518 w 518"/>
                <a:gd name="T11" fmla="*/ 0 h 2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18" h="259">
                  <a:moveTo>
                    <a:pt x="0" y="0"/>
                  </a:moveTo>
                  <a:lnTo>
                    <a:pt x="75" y="182"/>
                  </a:lnTo>
                  <a:lnTo>
                    <a:pt x="259" y="259"/>
                  </a:lnTo>
                  <a:lnTo>
                    <a:pt x="442" y="182"/>
                  </a:lnTo>
                  <a:lnTo>
                    <a:pt x="517" y="0"/>
                  </a:lnTo>
                  <a:lnTo>
                    <a:pt x="518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2994" name="Freeform 178">
              <a:extLst>
                <a:ext uri="{FF2B5EF4-FFF2-40B4-BE49-F238E27FC236}">
                  <a16:creationId xmlns:a16="http://schemas.microsoft.com/office/drawing/2014/main" id="{B4DC44A4-28E9-470B-9A33-28904DE8F6A1}"/>
                </a:ext>
              </a:extLst>
            </p:cNvPr>
            <p:cNvSpPr>
              <a:spLocks/>
            </p:cNvSpPr>
            <p:nvPr/>
          </p:nvSpPr>
          <p:spPr bwMode="auto">
            <a:xfrm>
              <a:off x="2668" y="1729"/>
              <a:ext cx="1" cy="304"/>
            </a:xfrm>
            <a:custGeom>
              <a:avLst/>
              <a:gdLst>
                <a:gd name="T0" fmla="*/ 0 w 1"/>
                <a:gd name="T1" fmla="*/ 0 h 1215"/>
                <a:gd name="T2" fmla="*/ 0 w 1"/>
                <a:gd name="T3" fmla="*/ 1215 h 1215"/>
                <a:gd name="T4" fmla="*/ 1 w 1"/>
                <a:gd name="T5" fmla="*/ 1215 h 12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1215">
                  <a:moveTo>
                    <a:pt x="0" y="0"/>
                  </a:moveTo>
                  <a:lnTo>
                    <a:pt x="0" y="1215"/>
                  </a:lnTo>
                  <a:lnTo>
                    <a:pt x="1" y="1215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2995" name="Freeform 179">
              <a:extLst>
                <a:ext uri="{FF2B5EF4-FFF2-40B4-BE49-F238E27FC236}">
                  <a16:creationId xmlns:a16="http://schemas.microsoft.com/office/drawing/2014/main" id="{82F1BACB-AC83-424C-B4B6-52D8E96E5755}"/>
                </a:ext>
              </a:extLst>
            </p:cNvPr>
            <p:cNvSpPr>
              <a:spLocks/>
            </p:cNvSpPr>
            <p:nvPr/>
          </p:nvSpPr>
          <p:spPr bwMode="auto">
            <a:xfrm>
              <a:off x="2604" y="1767"/>
              <a:ext cx="129" cy="65"/>
            </a:xfrm>
            <a:custGeom>
              <a:avLst/>
              <a:gdLst>
                <a:gd name="T0" fmla="*/ 517 w 517"/>
                <a:gd name="T1" fmla="*/ 259 h 259"/>
                <a:gd name="T2" fmla="*/ 441 w 517"/>
                <a:gd name="T3" fmla="*/ 76 h 259"/>
                <a:gd name="T4" fmla="*/ 259 w 517"/>
                <a:gd name="T5" fmla="*/ 0 h 259"/>
                <a:gd name="T6" fmla="*/ 75 w 517"/>
                <a:gd name="T7" fmla="*/ 76 h 259"/>
                <a:gd name="T8" fmla="*/ 0 w 517"/>
                <a:gd name="T9" fmla="*/ 259 h 259"/>
                <a:gd name="T10" fmla="*/ 2 w 517"/>
                <a:gd name="T11" fmla="*/ 259 h 2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17" h="259">
                  <a:moveTo>
                    <a:pt x="517" y="259"/>
                  </a:moveTo>
                  <a:lnTo>
                    <a:pt x="441" y="76"/>
                  </a:lnTo>
                  <a:lnTo>
                    <a:pt x="259" y="0"/>
                  </a:lnTo>
                  <a:lnTo>
                    <a:pt x="75" y="76"/>
                  </a:lnTo>
                  <a:lnTo>
                    <a:pt x="0" y="259"/>
                  </a:lnTo>
                  <a:lnTo>
                    <a:pt x="2" y="259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2996" name="Freeform 180">
              <a:extLst>
                <a:ext uri="{FF2B5EF4-FFF2-40B4-BE49-F238E27FC236}">
                  <a16:creationId xmlns:a16="http://schemas.microsoft.com/office/drawing/2014/main" id="{C718CD79-45AE-49F5-9067-9FB127DFDDA6}"/>
                </a:ext>
              </a:extLst>
            </p:cNvPr>
            <p:cNvSpPr>
              <a:spLocks/>
            </p:cNvSpPr>
            <p:nvPr/>
          </p:nvSpPr>
          <p:spPr bwMode="auto">
            <a:xfrm>
              <a:off x="2733" y="1832"/>
              <a:ext cx="1" cy="426"/>
            </a:xfrm>
            <a:custGeom>
              <a:avLst/>
              <a:gdLst>
                <a:gd name="T0" fmla="*/ 0 w 1"/>
                <a:gd name="T1" fmla="*/ 0 h 1701"/>
                <a:gd name="T2" fmla="*/ 0 w 1"/>
                <a:gd name="T3" fmla="*/ 1701 h 1701"/>
                <a:gd name="T4" fmla="*/ 1 w 1"/>
                <a:gd name="T5" fmla="*/ 1701 h 17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1701">
                  <a:moveTo>
                    <a:pt x="0" y="0"/>
                  </a:moveTo>
                  <a:lnTo>
                    <a:pt x="0" y="1701"/>
                  </a:lnTo>
                  <a:lnTo>
                    <a:pt x="1" y="1701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2997" name="Freeform 181">
              <a:extLst>
                <a:ext uri="{FF2B5EF4-FFF2-40B4-BE49-F238E27FC236}">
                  <a16:creationId xmlns:a16="http://schemas.microsoft.com/office/drawing/2014/main" id="{2D379963-E346-4C75-AFD2-1D803A73C9D4}"/>
                </a:ext>
              </a:extLst>
            </p:cNvPr>
            <p:cNvSpPr>
              <a:spLocks/>
            </p:cNvSpPr>
            <p:nvPr/>
          </p:nvSpPr>
          <p:spPr bwMode="auto">
            <a:xfrm>
              <a:off x="2604" y="1832"/>
              <a:ext cx="1" cy="426"/>
            </a:xfrm>
            <a:custGeom>
              <a:avLst/>
              <a:gdLst>
                <a:gd name="T0" fmla="*/ 0 w 2"/>
                <a:gd name="T1" fmla="*/ 0 h 1701"/>
                <a:gd name="T2" fmla="*/ 0 w 2"/>
                <a:gd name="T3" fmla="*/ 1701 h 1701"/>
                <a:gd name="T4" fmla="*/ 2 w 2"/>
                <a:gd name="T5" fmla="*/ 1701 h 17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1701">
                  <a:moveTo>
                    <a:pt x="0" y="0"/>
                  </a:moveTo>
                  <a:lnTo>
                    <a:pt x="0" y="1701"/>
                  </a:lnTo>
                  <a:lnTo>
                    <a:pt x="2" y="1701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2998" name="Freeform 182">
              <a:extLst>
                <a:ext uri="{FF2B5EF4-FFF2-40B4-BE49-F238E27FC236}">
                  <a16:creationId xmlns:a16="http://schemas.microsoft.com/office/drawing/2014/main" id="{ACE43F73-28D7-4627-836A-CAEADFD3A20B}"/>
                </a:ext>
              </a:extLst>
            </p:cNvPr>
            <p:cNvSpPr>
              <a:spLocks/>
            </p:cNvSpPr>
            <p:nvPr/>
          </p:nvSpPr>
          <p:spPr bwMode="auto">
            <a:xfrm>
              <a:off x="2604" y="2258"/>
              <a:ext cx="129" cy="64"/>
            </a:xfrm>
            <a:custGeom>
              <a:avLst/>
              <a:gdLst>
                <a:gd name="T0" fmla="*/ 0 w 518"/>
                <a:gd name="T1" fmla="*/ 0 h 259"/>
                <a:gd name="T2" fmla="*/ 75 w 518"/>
                <a:gd name="T3" fmla="*/ 182 h 259"/>
                <a:gd name="T4" fmla="*/ 259 w 518"/>
                <a:gd name="T5" fmla="*/ 259 h 259"/>
                <a:gd name="T6" fmla="*/ 441 w 518"/>
                <a:gd name="T7" fmla="*/ 182 h 259"/>
                <a:gd name="T8" fmla="*/ 517 w 518"/>
                <a:gd name="T9" fmla="*/ 0 h 259"/>
                <a:gd name="T10" fmla="*/ 518 w 518"/>
                <a:gd name="T11" fmla="*/ 0 h 2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18" h="259">
                  <a:moveTo>
                    <a:pt x="0" y="0"/>
                  </a:moveTo>
                  <a:lnTo>
                    <a:pt x="75" y="182"/>
                  </a:lnTo>
                  <a:lnTo>
                    <a:pt x="259" y="259"/>
                  </a:lnTo>
                  <a:lnTo>
                    <a:pt x="441" y="182"/>
                  </a:lnTo>
                  <a:lnTo>
                    <a:pt x="517" y="0"/>
                  </a:lnTo>
                  <a:lnTo>
                    <a:pt x="518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2999" name="Freeform 183">
              <a:extLst>
                <a:ext uri="{FF2B5EF4-FFF2-40B4-BE49-F238E27FC236}">
                  <a16:creationId xmlns:a16="http://schemas.microsoft.com/office/drawing/2014/main" id="{78BC49CF-FAE1-47CF-BDA5-9BCAB2575319}"/>
                </a:ext>
              </a:extLst>
            </p:cNvPr>
            <p:cNvSpPr>
              <a:spLocks/>
            </p:cNvSpPr>
            <p:nvPr/>
          </p:nvSpPr>
          <p:spPr bwMode="auto">
            <a:xfrm>
              <a:off x="1654" y="1767"/>
              <a:ext cx="1015" cy="1"/>
            </a:xfrm>
            <a:custGeom>
              <a:avLst/>
              <a:gdLst>
                <a:gd name="T0" fmla="*/ 0 w 4058"/>
                <a:gd name="T1" fmla="*/ 4057 w 4058"/>
                <a:gd name="T2" fmla="*/ 4058 w 4058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4058">
                  <a:moveTo>
                    <a:pt x="0" y="0"/>
                  </a:moveTo>
                  <a:lnTo>
                    <a:pt x="4057" y="0"/>
                  </a:lnTo>
                  <a:lnTo>
                    <a:pt x="4058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3000" name="Freeform 184">
              <a:extLst>
                <a:ext uri="{FF2B5EF4-FFF2-40B4-BE49-F238E27FC236}">
                  <a16:creationId xmlns:a16="http://schemas.microsoft.com/office/drawing/2014/main" id="{06E7AE32-95C4-4A39-A95D-273DD56C5413}"/>
                </a:ext>
              </a:extLst>
            </p:cNvPr>
            <p:cNvSpPr>
              <a:spLocks/>
            </p:cNvSpPr>
            <p:nvPr/>
          </p:nvSpPr>
          <p:spPr bwMode="auto">
            <a:xfrm>
              <a:off x="1654" y="2322"/>
              <a:ext cx="1015" cy="1"/>
            </a:xfrm>
            <a:custGeom>
              <a:avLst/>
              <a:gdLst>
                <a:gd name="T0" fmla="*/ 0 w 4058"/>
                <a:gd name="T1" fmla="*/ 4057 w 4058"/>
                <a:gd name="T2" fmla="*/ 4058 w 4058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4058">
                  <a:moveTo>
                    <a:pt x="0" y="0"/>
                  </a:moveTo>
                  <a:lnTo>
                    <a:pt x="4057" y="0"/>
                  </a:lnTo>
                  <a:lnTo>
                    <a:pt x="4058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3001" name="Freeform 185">
              <a:extLst>
                <a:ext uri="{FF2B5EF4-FFF2-40B4-BE49-F238E27FC236}">
                  <a16:creationId xmlns:a16="http://schemas.microsoft.com/office/drawing/2014/main" id="{A6A725AC-6869-4EC8-949D-35C3BB717118}"/>
                </a:ext>
              </a:extLst>
            </p:cNvPr>
            <p:cNvSpPr>
              <a:spLocks/>
            </p:cNvSpPr>
            <p:nvPr/>
          </p:nvSpPr>
          <p:spPr bwMode="auto">
            <a:xfrm>
              <a:off x="1434" y="2113"/>
              <a:ext cx="1" cy="266"/>
            </a:xfrm>
            <a:custGeom>
              <a:avLst/>
              <a:gdLst>
                <a:gd name="T0" fmla="*/ 0 w 1"/>
                <a:gd name="T1" fmla="*/ 0 h 1065"/>
                <a:gd name="T2" fmla="*/ 0 w 1"/>
                <a:gd name="T3" fmla="*/ 1065 h 1065"/>
                <a:gd name="T4" fmla="*/ 1 w 1"/>
                <a:gd name="T5" fmla="*/ 1065 h 10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1065">
                  <a:moveTo>
                    <a:pt x="0" y="0"/>
                  </a:moveTo>
                  <a:lnTo>
                    <a:pt x="0" y="1065"/>
                  </a:lnTo>
                  <a:lnTo>
                    <a:pt x="1" y="1065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3002" name="Freeform 186">
              <a:extLst>
                <a:ext uri="{FF2B5EF4-FFF2-40B4-BE49-F238E27FC236}">
                  <a16:creationId xmlns:a16="http://schemas.microsoft.com/office/drawing/2014/main" id="{75689244-795E-4F65-B74F-5C8086F7F689}"/>
                </a:ext>
              </a:extLst>
            </p:cNvPr>
            <p:cNvSpPr>
              <a:spLocks/>
            </p:cNvSpPr>
            <p:nvPr/>
          </p:nvSpPr>
          <p:spPr bwMode="auto">
            <a:xfrm>
              <a:off x="1434" y="2058"/>
              <a:ext cx="1" cy="24"/>
            </a:xfrm>
            <a:custGeom>
              <a:avLst/>
              <a:gdLst>
                <a:gd name="T0" fmla="*/ 0 w 1"/>
                <a:gd name="T1" fmla="*/ 0 h 98"/>
                <a:gd name="T2" fmla="*/ 0 w 1"/>
                <a:gd name="T3" fmla="*/ 98 h 98"/>
                <a:gd name="T4" fmla="*/ 1 w 1"/>
                <a:gd name="T5" fmla="*/ 9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98">
                  <a:moveTo>
                    <a:pt x="0" y="0"/>
                  </a:moveTo>
                  <a:lnTo>
                    <a:pt x="0" y="98"/>
                  </a:lnTo>
                  <a:lnTo>
                    <a:pt x="1" y="98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3003" name="Freeform 187">
              <a:extLst>
                <a:ext uri="{FF2B5EF4-FFF2-40B4-BE49-F238E27FC236}">
                  <a16:creationId xmlns:a16="http://schemas.microsoft.com/office/drawing/2014/main" id="{B8164D0E-84B7-4D49-BA6C-F973228B51FA}"/>
                </a:ext>
              </a:extLst>
            </p:cNvPr>
            <p:cNvSpPr>
              <a:spLocks/>
            </p:cNvSpPr>
            <p:nvPr/>
          </p:nvSpPr>
          <p:spPr bwMode="auto">
            <a:xfrm>
              <a:off x="1654" y="2094"/>
              <a:ext cx="1" cy="285"/>
            </a:xfrm>
            <a:custGeom>
              <a:avLst/>
              <a:gdLst>
                <a:gd name="T0" fmla="*/ 0 w 1"/>
                <a:gd name="T1" fmla="*/ 0 h 1140"/>
                <a:gd name="T2" fmla="*/ 0 w 1"/>
                <a:gd name="T3" fmla="*/ 1140 h 1140"/>
                <a:gd name="T4" fmla="*/ 1 w 1"/>
                <a:gd name="T5" fmla="*/ 1140 h 11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1140">
                  <a:moveTo>
                    <a:pt x="0" y="0"/>
                  </a:moveTo>
                  <a:lnTo>
                    <a:pt x="0" y="1140"/>
                  </a:lnTo>
                  <a:lnTo>
                    <a:pt x="1" y="114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3004" name="Freeform 188">
              <a:extLst>
                <a:ext uri="{FF2B5EF4-FFF2-40B4-BE49-F238E27FC236}">
                  <a16:creationId xmlns:a16="http://schemas.microsoft.com/office/drawing/2014/main" id="{D190C0F0-F780-45B0-8248-E0F3BFA62E4C}"/>
                </a:ext>
              </a:extLst>
            </p:cNvPr>
            <p:cNvSpPr>
              <a:spLocks/>
            </p:cNvSpPr>
            <p:nvPr/>
          </p:nvSpPr>
          <p:spPr bwMode="auto">
            <a:xfrm>
              <a:off x="1654" y="2040"/>
              <a:ext cx="1" cy="25"/>
            </a:xfrm>
            <a:custGeom>
              <a:avLst/>
              <a:gdLst>
                <a:gd name="T0" fmla="*/ 0 w 1"/>
                <a:gd name="T1" fmla="*/ 0 h 98"/>
                <a:gd name="T2" fmla="*/ 0 w 1"/>
                <a:gd name="T3" fmla="*/ 98 h 98"/>
                <a:gd name="T4" fmla="*/ 1 w 1"/>
                <a:gd name="T5" fmla="*/ 9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98">
                  <a:moveTo>
                    <a:pt x="0" y="0"/>
                  </a:moveTo>
                  <a:lnTo>
                    <a:pt x="0" y="98"/>
                  </a:lnTo>
                  <a:lnTo>
                    <a:pt x="1" y="98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3005" name="Freeform 189">
              <a:extLst>
                <a:ext uri="{FF2B5EF4-FFF2-40B4-BE49-F238E27FC236}">
                  <a16:creationId xmlns:a16="http://schemas.microsoft.com/office/drawing/2014/main" id="{182C5F0D-2DED-430E-973A-CEBFC64DE373}"/>
                </a:ext>
              </a:extLst>
            </p:cNvPr>
            <p:cNvSpPr>
              <a:spLocks/>
            </p:cNvSpPr>
            <p:nvPr/>
          </p:nvSpPr>
          <p:spPr bwMode="auto">
            <a:xfrm>
              <a:off x="2668" y="2108"/>
              <a:ext cx="1" cy="271"/>
            </a:xfrm>
            <a:custGeom>
              <a:avLst/>
              <a:gdLst>
                <a:gd name="T0" fmla="*/ 0 w 1"/>
                <a:gd name="T1" fmla="*/ 0 h 1085"/>
                <a:gd name="T2" fmla="*/ 0 w 1"/>
                <a:gd name="T3" fmla="*/ 1085 h 1085"/>
                <a:gd name="T4" fmla="*/ 1 w 1"/>
                <a:gd name="T5" fmla="*/ 1085 h 10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1085">
                  <a:moveTo>
                    <a:pt x="0" y="0"/>
                  </a:moveTo>
                  <a:lnTo>
                    <a:pt x="0" y="1085"/>
                  </a:lnTo>
                  <a:lnTo>
                    <a:pt x="1" y="1085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3006" name="Freeform 190">
              <a:extLst>
                <a:ext uri="{FF2B5EF4-FFF2-40B4-BE49-F238E27FC236}">
                  <a16:creationId xmlns:a16="http://schemas.microsoft.com/office/drawing/2014/main" id="{0D498EA4-8898-448F-A781-BF5EA2B31812}"/>
                </a:ext>
              </a:extLst>
            </p:cNvPr>
            <p:cNvSpPr>
              <a:spLocks/>
            </p:cNvSpPr>
            <p:nvPr/>
          </p:nvSpPr>
          <p:spPr bwMode="auto">
            <a:xfrm>
              <a:off x="2668" y="2059"/>
              <a:ext cx="1" cy="25"/>
            </a:xfrm>
            <a:custGeom>
              <a:avLst/>
              <a:gdLst>
                <a:gd name="T0" fmla="*/ 0 w 1"/>
                <a:gd name="T1" fmla="*/ 0 h 100"/>
                <a:gd name="T2" fmla="*/ 0 w 1"/>
                <a:gd name="T3" fmla="*/ 100 h 100"/>
                <a:gd name="T4" fmla="*/ 1 w 1"/>
                <a:gd name="T5" fmla="*/ 100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100">
                  <a:moveTo>
                    <a:pt x="0" y="0"/>
                  </a:moveTo>
                  <a:lnTo>
                    <a:pt x="0" y="100"/>
                  </a:lnTo>
                  <a:lnTo>
                    <a:pt x="1" y="10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3007" name="Freeform 191">
              <a:extLst>
                <a:ext uri="{FF2B5EF4-FFF2-40B4-BE49-F238E27FC236}">
                  <a16:creationId xmlns:a16="http://schemas.microsoft.com/office/drawing/2014/main" id="{7AD77B68-135B-4649-B327-857946E62555}"/>
                </a:ext>
              </a:extLst>
            </p:cNvPr>
            <p:cNvSpPr>
              <a:spLocks/>
            </p:cNvSpPr>
            <p:nvPr/>
          </p:nvSpPr>
          <p:spPr bwMode="auto">
            <a:xfrm>
              <a:off x="1345" y="1832"/>
              <a:ext cx="183" cy="1"/>
            </a:xfrm>
            <a:custGeom>
              <a:avLst/>
              <a:gdLst>
                <a:gd name="T0" fmla="*/ 731 w 731"/>
                <a:gd name="T1" fmla="*/ 0 w 731"/>
                <a:gd name="T2" fmla="*/ 1 w 73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731">
                  <a:moveTo>
                    <a:pt x="731" y="0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3008" name="Freeform 192">
              <a:extLst>
                <a:ext uri="{FF2B5EF4-FFF2-40B4-BE49-F238E27FC236}">
                  <a16:creationId xmlns:a16="http://schemas.microsoft.com/office/drawing/2014/main" id="{26D1DE9F-3620-45F7-8D26-BFDC1D130CED}"/>
                </a:ext>
              </a:extLst>
            </p:cNvPr>
            <p:cNvSpPr>
              <a:spLocks/>
            </p:cNvSpPr>
            <p:nvPr/>
          </p:nvSpPr>
          <p:spPr bwMode="auto">
            <a:xfrm>
              <a:off x="1345" y="2258"/>
              <a:ext cx="183" cy="1"/>
            </a:xfrm>
            <a:custGeom>
              <a:avLst/>
              <a:gdLst>
                <a:gd name="T0" fmla="*/ 731 w 731"/>
                <a:gd name="T1" fmla="*/ 0 w 731"/>
                <a:gd name="T2" fmla="*/ 1 w 73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731">
                  <a:moveTo>
                    <a:pt x="731" y="0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3009" name="Freeform 193">
              <a:extLst>
                <a:ext uri="{FF2B5EF4-FFF2-40B4-BE49-F238E27FC236}">
                  <a16:creationId xmlns:a16="http://schemas.microsoft.com/office/drawing/2014/main" id="{2A4CCFA3-C964-4010-9A16-022F65216536}"/>
                </a:ext>
              </a:extLst>
            </p:cNvPr>
            <p:cNvSpPr>
              <a:spLocks/>
            </p:cNvSpPr>
            <p:nvPr/>
          </p:nvSpPr>
          <p:spPr bwMode="auto">
            <a:xfrm>
              <a:off x="1565" y="1832"/>
              <a:ext cx="182" cy="1"/>
            </a:xfrm>
            <a:custGeom>
              <a:avLst/>
              <a:gdLst>
                <a:gd name="T0" fmla="*/ 731 w 731"/>
                <a:gd name="T1" fmla="*/ 0 w 731"/>
                <a:gd name="T2" fmla="*/ 1 w 73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731">
                  <a:moveTo>
                    <a:pt x="731" y="0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3010" name="Freeform 194">
              <a:extLst>
                <a:ext uri="{FF2B5EF4-FFF2-40B4-BE49-F238E27FC236}">
                  <a16:creationId xmlns:a16="http://schemas.microsoft.com/office/drawing/2014/main" id="{A9A32284-FA60-42A3-A6F3-70573322198B}"/>
                </a:ext>
              </a:extLst>
            </p:cNvPr>
            <p:cNvSpPr>
              <a:spLocks/>
            </p:cNvSpPr>
            <p:nvPr/>
          </p:nvSpPr>
          <p:spPr bwMode="auto">
            <a:xfrm>
              <a:off x="1565" y="2258"/>
              <a:ext cx="182" cy="1"/>
            </a:xfrm>
            <a:custGeom>
              <a:avLst/>
              <a:gdLst>
                <a:gd name="T0" fmla="*/ 731 w 731"/>
                <a:gd name="T1" fmla="*/ 0 w 731"/>
                <a:gd name="T2" fmla="*/ 1 w 73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731">
                  <a:moveTo>
                    <a:pt x="731" y="0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3011" name="Freeform 195">
              <a:extLst>
                <a:ext uri="{FF2B5EF4-FFF2-40B4-BE49-F238E27FC236}">
                  <a16:creationId xmlns:a16="http://schemas.microsoft.com/office/drawing/2014/main" id="{E378CFF9-48AB-470F-BB34-7DAE4CD0802E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9" y="2258"/>
              <a:ext cx="183" cy="1"/>
            </a:xfrm>
            <a:custGeom>
              <a:avLst/>
              <a:gdLst>
                <a:gd name="T0" fmla="*/ 732 w 732"/>
                <a:gd name="T1" fmla="*/ 0 w 732"/>
                <a:gd name="T2" fmla="*/ 1 w 73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732">
                  <a:moveTo>
                    <a:pt x="732" y="0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3012" name="Freeform 196">
              <a:extLst>
                <a:ext uri="{FF2B5EF4-FFF2-40B4-BE49-F238E27FC236}">
                  <a16:creationId xmlns:a16="http://schemas.microsoft.com/office/drawing/2014/main" id="{BA7736B8-DFBF-4921-B93C-2CB4AB5B998B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9" y="1832"/>
              <a:ext cx="183" cy="1"/>
            </a:xfrm>
            <a:custGeom>
              <a:avLst/>
              <a:gdLst>
                <a:gd name="T0" fmla="*/ 732 w 732"/>
                <a:gd name="T1" fmla="*/ 0 w 732"/>
                <a:gd name="T2" fmla="*/ 1 w 73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732">
                  <a:moveTo>
                    <a:pt x="732" y="0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3013" name="Arc 197">
              <a:extLst>
                <a:ext uri="{FF2B5EF4-FFF2-40B4-BE49-F238E27FC236}">
                  <a16:creationId xmlns:a16="http://schemas.microsoft.com/office/drawing/2014/main" id="{A9EFF791-EA37-4C0E-9B59-99A04D127CF7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1284" y="1671"/>
              <a:ext cx="87" cy="87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163014" name="Group 198">
            <a:extLst>
              <a:ext uri="{FF2B5EF4-FFF2-40B4-BE49-F238E27FC236}">
                <a16:creationId xmlns:a16="http://schemas.microsoft.com/office/drawing/2014/main" id="{303FE6F8-91FF-4D8B-B06C-F5425F84A2B6}"/>
              </a:ext>
            </a:extLst>
          </p:cNvPr>
          <p:cNvGrpSpPr>
            <a:grpSpLocks/>
          </p:cNvGrpSpPr>
          <p:nvPr/>
        </p:nvGrpSpPr>
        <p:grpSpPr bwMode="auto">
          <a:xfrm>
            <a:off x="6278563" y="2882900"/>
            <a:ext cx="1223962" cy="501650"/>
            <a:chOff x="3940" y="1131"/>
            <a:chExt cx="771" cy="316"/>
          </a:xfrm>
        </p:grpSpPr>
        <p:sp>
          <p:nvSpPr>
            <p:cNvPr id="163015" name="Freeform 199">
              <a:extLst>
                <a:ext uri="{FF2B5EF4-FFF2-40B4-BE49-F238E27FC236}">
                  <a16:creationId xmlns:a16="http://schemas.microsoft.com/office/drawing/2014/main" id="{3EC22C84-52BF-4C92-B298-8A63895363AB}"/>
                </a:ext>
              </a:extLst>
            </p:cNvPr>
            <p:cNvSpPr>
              <a:spLocks/>
            </p:cNvSpPr>
            <p:nvPr/>
          </p:nvSpPr>
          <p:spPr bwMode="auto">
            <a:xfrm>
              <a:off x="3940" y="1336"/>
              <a:ext cx="213" cy="111"/>
            </a:xfrm>
            <a:custGeom>
              <a:avLst/>
              <a:gdLst>
                <a:gd name="T0" fmla="*/ 852 w 852"/>
                <a:gd name="T1" fmla="*/ 0 h 343"/>
                <a:gd name="T2" fmla="*/ 0 w 852"/>
                <a:gd name="T3" fmla="*/ 343 h 343"/>
                <a:gd name="T4" fmla="*/ 1 w 852"/>
                <a:gd name="T5" fmla="*/ 343 h 3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852" h="343">
                  <a:moveTo>
                    <a:pt x="852" y="0"/>
                  </a:moveTo>
                  <a:lnTo>
                    <a:pt x="0" y="343"/>
                  </a:lnTo>
                  <a:lnTo>
                    <a:pt x="1" y="343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3016" name="Freeform 200">
              <a:extLst>
                <a:ext uri="{FF2B5EF4-FFF2-40B4-BE49-F238E27FC236}">
                  <a16:creationId xmlns:a16="http://schemas.microsoft.com/office/drawing/2014/main" id="{838A8EC6-1B8D-43DE-93E8-36F9954257C8}"/>
                </a:ext>
              </a:extLst>
            </p:cNvPr>
            <p:cNvSpPr>
              <a:spLocks/>
            </p:cNvSpPr>
            <p:nvPr/>
          </p:nvSpPr>
          <p:spPr bwMode="auto">
            <a:xfrm>
              <a:off x="4153" y="1335"/>
              <a:ext cx="552" cy="1"/>
            </a:xfrm>
            <a:custGeom>
              <a:avLst/>
              <a:gdLst>
                <a:gd name="T0" fmla="*/ 0 w 1523"/>
                <a:gd name="T1" fmla="*/ 1522 w 1523"/>
                <a:gd name="T2" fmla="*/ 1523 w 152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1523">
                  <a:moveTo>
                    <a:pt x="0" y="0"/>
                  </a:moveTo>
                  <a:lnTo>
                    <a:pt x="1522" y="0"/>
                  </a:lnTo>
                  <a:lnTo>
                    <a:pt x="1523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3017" name="Text Box 201">
              <a:extLst>
                <a:ext uri="{FF2B5EF4-FFF2-40B4-BE49-F238E27FC236}">
                  <a16:creationId xmlns:a16="http://schemas.microsoft.com/office/drawing/2014/main" id="{647AD0A7-7C3D-4261-BAC5-98C1DA700F3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72" y="1131"/>
              <a:ext cx="639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sz="2000">
                  <a:solidFill>
                    <a:srgbClr val="FF0000"/>
                  </a:solidFill>
                </a:rPr>
                <a:t>85×</a:t>
              </a:r>
              <a:r>
                <a:rPr lang="en-US" altLang="zh-CN" sz="2000" i="1">
                  <a:solidFill>
                    <a:srgbClr val="FF3300"/>
                  </a:solidFill>
                  <a:latin typeface="ISOCPEUR" panose="020B0604020202020204" pitchFamily="34" charset="0"/>
                  <a:sym typeface="Symbol" panose="05050102010706020507" pitchFamily="18" charset="2"/>
                </a:rPr>
                <a:t></a:t>
              </a:r>
              <a:r>
                <a:rPr lang="en-US" altLang="zh-CN" sz="2000">
                  <a:solidFill>
                    <a:srgbClr val="FF0000"/>
                  </a:solidFill>
                </a:rPr>
                <a:t> 5</a:t>
              </a:r>
            </a:p>
          </p:txBody>
        </p:sp>
      </p:grpSp>
      <p:grpSp>
        <p:nvGrpSpPr>
          <p:cNvPr id="163018" name="Group 202">
            <a:extLst>
              <a:ext uri="{FF2B5EF4-FFF2-40B4-BE49-F238E27FC236}">
                <a16:creationId xmlns:a16="http://schemas.microsoft.com/office/drawing/2014/main" id="{38ADA944-ACA4-4B7F-BFC7-129A0D47CC85}"/>
              </a:ext>
            </a:extLst>
          </p:cNvPr>
          <p:cNvGrpSpPr>
            <a:grpSpLocks/>
          </p:cNvGrpSpPr>
          <p:nvPr/>
        </p:nvGrpSpPr>
        <p:grpSpPr bwMode="auto">
          <a:xfrm>
            <a:off x="2703513" y="3302000"/>
            <a:ext cx="1020762" cy="676275"/>
            <a:chOff x="1688" y="1395"/>
            <a:chExt cx="643" cy="426"/>
          </a:xfrm>
        </p:grpSpPr>
        <p:sp>
          <p:nvSpPr>
            <p:cNvPr id="163019" name="Rectangle 203">
              <a:extLst>
                <a:ext uri="{FF2B5EF4-FFF2-40B4-BE49-F238E27FC236}">
                  <a16:creationId xmlns:a16="http://schemas.microsoft.com/office/drawing/2014/main" id="{2F713583-08F5-456F-A806-7CECCC8EAC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51" y="1395"/>
              <a:ext cx="580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zh-CN" altLang="en-US" sz="1800">
                  <a:solidFill>
                    <a:srgbClr val="FF0000"/>
                  </a:solidFill>
                  <a:latin typeface="宋体" panose="02010600030101010101" pitchFamily="2" charset="-122"/>
                </a:rPr>
                <a:t>共</a:t>
              </a:r>
              <a:r>
                <a:rPr lang="en-US" altLang="zh-CN" sz="1800">
                  <a:solidFill>
                    <a:srgbClr val="FF0000"/>
                  </a:solidFill>
                  <a:latin typeface="宋体" panose="02010600030101010101" pitchFamily="2" charset="-122"/>
                </a:rPr>
                <a:t>××</a:t>
              </a:r>
              <a:r>
                <a:rPr lang="zh-CN" altLang="en-US" sz="1800">
                  <a:solidFill>
                    <a:srgbClr val="FF0000"/>
                  </a:solidFill>
                  <a:latin typeface="宋体" panose="02010600030101010101" pitchFamily="2" charset="-122"/>
                </a:rPr>
                <a:t>槽</a:t>
              </a:r>
              <a:endParaRPr lang="zh-CN" altLang="en-US" sz="1800">
                <a:solidFill>
                  <a:srgbClr val="FF0000"/>
                </a:solidFill>
              </a:endParaRPr>
            </a:p>
          </p:txBody>
        </p:sp>
        <p:sp>
          <p:nvSpPr>
            <p:cNvPr id="163020" name="Freeform 204">
              <a:extLst>
                <a:ext uri="{FF2B5EF4-FFF2-40B4-BE49-F238E27FC236}">
                  <a16:creationId xmlns:a16="http://schemas.microsoft.com/office/drawing/2014/main" id="{2FF1552A-062F-4CA1-B8C9-4061CC4BEEC5}"/>
                </a:ext>
              </a:extLst>
            </p:cNvPr>
            <p:cNvSpPr>
              <a:spLocks/>
            </p:cNvSpPr>
            <p:nvPr/>
          </p:nvSpPr>
          <p:spPr bwMode="auto">
            <a:xfrm>
              <a:off x="1688" y="1584"/>
              <a:ext cx="101" cy="237"/>
            </a:xfrm>
            <a:custGeom>
              <a:avLst/>
              <a:gdLst>
                <a:gd name="T0" fmla="*/ 0 w 404"/>
                <a:gd name="T1" fmla="*/ 946 h 946"/>
                <a:gd name="T2" fmla="*/ 403 w 404"/>
                <a:gd name="T3" fmla="*/ 0 h 946"/>
                <a:gd name="T4" fmla="*/ 404 w 404"/>
                <a:gd name="T5" fmla="*/ 0 h 9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4" h="946">
                  <a:moveTo>
                    <a:pt x="0" y="946"/>
                  </a:moveTo>
                  <a:lnTo>
                    <a:pt x="403" y="0"/>
                  </a:lnTo>
                  <a:lnTo>
                    <a:pt x="404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3021" name="Line 205">
              <a:extLst>
                <a:ext uri="{FF2B5EF4-FFF2-40B4-BE49-F238E27FC236}">
                  <a16:creationId xmlns:a16="http://schemas.microsoft.com/office/drawing/2014/main" id="{B95CDF1F-14A4-46B8-850B-7972C1646DD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89" y="1584"/>
              <a:ext cx="542" cy="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163023" name="Text Box 207">
            <a:extLst>
              <a:ext uri="{FF2B5EF4-FFF2-40B4-BE49-F238E27FC236}">
                <a16:creationId xmlns:a16="http://schemas.microsoft.com/office/drawing/2014/main" id="{4D24327C-52B2-4B72-92D5-75EC3C162A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0213" y="927100"/>
            <a:ext cx="8591550" cy="1554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l" eaLnBrk="1" hangingPunct="1"/>
            <a:r>
              <a:rPr lang="en-US" altLang="zh-CN" sz="3200">
                <a:latin typeface="宋体" panose="02010600030101010101" pitchFamily="2" charset="-122"/>
              </a:rPr>
              <a:t>    </a:t>
            </a:r>
            <a:r>
              <a:rPr lang="zh-CN" altLang="en-US" sz="3200">
                <a:latin typeface="宋体" panose="02010600030101010101" pitchFamily="2" charset="-122"/>
              </a:rPr>
              <a:t>当机件上有若干相同的结构要素并按一定的规律分布时，只需画出几个完整的结构要素，其余的用细实线连接或画出其中心位置。</a:t>
            </a:r>
          </a:p>
        </p:txBody>
      </p:sp>
      <p:sp>
        <p:nvSpPr>
          <p:cNvPr id="163024" name="Text Box 208">
            <a:extLst>
              <a:ext uri="{FF2B5EF4-FFF2-40B4-BE49-F238E27FC236}">
                <a16:creationId xmlns:a16="http://schemas.microsoft.com/office/drawing/2014/main" id="{BDA06B62-549A-402F-86F9-CEC87F8607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38301" y="-19050"/>
            <a:ext cx="434022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3200">
                <a:solidFill>
                  <a:schemeClr val="bg1"/>
                </a:solidFill>
                <a:latin typeface="宋体" panose="02010600030101010101" pitchFamily="2" charset="-122"/>
              </a:rPr>
              <a:t>7.</a:t>
            </a:r>
            <a:r>
              <a:rPr lang="zh-CN" altLang="en-US" sz="3200">
                <a:solidFill>
                  <a:schemeClr val="bg1"/>
                </a:solidFill>
                <a:latin typeface="宋体" panose="02010600030101010101" pitchFamily="2" charset="-122"/>
              </a:rPr>
              <a:t>重复结构</a:t>
            </a:r>
          </a:p>
        </p:txBody>
      </p:sp>
      <p:sp>
        <p:nvSpPr>
          <p:cNvPr id="163025" name="Text Box 209">
            <a:extLst>
              <a:ext uri="{FF2B5EF4-FFF2-40B4-BE49-F238E27FC236}">
                <a16:creationId xmlns:a16="http://schemas.microsoft.com/office/drawing/2014/main" id="{2AC54D8F-DAD9-4831-A958-8DB3B48572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9725" y="5534025"/>
            <a:ext cx="6888163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sz="3200">
                <a:solidFill>
                  <a:srgbClr val="FF0000"/>
                </a:solidFill>
                <a:latin typeface="宋体" panose="02010600030101010101" pitchFamily="2" charset="-122"/>
              </a:rPr>
              <a:t>图中必须注明重复结构的数量。</a:t>
            </a:r>
            <a:r>
              <a:rPr lang="zh-CN" altLang="en-US" sz="3200">
                <a:solidFill>
                  <a:srgbClr val="FF0000"/>
                </a:solidFill>
              </a:rPr>
              <a:t> </a:t>
            </a:r>
          </a:p>
        </p:txBody>
      </p:sp>
    </p:spTree>
  </p:cSld>
  <p:clrMapOvr>
    <a:masterClrMapping/>
  </p:clrMapOvr>
  <p:transition spd="med">
    <p:cover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1630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629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1629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630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630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630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023" grpId="0" autoUpdateAnimBg="0"/>
      <p:bldP spid="163025" grpId="0" autoUpdateAnimBg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7458" name="Group 2">
            <a:extLst>
              <a:ext uri="{FF2B5EF4-FFF2-40B4-BE49-F238E27FC236}">
                <a16:creationId xmlns:a16="http://schemas.microsoft.com/office/drawing/2014/main" id="{D875BB67-B4E8-42BF-8787-3D78CA404FA7}"/>
              </a:ext>
            </a:extLst>
          </p:cNvPr>
          <p:cNvGrpSpPr>
            <a:grpSpLocks/>
          </p:cNvGrpSpPr>
          <p:nvPr/>
        </p:nvGrpSpPr>
        <p:grpSpPr bwMode="auto">
          <a:xfrm>
            <a:off x="2257425" y="2865438"/>
            <a:ext cx="1841500" cy="769937"/>
            <a:chOff x="1037" y="386"/>
            <a:chExt cx="1160" cy="485"/>
          </a:xfrm>
        </p:grpSpPr>
        <p:sp>
          <p:nvSpPr>
            <p:cNvPr id="147459" name="Rectangle 3">
              <a:extLst>
                <a:ext uri="{FF2B5EF4-FFF2-40B4-BE49-F238E27FC236}">
                  <a16:creationId xmlns:a16="http://schemas.microsoft.com/office/drawing/2014/main" id="{30A0DBF3-A68A-4571-85DF-B1C43FAED4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7" y="386"/>
              <a:ext cx="1160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pPr eaLnBrk="1" hangingPunct="1"/>
              <a:r>
                <a:rPr lang="zh-CN" altLang="en-US" sz="1800">
                  <a:solidFill>
                    <a:srgbClr val="000000"/>
                  </a:solidFill>
                  <a:latin typeface="宋体" panose="02010600030101010101" pitchFamily="2" charset="-122"/>
                </a:rPr>
                <a:t>交线用轮廓线代替</a:t>
              </a:r>
              <a:endParaRPr lang="zh-CN" altLang="en-US" sz="1800"/>
            </a:p>
          </p:txBody>
        </p:sp>
        <p:sp>
          <p:nvSpPr>
            <p:cNvPr id="147460" name="Freeform 4">
              <a:extLst>
                <a:ext uri="{FF2B5EF4-FFF2-40B4-BE49-F238E27FC236}">
                  <a16:creationId xmlns:a16="http://schemas.microsoft.com/office/drawing/2014/main" id="{787DDFA2-DD98-446F-B9C1-87E6D9523403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4" y="599"/>
              <a:ext cx="124" cy="272"/>
            </a:xfrm>
            <a:custGeom>
              <a:avLst/>
              <a:gdLst>
                <a:gd name="T0" fmla="*/ 374 w 374"/>
                <a:gd name="T1" fmla="*/ 814 h 814"/>
                <a:gd name="T2" fmla="*/ 0 w 374"/>
                <a:gd name="T3" fmla="*/ 0 h 814"/>
                <a:gd name="T4" fmla="*/ 2 w 374"/>
                <a:gd name="T5" fmla="*/ 0 h 8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74" h="814">
                  <a:moveTo>
                    <a:pt x="374" y="814"/>
                  </a:moveTo>
                  <a:lnTo>
                    <a:pt x="0" y="0"/>
                  </a:lnTo>
                  <a:lnTo>
                    <a:pt x="2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7461" name="Freeform 5">
              <a:extLst>
                <a:ext uri="{FF2B5EF4-FFF2-40B4-BE49-F238E27FC236}">
                  <a16:creationId xmlns:a16="http://schemas.microsoft.com/office/drawing/2014/main" id="{39B032EF-F095-48C7-B18E-3DE8EB88AB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4" y="599"/>
              <a:ext cx="182" cy="159"/>
            </a:xfrm>
            <a:custGeom>
              <a:avLst/>
              <a:gdLst>
                <a:gd name="T0" fmla="*/ 548 w 548"/>
                <a:gd name="T1" fmla="*/ 476 h 476"/>
                <a:gd name="T2" fmla="*/ 0 w 548"/>
                <a:gd name="T3" fmla="*/ 0 h 476"/>
                <a:gd name="T4" fmla="*/ 2 w 548"/>
                <a:gd name="T5" fmla="*/ 0 h 4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48" h="476">
                  <a:moveTo>
                    <a:pt x="548" y="476"/>
                  </a:moveTo>
                  <a:lnTo>
                    <a:pt x="0" y="0"/>
                  </a:lnTo>
                  <a:lnTo>
                    <a:pt x="2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7462" name="Line 6">
              <a:extLst>
                <a:ext uri="{FF2B5EF4-FFF2-40B4-BE49-F238E27FC236}">
                  <a16:creationId xmlns:a16="http://schemas.microsoft.com/office/drawing/2014/main" id="{0D878DE6-B30B-4B5D-814D-2E1DB336A94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74" y="600"/>
              <a:ext cx="1072" cy="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147666" name="Group 210">
            <a:extLst>
              <a:ext uri="{FF2B5EF4-FFF2-40B4-BE49-F238E27FC236}">
                <a16:creationId xmlns:a16="http://schemas.microsoft.com/office/drawing/2014/main" id="{0FD633F2-D0AC-4C10-903A-E4973C6CFFC9}"/>
              </a:ext>
            </a:extLst>
          </p:cNvPr>
          <p:cNvGrpSpPr>
            <a:grpSpLocks/>
          </p:cNvGrpSpPr>
          <p:nvPr/>
        </p:nvGrpSpPr>
        <p:grpSpPr bwMode="auto">
          <a:xfrm>
            <a:off x="1819275" y="3365500"/>
            <a:ext cx="5516563" cy="1266825"/>
            <a:chOff x="1146" y="1152"/>
            <a:chExt cx="3475" cy="798"/>
          </a:xfrm>
        </p:grpSpPr>
        <p:grpSp>
          <p:nvGrpSpPr>
            <p:cNvPr id="147665" name="Group 209">
              <a:extLst>
                <a:ext uri="{FF2B5EF4-FFF2-40B4-BE49-F238E27FC236}">
                  <a16:creationId xmlns:a16="http://schemas.microsoft.com/office/drawing/2014/main" id="{BA8C1751-AA57-4A1A-B90B-FAE00419E35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46" y="1152"/>
              <a:ext cx="1689" cy="798"/>
              <a:chOff x="1146" y="1152"/>
              <a:chExt cx="1689" cy="798"/>
            </a:xfrm>
          </p:grpSpPr>
          <p:grpSp>
            <p:nvGrpSpPr>
              <p:cNvPr id="147465" name="Group 9">
                <a:extLst>
                  <a:ext uri="{FF2B5EF4-FFF2-40B4-BE49-F238E27FC236}">
                    <a16:creationId xmlns:a16="http://schemas.microsoft.com/office/drawing/2014/main" id="{D00AC5B9-59FB-4A54-B5F8-DAC0A4C59E1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146" y="1152"/>
                <a:ext cx="821" cy="747"/>
                <a:chOff x="1146" y="1152"/>
                <a:chExt cx="821" cy="747"/>
              </a:xfrm>
            </p:grpSpPr>
            <p:sp>
              <p:nvSpPr>
                <p:cNvPr id="147466" name="Rectangle 10">
                  <a:extLst>
                    <a:ext uri="{FF2B5EF4-FFF2-40B4-BE49-F238E27FC236}">
                      <a16:creationId xmlns:a16="http://schemas.microsoft.com/office/drawing/2014/main" id="{2F7B25FE-8E7E-4F3E-8FE9-59E28ED6E54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25" y="1209"/>
                  <a:ext cx="680" cy="690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47467" name="Freeform 11">
                  <a:extLst>
                    <a:ext uri="{FF2B5EF4-FFF2-40B4-BE49-F238E27FC236}">
                      <a16:creationId xmlns:a16="http://schemas.microsoft.com/office/drawing/2014/main" id="{3A384B41-6E39-4C5F-9E2A-C450C34F9C3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224" y="1327"/>
                  <a:ext cx="680" cy="1"/>
                </a:xfrm>
                <a:custGeom>
                  <a:avLst/>
                  <a:gdLst>
                    <a:gd name="T0" fmla="*/ 2039 w 2039"/>
                    <a:gd name="T1" fmla="*/ 0 w 2039"/>
                    <a:gd name="T2" fmla="*/ 1 w 2039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</a:cxnLst>
                  <a:rect l="0" t="0" r="r" b="b"/>
                  <a:pathLst>
                    <a:path w="2039">
                      <a:moveTo>
                        <a:pt x="2039" y="0"/>
                      </a:moveTo>
                      <a:lnTo>
                        <a:pt x="0" y="0"/>
                      </a:lnTo>
                      <a:lnTo>
                        <a:pt x="1" y="0"/>
                      </a:lnTo>
                    </a:path>
                  </a:pathLst>
                </a:custGeom>
                <a:noFill/>
                <a:ln w="38100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7468" name="Freeform 12">
                  <a:extLst>
                    <a:ext uri="{FF2B5EF4-FFF2-40B4-BE49-F238E27FC236}">
                      <a16:creationId xmlns:a16="http://schemas.microsoft.com/office/drawing/2014/main" id="{FABDFB0E-78E4-4DB0-8B6A-3E145BAFCA0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560" y="1152"/>
                  <a:ext cx="1" cy="221"/>
                </a:xfrm>
                <a:custGeom>
                  <a:avLst/>
                  <a:gdLst>
                    <a:gd name="T0" fmla="*/ 0 w 1"/>
                    <a:gd name="T1" fmla="*/ 0 h 662"/>
                    <a:gd name="T2" fmla="*/ 0 w 1"/>
                    <a:gd name="T3" fmla="*/ 662 h 662"/>
                    <a:gd name="T4" fmla="*/ 1 w 1"/>
                    <a:gd name="T5" fmla="*/ 662 h 66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" h="662">
                      <a:moveTo>
                        <a:pt x="0" y="0"/>
                      </a:moveTo>
                      <a:lnTo>
                        <a:pt x="0" y="662"/>
                      </a:lnTo>
                      <a:lnTo>
                        <a:pt x="1" y="662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7469" name="Freeform 13">
                  <a:extLst>
                    <a:ext uri="{FF2B5EF4-FFF2-40B4-BE49-F238E27FC236}">
                      <a16:creationId xmlns:a16="http://schemas.microsoft.com/office/drawing/2014/main" id="{01EF8D92-7617-4213-9E48-F536E6CCBF9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432" y="1209"/>
                  <a:ext cx="62" cy="62"/>
                </a:xfrm>
                <a:custGeom>
                  <a:avLst/>
                  <a:gdLst>
                    <a:gd name="T0" fmla="*/ 186 w 186"/>
                    <a:gd name="T1" fmla="*/ 187 h 187"/>
                    <a:gd name="T2" fmla="*/ 0 w 186"/>
                    <a:gd name="T3" fmla="*/ 0 h 187"/>
                    <a:gd name="T4" fmla="*/ 1 w 186"/>
                    <a:gd name="T5" fmla="*/ 0 h 18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86" h="187">
                      <a:moveTo>
                        <a:pt x="186" y="187"/>
                      </a:moveTo>
                      <a:lnTo>
                        <a:pt x="0" y="0"/>
                      </a:lnTo>
                      <a:lnTo>
                        <a:pt x="1" y="0"/>
                      </a:lnTo>
                    </a:path>
                  </a:pathLst>
                </a:custGeom>
                <a:noFill/>
                <a:ln w="38100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7470" name="Freeform 14">
                  <a:extLst>
                    <a:ext uri="{FF2B5EF4-FFF2-40B4-BE49-F238E27FC236}">
                      <a16:creationId xmlns:a16="http://schemas.microsoft.com/office/drawing/2014/main" id="{213BCA8D-B759-4E37-AB24-4E9BB57AD3F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494" y="1271"/>
                  <a:ext cx="1" cy="56"/>
                </a:xfrm>
                <a:custGeom>
                  <a:avLst/>
                  <a:gdLst>
                    <a:gd name="T0" fmla="*/ 0 w 1"/>
                    <a:gd name="T1" fmla="*/ 0 h 167"/>
                    <a:gd name="T2" fmla="*/ 0 w 1"/>
                    <a:gd name="T3" fmla="*/ 167 h 167"/>
                    <a:gd name="T4" fmla="*/ 1 w 1"/>
                    <a:gd name="T5" fmla="*/ 167 h 16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" h="167">
                      <a:moveTo>
                        <a:pt x="0" y="0"/>
                      </a:moveTo>
                      <a:lnTo>
                        <a:pt x="0" y="167"/>
                      </a:lnTo>
                      <a:lnTo>
                        <a:pt x="1" y="167"/>
                      </a:lnTo>
                    </a:path>
                  </a:pathLst>
                </a:custGeom>
                <a:noFill/>
                <a:ln w="38100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7471" name="Freeform 15">
                  <a:extLst>
                    <a:ext uri="{FF2B5EF4-FFF2-40B4-BE49-F238E27FC236}">
                      <a16:creationId xmlns:a16="http://schemas.microsoft.com/office/drawing/2014/main" id="{B625DE5F-71A2-48B2-9211-4CFE2A7DB6D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494" y="1271"/>
                  <a:ext cx="132" cy="1"/>
                </a:xfrm>
                <a:custGeom>
                  <a:avLst/>
                  <a:gdLst>
                    <a:gd name="T0" fmla="*/ 0 w 396"/>
                    <a:gd name="T1" fmla="*/ 395 w 396"/>
                    <a:gd name="T2" fmla="*/ 396 w 396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</a:cxnLst>
                  <a:rect l="0" t="0" r="r" b="b"/>
                  <a:pathLst>
                    <a:path w="396">
                      <a:moveTo>
                        <a:pt x="0" y="0"/>
                      </a:moveTo>
                      <a:lnTo>
                        <a:pt x="395" y="0"/>
                      </a:lnTo>
                      <a:lnTo>
                        <a:pt x="396" y="0"/>
                      </a:lnTo>
                    </a:path>
                  </a:pathLst>
                </a:custGeom>
                <a:noFill/>
                <a:ln w="38100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7472" name="Freeform 16">
                  <a:extLst>
                    <a:ext uri="{FF2B5EF4-FFF2-40B4-BE49-F238E27FC236}">
                      <a16:creationId xmlns:a16="http://schemas.microsoft.com/office/drawing/2014/main" id="{5883FD6F-AEB4-4CE2-B87E-4F2AD3A49D9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625" y="1209"/>
                  <a:ext cx="63" cy="62"/>
                </a:xfrm>
                <a:custGeom>
                  <a:avLst/>
                  <a:gdLst>
                    <a:gd name="T0" fmla="*/ 0 w 189"/>
                    <a:gd name="T1" fmla="*/ 187 h 187"/>
                    <a:gd name="T2" fmla="*/ 187 w 189"/>
                    <a:gd name="T3" fmla="*/ 0 h 187"/>
                    <a:gd name="T4" fmla="*/ 189 w 189"/>
                    <a:gd name="T5" fmla="*/ 0 h 18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89" h="187">
                      <a:moveTo>
                        <a:pt x="0" y="187"/>
                      </a:moveTo>
                      <a:lnTo>
                        <a:pt x="187" y="0"/>
                      </a:lnTo>
                      <a:lnTo>
                        <a:pt x="189" y="0"/>
                      </a:lnTo>
                    </a:path>
                  </a:pathLst>
                </a:custGeom>
                <a:noFill/>
                <a:ln w="38100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7473" name="Freeform 17">
                  <a:extLst>
                    <a:ext uri="{FF2B5EF4-FFF2-40B4-BE49-F238E27FC236}">
                      <a16:creationId xmlns:a16="http://schemas.microsoft.com/office/drawing/2014/main" id="{C6F5F827-D743-4047-9FEA-21C190940EB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625" y="1271"/>
                  <a:ext cx="1" cy="56"/>
                </a:xfrm>
                <a:custGeom>
                  <a:avLst/>
                  <a:gdLst>
                    <a:gd name="T0" fmla="*/ 0 w 1"/>
                    <a:gd name="T1" fmla="*/ 0 h 167"/>
                    <a:gd name="T2" fmla="*/ 0 w 1"/>
                    <a:gd name="T3" fmla="*/ 167 h 167"/>
                    <a:gd name="T4" fmla="*/ 1 w 1"/>
                    <a:gd name="T5" fmla="*/ 167 h 16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" h="167">
                      <a:moveTo>
                        <a:pt x="0" y="0"/>
                      </a:moveTo>
                      <a:lnTo>
                        <a:pt x="0" y="167"/>
                      </a:lnTo>
                      <a:lnTo>
                        <a:pt x="1" y="167"/>
                      </a:lnTo>
                    </a:path>
                  </a:pathLst>
                </a:custGeom>
                <a:noFill/>
                <a:ln w="38100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7474" name="Freeform 18">
                  <a:extLst>
                    <a:ext uri="{FF2B5EF4-FFF2-40B4-BE49-F238E27FC236}">
                      <a16:creationId xmlns:a16="http://schemas.microsoft.com/office/drawing/2014/main" id="{AD845C9F-D4F4-4871-B71B-DA20E21D270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224" y="1780"/>
                  <a:ext cx="680" cy="1"/>
                </a:xfrm>
                <a:custGeom>
                  <a:avLst/>
                  <a:gdLst>
                    <a:gd name="T0" fmla="*/ 2039 w 2039"/>
                    <a:gd name="T1" fmla="*/ 0 w 2039"/>
                    <a:gd name="T2" fmla="*/ 1 w 2039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</a:cxnLst>
                  <a:rect l="0" t="0" r="r" b="b"/>
                  <a:pathLst>
                    <a:path w="2039">
                      <a:moveTo>
                        <a:pt x="2039" y="0"/>
                      </a:moveTo>
                      <a:lnTo>
                        <a:pt x="0" y="0"/>
                      </a:lnTo>
                      <a:lnTo>
                        <a:pt x="1" y="0"/>
                      </a:lnTo>
                    </a:path>
                  </a:pathLst>
                </a:custGeom>
                <a:noFill/>
                <a:ln w="38100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grpSp>
              <p:nvGrpSpPr>
                <p:cNvPr id="147475" name="Group 19">
                  <a:extLst>
                    <a:ext uri="{FF2B5EF4-FFF2-40B4-BE49-F238E27FC236}">
                      <a16:creationId xmlns:a16="http://schemas.microsoft.com/office/drawing/2014/main" id="{A1AC7924-5037-4B2D-AD76-555523F9E94D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146" y="1554"/>
                  <a:ext cx="821" cy="1"/>
                  <a:chOff x="761" y="1103"/>
                  <a:chExt cx="821" cy="1"/>
                </a:xfrm>
              </p:grpSpPr>
              <p:sp>
                <p:nvSpPr>
                  <p:cNvPr id="147476" name="Freeform 20">
                    <a:extLst>
                      <a:ext uri="{FF2B5EF4-FFF2-40B4-BE49-F238E27FC236}">
                        <a16:creationId xmlns:a16="http://schemas.microsoft.com/office/drawing/2014/main" id="{BD8CDBA0-74F7-41C1-9683-DD29FA5DBA55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199" y="1103"/>
                    <a:ext cx="383" cy="1"/>
                  </a:xfrm>
                  <a:custGeom>
                    <a:avLst/>
                    <a:gdLst>
                      <a:gd name="T0" fmla="*/ 1149 w 1149"/>
                      <a:gd name="T1" fmla="*/ 0 w 1149"/>
                      <a:gd name="T2" fmla="*/ 1 w 1149"/>
                    </a:gdLst>
                    <a:ahLst/>
                    <a:cxnLst>
                      <a:cxn ang="0">
                        <a:pos x="T0" y="0"/>
                      </a:cxn>
                      <a:cxn ang="0">
                        <a:pos x="T1" y="0"/>
                      </a:cxn>
                      <a:cxn ang="0">
                        <a:pos x="T2" y="0"/>
                      </a:cxn>
                    </a:cxnLst>
                    <a:rect l="0" t="0" r="r" b="b"/>
                    <a:pathLst>
                      <a:path w="1149">
                        <a:moveTo>
                          <a:pt x="1149" y="0"/>
                        </a:moveTo>
                        <a:lnTo>
                          <a:pt x="0" y="0"/>
                        </a:lnTo>
                        <a:lnTo>
                          <a:pt x="1" y="0"/>
                        </a:lnTo>
                      </a:path>
                    </a:pathLst>
                  </a:custGeom>
                  <a:noFill/>
                  <a:ln w="19050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47477" name="Freeform 21">
                    <a:extLst>
                      <a:ext uri="{FF2B5EF4-FFF2-40B4-BE49-F238E27FC236}">
                        <a16:creationId xmlns:a16="http://schemas.microsoft.com/office/drawing/2014/main" id="{08B6E0CD-D5BC-400C-8811-0B3D57FD11A7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761" y="1103"/>
                    <a:ext cx="341" cy="1"/>
                  </a:xfrm>
                  <a:custGeom>
                    <a:avLst/>
                    <a:gdLst>
                      <a:gd name="T0" fmla="*/ 1023 w 1023"/>
                      <a:gd name="T1" fmla="*/ 0 w 1023"/>
                      <a:gd name="T2" fmla="*/ 1 w 1023"/>
                    </a:gdLst>
                    <a:ahLst/>
                    <a:cxnLst>
                      <a:cxn ang="0">
                        <a:pos x="T0" y="0"/>
                      </a:cxn>
                      <a:cxn ang="0">
                        <a:pos x="T1" y="0"/>
                      </a:cxn>
                      <a:cxn ang="0">
                        <a:pos x="T2" y="0"/>
                      </a:cxn>
                    </a:cxnLst>
                    <a:rect l="0" t="0" r="r" b="b"/>
                    <a:pathLst>
                      <a:path w="1023">
                        <a:moveTo>
                          <a:pt x="1023" y="0"/>
                        </a:moveTo>
                        <a:lnTo>
                          <a:pt x="0" y="0"/>
                        </a:lnTo>
                        <a:lnTo>
                          <a:pt x="1" y="0"/>
                        </a:lnTo>
                      </a:path>
                    </a:pathLst>
                  </a:custGeom>
                  <a:noFill/>
                  <a:ln w="19050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47478" name="Freeform 22">
                    <a:extLst>
                      <a:ext uri="{FF2B5EF4-FFF2-40B4-BE49-F238E27FC236}">
                        <a16:creationId xmlns:a16="http://schemas.microsoft.com/office/drawing/2014/main" id="{95ECA7DE-CD68-49D8-AAC9-EC0162661805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139" y="1103"/>
                    <a:ext cx="19" cy="1"/>
                  </a:xfrm>
                  <a:custGeom>
                    <a:avLst/>
                    <a:gdLst>
                      <a:gd name="T0" fmla="*/ 56 w 56"/>
                      <a:gd name="T1" fmla="*/ 0 w 56"/>
                      <a:gd name="T2" fmla="*/ 1 w 56"/>
                    </a:gdLst>
                    <a:ahLst/>
                    <a:cxnLst>
                      <a:cxn ang="0">
                        <a:pos x="T0" y="0"/>
                      </a:cxn>
                      <a:cxn ang="0">
                        <a:pos x="T1" y="0"/>
                      </a:cxn>
                      <a:cxn ang="0">
                        <a:pos x="T2" y="0"/>
                      </a:cxn>
                    </a:cxnLst>
                    <a:rect l="0" t="0" r="r" b="b"/>
                    <a:pathLst>
                      <a:path w="56">
                        <a:moveTo>
                          <a:pt x="56" y="0"/>
                        </a:moveTo>
                        <a:lnTo>
                          <a:pt x="0" y="0"/>
                        </a:lnTo>
                        <a:lnTo>
                          <a:pt x="1" y="0"/>
                        </a:lnTo>
                      </a:path>
                    </a:pathLst>
                  </a:custGeom>
                  <a:noFill/>
                  <a:ln w="19050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147479" name="Group 23">
                  <a:extLst>
                    <a:ext uri="{FF2B5EF4-FFF2-40B4-BE49-F238E27FC236}">
                      <a16:creationId xmlns:a16="http://schemas.microsoft.com/office/drawing/2014/main" id="{965DE688-E9C4-474C-8957-B22BEE470A19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224" y="1209"/>
                  <a:ext cx="680" cy="689"/>
                  <a:chOff x="839" y="758"/>
                  <a:chExt cx="680" cy="689"/>
                </a:xfrm>
              </p:grpSpPr>
              <p:sp>
                <p:nvSpPr>
                  <p:cNvPr id="147480" name="Freeform 24">
                    <a:extLst>
                      <a:ext uri="{FF2B5EF4-FFF2-40B4-BE49-F238E27FC236}">
                        <a16:creationId xmlns:a16="http://schemas.microsoft.com/office/drawing/2014/main" id="{2DC1D1B2-D17F-4B10-ACCC-A8BB40ACBDCA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839" y="1343"/>
                    <a:ext cx="104" cy="104"/>
                  </a:xfrm>
                  <a:custGeom>
                    <a:avLst/>
                    <a:gdLst>
                      <a:gd name="T0" fmla="*/ 312 w 312"/>
                      <a:gd name="T1" fmla="*/ 312 h 312"/>
                      <a:gd name="T2" fmla="*/ 0 w 312"/>
                      <a:gd name="T3" fmla="*/ 0 h 312"/>
                      <a:gd name="T4" fmla="*/ 1 w 312"/>
                      <a:gd name="T5" fmla="*/ 0 h 31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312" h="312">
                        <a:moveTo>
                          <a:pt x="312" y="312"/>
                        </a:moveTo>
                        <a:lnTo>
                          <a:pt x="0" y="0"/>
                        </a:lnTo>
                        <a:lnTo>
                          <a:pt x="1" y="0"/>
                        </a:lnTo>
                      </a:path>
                    </a:pathLst>
                  </a:custGeom>
                  <a:noFill/>
                  <a:ln w="19050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47481" name="Freeform 25">
                    <a:extLst>
                      <a:ext uri="{FF2B5EF4-FFF2-40B4-BE49-F238E27FC236}">
                        <a16:creationId xmlns:a16="http://schemas.microsoft.com/office/drawing/2014/main" id="{B65AB65E-BBAA-4467-B0AD-74B552B077E4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976" y="1329"/>
                    <a:ext cx="118" cy="118"/>
                  </a:xfrm>
                  <a:custGeom>
                    <a:avLst/>
                    <a:gdLst>
                      <a:gd name="T0" fmla="*/ 354 w 354"/>
                      <a:gd name="T1" fmla="*/ 354 h 354"/>
                      <a:gd name="T2" fmla="*/ 0 w 354"/>
                      <a:gd name="T3" fmla="*/ 0 h 354"/>
                      <a:gd name="T4" fmla="*/ 1 w 354"/>
                      <a:gd name="T5" fmla="*/ 0 h 35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354" h="354">
                        <a:moveTo>
                          <a:pt x="354" y="354"/>
                        </a:moveTo>
                        <a:lnTo>
                          <a:pt x="0" y="0"/>
                        </a:lnTo>
                        <a:lnTo>
                          <a:pt x="1" y="0"/>
                        </a:lnTo>
                      </a:path>
                    </a:pathLst>
                  </a:custGeom>
                  <a:noFill/>
                  <a:ln w="19050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47482" name="Freeform 26">
                    <a:extLst>
                      <a:ext uri="{FF2B5EF4-FFF2-40B4-BE49-F238E27FC236}">
                        <a16:creationId xmlns:a16="http://schemas.microsoft.com/office/drawing/2014/main" id="{8876E27A-ADEF-41E3-ABCB-2D149AE4E973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127" y="1329"/>
                    <a:ext cx="118" cy="118"/>
                  </a:xfrm>
                  <a:custGeom>
                    <a:avLst/>
                    <a:gdLst>
                      <a:gd name="T0" fmla="*/ 354 w 354"/>
                      <a:gd name="T1" fmla="*/ 354 h 354"/>
                      <a:gd name="T2" fmla="*/ 0 w 354"/>
                      <a:gd name="T3" fmla="*/ 0 h 354"/>
                      <a:gd name="T4" fmla="*/ 1 w 354"/>
                      <a:gd name="T5" fmla="*/ 0 h 35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354" h="354">
                        <a:moveTo>
                          <a:pt x="354" y="354"/>
                        </a:moveTo>
                        <a:lnTo>
                          <a:pt x="0" y="0"/>
                        </a:lnTo>
                        <a:lnTo>
                          <a:pt x="1" y="0"/>
                        </a:lnTo>
                      </a:path>
                    </a:pathLst>
                  </a:custGeom>
                  <a:noFill/>
                  <a:ln w="19050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47483" name="Freeform 27">
                    <a:extLst>
                      <a:ext uri="{FF2B5EF4-FFF2-40B4-BE49-F238E27FC236}">
                        <a16:creationId xmlns:a16="http://schemas.microsoft.com/office/drawing/2014/main" id="{DDA34332-6C2A-482B-846E-A1141C937734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278" y="1329"/>
                    <a:ext cx="118" cy="118"/>
                  </a:xfrm>
                  <a:custGeom>
                    <a:avLst/>
                    <a:gdLst>
                      <a:gd name="T0" fmla="*/ 353 w 353"/>
                      <a:gd name="T1" fmla="*/ 354 h 354"/>
                      <a:gd name="T2" fmla="*/ 0 w 353"/>
                      <a:gd name="T3" fmla="*/ 0 h 354"/>
                      <a:gd name="T4" fmla="*/ 1 w 353"/>
                      <a:gd name="T5" fmla="*/ 0 h 35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353" h="354">
                        <a:moveTo>
                          <a:pt x="353" y="354"/>
                        </a:moveTo>
                        <a:lnTo>
                          <a:pt x="0" y="0"/>
                        </a:lnTo>
                        <a:lnTo>
                          <a:pt x="1" y="0"/>
                        </a:lnTo>
                      </a:path>
                    </a:pathLst>
                  </a:custGeom>
                  <a:noFill/>
                  <a:ln w="19050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47484" name="Freeform 28">
                    <a:extLst>
                      <a:ext uri="{FF2B5EF4-FFF2-40B4-BE49-F238E27FC236}">
                        <a16:creationId xmlns:a16="http://schemas.microsoft.com/office/drawing/2014/main" id="{C713B33B-7FCB-4932-BF10-3E7D39B5520D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429" y="1329"/>
                    <a:ext cx="90" cy="91"/>
                  </a:xfrm>
                  <a:custGeom>
                    <a:avLst/>
                    <a:gdLst>
                      <a:gd name="T0" fmla="*/ 271 w 271"/>
                      <a:gd name="T1" fmla="*/ 272 h 272"/>
                      <a:gd name="T2" fmla="*/ 0 w 271"/>
                      <a:gd name="T3" fmla="*/ 0 h 272"/>
                      <a:gd name="T4" fmla="*/ 1 w 271"/>
                      <a:gd name="T5" fmla="*/ 0 h 27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271" h="272">
                        <a:moveTo>
                          <a:pt x="271" y="272"/>
                        </a:moveTo>
                        <a:lnTo>
                          <a:pt x="0" y="0"/>
                        </a:lnTo>
                        <a:lnTo>
                          <a:pt x="1" y="0"/>
                        </a:lnTo>
                      </a:path>
                    </a:pathLst>
                  </a:custGeom>
                  <a:noFill/>
                  <a:ln w="19050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47485" name="Freeform 29">
                    <a:extLst>
                      <a:ext uri="{FF2B5EF4-FFF2-40B4-BE49-F238E27FC236}">
                        <a16:creationId xmlns:a16="http://schemas.microsoft.com/office/drawing/2014/main" id="{D00606D2-5FE5-4DBD-8ADA-DA3254C5CFEB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858" y="758"/>
                    <a:ext cx="118" cy="118"/>
                  </a:xfrm>
                  <a:custGeom>
                    <a:avLst/>
                    <a:gdLst>
                      <a:gd name="T0" fmla="*/ 354 w 354"/>
                      <a:gd name="T1" fmla="*/ 354 h 354"/>
                      <a:gd name="T2" fmla="*/ 0 w 354"/>
                      <a:gd name="T3" fmla="*/ 0 h 354"/>
                      <a:gd name="T4" fmla="*/ 1 w 354"/>
                      <a:gd name="T5" fmla="*/ 0 h 35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354" h="354">
                        <a:moveTo>
                          <a:pt x="354" y="354"/>
                        </a:moveTo>
                        <a:lnTo>
                          <a:pt x="0" y="0"/>
                        </a:lnTo>
                        <a:lnTo>
                          <a:pt x="1" y="0"/>
                        </a:lnTo>
                      </a:path>
                    </a:pathLst>
                  </a:custGeom>
                  <a:noFill/>
                  <a:ln w="19050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47486" name="Freeform 30">
                    <a:extLst>
                      <a:ext uri="{FF2B5EF4-FFF2-40B4-BE49-F238E27FC236}">
                        <a16:creationId xmlns:a16="http://schemas.microsoft.com/office/drawing/2014/main" id="{A3D6DE53-63BF-43D4-9191-73E91E3A9EB6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009" y="758"/>
                    <a:ext cx="100" cy="100"/>
                  </a:xfrm>
                  <a:custGeom>
                    <a:avLst/>
                    <a:gdLst>
                      <a:gd name="T0" fmla="*/ 299 w 299"/>
                      <a:gd name="T1" fmla="*/ 300 h 300"/>
                      <a:gd name="T2" fmla="*/ 0 w 299"/>
                      <a:gd name="T3" fmla="*/ 0 h 300"/>
                      <a:gd name="T4" fmla="*/ 1 w 299"/>
                      <a:gd name="T5" fmla="*/ 0 h 3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299" h="300">
                        <a:moveTo>
                          <a:pt x="299" y="300"/>
                        </a:moveTo>
                        <a:lnTo>
                          <a:pt x="0" y="0"/>
                        </a:lnTo>
                        <a:lnTo>
                          <a:pt x="1" y="0"/>
                        </a:lnTo>
                      </a:path>
                    </a:pathLst>
                  </a:custGeom>
                  <a:noFill/>
                  <a:ln w="19050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47487" name="Freeform 31">
                    <a:extLst>
                      <a:ext uri="{FF2B5EF4-FFF2-40B4-BE49-F238E27FC236}">
                        <a16:creationId xmlns:a16="http://schemas.microsoft.com/office/drawing/2014/main" id="{CC37D357-BD3C-4884-88B4-E4696BDCA191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240" y="839"/>
                    <a:ext cx="38" cy="37"/>
                  </a:xfrm>
                  <a:custGeom>
                    <a:avLst/>
                    <a:gdLst>
                      <a:gd name="T0" fmla="*/ 112 w 112"/>
                      <a:gd name="T1" fmla="*/ 112 h 112"/>
                      <a:gd name="T2" fmla="*/ 0 w 112"/>
                      <a:gd name="T3" fmla="*/ 0 h 112"/>
                      <a:gd name="T4" fmla="*/ 1 w 112"/>
                      <a:gd name="T5" fmla="*/ 0 h 11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112" h="112">
                        <a:moveTo>
                          <a:pt x="112" y="112"/>
                        </a:moveTo>
                        <a:lnTo>
                          <a:pt x="0" y="0"/>
                        </a:lnTo>
                        <a:lnTo>
                          <a:pt x="1" y="0"/>
                        </a:lnTo>
                      </a:path>
                    </a:pathLst>
                  </a:custGeom>
                  <a:noFill/>
                  <a:ln w="19050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47488" name="Freeform 32">
                    <a:extLst>
                      <a:ext uri="{FF2B5EF4-FFF2-40B4-BE49-F238E27FC236}">
                        <a16:creationId xmlns:a16="http://schemas.microsoft.com/office/drawing/2014/main" id="{742ED49C-9421-449B-84C5-B9A66B71071B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311" y="758"/>
                    <a:ext cx="118" cy="118"/>
                  </a:xfrm>
                  <a:custGeom>
                    <a:avLst/>
                    <a:gdLst>
                      <a:gd name="T0" fmla="*/ 354 w 354"/>
                      <a:gd name="T1" fmla="*/ 354 h 354"/>
                      <a:gd name="T2" fmla="*/ 0 w 354"/>
                      <a:gd name="T3" fmla="*/ 0 h 354"/>
                      <a:gd name="T4" fmla="*/ 1 w 354"/>
                      <a:gd name="T5" fmla="*/ 0 h 35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354" h="354">
                        <a:moveTo>
                          <a:pt x="354" y="354"/>
                        </a:moveTo>
                        <a:lnTo>
                          <a:pt x="0" y="0"/>
                        </a:lnTo>
                        <a:lnTo>
                          <a:pt x="1" y="0"/>
                        </a:lnTo>
                      </a:path>
                    </a:pathLst>
                  </a:custGeom>
                  <a:noFill/>
                  <a:ln w="19050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47489" name="Freeform 33">
                    <a:extLst>
                      <a:ext uri="{FF2B5EF4-FFF2-40B4-BE49-F238E27FC236}">
                        <a16:creationId xmlns:a16="http://schemas.microsoft.com/office/drawing/2014/main" id="{725A8451-B14B-4ACC-88C3-A3B2155F1F5D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461" y="758"/>
                    <a:ext cx="58" cy="58"/>
                  </a:xfrm>
                  <a:custGeom>
                    <a:avLst/>
                    <a:gdLst>
                      <a:gd name="T0" fmla="*/ 173 w 173"/>
                      <a:gd name="T1" fmla="*/ 173 h 173"/>
                      <a:gd name="T2" fmla="*/ 0 w 173"/>
                      <a:gd name="T3" fmla="*/ 0 h 173"/>
                      <a:gd name="T4" fmla="*/ 1 w 173"/>
                      <a:gd name="T5" fmla="*/ 0 h 17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173" h="173">
                        <a:moveTo>
                          <a:pt x="173" y="173"/>
                        </a:moveTo>
                        <a:lnTo>
                          <a:pt x="0" y="0"/>
                        </a:lnTo>
                        <a:lnTo>
                          <a:pt x="1" y="0"/>
                        </a:lnTo>
                      </a:path>
                    </a:pathLst>
                  </a:custGeom>
                  <a:noFill/>
                  <a:ln w="19050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</p:grpSp>
          <p:grpSp>
            <p:nvGrpSpPr>
              <p:cNvPr id="147664" name="Group 208">
                <a:extLst>
                  <a:ext uri="{FF2B5EF4-FFF2-40B4-BE49-F238E27FC236}">
                    <a16:creationId xmlns:a16="http://schemas.microsoft.com/office/drawing/2014/main" id="{D429FA9E-2FEF-4484-B6D4-4946E8D512E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027" y="1157"/>
                <a:ext cx="808" cy="793"/>
                <a:chOff x="2027" y="1157"/>
                <a:chExt cx="808" cy="793"/>
              </a:xfrm>
            </p:grpSpPr>
            <p:sp>
              <p:nvSpPr>
                <p:cNvPr id="147491" name="Oval 35">
                  <a:extLst>
                    <a:ext uri="{FF2B5EF4-FFF2-40B4-BE49-F238E27FC236}">
                      <a16:creationId xmlns:a16="http://schemas.microsoft.com/office/drawing/2014/main" id="{CA0134AF-CFD8-49A2-8FF4-7DAA9F0FBC7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077" y="1213"/>
                  <a:ext cx="685" cy="685"/>
                </a:xfrm>
                <a:prstGeom prst="ellips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47492" name="Oval 36">
                  <a:extLst>
                    <a:ext uri="{FF2B5EF4-FFF2-40B4-BE49-F238E27FC236}">
                      <a16:creationId xmlns:a16="http://schemas.microsoft.com/office/drawing/2014/main" id="{E35FBDB4-E3EF-477F-BE2E-171FA038E60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95" y="1337"/>
                  <a:ext cx="452" cy="431"/>
                </a:xfrm>
                <a:prstGeom prst="ellips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47493" name="Freeform 37">
                  <a:extLst>
                    <a:ext uri="{FF2B5EF4-FFF2-40B4-BE49-F238E27FC236}">
                      <a16:creationId xmlns:a16="http://schemas.microsoft.com/office/drawing/2014/main" id="{BD761C91-B8E0-4352-A5E1-DF78C7E6BDE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21" y="1157"/>
                  <a:ext cx="1" cy="458"/>
                </a:xfrm>
                <a:custGeom>
                  <a:avLst/>
                  <a:gdLst>
                    <a:gd name="T0" fmla="*/ 0 w 1"/>
                    <a:gd name="T1" fmla="*/ 0 h 1373"/>
                    <a:gd name="T2" fmla="*/ 0 w 1"/>
                    <a:gd name="T3" fmla="*/ 1373 h 1373"/>
                    <a:gd name="T4" fmla="*/ 1 w 1"/>
                    <a:gd name="T5" fmla="*/ 1373 h 137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" h="1373">
                      <a:moveTo>
                        <a:pt x="0" y="0"/>
                      </a:moveTo>
                      <a:lnTo>
                        <a:pt x="0" y="1373"/>
                      </a:lnTo>
                      <a:lnTo>
                        <a:pt x="1" y="1373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7494" name="Freeform 38">
                  <a:extLst>
                    <a:ext uri="{FF2B5EF4-FFF2-40B4-BE49-F238E27FC236}">
                      <a16:creationId xmlns:a16="http://schemas.microsoft.com/office/drawing/2014/main" id="{C1C43DB7-25A2-45FA-AE16-AFA49025CF4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7" y="1271"/>
                  <a:ext cx="1" cy="66"/>
                </a:xfrm>
                <a:custGeom>
                  <a:avLst/>
                  <a:gdLst>
                    <a:gd name="T0" fmla="*/ 0 w 1"/>
                    <a:gd name="T1" fmla="*/ 0 h 197"/>
                    <a:gd name="T2" fmla="*/ 0 w 1"/>
                    <a:gd name="T3" fmla="*/ 197 h 197"/>
                    <a:gd name="T4" fmla="*/ 1 w 1"/>
                    <a:gd name="T5" fmla="*/ 197 h 19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" h="197">
                      <a:moveTo>
                        <a:pt x="0" y="0"/>
                      </a:moveTo>
                      <a:lnTo>
                        <a:pt x="0" y="197"/>
                      </a:lnTo>
                      <a:lnTo>
                        <a:pt x="1" y="197"/>
                      </a:lnTo>
                    </a:path>
                  </a:pathLst>
                </a:custGeom>
                <a:noFill/>
                <a:ln w="38100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7495" name="Freeform 39">
                  <a:extLst>
                    <a:ext uri="{FF2B5EF4-FFF2-40B4-BE49-F238E27FC236}">
                      <a16:creationId xmlns:a16="http://schemas.microsoft.com/office/drawing/2014/main" id="{2535D210-A0B0-43B9-93A6-2913133F4E2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355" y="1271"/>
                  <a:ext cx="132" cy="1"/>
                </a:xfrm>
                <a:custGeom>
                  <a:avLst/>
                  <a:gdLst>
                    <a:gd name="T0" fmla="*/ 0 w 395"/>
                    <a:gd name="T1" fmla="*/ 394 w 395"/>
                    <a:gd name="T2" fmla="*/ 395 w 39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</a:cxnLst>
                  <a:rect l="0" t="0" r="r" b="b"/>
                  <a:pathLst>
                    <a:path w="395">
                      <a:moveTo>
                        <a:pt x="0" y="0"/>
                      </a:moveTo>
                      <a:lnTo>
                        <a:pt x="394" y="0"/>
                      </a:lnTo>
                      <a:lnTo>
                        <a:pt x="395" y="0"/>
                      </a:lnTo>
                    </a:path>
                  </a:pathLst>
                </a:custGeom>
                <a:noFill/>
                <a:ln w="38100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7496" name="Freeform 40">
                  <a:extLst>
                    <a:ext uri="{FF2B5EF4-FFF2-40B4-BE49-F238E27FC236}">
                      <a16:creationId xmlns:a16="http://schemas.microsoft.com/office/drawing/2014/main" id="{4F2E973C-F62F-456F-8AE0-082FEFDD353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7" y="1227"/>
                  <a:ext cx="44" cy="44"/>
                </a:xfrm>
                <a:custGeom>
                  <a:avLst/>
                  <a:gdLst>
                    <a:gd name="T0" fmla="*/ 0 w 134"/>
                    <a:gd name="T1" fmla="*/ 132 h 132"/>
                    <a:gd name="T2" fmla="*/ 133 w 134"/>
                    <a:gd name="T3" fmla="*/ 0 h 132"/>
                    <a:gd name="T4" fmla="*/ 134 w 134"/>
                    <a:gd name="T5" fmla="*/ 0 h 13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34" h="132">
                      <a:moveTo>
                        <a:pt x="0" y="132"/>
                      </a:moveTo>
                      <a:lnTo>
                        <a:pt x="133" y="0"/>
                      </a:lnTo>
                      <a:lnTo>
                        <a:pt x="134" y="0"/>
                      </a:lnTo>
                    </a:path>
                  </a:pathLst>
                </a:custGeom>
                <a:noFill/>
                <a:ln w="38100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7497" name="Freeform 41">
                  <a:extLst>
                    <a:ext uri="{FF2B5EF4-FFF2-40B4-BE49-F238E27FC236}">
                      <a16:creationId xmlns:a16="http://schemas.microsoft.com/office/drawing/2014/main" id="{2F7DD7C1-16FF-400A-8984-7998557FB3B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311" y="1227"/>
                  <a:ext cx="44" cy="44"/>
                </a:xfrm>
                <a:custGeom>
                  <a:avLst/>
                  <a:gdLst>
                    <a:gd name="T0" fmla="*/ 134 w 134"/>
                    <a:gd name="T1" fmla="*/ 132 h 132"/>
                    <a:gd name="T2" fmla="*/ 0 w 134"/>
                    <a:gd name="T3" fmla="*/ 0 h 132"/>
                    <a:gd name="T4" fmla="*/ 2 w 134"/>
                    <a:gd name="T5" fmla="*/ 0 h 13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34" h="132">
                      <a:moveTo>
                        <a:pt x="134" y="132"/>
                      </a:moveTo>
                      <a:lnTo>
                        <a:pt x="0" y="0"/>
                      </a:lnTo>
                      <a:lnTo>
                        <a:pt x="2" y="0"/>
                      </a:lnTo>
                    </a:path>
                  </a:pathLst>
                </a:custGeom>
                <a:noFill/>
                <a:ln w="38100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7498" name="Freeform 42">
                  <a:extLst>
                    <a:ext uri="{FF2B5EF4-FFF2-40B4-BE49-F238E27FC236}">
                      <a16:creationId xmlns:a16="http://schemas.microsoft.com/office/drawing/2014/main" id="{BEBD2F0C-D201-4745-A48A-755DEF164F0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355" y="1271"/>
                  <a:ext cx="1" cy="66"/>
                </a:xfrm>
                <a:custGeom>
                  <a:avLst/>
                  <a:gdLst>
                    <a:gd name="T0" fmla="*/ 0 w 1"/>
                    <a:gd name="T1" fmla="*/ 0 h 197"/>
                    <a:gd name="T2" fmla="*/ 0 w 1"/>
                    <a:gd name="T3" fmla="*/ 197 h 197"/>
                    <a:gd name="T4" fmla="*/ 1 w 1"/>
                    <a:gd name="T5" fmla="*/ 197 h 19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" h="197">
                      <a:moveTo>
                        <a:pt x="0" y="0"/>
                      </a:moveTo>
                      <a:lnTo>
                        <a:pt x="0" y="197"/>
                      </a:lnTo>
                      <a:lnTo>
                        <a:pt x="1" y="197"/>
                      </a:lnTo>
                    </a:path>
                  </a:pathLst>
                </a:custGeom>
                <a:noFill/>
                <a:ln w="38100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7499" name="Freeform 43">
                  <a:extLst>
                    <a:ext uri="{FF2B5EF4-FFF2-40B4-BE49-F238E27FC236}">
                      <a16:creationId xmlns:a16="http://schemas.microsoft.com/office/drawing/2014/main" id="{ACA4CF78-7905-4A52-A630-CE772BE1827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21" y="1724"/>
                  <a:ext cx="1" cy="226"/>
                </a:xfrm>
                <a:custGeom>
                  <a:avLst/>
                  <a:gdLst>
                    <a:gd name="T0" fmla="*/ 0 w 1"/>
                    <a:gd name="T1" fmla="*/ 677 h 677"/>
                    <a:gd name="T2" fmla="*/ 0 w 1"/>
                    <a:gd name="T3" fmla="*/ 0 h 677"/>
                    <a:gd name="T4" fmla="*/ 1 w 1"/>
                    <a:gd name="T5" fmla="*/ 0 h 67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" h="677">
                      <a:moveTo>
                        <a:pt x="0" y="677"/>
                      </a:moveTo>
                      <a:lnTo>
                        <a:pt x="0" y="0"/>
                      </a:lnTo>
                      <a:lnTo>
                        <a:pt x="1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7500" name="Freeform 44">
                  <a:extLst>
                    <a:ext uri="{FF2B5EF4-FFF2-40B4-BE49-F238E27FC236}">
                      <a16:creationId xmlns:a16="http://schemas.microsoft.com/office/drawing/2014/main" id="{B6D95FA9-FCC2-4A8F-BE92-0C26F069E50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27" y="1554"/>
                  <a:ext cx="444" cy="1"/>
                </a:xfrm>
                <a:custGeom>
                  <a:avLst/>
                  <a:gdLst>
                    <a:gd name="T0" fmla="*/ 0 w 1331"/>
                    <a:gd name="T1" fmla="*/ 1330 w 1331"/>
                    <a:gd name="T2" fmla="*/ 1331 w 1331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</a:cxnLst>
                  <a:rect l="0" t="0" r="r" b="b"/>
                  <a:pathLst>
                    <a:path w="1331">
                      <a:moveTo>
                        <a:pt x="0" y="0"/>
                      </a:moveTo>
                      <a:lnTo>
                        <a:pt x="1330" y="0"/>
                      </a:lnTo>
                      <a:lnTo>
                        <a:pt x="1331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7501" name="Freeform 45">
                  <a:extLst>
                    <a:ext uri="{FF2B5EF4-FFF2-40B4-BE49-F238E27FC236}">
                      <a16:creationId xmlns:a16="http://schemas.microsoft.com/office/drawing/2014/main" id="{3B95D4CC-7828-4BAC-9EBB-ABB41FDA856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512" y="1554"/>
                  <a:ext cx="18" cy="1"/>
                </a:xfrm>
                <a:custGeom>
                  <a:avLst/>
                  <a:gdLst>
                    <a:gd name="T0" fmla="*/ 0 w 55"/>
                    <a:gd name="T1" fmla="*/ 54 w 55"/>
                    <a:gd name="T2" fmla="*/ 55 w 5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</a:cxnLst>
                  <a:rect l="0" t="0" r="r" b="b"/>
                  <a:pathLst>
                    <a:path w="55">
                      <a:moveTo>
                        <a:pt x="0" y="0"/>
                      </a:moveTo>
                      <a:lnTo>
                        <a:pt x="54" y="0"/>
                      </a:lnTo>
                      <a:lnTo>
                        <a:pt x="55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7502" name="Freeform 46">
                  <a:extLst>
                    <a:ext uri="{FF2B5EF4-FFF2-40B4-BE49-F238E27FC236}">
                      <a16:creationId xmlns:a16="http://schemas.microsoft.com/office/drawing/2014/main" id="{0E4DD280-6A57-40DF-A348-D55D79FCCEF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562" y="1554"/>
                  <a:ext cx="273" cy="1"/>
                </a:xfrm>
                <a:custGeom>
                  <a:avLst/>
                  <a:gdLst>
                    <a:gd name="T0" fmla="*/ 0 w 819"/>
                    <a:gd name="T1" fmla="*/ 817 w 819"/>
                    <a:gd name="T2" fmla="*/ 819 w 819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</a:cxnLst>
                  <a:rect l="0" t="0" r="r" b="b"/>
                  <a:pathLst>
                    <a:path w="819">
                      <a:moveTo>
                        <a:pt x="0" y="0"/>
                      </a:moveTo>
                      <a:lnTo>
                        <a:pt x="817" y="0"/>
                      </a:lnTo>
                      <a:lnTo>
                        <a:pt x="819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7503" name="Freeform 47">
                  <a:extLst>
                    <a:ext uri="{FF2B5EF4-FFF2-40B4-BE49-F238E27FC236}">
                      <a16:creationId xmlns:a16="http://schemas.microsoft.com/office/drawing/2014/main" id="{2E1BE328-39E1-4B52-BF21-A2F5553A22C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21" y="1673"/>
                  <a:ext cx="1" cy="19"/>
                </a:xfrm>
                <a:custGeom>
                  <a:avLst/>
                  <a:gdLst>
                    <a:gd name="T0" fmla="*/ 0 w 1"/>
                    <a:gd name="T1" fmla="*/ 55 h 55"/>
                    <a:gd name="T2" fmla="*/ 0 w 1"/>
                    <a:gd name="T3" fmla="*/ 0 h 55"/>
                    <a:gd name="T4" fmla="*/ 1 w 1"/>
                    <a:gd name="T5" fmla="*/ 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" h="55">
                      <a:moveTo>
                        <a:pt x="0" y="55"/>
                      </a:moveTo>
                      <a:lnTo>
                        <a:pt x="0" y="0"/>
                      </a:lnTo>
                      <a:lnTo>
                        <a:pt x="1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7504" name="Freeform 48">
                  <a:extLst>
                    <a:ext uri="{FF2B5EF4-FFF2-40B4-BE49-F238E27FC236}">
                      <a16:creationId xmlns:a16="http://schemas.microsoft.com/office/drawing/2014/main" id="{192655AF-E85A-466D-91BD-4600980DC1E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21" y="1492"/>
                  <a:ext cx="1" cy="145"/>
                </a:xfrm>
                <a:custGeom>
                  <a:avLst/>
                  <a:gdLst>
                    <a:gd name="T0" fmla="*/ 0 w 1"/>
                    <a:gd name="T1" fmla="*/ 433 h 433"/>
                    <a:gd name="T2" fmla="*/ 0 w 1"/>
                    <a:gd name="T3" fmla="*/ 0 h 433"/>
                    <a:gd name="T4" fmla="*/ 1 w 1"/>
                    <a:gd name="T5" fmla="*/ 0 h 43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" h="433">
                      <a:moveTo>
                        <a:pt x="0" y="433"/>
                      </a:moveTo>
                      <a:lnTo>
                        <a:pt x="0" y="0"/>
                      </a:lnTo>
                      <a:lnTo>
                        <a:pt x="1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7505" name="Freeform 49">
                  <a:extLst>
                    <a:ext uri="{FF2B5EF4-FFF2-40B4-BE49-F238E27FC236}">
                      <a16:creationId xmlns:a16="http://schemas.microsoft.com/office/drawing/2014/main" id="{4D874986-8463-4664-A90E-BD516F6983A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79" y="1593"/>
                  <a:ext cx="302" cy="303"/>
                </a:xfrm>
                <a:custGeom>
                  <a:avLst/>
                  <a:gdLst>
                    <a:gd name="T0" fmla="*/ 907 w 907"/>
                    <a:gd name="T1" fmla="*/ 908 h 908"/>
                    <a:gd name="T2" fmla="*/ 0 w 907"/>
                    <a:gd name="T3" fmla="*/ 0 h 908"/>
                    <a:gd name="T4" fmla="*/ 1 w 907"/>
                    <a:gd name="T5" fmla="*/ 0 h 90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907" h="908">
                      <a:moveTo>
                        <a:pt x="907" y="908"/>
                      </a:moveTo>
                      <a:lnTo>
                        <a:pt x="0" y="0"/>
                      </a:lnTo>
                      <a:lnTo>
                        <a:pt x="1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7506" name="Freeform 50">
                  <a:extLst>
                    <a:ext uri="{FF2B5EF4-FFF2-40B4-BE49-F238E27FC236}">
                      <a16:creationId xmlns:a16="http://schemas.microsoft.com/office/drawing/2014/main" id="{54E49C11-8D6A-4863-A0FB-E0E6AC21C0F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17" y="1780"/>
                  <a:ext cx="103" cy="103"/>
                </a:xfrm>
                <a:custGeom>
                  <a:avLst/>
                  <a:gdLst>
                    <a:gd name="T0" fmla="*/ 310 w 310"/>
                    <a:gd name="T1" fmla="*/ 310 h 310"/>
                    <a:gd name="T2" fmla="*/ 0 w 310"/>
                    <a:gd name="T3" fmla="*/ 0 h 310"/>
                    <a:gd name="T4" fmla="*/ 1 w 310"/>
                    <a:gd name="T5" fmla="*/ 0 h 3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310" h="310">
                      <a:moveTo>
                        <a:pt x="310" y="310"/>
                      </a:moveTo>
                      <a:lnTo>
                        <a:pt x="0" y="0"/>
                      </a:lnTo>
                      <a:lnTo>
                        <a:pt x="1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7507" name="Freeform 51">
                  <a:extLst>
                    <a:ext uri="{FF2B5EF4-FFF2-40B4-BE49-F238E27FC236}">
                      <a16:creationId xmlns:a16="http://schemas.microsoft.com/office/drawing/2014/main" id="{DC2546FD-C0EB-4E8B-8732-6240E461E48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91" y="1454"/>
                  <a:ext cx="104" cy="104"/>
                </a:xfrm>
                <a:custGeom>
                  <a:avLst/>
                  <a:gdLst>
                    <a:gd name="T0" fmla="*/ 310 w 310"/>
                    <a:gd name="T1" fmla="*/ 310 h 310"/>
                    <a:gd name="T2" fmla="*/ 0 w 310"/>
                    <a:gd name="T3" fmla="*/ 0 h 310"/>
                    <a:gd name="T4" fmla="*/ 2 w 310"/>
                    <a:gd name="T5" fmla="*/ 0 h 3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310" h="310">
                      <a:moveTo>
                        <a:pt x="310" y="310"/>
                      </a:moveTo>
                      <a:lnTo>
                        <a:pt x="0" y="0"/>
                      </a:lnTo>
                      <a:lnTo>
                        <a:pt x="2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7508" name="Freeform 52">
                  <a:extLst>
                    <a:ext uri="{FF2B5EF4-FFF2-40B4-BE49-F238E27FC236}">
                      <a16:creationId xmlns:a16="http://schemas.microsoft.com/office/drawing/2014/main" id="{E596027E-A024-4A5C-991A-BB5BEED440F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536" y="1748"/>
                  <a:ext cx="85" cy="86"/>
                </a:xfrm>
                <a:custGeom>
                  <a:avLst/>
                  <a:gdLst>
                    <a:gd name="T0" fmla="*/ 255 w 255"/>
                    <a:gd name="T1" fmla="*/ 256 h 256"/>
                    <a:gd name="T2" fmla="*/ 0 w 255"/>
                    <a:gd name="T3" fmla="*/ 0 h 256"/>
                    <a:gd name="T4" fmla="*/ 1 w 255"/>
                    <a:gd name="T5" fmla="*/ 0 h 25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55" h="256">
                      <a:moveTo>
                        <a:pt x="255" y="256"/>
                      </a:moveTo>
                      <a:lnTo>
                        <a:pt x="0" y="0"/>
                      </a:lnTo>
                      <a:lnTo>
                        <a:pt x="1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7509" name="Freeform 53">
                  <a:extLst>
                    <a:ext uri="{FF2B5EF4-FFF2-40B4-BE49-F238E27FC236}">
                      <a16:creationId xmlns:a16="http://schemas.microsoft.com/office/drawing/2014/main" id="{3624C782-643D-40F1-9EB6-A27E2A61C7A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41" y="1353"/>
                  <a:ext cx="85" cy="85"/>
                </a:xfrm>
                <a:custGeom>
                  <a:avLst/>
                  <a:gdLst>
                    <a:gd name="T0" fmla="*/ 255 w 255"/>
                    <a:gd name="T1" fmla="*/ 255 h 255"/>
                    <a:gd name="T2" fmla="*/ 0 w 255"/>
                    <a:gd name="T3" fmla="*/ 0 h 255"/>
                    <a:gd name="T4" fmla="*/ 1 w 255"/>
                    <a:gd name="T5" fmla="*/ 0 h 2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55" h="255">
                      <a:moveTo>
                        <a:pt x="255" y="255"/>
                      </a:moveTo>
                      <a:lnTo>
                        <a:pt x="0" y="0"/>
                      </a:lnTo>
                      <a:lnTo>
                        <a:pt x="1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7510" name="Freeform 54">
                  <a:extLst>
                    <a:ext uri="{FF2B5EF4-FFF2-40B4-BE49-F238E27FC236}">
                      <a16:creationId xmlns:a16="http://schemas.microsoft.com/office/drawing/2014/main" id="{10F00432-531D-44D0-9A38-EF53E17BA61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612" y="1674"/>
                  <a:ext cx="85" cy="85"/>
                </a:xfrm>
                <a:custGeom>
                  <a:avLst/>
                  <a:gdLst>
                    <a:gd name="T0" fmla="*/ 255 w 255"/>
                    <a:gd name="T1" fmla="*/ 253 h 253"/>
                    <a:gd name="T2" fmla="*/ 0 w 255"/>
                    <a:gd name="T3" fmla="*/ 0 h 253"/>
                    <a:gd name="T4" fmla="*/ 1 w 255"/>
                    <a:gd name="T5" fmla="*/ 0 h 25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55" h="253">
                      <a:moveTo>
                        <a:pt x="255" y="253"/>
                      </a:moveTo>
                      <a:lnTo>
                        <a:pt x="0" y="0"/>
                      </a:lnTo>
                      <a:lnTo>
                        <a:pt x="1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7511" name="Freeform 55">
                  <a:extLst>
                    <a:ext uri="{FF2B5EF4-FFF2-40B4-BE49-F238E27FC236}">
                      <a16:creationId xmlns:a16="http://schemas.microsoft.com/office/drawing/2014/main" id="{CD98122D-0B03-4571-A677-9FB41615EDC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216" y="1277"/>
                  <a:ext cx="85" cy="85"/>
                </a:xfrm>
                <a:custGeom>
                  <a:avLst/>
                  <a:gdLst>
                    <a:gd name="T0" fmla="*/ 255 w 255"/>
                    <a:gd name="T1" fmla="*/ 255 h 255"/>
                    <a:gd name="T2" fmla="*/ 0 w 255"/>
                    <a:gd name="T3" fmla="*/ 0 h 255"/>
                    <a:gd name="T4" fmla="*/ 1 w 255"/>
                    <a:gd name="T5" fmla="*/ 0 h 2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55" h="255">
                      <a:moveTo>
                        <a:pt x="255" y="255"/>
                      </a:moveTo>
                      <a:lnTo>
                        <a:pt x="0" y="0"/>
                      </a:lnTo>
                      <a:lnTo>
                        <a:pt x="1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7512" name="Freeform 56">
                  <a:extLst>
                    <a:ext uri="{FF2B5EF4-FFF2-40B4-BE49-F238E27FC236}">
                      <a16:creationId xmlns:a16="http://schemas.microsoft.com/office/drawing/2014/main" id="{2FA66DDA-36D7-4BB4-9D93-DE05E324D81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647" y="1558"/>
                  <a:ext cx="102" cy="101"/>
                </a:xfrm>
                <a:custGeom>
                  <a:avLst/>
                  <a:gdLst>
                    <a:gd name="T0" fmla="*/ 304 w 304"/>
                    <a:gd name="T1" fmla="*/ 304 h 304"/>
                    <a:gd name="T2" fmla="*/ 0 w 304"/>
                    <a:gd name="T3" fmla="*/ 0 h 304"/>
                    <a:gd name="T4" fmla="*/ 1 w 304"/>
                    <a:gd name="T5" fmla="*/ 0 h 30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304" h="304">
                      <a:moveTo>
                        <a:pt x="304" y="304"/>
                      </a:moveTo>
                      <a:lnTo>
                        <a:pt x="0" y="0"/>
                      </a:lnTo>
                      <a:lnTo>
                        <a:pt x="1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7513" name="Freeform 57">
                  <a:extLst>
                    <a:ext uri="{FF2B5EF4-FFF2-40B4-BE49-F238E27FC236}">
                      <a16:creationId xmlns:a16="http://schemas.microsoft.com/office/drawing/2014/main" id="{D2B5A789-A2FF-4F26-8E5D-412CAFE727D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99" y="1259"/>
                  <a:ext cx="265" cy="265"/>
                </a:xfrm>
                <a:custGeom>
                  <a:avLst/>
                  <a:gdLst>
                    <a:gd name="T0" fmla="*/ 793 w 793"/>
                    <a:gd name="T1" fmla="*/ 794 h 794"/>
                    <a:gd name="T2" fmla="*/ 0 w 793"/>
                    <a:gd name="T3" fmla="*/ 0 h 794"/>
                    <a:gd name="T4" fmla="*/ 1 w 793"/>
                    <a:gd name="T5" fmla="*/ 0 h 79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793" h="794">
                      <a:moveTo>
                        <a:pt x="793" y="794"/>
                      </a:moveTo>
                      <a:lnTo>
                        <a:pt x="0" y="0"/>
                      </a:lnTo>
                      <a:lnTo>
                        <a:pt x="1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  <p:sp>
          <p:nvSpPr>
            <p:cNvPr id="147514" name="Rectangle 58">
              <a:extLst>
                <a:ext uri="{FF2B5EF4-FFF2-40B4-BE49-F238E27FC236}">
                  <a16:creationId xmlns:a16="http://schemas.microsoft.com/office/drawing/2014/main" id="{A0AA97AA-C2F5-454B-80D1-542B33DD9D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62" y="1471"/>
              <a:ext cx="339" cy="406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7515" name="Freeform 59">
              <a:extLst>
                <a:ext uri="{FF2B5EF4-FFF2-40B4-BE49-F238E27FC236}">
                  <a16:creationId xmlns:a16="http://schemas.microsoft.com/office/drawing/2014/main" id="{E5979A1C-9A20-44FA-90E9-F1DF866EBF6D}"/>
                </a:ext>
              </a:extLst>
            </p:cNvPr>
            <p:cNvSpPr>
              <a:spLocks/>
            </p:cNvSpPr>
            <p:nvPr/>
          </p:nvSpPr>
          <p:spPr bwMode="auto">
            <a:xfrm>
              <a:off x="3254" y="1673"/>
              <a:ext cx="358" cy="1"/>
            </a:xfrm>
            <a:custGeom>
              <a:avLst/>
              <a:gdLst>
                <a:gd name="T0" fmla="*/ 0 w 1073"/>
                <a:gd name="T1" fmla="*/ 1071 w 1073"/>
                <a:gd name="T2" fmla="*/ 1073 w 107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1073">
                  <a:moveTo>
                    <a:pt x="0" y="0"/>
                  </a:moveTo>
                  <a:lnTo>
                    <a:pt x="1071" y="0"/>
                  </a:lnTo>
                  <a:lnTo>
                    <a:pt x="1073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7516" name="Freeform 60">
              <a:extLst>
                <a:ext uri="{FF2B5EF4-FFF2-40B4-BE49-F238E27FC236}">
                  <a16:creationId xmlns:a16="http://schemas.microsoft.com/office/drawing/2014/main" id="{50CC11F8-09CA-44F7-8180-1047674C65C2}"/>
                </a:ext>
              </a:extLst>
            </p:cNvPr>
            <p:cNvSpPr>
              <a:spLocks/>
            </p:cNvSpPr>
            <p:nvPr/>
          </p:nvSpPr>
          <p:spPr bwMode="auto">
            <a:xfrm>
              <a:off x="3351" y="1429"/>
              <a:ext cx="753" cy="1"/>
            </a:xfrm>
            <a:custGeom>
              <a:avLst/>
              <a:gdLst>
                <a:gd name="T0" fmla="*/ 0 w 2258"/>
                <a:gd name="T1" fmla="*/ 2257 w 2258"/>
                <a:gd name="T2" fmla="*/ 2258 w 2258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2258">
                  <a:moveTo>
                    <a:pt x="0" y="0"/>
                  </a:moveTo>
                  <a:lnTo>
                    <a:pt x="2257" y="0"/>
                  </a:lnTo>
                  <a:lnTo>
                    <a:pt x="2258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7517" name="Freeform 61">
              <a:extLst>
                <a:ext uri="{FF2B5EF4-FFF2-40B4-BE49-F238E27FC236}">
                  <a16:creationId xmlns:a16="http://schemas.microsoft.com/office/drawing/2014/main" id="{8D2341BC-9274-4629-9151-942EB109DD92}"/>
                </a:ext>
              </a:extLst>
            </p:cNvPr>
            <p:cNvSpPr>
              <a:spLocks/>
            </p:cNvSpPr>
            <p:nvPr/>
          </p:nvSpPr>
          <p:spPr bwMode="auto">
            <a:xfrm>
              <a:off x="4103" y="1429"/>
              <a:ext cx="1" cy="488"/>
            </a:xfrm>
            <a:custGeom>
              <a:avLst/>
              <a:gdLst>
                <a:gd name="T0" fmla="*/ 0 w 1"/>
                <a:gd name="T1" fmla="*/ 0 h 1466"/>
                <a:gd name="T2" fmla="*/ 0 w 1"/>
                <a:gd name="T3" fmla="*/ 1466 h 1466"/>
                <a:gd name="T4" fmla="*/ 1 w 1"/>
                <a:gd name="T5" fmla="*/ 1466 h 14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1466">
                  <a:moveTo>
                    <a:pt x="0" y="0"/>
                  </a:moveTo>
                  <a:lnTo>
                    <a:pt x="0" y="1466"/>
                  </a:lnTo>
                  <a:lnTo>
                    <a:pt x="1" y="1466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7518" name="Freeform 62">
              <a:extLst>
                <a:ext uri="{FF2B5EF4-FFF2-40B4-BE49-F238E27FC236}">
                  <a16:creationId xmlns:a16="http://schemas.microsoft.com/office/drawing/2014/main" id="{7DA0C3E6-E496-4340-BA5C-57341386FF8E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0" y="1470"/>
              <a:ext cx="60" cy="59"/>
            </a:xfrm>
            <a:custGeom>
              <a:avLst/>
              <a:gdLst>
                <a:gd name="T0" fmla="*/ 0 w 179"/>
                <a:gd name="T1" fmla="*/ 0 h 178"/>
                <a:gd name="T2" fmla="*/ 178 w 179"/>
                <a:gd name="T3" fmla="*/ 178 h 178"/>
                <a:gd name="T4" fmla="*/ 179 w 179"/>
                <a:gd name="T5" fmla="*/ 178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9" h="178">
                  <a:moveTo>
                    <a:pt x="0" y="0"/>
                  </a:moveTo>
                  <a:lnTo>
                    <a:pt x="178" y="178"/>
                  </a:lnTo>
                  <a:lnTo>
                    <a:pt x="179" y="178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7519" name="Freeform 63">
              <a:extLst>
                <a:ext uri="{FF2B5EF4-FFF2-40B4-BE49-F238E27FC236}">
                  <a16:creationId xmlns:a16="http://schemas.microsoft.com/office/drawing/2014/main" id="{C063899A-63F1-41A4-9FDF-FE206F324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4560" y="1529"/>
              <a:ext cx="1" cy="301"/>
            </a:xfrm>
            <a:custGeom>
              <a:avLst/>
              <a:gdLst>
                <a:gd name="T0" fmla="*/ 0 w 1"/>
                <a:gd name="T1" fmla="*/ 0 h 301"/>
                <a:gd name="T2" fmla="*/ 0 w 1"/>
                <a:gd name="T3" fmla="*/ 301 h 3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301">
                  <a:moveTo>
                    <a:pt x="0" y="0"/>
                  </a:moveTo>
                  <a:lnTo>
                    <a:pt x="0" y="301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7520" name="Freeform 64">
              <a:extLst>
                <a:ext uri="{FF2B5EF4-FFF2-40B4-BE49-F238E27FC236}">
                  <a16:creationId xmlns:a16="http://schemas.microsoft.com/office/drawing/2014/main" id="{D0C9F8AC-0469-4FD7-9720-667E507854B7}"/>
                </a:ext>
              </a:extLst>
            </p:cNvPr>
            <p:cNvSpPr>
              <a:spLocks/>
            </p:cNvSpPr>
            <p:nvPr/>
          </p:nvSpPr>
          <p:spPr bwMode="auto">
            <a:xfrm>
              <a:off x="4103" y="1525"/>
              <a:ext cx="65" cy="1"/>
            </a:xfrm>
            <a:custGeom>
              <a:avLst/>
              <a:gdLst>
                <a:gd name="T0" fmla="*/ 0 w 195"/>
                <a:gd name="T1" fmla="*/ 194 w 195"/>
                <a:gd name="T2" fmla="*/ 195 w 19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195">
                  <a:moveTo>
                    <a:pt x="0" y="0"/>
                  </a:moveTo>
                  <a:lnTo>
                    <a:pt x="194" y="0"/>
                  </a:lnTo>
                  <a:lnTo>
                    <a:pt x="195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7521" name="Freeform 65">
              <a:extLst>
                <a:ext uri="{FF2B5EF4-FFF2-40B4-BE49-F238E27FC236}">
                  <a16:creationId xmlns:a16="http://schemas.microsoft.com/office/drawing/2014/main" id="{5FCCE98B-D804-4A24-B4DA-C74FF22EFED5}"/>
                </a:ext>
              </a:extLst>
            </p:cNvPr>
            <p:cNvSpPr>
              <a:spLocks/>
            </p:cNvSpPr>
            <p:nvPr/>
          </p:nvSpPr>
          <p:spPr bwMode="auto">
            <a:xfrm>
              <a:off x="3329" y="1917"/>
              <a:ext cx="775" cy="1"/>
            </a:xfrm>
            <a:custGeom>
              <a:avLst/>
              <a:gdLst>
                <a:gd name="T0" fmla="*/ 0 w 2323"/>
                <a:gd name="T1" fmla="*/ 2322 w 2323"/>
                <a:gd name="T2" fmla="*/ 2323 w 232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2323">
                  <a:moveTo>
                    <a:pt x="0" y="0"/>
                  </a:moveTo>
                  <a:lnTo>
                    <a:pt x="2322" y="0"/>
                  </a:lnTo>
                  <a:lnTo>
                    <a:pt x="2323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7522" name="Freeform 66">
              <a:extLst>
                <a:ext uri="{FF2B5EF4-FFF2-40B4-BE49-F238E27FC236}">
                  <a16:creationId xmlns:a16="http://schemas.microsoft.com/office/drawing/2014/main" id="{DA19F1B0-09F4-4F76-B979-C671820A549D}"/>
                </a:ext>
              </a:extLst>
            </p:cNvPr>
            <p:cNvSpPr>
              <a:spLocks/>
            </p:cNvSpPr>
            <p:nvPr/>
          </p:nvSpPr>
          <p:spPr bwMode="auto">
            <a:xfrm>
              <a:off x="4103" y="1820"/>
              <a:ext cx="65" cy="1"/>
            </a:xfrm>
            <a:custGeom>
              <a:avLst/>
              <a:gdLst>
                <a:gd name="T0" fmla="*/ 0 w 195"/>
                <a:gd name="T1" fmla="*/ 194 w 195"/>
                <a:gd name="T2" fmla="*/ 195 w 19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195">
                  <a:moveTo>
                    <a:pt x="0" y="0"/>
                  </a:moveTo>
                  <a:lnTo>
                    <a:pt x="194" y="0"/>
                  </a:lnTo>
                  <a:lnTo>
                    <a:pt x="195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7523" name="Freeform 67">
              <a:extLst>
                <a:ext uri="{FF2B5EF4-FFF2-40B4-BE49-F238E27FC236}">
                  <a16:creationId xmlns:a16="http://schemas.microsoft.com/office/drawing/2014/main" id="{8ABFFEA6-A02F-4F56-B0F9-F100B8D1D2F1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6" y="1817"/>
              <a:ext cx="60" cy="59"/>
            </a:xfrm>
            <a:custGeom>
              <a:avLst/>
              <a:gdLst>
                <a:gd name="T0" fmla="*/ 0 w 179"/>
                <a:gd name="T1" fmla="*/ 178 h 178"/>
                <a:gd name="T2" fmla="*/ 178 w 179"/>
                <a:gd name="T3" fmla="*/ 0 h 178"/>
                <a:gd name="T4" fmla="*/ 179 w 179"/>
                <a:gd name="T5" fmla="*/ 0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9" h="178">
                  <a:moveTo>
                    <a:pt x="0" y="178"/>
                  </a:moveTo>
                  <a:lnTo>
                    <a:pt x="178" y="0"/>
                  </a:lnTo>
                  <a:lnTo>
                    <a:pt x="179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7524" name="Freeform 68">
              <a:extLst>
                <a:ext uri="{FF2B5EF4-FFF2-40B4-BE49-F238E27FC236}">
                  <a16:creationId xmlns:a16="http://schemas.microsoft.com/office/drawing/2014/main" id="{5D964CBD-7F15-45DE-88ED-E6879B2A4E4F}"/>
                </a:ext>
              </a:extLst>
            </p:cNvPr>
            <p:cNvSpPr>
              <a:spLocks/>
            </p:cNvSpPr>
            <p:nvPr/>
          </p:nvSpPr>
          <p:spPr bwMode="auto">
            <a:xfrm>
              <a:off x="3877" y="1153"/>
              <a:ext cx="63" cy="126"/>
            </a:xfrm>
            <a:custGeom>
              <a:avLst/>
              <a:gdLst>
                <a:gd name="T0" fmla="*/ 0 w 189"/>
                <a:gd name="T1" fmla="*/ 379 h 379"/>
                <a:gd name="T2" fmla="*/ 134 w 189"/>
                <a:gd name="T3" fmla="*/ 324 h 379"/>
                <a:gd name="T4" fmla="*/ 189 w 189"/>
                <a:gd name="T5" fmla="*/ 190 h 379"/>
                <a:gd name="T6" fmla="*/ 134 w 189"/>
                <a:gd name="T7" fmla="*/ 56 h 379"/>
                <a:gd name="T8" fmla="*/ 0 w 189"/>
                <a:gd name="T9" fmla="*/ 0 h 379"/>
                <a:gd name="T10" fmla="*/ 1 w 189"/>
                <a:gd name="T11" fmla="*/ 0 h 3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89" h="379">
                  <a:moveTo>
                    <a:pt x="0" y="379"/>
                  </a:moveTo>
                  <a:lnTo>
                    <a:pt x="134" y="324"/>
                  </a:lnTo>
                  <a:lnTo>
                    <a:pt x="189" y="190"/>
                  </a:lnTo>
                  <a:lnTo>
                    <a:pt x="134" y="56"/>
                  </a:ln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7525" name="Freeform 69">
              <a:extLst>
                <a:ext uri="{FF2B5EF4-FFF2-40B4-BE49-F238E27FC236}">
                  <a16:creationId xmlns:a16="http://schemas.microsoft.com/office/drawing/2014/main" id="{6E4656AD-2FE5-4759-9A67-0D78532532EE}"/>
                </a:ext>
              </a:extLst>
            </p:cNvPr>
            <p:cNvSpPr>
              <a:spLocks/>
            </p:cNvSpPr>
            <p:nvPr/>
          </p:nvSpPr>
          <p:spPr bwMode="auto">
            <a:xfrm>
              <a:off x="3464" y="1153"/>
              <a:ext cx="63" cy="126"/>
            </a:xfrm>
            <a:custGeom>
              <a:avLst/>
              <a:gdLst>
                <a:gd name="T0" fmla="*/ 188 w 190"/>
                <a:gd name="T1" fmla="*/ 0 h 379"/>
                <a:gd name="T2" fmla="*/ 56 w 190"/>
                <a:gd name="T3" fmla="*/ 56 h 379"/>
                <a:gd name="T4" fmla="*/ 0 w 190"/>
                <a:gd name="T5" fmla="*/ 190 h 379"/>
                <a:gd name="T6" fmla="*/ 56 w 190"/>
                <a:gd name="T7" fmla="*/ 324 h 379"/>
                <a:gd name="T8" fmla="*/ 188 w 190"/>
                <a:gd name="T9" fmla="*/ 379 h 379"/>
                <a:gd name="T10" fmla="*/ 190 w 190"/>
                <a:gd name="T11" fmla="*/ 379 h 3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90" h="379">
                  <a:moveTo>
                    <a:pt x="188" y="0"/>
                  </a:moveTo>
                  <a:lnTo>
                    <a:pt x="56" y="56"/>
                  </a:lnTo>
                  <a:lnTo>
                    <a:pt x="0" y="190"/>
                  </a:lnTo>
                  <a:lnTo>
                    <a:pt x="56" y="324"/>
                  </a:lnTo>
                  <a:lnTo>
                    <a:pt x="188" y="379"/>
                  </a:lnTo>
                  <a:lnTo>
                    <a:pt x="190" y="379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7526" name="Freeform 70">
              <a:extLst>
                <a:ext uri="{FF2B5EF4-FFF2-40B4-BE49-F238E27FC236}">
                  <a16:creationId xmlns:a16="http://schemas.microsoft.com/office/drawing/2014/main" id="{C9B4B9F3-9908-48B1-8BFA-2A67A08ACC9E}"/>
                </a:ext>
              </a:extLst>
            </p:cNvPr>
            <p:cNvSpPr>
              <a:spLocks/>
            </p:cNvSpPr>
            <p:nvPr/>
          </p:nvSpPr>
          <p:spPr bwMode="auto">
            <a:xfrm>
              <a:off x="3526" y="1153"/>
              <a:ext cx="352" cy="1"/>
            </a:xfrm>
            <a:custGeom>
              <a:avLst/>
              <a:gdLst>
                <a:gd name="T0" fmla="*/ 0 w 1054"/>
                <a:gd name="T1" fmla="*/ 1053 w 1054"/>
                <a:gd name="T2" fmla="*/ 1054 w 105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1054">
                  <a:moveTo>
                    <a:pt x="0" y="0"/>
                  </a:moveTo>
                  <a:lnTo>
                    <a:pt x="1053" y="0"/>
                  </a:lnTo>
                  <a:lnTo>
                    <a:pt x="1054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7527" name="Freeform 71">
              <a:extLst>
                <a:ext uri="{FF2B5EF4-FFF2-40B4-BE49-F238E27FC236}">
                  <a16:creationId xmlns:a16="http://schemas.microsoft.com/office/drawing/2014/main" id="{0743E0A7-0C64-44FC-981C-1256D3496134}"/>
                </a:ext>
              </a:extLst>
            </p:cNvPr>
            <p:cNvSpPr>
              <a:spLocks/>
            </p:cNvSpPr>
            <p:nvPr/>
          </p:nvSpPr>
          <p:spPr bwMode="auto">
            <a:xfrm>
              <a:off x="3526" y="1279"/>
              <a:ext cx="351" cy="1"/>
            </a:xfrm>
            <a:custGeom>
              <a:avLst/>
              <a:gdLst>
                <a:gd name="T0" fmla="*/ 1053 w 1053"/>
                <a:gd name="T1" fmla="*/ 0 w 1053"/>
                <a:gd name="T2" fmla="*/ 2 w 105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1053">
                  <a:moveTo>
                    <a:pt x="1053" y="0"/>
                  </a:moveTo>
                  <a:lnTo>
                    <a:pt x="0" y="0"/>
                  </a:lnTo>
                  <a:lnTo>
                    <a:pt x="2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7528" name="Freeform 72">
              <a:extLst>
                <a:ext uri="{FF2B5EF4-FFF2-40B4-BE49-F238E27FC236}">
                  <a16:creationId xmlns:a16="http://schemas.microsoft.com/office/drawing/2014/main" id="{4AF3F0D5-895C-41E1-B685-5892ACC7C6A3}"/>
                </a:ext>
              </a:extLst>
            </p:cNvPr>
            <p:cNvSpPr>
              <a:spLocks/>
            </p:cNvSpPr>
            <p:nvPr/>
          </p:nvSpPr>
          <p:spPr bwMode="auto">
            <a:xfrm>
              <a:off x="3940" y="1429"/>
              <a:ext cx="1" cy="69"/>
            </a:xfrm>
            <a:custGeom>
              <a:avLst/>
              <a:gdLst>
                <a:gd name="T0" fmla="*/ 0 w 1"/>
                <a:gd name="T1" fmla="*/ 0 h 207"/>
                <a:gd name="T2" fmla="*/ 0 w 1"/>
                <a:gd name="T3" fmla="*/ 207 h 207"/>
                <a:gd name="T4" fmla="*/ 1 w 1"/>
                <a:gd name="T5" fmla="*/ 207 h 2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207">
                  <a:moveTo>
                    <a:pt x="0" y="0"/>
                  </a:moveTo>
                  <a:lnTo>
                    <a:pt x="0" y="207"/>
                  </a:lnTo>
                  <a:lnTo>
                    <a:pt x="1" y="207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7529" name="Freeform 73">
              <a:extLst>
                <a:ext uri="{FF2B5EF4-FFF2-40B4-BE49-F238E27FC236}">
                  <a16:creationId xmlns:a16="http://schemas.microsoft.com/office/drawing/2014/main" id="{DD3A0E74-88B6-4E5A-A3D5-2B095422DDC7}"/>
                </a:ext>
              </a:extLst>
            </p:cNvPr>
            <p:cNvSpPr>
              <a:spLocks/>
            </p:cNvSpPr>
            <p:nvPr/>
          </p:nvSpPr>
          <p:spPr bwMode="auto">
            <a:xfrm>
              <a:off x="3464" y="1498"/>
              <a:ext cx="476" cy="1"/>
            </a:xfrm>
            <a:custGeom>
              <a:avLst/>
              <a:gdLst>
                <a:gd name="T0" fmla="*/ 1430 w 1430"/>
                <a:gd name="T1" fmla="*/ 0 w 1430"/>
                <a:gd name="T2" fmla="*/ 1 w 143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1430">
                  <a:moveTo>
                    <a:pt x="1430" y="0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7530" name="Freeform 74">
              <a:extLst>
                <a:ext uri="{FF2B5EF4-FFF2-40B4-BE49-F238E27FC236}">
                  <a16:creationId xmlns:a16="http://schemas.microsoft.com/office/drawing/2014/main" id="{78AE881E-B3AD-4B3B-AD0B-8A3C8CDD500E}"/>
                </a:ext>
              </a:extLst>
            </p:cNvPr>
            <p:cNvSpPr>
              <a:spLocks/>
            </p:cNvSpPr>
            <p:nvPr/>
          </p:nvSpPr>
          <p:spPr bwMode="auto">
            <a:xfrm>
              <a:off x="3464" y="1429"/>
              <a:ext cx="1" cy="69"/>
            </a:xfrm>
            <a:custGeom>
              <a:avLst/>
              <a:gdLst>
                <a:gd name="T0" fmla="*/ 0 w 1"/>
                <a:gd name="T1" fmla="*/ 0 h 207"/>
                <a:gd name="T2" fmla="*/ 0 w 1"/>
                <a:gd name="T3" fmla="*/ 207 h 207"/>
                <a:gd name="T4" fmla="*/ 1 w 1"/>
                <a:gd name="T5" fmla="*/ 207 h 2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207">
                  <a:moveTo>
                    <a:pt x="0" y="0"/>
                  </a:moveTo>
                  <a:lnTo>
                    <a:pt x="0" y="207"/>
                  </a:lnTo>
                  <a:lnTo>
                    <a:pt x="1" y="207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7531" name="Freeform 75">
              <a:extLst>
                <a:ext uri="{FF2B5EF4-FFF2-40B4-BE49-F238E27FC236}">
                  <a16:creationId xmlns:a16="http://schemas.microsoft.com/office/drawing/2014/main" id="{028D439A-C9FD-40A6-A417-FD44F31EF52B}"/>
                </a:ext>
              </a:extLst>
            </p:cNvPr>
            <p:cNvSpPr>
              <a:spLocks/>
            </p:cNvSpPr>
            <p:nvPr/>
          </p:nvSpPr>
          <p:spPr bwMode="auto">
            <a:xfrm>
              <a:off x="3314" y="1429"/>
              <a:ext cx="38" cy="488"/>
            </a:xfrm>
            <a:custGeom>
              <a:avLst/>
              <a:gdLst>
                <a:gd name="T0" fmla="*/ 112 w 114"/>
                <a:gd name="T1" fmla="*/ 0 h 1466"/>
                <a:gd name="T2" fmla="*/ 0 w 114"/>
                <a:gd name="T3" fmla="*/ 358 h 1466"/>
                <a:gd name="T4" fmla="*/ 114 w 114"/>
                <a:gd name="T5" fmla="*/ 727 h 1466"/>
                <a:gd name="T6" fmla="*/ 55 w 114"/>
                <a:gd name="T7" fmla="*/ 1099 h 1466"/>
                <a:gd name="T8" fmla="*/ 47 w 114"/>
                <a:gd name="T9" fmla="*/ 1466 h 1466"/>
                <a:gd name="T10" fmla="*/ 48 w 114"/>
                <a:gd name="T11" fmla="*/ 1466 h 14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14" h="1466">
                  <a:moveTo>
                    <a:pt x="112" y="0"/>
                  </a:moveTo>
                  <a:lnTo>
                    <a:pt x="0" y="358"/>
                  </a:lnTo>
                  <a:lnTo>
                    <a:pt x="114" y="727"/>
                  </a:lnTo>
                  <a:lnTo>
                    <a:pt x="55" y="1099"/>
                  </a:lnTo>
                  <a:lnTo>
                    <a:pt x="47" y="1466"/>
                  </a:lnTo>
                  <a:lnTo>
                    <a:pt x="48" y="1466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7532" name="Freeform 76">
              <a:extLst>
                <a:ext uri="{FF2B5EF4-FFF2-40B4-BE49-F238E27FC236}">
                  <a16:creationId xmlns:a16="http://schemas.microsoft.com/office/drawing/2014/main" id="{AE53964E-86D7-4BDC-B202-EB7939D86E6B}"/>
                </a:ext>
              </a:extLst>
            </p:cNvPr>
            <p:cNvSpPr>
              <a:spLocks/>
            </p:cNvSpPr>
            <p:nvPr/>
          </p:nvSpPr>
          <p:spPr bwMode="auto">
            <a:xfrm>
              <a:off x="3663" y="1673"/>
              <a:ext cx="21" cy="1"/>
            </a:xfrm>
            <a:custGeom>
              <a:avLst/>
              <a:gdLst>
                <a:gd name="T0" fmla="*/ 0 w 65"/>
                <a:gd name="T1" fmla="*/ 64 w 65"/>
                <a:gd name="T2" fmla="*/ 65 w 6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65">
                  <a:moveTo>
                    <a:pt x="0" y="0"/>
                  </a:moveTo>
                  <a:lnTo>
                    <a:pt x="64" y="0"/>
                  </a:lnTo>
                  <a:lnTo>
                    <a:pt x="65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7533" name="Freeform 77">
              <a:extLst>
                <a:ext uri="{FF2B5EF4-FFF2-40B4-BE49-F238E27FC236}">
                  <a16:creationId xmlns:a16="http://schemas.microsoft.com/office/drawing/2014/main" id="{9267ECD4-7C46-4FF5-9A17-2A32E8BA36B6}"/>
                </a:ext>
              </a:extLst>
            </p:cNvPr>
            <p:cNvSpPr>
              <a:spLocks/>
            </p:cNvSpPr>
            <p:nvPr/>
          </p:nvSpPr>
          <p:spPr bwMode="auto">
            <a:xfrm>
              <a:off x="3744" y="1673"/>
              <a:ext cx="529" cy="1"/>
            </a:xfrm>
            <a:custGeom>
              <a:avLst/>
              <a:gdLst>
                <a:gd name="T0" fmla="*/ 0 w 1585"/>
                <a:gd name="T1" fmla="*/ 1583 w 1585"/>
                <a:gd name="T2" fmla="*/ 1585 w 158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1585">
                  <a:moveTo>
                    <a:pt x="0" y="0"/>
                  </a:moveTo>
                  <a:lnTo>
                    <a:pt x="1583" y="0"/>
                  </a:lnTo>
                  <a:lnTo>
                    <a:pt x="1585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7534" name="Freeform 78">
              <a:extLst>
                <a:ext uri="{FF2B5EF4-FFF2-40B4-BE49-F238E27FC236}">
                  <a16:creationId xmlns:a16="http://schemas.microsoft.com/office/drawing/2014/main" id="{B03AB8DD-A0AE-4AB3-AB8B-F42AD63D736C}"/>
                </a:ext>
              </a:extLst>
            </p:cNvPr>
            <p:cNvSpPr>
              <a:spLocks/>
            </p:cNvSpPr>
            <p:nvPr/>
          </p:nvSpPr>
          <p:spPr bwMode="auto">
            <a:xfrm>
              <a:off x="4319" y="1673"/>
              <a:ext cx="22" cy="1"/>
            </a:xfrm>
            <a:custGeom>
              <a:avLst/>
              <a:gdLst>
                <a:gd name="T0" fmla="*/ 0 w 66"/>
                <a:gd name="T1" fmla="*/ 64 w 66"/>
                <a:gd name="T2" fmla="*/ 66 w 6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66">
                  <a:moveTo>
                    <a:pt x="0" y="0"/>
                  </a:moveTo>
                  <a:lnTo>
                    <a:pt x="64" y="0"/>
                  </a:lnTo>
                  <a:lnTo>
                    <a:pt x="66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7535" name="Freeform 79">
              <a:extLst>
                <a:ext uri="{FF2B5EF4-FFF2-40B4-BE49-F238E27FC236}">
                  <a16:creationId xmlns:a16="http://schemas.microsoft.com/office/drawing/2014/main" id="{58D1F76D-BB0A-443B-BDAC-A1C257744494}"/>
                </a:ext>
              </a:extLst>
            </p:cNvPr>
            <p:cNvSpPr>
              <a:spLocks/>
            </p:cNvSpPr>
            <p:nvPr/>
          </p:nvSpPr>
          <p:spPr bwMode="auto">
            <a:xfrm>
              <a:off x="4388" y="1673"/>
              <a:ext cx="233" cy="1"/>
            </a:xfrm>
            <a:custGeom>
              <a:avLst/>
              <a:gdLst>
                <a:gd name="T0" fmla="*/ 0 w 697"/>
                <a:gd name="T1" fmla="*/ 696 w 697"/>
                <a:gd name="T2" fmla="*/ 697 w 697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697">
                  <a:moveTo>
                    <a:pt x="0" y="0"/>
                  </a:moveTo>
                  <a:lnTo>
                    <a:pt x="696" y="0"/>
                  </a:lnTo>
                  <a:lnTo>
                    <a:pt x="697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7536" name="Freeform 80">
              <a:extLst>
                <a:ext uri="{FF2B5EF4-FFF2-40B4-BE49-F238E27FC236}">
                  <a16:creationId xmlns:a16="http://schemas.microsoft.com/office/drawing/2014/main" id="{AA765D6E-DA28-4D3F-8FA2-28C469DBC856}"/>
                </a:ext>
              </a:extLst>
            </p:cNvPr>
            <p:cNvSpPr>
              <a:spLocks/>
            </p:cNvSpPr>
            <p:nvPr/>
          </p:nvSpPr>
          <p:spPr bwMode="auto">
            <a:xfrm>
              <a:off x="3402" y="1429"/>
              <a:ext cx="650" cy="155"/>
            </a:xfrm>
            <a:custGeom>
              <a:avLst/>
              <a:gdLst>
                <a:gd name="T0" fmla="*/ 0 w 1949"/>
                <a:gd name="T1" fmla="*/ 0 h 465"/>
                <a:gd name="T2" fmla="*/ 94 w 1949"/>
                <a:gd name="T3" fmla="*/ 295 h 465"/>
                <a:gd name="T4" fmla="*/ 202 w 1949"/>
                <a:gd name="T5" fmla="*/ 377 h 465"/>
                <a:gd name="T6" fmla="*/ 357 w 1949"/>
                <a:gd name="T7" fmla="*/ 418 h 465"/>
                <a:gd name="T8" fmla="*/ 648 w 1949"/>
                <a:gd name="T9" fmla="*/ 465 h 465"/>
                <a:gd name="T10" fmla="*/ 944 w 1949"/>
                <a:gd name="T11" fmla="*/ 398 h 465"/>
                <a:gd name="T12" fmla="*/ 1239 w 1949"/>
                <a:gd name="T13" fmla="*/ 427 h 465"/>
                <a:gd name="T14" fmla="*/ 1536 w 1949"/>
                <a:gd name="T15" fmla="*/ 412 h 465"/>
                <a:gd name="T16" fmla="*/ 1758 w 1949"/>
                <a:gd name="T17" fmla="*/ 208 h 465"/>
                <a:gd name="T18" fmla="*/ 1879 w 1949"/>
                <a:gd name="T19" fmla="*/ 125 h 465"/>
                <a:gd name="T20" fmla="*/ 1948 w 1949"/>
                <a:gd name="T21" fmla="*/ 0 h 465"/>
                <a:gd name="T22" fmla="*/ 1949 w 1949"/>
                <a:gd name="T23" fmla="*/ 0 h 4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949" h="465">
                  <a:moveTo>
                    <a:pt x="0" y="0"/>
                  </a:moveTo>
                  <a:lnTo>
                    <a:pt x="94" y="295"/>
                  </a:lnTo>
                  <a:lnTo>
                    <a:pt x="202" y="377"/>
                  </a:lnTo>
                  <a:lnTo>
                    <a:pt x="357" y="418"/>
                  </a:lnTo>
                  <a:lnTo>
                    <a:pt x="648" y="465"/>
                  </a:lnTo>
                  <a:lnTo>
                    <a:pt x="944" y="398"/>
                  </a:lnTo>
                  <a:lnTo>
                    <a:pt x="1239" y="427"/>
                  </a:lnTo>
                  <a:lnTo>
                    <a:pt x="1536" y="412"/>
                  </a:lnTo>
                  <a:lnTo>
                    <a:pt x="1758" y="208"/>
                  </a:lnTo>
                  <a:lnTo>
                    <a:pt x="1879" y="125"/>
                  </a:lnTo>
                  <a:lnTo>
                    <a:pt x="1948" y="0"/>
                  </a:lnTo>
                  <a:lnTo>
                    <a:pt x="1949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7537" name="Freeform 81">
              <a:extLst>
                <a:ext uri="{FF2B5EF4-FFF2-40B4-BE49-F238E27FC236}">
                  <a16:creationId xmlns:a16="http://schemas.microsoft.com/office/drawing/2014/main" id="{AD0D4DBA-EAF7-4FB0-BAA6-0D14300B0BC0}"/>
                </a:ext>
              </a:extLst>
            </p:cNvPr>
            <p:cNvSpPr>
              <a:spLocks/>
            </p:cNvSpPr>
            <p:nvPr/>
          </p:nvSpPr>
          <p:spPr bwMode="auto">
            <a:xfrm>
              <a:off x="3408" y="1429"/>
              <a:ext cx="10" cy="9"/>
            </a:xfrm>
            <a:custGeom>
              <a:avLst/>
              <a:gdLst>
                <a:gd name="T0" fmla="*/ 0 w 32"/>
                <a:gd name="T1" fmla="*/ 29 h 29"/>
                <a:gd name="T2" fmla="*/ 30 w 32"/>
                <a:gd name="T3" fmla="*/ 0 h 29"/>
                <a:gd name="T4" fmla="*/ 32 w 32"/>
                <a:gd name="T5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2" h="29">
                  <a:moveTo>
                    <a:pt x="0" y="29"/>
                  </a:moveTo>
                  <a:lnTo>
                    <a:pt x="30" y="0"/>
                  </a:lnTo>
                  <a:lnTo>
                    <a:pt x="32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7538" name="Freeform 82">
              <a:extLst>
                <a:ext uri="{FF2B5EF4-FFF2-40B4-BE49-F238E27FC236}">
                  <a16:creationId xmlns:a16="http://schemas.microsoft.com/office/drawing/2014/main" id="{E9FAC45E-637E-423E-8877-6B24536C658D}"/>
                </a:ext>
              </a:extLst>
            </p:cNvPr>
            <p:cNvSpPr>
              <a:spLocks/>
            </p:cNvSpPr>
            <p:nvPr/>
          </p:nvSpPr>
          <p:spPr bwMode="auto">
            <a:xfrm>
              <a:off x="3429" y="1477"/>
              <a:ext cx="35" cy="35"/>
            </a:xfrm>
            <a:custGeom>
              <a:avLst/>
              <a:gdLst>
                <a:gd name="T0" fmla="*/ 0 w 105"/>
                <a:gd name="T1" fmla="*/ 105 h 105"/>
                <a:gd name="T2" fmla="*/ 104 w 105"/>
                <a:gd name="T3" fmla="*/ 0 h 105"/>
                <a:gd name="T4" fmla="*/ 105 w 105"/>
                <a:gd name="T5" fmla="*/ 0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05" h="105">
                  <a:moveTo>
                    <a:pt x="0" y="105"/>
                  </a:moveTo>
                  <a:lnTo>
                    <a:pt x="104" y="0"/>
                  </a:lnTo>
                  <a:lnTo>
                    <a:pt x="105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7539" name="Freeform 83">
              <a:extLst>
                <a:ext uri="{FF2B5EF4-FFF2-40B4-BE49-F238E27FC236}">
                  <a16:creationId xmlns:a16="http://schemas.microsoft.com/office/drawing/2014/main" id="{C3C20359-8F50-40A0-B383-C747D2C0EFD4}"/>
                </a:ext>
              </a:extLst>
            </p:cNvPr>
            <p:cNvSpPr>
              <a:spLocks/>
            </p:cNvSpPr>
            <p:nvPr/>
          </p:nvSpPr>
          <p:spPr bwMode="auto">
            <a:xfrm>
              <a:off x="3478" y="1498"/>
              <a:ext cx="59" cy="59"/>
            </a:xfrm>
            <a:custGeom>
              <a:avLst/>
              <a:gdLst>
                <a:gd name="T0" fmla="*/ 0 w 178"/>
                <a:gd name="T1" fmla="*/ 177 h 177"/>
                <a:gd name="T2" fmla="*/ 177 w 178"/>
                <a:gd name="T3" fmla="*/ 0 h 177"/>
                <a:gd name="T4" fmla="*/ 178 w 178"/>
                <a:gd name="T5" fmla="*/ 0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8" h="177">
                  <a:moveTo>
                    <a:pt x="0" y="177"/>
                  </a:moveTo>
                  <a:lnTo>
                    <a:pt x="177" y="0"/>
                  </a:lnTo>
                  <a:lnTo>
                    <a:pt x="178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7540" name="Freeform 84">
              <a:extLst>
                <a:ext uri="{FF2B5EF4-FFF2-40B4-BE49-F238E27FC236}">
                  <a16:creationId xmlns:a16="http://schemas.microsoft.com/office/drawing/2014/main" id="{0DD4B5CB-C087-467E-8C5C-3E6B912D913A}"/>
                </a:ext>
              </a:extLst>
            </p:cNvPr>
            <p:cNvSpPr>
              <a:spLocks/>
            </p:cNvSpPr>
            <p:nvPr/>
          </p:nvSpPr>
          <p:spPr bwMode="auto">
            <a:xfrm>
              <a:off x="3552" y="1498"/>
              <a:ext cx="80" cy="78"/>
            </a:xfrm>
            <a:custGeom>
              <a:avLst/>
              <a:gdLst>
                <a:gd name="T0" fmla="*/ 0 w 238"/>
                <a:gd name="T1" fmla="*/ 236 h 236"/>
                <a:gd name="T2" fmla="*/ 237 w 238"/>
                <a:gd name="T3" fmla="*/ 0 h 236"/>
                <a:gd name="T4" fmla="*/ 238 w 238"/>
                <a:gd name="T5" fmla="*/ 0 h 2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38" h="236">
                  <a:moveTo>
                    <a:pt x="0" y="236"/>
                  </a:moveTo>
                  <a:lnTo>
                    <a:pt x="237" y="0"/>
                  </a:lnTo>
                  <a:lnTo>
                    <a:pt x="238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7541" name="Freeform 85">
              <a:extLst>
                <a:ext uri="{FF2B5EF4-FFF2-40B4-BE49-F238E27FC236}">
                  <a16:creationId xmlns:a16="http://schemas.microsoft.com/office/drawing/2014/main" id="{ABEE937A-655E-49A6-AC92-9C4EC643C725}"/>
                </a:ext>
              </a:extLst>
            </p:cNvPr>
            <p:cNvSpPr>
              <a:spLocks/>
            </p:cNvSpPr>
            <p:nvPr/>
          </p:nvSpPr>
          <p:spPr bwMode="auto">
            <a:xfrm>
              <a:off x="3643" y="1498"/>
              <a:ext cx="83" cy="82"/>
            </a:xfrm>
            <a:custGeom>
              <a:avLst/>
              <a:gdLst>
                <a:gd name="T0" fmla="*/ 0 w 249"/>
                <a:gd name="T1" fmla="*/ 248 h 248"/>
                <a:gd name="T2" fmla="*/ 248 w 249"/>
                <a:gd name="T3" fmla="*/ 0 h 248"/>
                <a:gd name="T4" fmla="*/ 249 w 249"/>
                <a:gd name="T5" fmla="*/ 0 h 2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49" h="248">
                  <a:moveTo>
                    <a:pt x="0" y="248"/>
                  </a:moveTo>
                  <a:lnTo>
                    <a:pt x="248" y="0"/>
                  </a:lnTo>
                  <a:lnTo>
                    <a:pt x="249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7542" name="Freeform 86">
              <a:extLst>
                <a:ext uri="{FF2B5EF4-FFF2-40B4-BE49-F238E27FC236}">
                  <a16:creationId xmlns:a16="http://schemas.microsoft.com/office/drawing/2014/main" id="{DD035ACA-D6C8-478E-B0E4-EDC935FA14AE}"/>
                </a:ext>
              </a:extLst>
            </p:cNvPr>
            <p:cNvSpPr>
              <a:spLocks/>
            </p:cNvSpPr>
            <p:nvPr/>
          </p:nvSpPr>
          <p:spPr bwMode="auto">
            <a:xfrm>
              <a:off x="3759" y="1498"/>
              <a:ext cx="61" cy="60"/>
            </a:xfrm>
            <a:custGeom>
              <a:avLst/>
              <a:gdLst>
                <a:gd name="T0" fmla="*/ 0 w 182"/>
                <a:gd name="T1" fmla="*/ 181 h 181"/>
                <a:gd name="T2" fmla="*/ 181 w 182"/>
                <a:gd name="T3" fmla="*/ 0 h 181"/>
                <a:gd name="T4" fmla="*/ 182 w 182"/>
                <a:gd name="T5" fmla="*/ 0 h 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82" h="181">
                  <a:moveTo>
                    <a:pt x="0" y="181"/>
                  </a:moveTo>
                  <a:lnTo>
                    <a:pt x="181" y="0"/>
                  </a:lnTo>
                  <a:lnTo>
                    <a:pt x="182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7543" name="Freeform 87">
              <a:extLst>
                <a:ext uri="{FF2B5EF4-FFF2-40B4-BE49-F238E27FC236}">
                  <a16:creationId xmlns:a16="http://schemas.microsoft.com/office/drawing/2014/main" id="{3BD41B3B-9608-4826-9D20-6D03DCF309E3}"/>
                </a:ext>
              </a:extLst>
            </p:cNvPr>
            <p:cNvSpPr>
              <a:spLocks/>
            </p:cNvSpPr>
            <p:nvPr/>
          </p:nvSpPr>
          <p:spPr bwMode="auto">
            <a:xfrm>
              <a:off x="3846" y="1498"/>
              <a:ext cx="68" cy="68"/>
            </a:xfrm>
            <a:custGeom>
              <a:avLst/>
              <a:gdLst>
                <a:gd name="T0" fmla="*/ 0 w 68"/>
                <a:gd name="T1" fmla="*/ 68 h 68"/>
                <a:gd name="T2" fmla="*/ 68 w 68"/>
                <a:gd name="T3" fmla="*/ 0 h 68"/>
                <a:gd name="T4" fmla="*/ 68 w 68"/>
                <a:gd name="T5" fmla="*/ 0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8" h="68">
                  <a:moveTo>
                    <a:pt x="0" y="68"/>
                  </a:moveTo>
                  <a:lnTo>
                    <a:pt x="68" y="0"/>
                  </a:lnTo>
                  <a:lnTo>
                    <a:pt x="68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7544" name="Freeform 88">
              <a:extLst>
                <a:ext uri="{FF2B5EF4-FFF2-40B4-BE49-F238E27FC236}">
                  <a16:creationId xmlns:a16="http://schemas.microsoft.com/office/drawing/2014/main" id="{998E6EC5-39A2-4AF2-9F5E-CDF78951A7B1}"/>
                </a:ext>
              </a:extLst>
            </p:cNvPr>
            <p:cNvSpPr>
              <a:spLocks/>
            </p:cNvSpPr>
            <p:nvPr/>
          </p:nvSpPr>
          <p:spPr bwMode="auto">
            <a:xfrm>
              <a:off x="3940" y="1429"/>
              <a:ext cx="43" cy="42"/>
            </a:xfrm>
            <a:custGeom>
              <a:avLst/>
              <a:gdLst>
                <a:gd name="T0" fmla="*/ 0 w 129"/>
                <a:gd name="T1" fmla="*/ 128 h 128"/>
                <a:gd name="T2" fmla="*/ 128 w 129"/>
                <a:gd name="T3" fmla="*/ 0 h 128"/>
                <a:gd name="T4" fmla="*/ 129 w 129"/>
                <a:gd name="T5" fmla="*/ 0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29" h="128">
                  <a:moveTo>
                    <a:pt x="0" y="128"/>
                  </a:moveTo>
                  <a:lnTo>
                    <a:pt x="128" y="0"/>
                  </a:lnTo>
                  <a:lnTo>
                    <a:pt x="129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7545" name="Line 89">
              <a:extLst>
                <a:ext uri="{FF2B5EF4-FFF2-40B4-BE49-F238E27FC236}">
                  <a16:creationId xmlns:a16="http://schemas.microsoft.com/office/drawing/2014/main" id="{13E8FDA1-E7D8-4797-878A-E286610ED33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02" y="1211"/>
              <a:ext cx="21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7546" name="Line 90">
              <a:extLst>
                <a:ext uri="{FF2B5EF4-FFF2-40B4-BE49-F238E27FC236}">
                  <a16:creationId xmlns:a16="http://schemas.microsoft.com/office/drawing/2014/main" id="{3F8367B0-8383-4A66-B503-EB3A9A433F1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36" y="1212"/>
              <a:ext cx="51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7547" name="Line 91">
              <a:extLst>
                <a:ext uri="{FF2B5EF4-FFF2-40B4-BE49-F238E27FC236}">
                  <a16:creationId xmlns:a16="http://schemas.microsoft.com/office/drawing/2014/main" id="{BC79F5B7-6BA0-4F50-8E05-E95D1ABAFB7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11" y="1211"/>
              <a:ext cx="30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147548" name="Group 92">
            <a:extLst>
              <a:ext uri="{FF2B5EF4-FFF2-40B4-BE49-F238E27FC236}">
                <a16:creationId xmlns:a16="http://schemas.microsoft.com/office/drawing/2014/main" id="{C55E16F3-8F03-4BEE-A88E-9A7ED68BFDE6}"/>
              </a:ext>
            </a:extLst>
          </p:cNvPr>
          <p:cNvGrpSpPr>
            <a:grpSpLocks/>
          </p:cNvGrpSpPr>
          <p:nvPr/>
        </p:nvGrpSpPr>
        <p:grpSpPr bwMode="auto">
          <a:xfrm>
            <a:off x="5043488" y="2779713"/>
            <a:ext cx="1847850" cy="1025525"/>
            <a:chOff x="2792" y="398"/>
            <a:chExt cx="1164" cy="646"/>
          </a:xfrm>
        </p:grpSpPr>
        <p:sp>
          <p:nvSpPr>
            <p:cNvPr id="147549" name="Rectangle 93">
              <a:extLst>
                <a:ext uri="{FF2B5EF4-FFF2-40B4-BE49-F238E27FC236}">
                  <a16:creationId xmlns:a16="http://schemas.microsoft.com/office/drawing/2014/main" id="{4BD591EA-0B4B-4285-B1DB-6712D08753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92" y="398"/>
              <a:ext cx="1160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zh-CN" altLang="en-US" sz="1800">
                  <a:solidFill>
                    <a:srgbClr val="000000"/>
                  </a:solidFill>
                  <a:latin typeface="宋体" panose="02010600030101010101" pitchFamily="2" charset="-122"/>
                </a:rPr>
                <a:t>交线用轮廓线代替</a:t>
              </a:r>
              <a:endParaRPr lang="zh-CN" altLang="en-US" sz="1800"/>
            </a:p>
          </p:txBody>
        </p:sp>
        <p:sp>
          <p:nvSpPr>
            <p:cNvPr id="147550" name="Freeform 94">
              <a:extLst>
                <a:ext uri="{FF2B5EF4-FFF2-40B4-BE49-F238E27FC236}">
                  <a16:creationId xmlns:a16="http://schemas.microsoft.com/office/drawing/2014/main" id="{FAB9EB6A-C083-48B2-A3CB-10E3B1CB299B}"/>
                </a:ext>
              </a:extLst>
            </p:cNvPr>
            <p:cNvSpPr>
              <a:spLocks/>
            </p:cNvSpPr>
            <p:nvPr/>
          </p:nvSpPr>
          <p:spPr bwMode="auto">
            <a:xfrm>
              <a:off x="2828" y="600"/>
              <a:ext cx="284" cy="444"/>
            </a:xfrm>
            <a:custGeom>
              <a:avLst/>
              <a:gdLst>
                <a:gd name="T0" fmla="*/ 851 w 851"/>
                <a:gd name="T1" fmla="*/ 1332 h 1332"/>
                <a:gd name="T2" fmla="*/ 0 w 851"/>
                <a:gd name="T3" fmla="*/ 0 h 1332"/>
                <a:gd name="T4" fmla="*/ 1 w 851"/>
                <a:gd name="T5" fmla="*/ 0 h 13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851" h="1332">
                  <a:moveTo>
                    <a:pt x="851" y="1332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solidFill>
              <a:srgbClr val="FF0000"/>
            </a:solidFill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7551" name="Line 95">
              <a:extLst>
                <a:ext uri="{FF2B5EF4-FFF2-40B4-BE49-F238E27FC236}">
                  <a16:creationId xmlns:a16="http://schemas.microsoft.com/office/drawing/2014/main" id="{7BFCCF74-6A48-4567-91BC-99CC80BBE77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28" y="600"/>
              <a:ext cx="1128" cy="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147662" name="Text Box 206">
            <a:extLst>
              <a:ext uri="{FF2B5EF4-FFF2-40B4-BE49-F238E27FC236}">
                <a16:creationId xmlns:a16="http://schemas.microsoft.com/office/drawing/2014/main" id="{6C1931EF-B37F-4E3A-A25C-E836B95512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5338" y="822325"/>
            <a:ext cx="7885112" cy="1554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l" eaLnBrk="1" hangingPunct="1">
              <a:spcBef>
                <a:spcPct val="50000"/>
              </a:spcBef>
            </a:pPr>
            <a:r>
              <a:rPr lang="en-US" altLang="zh-CN" sz="3200">
                <a:latin typeface="宋体" panose="02010600030101010101" pitchFamily="2" charset="-122"/>
              </a:rPr>
              <a:t>    </a:t>
            </a:r>
            <a:r>
              <a:rPr lang="zh-CN" altLang="en-US" sz="3200">
                <a:latin typeface="宋体" panose="02010600030101010101" pitchFamily="2" charset="-122"/>
              </a:rPr>
              <a:t>圆柱体上因钻小孔、铣键槽等出现的交线允许省略，但必须有其他视图清楚地表示了孔、槽的形状。</a:t>
            </a:r>
          </a:p>
        </p:txBody>
      </p:sp>
      <p:sp>
        <p:nvSpPr>
          <p:cNvPr id="147669" name="Text Box 213">
            <a:extLst>
              <a:ext uri="{FF2B5EF4-FFF2-40B4-BE49-F238E27FC236}">
                <a16:creationId xmlns:a16="http://schemas.microsoft.com/office/drawing/2014/main" id="{C06168CA-F1FD-4FA3-A80F-B3CA249756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74058" y="-18243"/>
            <a:ext cx="387667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3200" dirty="0">
                <a:solidFill>
                  <a:schemeClr val="bg1"/>
                </a:solidFill>
              </a:rPr>
              <a:t>8. </a:t>
            </a:r>
            <a:r>
              <a:rPr lang="zh-CN" altLang="en-US" sz="3200" dirty="0">
                <a:solidFill>
                  <a:schemeClr val="bg1"/>
                </a:solidFill>
              </a:rPr>
              <a:t>省略交线</a:t>
            </a:r>
          </a:p>
        </p:txBody>
      </p:sp>
    </p:spTree>
  </p:cSld>
  <p:clrMapOvr>
    <a:masterClrMapping/>
  </p:clrMapOvr>
  <p:transition spd="med">
    <p:cover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476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476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47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475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7662" grpId="0" autoUpdateAnimBg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0530" name="Group 2">
            <a:extLst>
              <a:ext uri="{FF2B5EF4-FFF2-40B4-BE49-F238E27FC236}">
                <a16:creationId xmlns:a16="http://schemas.microsoft.com/office/drawing/2014/main" id="{529E6AA9-B4C7-464E-B820-A45C6997D952}"/>
              </a:ext>
            </a:extLst>
          </p:cNvPr>
          <p:cNvGrpSpPr>
            <a:grpSpLocks/>
          </p:cNvGrpSpPr>
          <p:nvPr/>
        </p:nvGrpSpPr>
        <p:grpSpPr bwMode="auto">
          <a:xfrm>
            <a:off x="5137150" y="3213100"/>
            <a:ext cx="2924175" cy="3213100"/>
            <a:chOff x="493" y="1674"/>
            <a:chExt cx="1842" cy="2024"/>
          </a:xfrm>
        </p:grpSpPr>
        <p:sp>
          <p:nvSpPr>
            <p:cNvPr id="150531" name="Freeform 3">
              <a:extLst>
                <a:ext uri="{FF2B5EF4-FFF2-40B4-BE49-F238E27FC236}">
                  <a16:creationId xmlns:a16="http://schemas.microsoft.com/office/drawing/2014/main" id="{29FC93CF-68B5-4ACE-A711-C917716805C3}"/>
                </a:ext>
              </a:extLst>
            </p:cNvPr>
            <p:cNvSpPr>
              <a:spLocks/>
            </p:cNvSpPr>
            <p:nvPr/>
          </p:nvSpPr>
          <p:spPr bwMode="auto">
            <a:xfrm>
              <a:off x="1271" y="1674"/>
              <a:ext cx="1064" cy="2024"/>
            </a:xfrm>
            <a:custGeom>
              <a:avLst/>
              <a:gdLst>
                <a:gd name="T0" fmla="*/ 0 w 1064"/>
                <a:gd name="T1" fmla="*/ 0 h 2024"/>
                <a:gd name="T2" fmla="*/ 0 w 1064"/>
                <a:gd name="T3" fmla="*/ 1388 h 2024"/>
                <a:gd name="T4" fmla="*/ 1064 w 1064"/>
                <a:gd name="T5" fmla="*/ 2024 h 2024"/>
                <a:gd name="T6" fmla="*/ 1064 w 1064"/>
                <a:gd name="T7" fmla="*/ 727 h 2024"/>
                <a:gd name="T8" fmla="*/ 0 w 1064"/>
                <a:gd name="T9" fmla="*/ 0 h 20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64" h="2024">
                  <a:moveTo>
                    <a:pt x="0" y="0"/>
                  </a:moveTo>
                  <a:lnTo>
                    <a:pt x="0" y="1388"/>
                  </a:lnTo>
                  <a:lnTo>
                    <a:pt x="1064" y="2024"/>
                  </a:lnTo>
                  <a:lnTo>
                    <a:pt x="1064" y="72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0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50532" name="Freeform 4">
              <a:extLst>
                <a:ext uri="{FF2B5EF4-FFF2-40B4-BE49-F238E27FC236}">
                  <a16:creationId xmlns:a16="http://schemas.microsoft.com/office/drawing/2014/main" id="{03AD0B31-8EF8-4AC3-9A1D-FEF67925C704}"/>
                </a:ext>
              </a:extLst>
            </p:cNvPr>
            <p:cNvSpPr>
              <a:spLocks/>
            </p:cNvSpPr>
            <p:nvPr/>
          </p:nvSpPr>
          <p:spPr bwMode="auto">
            <a:xfrm>
              <a:off x="493" y="2362"/>
              <a:ext cx="1297" cy="337"/>
            </a:xfrm>
            <a:custGeom>
              <a:avLst/>
              <a:gdLst>
                <a:gd name="T0" fmla="*/ 1297 w 1297"/>
                <a:gd name="T1" fmla="*/ 337 h 337"/>
                <a:gd name="T2" fmla="*/ 804 w 1297"/>
                <a:gd name="T3" fmla="*/ 0 h 337"/>
                <a:gd name="T4" fmla="*/ 0 w 1297"/>
                <a:gd name="T5" fmla="*/ 0 h 337"/>
                <a:gd name="T6" fmla="*/ 467 w 1297"/>
                <a:gd name="T7" fmla="*/ 337 h 337"/>
                <a:gd name="T8" fmla="*/ 1297 w 1297"/>
                <a:gd name="T9" fmla="*/ 337 h 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97" h="337">
                  <a:moveTo>
                    <a:pt x="1297" y="337"/>
                  </a:moveTo>
                  <a:lnTo>
                    <a:pt x="804" y="0"/>
                  </a:lnTo>
                  <a:lnTo>
                    <a:pt x="0" y="0"/>
                  </a:lnTo>
                  <a:lnTo>
                    <a:pt x="467" y="337"/>
                  </a:lnTo>
                  <a:lnTo>
                    <a:pt x="1297" y="337"/>
                  </a:lnTo>
                  <a:close/>
                </a:path>
              </a:pathLst>
            </a:custGeom>
            <a:solidFill>
              <a:srgbClr val="FFCC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50533" name="Freeform 5">
              <a:extLst>
                <a:ext uri="{FF2B5EF4-FFF2-40B4-BE49-F238E27FC236}">
                  <a16:creationId xmlns:a16="http://schemas.microsoft.com/office/drawing/2014/main" id="{BB3BD9CF-F88A-4158-9458-7EECF073AB3D}"/>
                </a:ext>
              </a:extLst>
            </p:cNvPr>
            <p:cNvSpPr>
              <a:spLocks/>
            </p:cNvSpPr>
            <p:nvPr/>
          </p:nvSpPr>
          <p:spPr bwMode="auto">
            <a:xfrm>
              <a:off x="960" y="2037"/>
              <a:ext cx="817" cy="1337"/>
            </a:xfrm>
            <a:custGeom>
              <a:avLst/>
              <a:gdLst>
                <a:gd name="T0" fmla="*/ 817 w 817"/>
                <a:gd name="T1" fmla="*/ 0 h 1337"/>
                <a:gd name="T2" fmla="*/ 817 w 817"/>
                <a:gd name="T3" fmla="*/ 1337 h 1337"/>
                <a:gd name="T4" fmla="*/ 0 w 817"/>
                <a:gd name="T5" fmla="*/ 1337 h 1337"/>
                <a:gd name="T6" fmla="*/ 0 w 817"/>
                <a:gd name="T7" fmla="*/ 0 h 1337"/>
                <a:gd name="T8" fmla="*/ 817 w 817"/>
                <a:gd name="T9" fmla="*/ 0 h 1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17" h="1337">
                  <a:moveTo>
                    <a:pt x="817" y="0"/>
                  </a:moveTo>
                  <a:lnTo>
                    <a:pt x="817" y="1337"/>
                  </a:lnTo>
                  <a:lnTo>
                    <a:pt x="0" y="1337"/>
                  </a:lnTo>
                  <a:lnTo>
                    <a:pt x="0" y="0"/>
                  </a:lnTo>
                  <a:lnTo>
                    <a:pt x="817" y="0"/>
                  </a:lnTo>
                  <a:close/>
                </a:path>
              </a:pathLst>
            </a:custGeom>
            <a:solidFill>
              <a:srgbClr val="99FF99">
                <a:alpha val="50000"/>
              </a:srgbClr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50534" name="Freeform 6">
              <a:extLst>
                <a:ext uri="{FF2B5EF4-FFF2-40B4-BE49-F238E27FC236}">
                  <a16:creationId xmlns:a16="http://schemas.microsoft.com/office/drawing/2014/main" id="{8B7F05FC-F780-4E17-B081-43B5AF4E1C77}"/>
                </a:ext>
              </a:extLst>
            </p:cNvPr>
            <p:cNvSpPr>
              <a:spLocks/>
            </p:cNvSpPr>
            <p:nvPr/>
          </p:nvSpPr>
          <p:spPr bwMode="auto">
            <a:xfrm>
              <a:off x="947" y="2699"/>
              <a:ext cx="1388" cy="322"/>
            </a:xfrm>
            <a:custGeom>
              <a:avLst/>
              <a:gdLst>
                <a:gd name="T0" fmla="*/ 830 w 1388"/>
                <a:gd name="T1" fmla="*/ 0 h 322"/>
                <a:gd name="T2" fmla="*/ 1388 w 1388"/>
                <a:gd name="T3" fmla="*/ 322 h 322"/>
                <a:gd name="T4" fmla="*/ 480 w 1388"/>
                <a:gd name="T5" fmla="*/ 322 h 322"/>
                <a:gd name="T6" fmla="*/ 0 w 1388"/>
                <a:gd name="T7" fmla="*/ 0 h 322"/>
                <a:gd name="T8" fmla="*/ 830 w 1388"/>
                <a:gd name="T9" fmla="*/ 0 h 3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88" h="322">
                  <a:moveTo>
                    <a:pt x="830" y="0"/>
                  </a:moveTo>
                  <a:lnTo>
                    <a:pt x="1388" y="322"/>
                  </a:lnTo>
                  <a:lnTo>
                    <a:pt x="480" y="322"/>
                  </a:lnTo>
                  <a:lnTo>
                    <a:pt x="0" y="0"/>
                  </a:lnTo>
                  <a:lnTo>
                    <a:pt x="830" y="0"/>
                  </a:lnTo>
                  <a:close/>
                </a:path>
              </a:pathLst>
            </a:custGeom>
            <a:solidFill>
              <a:srgbClr val="FFCC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50535" name="Text Box 7">
              <a:extLst>
                <a:ext uri="{FF2B5EF4-FFF2-40B4-BE49-F238E27FC236}">
                  <a16:creationId xmlns:a16="http://schemas.microsoft.com/office/drawing/2014/main" id="{226A39F8-04A1-48C0-8520-2C60B6369D9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11486">
              <a:off x="2121" y="2314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sz="2000" i="1">
                  <a:latin typeface="宋体" panose="02010600030101010101" pitchFamily="2" charset="-122"/>
                </a:rPr>
                <a:t>W</a:t>
              </a:r>
              <a:endParaRPr lang="en-US" altLang="zh-CN" i="1"/>
            </a:p>
          </p:txBody>
        </p:sp>
        <p:sp>
          <p:nvSpPr>
            <p:cNvPr id="150536" name="Text Box 8">
              <a:extLst>
                <a:ext uri="{FF2B5EF4-FFF2-40B4-BE49-F238E27FC236}">
                  <a16:creationId xmlns:a16="http://schemas.microsoft.com/office/drawing/2014/main" id="{B4962FA0-EB36-46CD-B321-A59FB685199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39" y="1990"/>
              <a:ext cx="223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sz="2000" i="1"/>
                <a:t>V</a:t>
              </a:r>
              <a:endParaRPr lang="en-US" altLang="zh-CN" i="1"/>
            </a:p>
          </p:txBody>
        </p:sp>
        <p:sp>
          <p:nvSpPr>
            <p:cNvPr id="150537" name="Text Box 9">
              <a:extLst>
                <a:ext uri="{FF2B5EF4-FFF2-40B4-BE49-F238E27FC236}">
                  <a16:creationId xmlns:a16="http://schemas.microsoft.com/office/drawing/2014/main" id="{F09B5874-C563-44D8-9DB1-0083B968BBE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81" y="2807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sz="2000" i="1">
                  <a:latin typeface="宋体" panose="02010600030101010101" pitchFamily="2" charset="-122"/>
                </a:rPr>
                <a:t>H</a:t>
              </a:r>
              <a:endParaRPr lang="en-US" altLang="zh-CN" i="1"/>
            </a:p>
          </p:txBody>
        </p:sp>
      </p:grpSp>
      <p:grpSp>
        <p:nvGrpSpPr>
          <p:cNvPr id="150538" name="Group 10">
            <a:extLst>
              <a:ext uri="{FF2B5EF4-FFF2-40B4-BE49-F238E27FC236}">
                <a16:creationId xmlns:a16="http://schemas.microsoft.com/office/drawing/2014/main" id="{81D5EA89-E897-45D5-AD9B-0DEAAD445702}"/>
              </a:ext>
            </a:extLst>
          </p:cNvPr>
          <p:cNvGrpSpPr>
            <a:grpSpLocks/>
          </p:cNvGrpSpPr>
          <p:nvPr/>
        </p:nvGrpSpPr>
        <p:grpSpPr bwMode="auto">
          <a:xfrm>
            <a:off x="5834063" y="4429125"/>
            <a:ext cx="492125" cy="679450"/>
            <a:chOff x="932" y="2427"/>
            <a:chExt cx="310" cy="428"/>
          </a:xfrm>
        </p:grpSpPr>
        <p:sp>
          <p:nvSpPr>
            <p:cNvPr id="150539" name="Text Box 11">
              <a:extLst>
                <a:ext uri="{FF2B5EF4-FFF2-40B4-BE49-F238E27FC236}">
                  <a16:creationId xmlns:a16="http://schemas.microsoft.com/office/drawing/2014/main" id="{227FF1AE-AF1D-46CF-A4D5-80B5B0EEED1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32" y="2480"/>
              <a:ext cx="31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eaLnBrk="1" hangingPunct="1"/>
              <a:r>
                <a:rPr lang="en-US" altLang="zh-CN" sz="2000"/>
                <a:t>Ⅰ</a:t>
              </a:r>
            </a:p>
          </p:txBody>
        </p:sp>
        <p:sp>
          <p:nvSpPr>
            <p:cNvPr id="150540" name="Freeform 12">
              <a:extLst>
                <a:ext uri="{FF2B5EF4-FFF2-40B4-BE49-F238E27FC236}">
                  <a16:creationId xmlns:a16="http://schemas.microsoft.com/office/drawing/2014/main" id="{86619B35-EEC9-43F2-B81B-A6D0A992EB58}"/>
                </a:ext>
              </a:extLst>
            </p:cNvPr>
            <p:cNvSpPr>
              <a:spLocks/>
            </p:cNvSpPr>
            <p:nvPr/>
          </p:nvSpPr>
          <p:spPr bwMode="auto">
            <a:xfrm>
              <a:off x="960" y="2427"/>
              <a:ext cx="234" cy="428"/>
            </a:xfrm>
            <a:custGeom>
              <a:avLst/>
              <a:gdLst>
                <a:gd name="T0" fmla="*/ 0 w 234"/>
                <a:gd name="T1" fmla="*/ 0 h 428"/>
                <a:gd name="T2" fmla="*/ 117 w 234"/>
                <a:gd name="T3" fmla="*/ 77 h 428"/>
                <a:gd name="T4" fmla="*/ 208 w 234"/>
                <a:gd name="T5" fmla="*/ 194 h 428"/>
                <a:gd name="T6" fmla="*/ 234 w 234"/>
                <a:gd name="T7" fmla="*/ 350 h 428"/>
                <a:gd name="T8" fmla="*/ 208 w 234"/>
                <a:gd name="T9" fmla="*/ 428 h 4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4" h="428">
                  <a:moveTo>
                    <a:pt x="0" y="0"/>
                  </a:moveTo>
                  <a:cubicBezTo>
                    <a:pt x="41" y="22"/>
                    <a:pt x="82" y="45"/>
                    <a:pt x="117" y="77"/>
                  </a:cubicBezTo>
                  <a:cubicBezTo>
                    <a:pt x="152" y="109"/>
                    <a:pt x="189" y="149"/>
                    <a:pt x="208" y="194"/>
                  </a:cubicBezTo>
                  <a:cubicBezTo>
                    <a:pt x="227" y="239"/>
                    <a:pt x="234" y="311"/>
                    <a:pt x="234" y="350"/>
                  </a:cubicBezTo>
                  <a:cubicBezTo>
                    <a:pt x="234" y="389"/>
                    <a:pt x="221" y="408"/>
                    <a:pt x="208" y="428"/>
                  </a:cubicBezTo>
                </a:path>
              </a:pathLst>
            </a:custGeom>
            <a:noFill/>
            <a:ln w="12700" cap="flat" cmpd="sng">
              <a:solidFill>
                <a:srgbClr val="000000"/>
              </a:solidFill>
              <a:prstDash val="solid"/>
              <a:round/>
              <a:headEnd type="triangle" w="sm" len="lg"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150541" name="Group 13">
            <a:extLst>
              <a:ext uri="{FF2B5EF4-FFF2-40B4-BE49-F238E27FC236}">
                <a16:creationId xmlns:a16="http://schemas.microsoft.com/office/drawing/2014/main" id="{760C2ABF-8BD4-4FAB-8F14-03BC115DA6F1}"/>
              </a:ext>
            </a:extLst>
          </p:cNvPr>
          <p:cNvGrpSpPr>
            <a:grpSpLocks/>
          </p:cNvGrpSpPr>
          <p:nvPr/>
        </p:nvGrpSpPr>
        <p:grpSpPr bwMode="auto">
          <a:xfrm>
            <a:off x="5519738" y="4395788"/>
            <a:ext cx="439737" cy="396875"/>
            <a:chOff x="2398" y="2523"/>
            <a:chExt cx="277" cy="250"/>
          </a:xfrm>
        </p:grpSpPr>
        <p:sp>
          <p:nvSpPr>
            <p:cNvPr id="150542" name="Freeform 14">
              <a:extLst>
                <a:ext uri="{FF2B5EF4-FFF2-40B4-BE49-F238E27FC236}">
                  <a16:creationId xmlns:a16="http://schemas.microsoft.com/office/drawing/2014/main" id="{F7F8BDA5-DF07-4231-97D5-16836A240372}"/>
                </a:ext>
              </a:extLst>
            </p:cNvPr>
            <p:cNvSpPr>
              <a:spLocks/>
            </p:cNvSpPr>
            <p:nvPr/>
          </p:nvSpPr>
          <p:spPr bwMode="auto">
            <a:xfrm>
              <a:off x="2434" y="2559"/>
              <a:ext cx="188" cy="127"/>
            </a:xfrm>
            <a:custGeom>
              <a:avLst/>
              <a:gdLst>
                <a:gd name="T0" fmla="*/ 188 w 188"/>
                <a:gd name="T1" fmla="*/ 0 h 127"/>
                <a:gd name="T2" fmla="*/ 93 w 188"/>
                <a:gd name="T3" fmla="*/ 8 h 127"/>
                <a:gd name="T4" fmla="*/ 42 w 188"/>
                <a:gd name="T5" fmla="*/ 44 h 127"/>
                <a:gd name="T6" fmla="*/ 0 w 188"/>
                <a:gd name="T7" fmla="*/ 127 h 1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8" h="127">
                  <a:moveTo>
                    <a:pt x="188" y="0"/>
                  </a:moveTo>
                  <a:cubicBezTo>
                    <a:pt x="172" y="1"/>
                    <a:pt x="117" y="1"/>
                    <a:pt x="93" y="8"/>
                  </a:cubicBezTo>
                  <a:cubicBezTo>
                    <a:pt x="69" y="15"/>
                    <a:pt x="57" y="24"/>
                    <a:pt x="42" y="44"/>
                  </a:cubicBezTo>
                  <a:cubicBezTo>
                    <a:pt x="27" y="64"/>
                    <a:pt x="9" y="110"/>
                    <a:pt x="0" y="127"/>
                  </a:cubicBezTo>
                </a:path>
              </a:pathLst>
            </a:custGeom>
            <a:noFill/>
            <a:ln w="12700" cap="flat" cmpd="sng">
              <a:solidFill>
                <a:srgbClr val="000000"/>
              </a:solidFill>
              <a:prstDash val="solid"/>
              <a:round/>
              <a:headEnd type="triangle" w="sm" len="med"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50543" name="Text Box 15">
              <a:extLst>
                <a:ext uri="{FF2B5EF4-FFF2-40B4-BE49-F238E27FC236}">
                  <a16:creationId xmlns:a16="http://schemas.microsoft.com/office/drawing/2014/main" id="{05F09F9D-128F-41EB-A9FD-1B2B5684DD0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98" y="2523"/>
              <a:ext cx="277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sz="2000"/>
                <a:t>Ⅱ</a:t>
              </a:r>
            </a:p>
          </p:txBody>
        </p:sp>
      </p:grpSp>
      <p:grpSp>
        <p:nvGrpSpPr>
          <p:cNvPr id="150544" name="Group 16">
            <a:extLst>
              <a:ext uri="{FF2B5EF4-FFF2-40B4-BE49-F238E27FC236}">
                <a16:creationId xmlns:a16="http://schemas.microsoft.com/office/drawing/2014/main" id="{FE242384-BA89-471B-BB00-0F73EA9189D3}"/>
              </a:ext>
            </a:extLst>
          </p:cNvPr>
          <p:cNvGrpSpPr>
            <a:grpSpLocks/>
          </p:cNvGrpSpPr>
          <p:nvPr/>
        </p:nvGrpSpPr>
        <p:grpSpPr bwMode="auto">
          <a:xfrm>
            <a:off x="5500688" y="4629150"/>
            <a:ext cx="439737" cy="646113"/>
            <a:chOff x="722" y="2553"/>
            <a:chExt cx="277" cy="407"/>
          </a:xfrm>
        </p:grpSpPr>
        <p:sp>
          <p:nvSpPr>
            <p:cNvPr id="150545" name="Text Box 17">
              <a:extLst>
                <a:ext uri="{FF2B5EF4-FFF2-40B4-BE49-F238E27FC236}">
                  <a16:creationId xmlns:a16="http://schemas.microsoft.com/office/drawing/2014/main" id="{FF735618-9CB9-474C-8A43-A7F473E4571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2" y="2614"/>
              <a:ext cx="277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sz="2000"/>
                <a:t>Ⅲ</a:t>
              </a:r>
            </a:p>
          </p:txBody>
        </p:sp>
        <p:sp>
          <p:nvSpPr>
            <p:cNvPr id="150546" name="Freeform 18">
              <a:extLst>
                <a:ext uri="{FF2B5EF4-FFF2-40B4-BE49-F238E27FC236}">
                  <a16:creationId xmlns:a16="http://schemas.microsoft.com/office/drawing/2014/main" id="{CEDBACF8-2F7D-45CE-AE30-AF3B0DA038B4}"/>
                </a:ext>
              </a:extLst>
            </p:cNvPr>
            <p:cNvSpPr>
              <a:spLocks/>
            </p:cNvSpPr>
            <p:nvPr/>
          </p:nvSpPr>
          <p:spPr bwMode="auto">
            <a:xfrm>
              <a:off x="747" y="2553"/>
              <a:ext cx="220" cy="407"/>
            </a:xfrm>
            <a:custGeom>
              <a:avLst/>
              <a:gdLst>
                <a:gd name="T0" fmla="*/ 16 w 220"/>
                <a:gd name="T1" fmla="*/ 0 h 407"/>
                <a:gd name="T2" fmla="*/ 2 w 220"/>
                <a:gd name="T3" fmla="*/ 116 h 407"/>
                <a:gd name="T4" fmla="*/ 31 w 220"/>
                <a:gd name="T5" fmla="*/ 233 h 407"/>
                <a:gd name="T6" fmla="*/ 118 w 220"/>
                <a:gd name="T7" fmla="*/ 342 h 407"/>
                <a:gd name="T8" fmla="*/ 220 w 220"/>
                <a:gd name="T9" fmla="*/ 407 h 4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0" h="407">
                  <a:moveTo>
                    <a:pt x="16" y="0"/>
                  </a:moveTo>
                  <a:cubicBezTo>
                    <a:pt x="15" y="19"/>
                    <a:pt x="0" y="77"/>
                    <a:pt x="2" y="116"/>
                  </a:cubicBezTo>
                  <a:cubicBezTo>
                    <a:pt x="4" y="155"/>
                    <a:pt x="12" y="195"/>
                    <a:pt x="31" y="233"/>
                  </a:cubicBezTo>
                  <a:cubicBezTo>
                    <a:pt x="50" y="271"/>
                    <a:pt x="87" y="313"/>
                    <a:pt x="118" y="342"/>
                  </a:cubicBezTo>
                  <a:cubicBezTo>
                    <a:pt x="149" y="371"/>
                    <a:pt x="199" y="394"/>
                    <a:pt x="220" y="407"/>
                  </a:cubicBezTo>
                </a:path>
              </a:pathLst>
            </a:custGeom>
            <a:noFill/>
            <a:ln w="12700" cap="flat" cmpd="sng">
              <a:solidFill>
                <a:srgbClr val="000000"/>
              </a:solidFill>
              <a:prstDash val="solid"/>
              <a:round/>
              <a:headEnd type="triangle" w="sm" len="lg"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150547" name="Group 19">
            <a:extLst>
              <a:ext uri="{FF2B5EF4-FFF2-40B4-BE49-F238E27FC236}">
                <a16:creationId xmlns:a16="http://schemas.microsoft.com/office/drawing/2014/main" id="{B91AD703-5E1A-42A4-92A7-7AD0C0318B4E}"/>
              </a:ext>
            </a:extLst>
          </p:cNvPr>
          <p:cNvGrpSpPr>
            <a:grpSpLocks/>
          </p:cNvGrpSpPr>
          <p:nvPr/>
        </p:nvGrpSpPr>
        <p:grpSpPr bwMode="auto">
          <a:xfrm>
            <a:off x="5759450" y="4918075"/>
            <a:ext cx="492125" cy="396875"/>
            <a:chOff x="885" y="2735"/>
            <a:chExt cx="310" cy="250"/>
          </a:xfrm>
        </p:grpSpPr>
        <p:sp>
          <p:nvSpPr>
            <p:cNvPr id="150548" name="Text Box 20">
              <a:extLst>
                <a:ext uri="{FF2B5EF4-FFF2-40B4-BE49-F238E27FC236}">
                  <a16:creationId xmlns:a16="http://schemas.microsoft.com/office/drawing/2014/main" id="{5155D73F-56E5-4560-B90B-663E223D864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85" y="2735"/>
              <a:ext cx="31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eaLnBrk="1" hangingPunct="1"/>
              <a:r>
                <a:rPr lang="en-US" altLang="zh-CN" sz="2000"/>
                <a:t>Ⅳ</a:t>
              </a:r>
            </a:p>
          </p:txBody>
        </p:sp>
        <p:sp>
          <p:nvSpPr>
            <p:cNvPr id="150549" name="Freeform 21">
              <a:extLst>
                <a:ext uri="{FF2B5EF4-FFF2-40B4-BE49-F238E27FC236}">
                  <a16:creationId xmlns:a16="http://schemas.microsoft.com/office/drawing/2014/main" id="{99585E3B-D6F5-490F-8527-D9A04826F4F2}"/>
                </a:ext>
              </a:extLst>
            </p:cNvPr>
            <p:cNvSpPr>
              <a:spLocks/>
            </p:cNvSpPr>
            <p:nvPr/>
          </p:nvSpPr>
          <p:spPr bwMode="auto">
            <a:xfrm>
              <a:off x="945" y="2837"/>
              <a:ext cx="226" cy="138"/>
            </a:xfrm>
            <a:custGeom>
              <a:avLst/>
              <a:gdLst>
                <a:gd name="T0" fmla="*/ 226 w 226"/>
                <a:gd name="T1" fmla="*/ 0 h 138"/>
                <a:gd name="T2" fmla="*/ 204 w 226"/>
                <a:gd name="T3" fmla="*/ 58 h 138"/>
                <a:gd name="T4" fmla="*/ 168 w 226"/>
                <a:gd name="T5" fmla="*/ 116 h 138"/>
                <a:gd name="T6" fmla="*/ 88 w 226"/>
                <a:gd name="T7" fmla="*/ 138 h 138"/>
                <a:gd name="T8" fmla="*/ 0 w 226"/>
                <a:gd name="T9" fmla="*/ 116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6" h="138">
                  <a:moveTo>
                    <a:pt x="226" y="0"/>
                  </a:moveTo>
                  <a:cubicBezTo>
                    <a:pt x="222" y="10"/>
                    <a:pt x="214" y="39"/>
                    <a:pt x="204" y="58"/>
                  </a:cubicBezTo>
                  <a:cubicBezTo>
                    <a:pt x="194" y="77"/>
                    <a:pt x="187" y="103"/>
                    <a:pt x="168" y="116"/>
                  </a:cubicBezTo>
                  <a:cubicBezTo>
                    <a:pt x="149" y="129"/>
                    <a:pt x="116" y="138"/>
                    <a:pt x="88" y="138"/>
                  </a:cubicBezTo>
                  <a:cubicBezTo>
                    <a:pt x="60" y="138"/>
                    <a:pt x="18" y="121"/>
                    <a:pt x="0" y="116"/>
                  </a:cubicBezTo>
                </a:path>
              </a:pathLst>
            </a:custGeom>
            <a:noFill/>
            <a:ln w="12700" cap="flat" cmpd="sng">
              <a:solidFill>
                <a:srgbClr val="000000"/>
              </a:solidFill>
              <a:prstDash val="solid"/>
              <a:round/>
              <a:headEnd type="triangle" w="sm" len="med"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150550" name="Text Box 22">
            <a:extLst>
              <a:ext uri="{FF2B5EF4-FFF2-40B4-BE49-F238E27FC236}">
                <a16:creationId xmlns:a16="http://schemas.microsoft.com/office/drawing/2014/main" id="{FC11A8E1-63CB-47D9-9E9F-D92B3D326B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22437" y="-50006"/>
            <a:ext cx="5494338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FF99FF"/>
                    </a:gs>
                    <a:gs pos="50000">
                      <a:srgbClr val="FFFF00"/>
                    </a:gs>
                    <a:gs pos="100000">
                      <a:srgbClr val="FF99FF"/>
                    </a:gs>
                  </a:gsLst>
                  <a:lin ang="5400000" scaled="1"/>
                </a:gradFill>
              </a14:hiddenFill>
            </a:ext>
            <a:ext uri="{91240B29-F687-4F45-9708-019B960494DF}">
              <a14:hiddenLine xmlns:a14="http://schemas.microsoft.com/office/drawing/2010/main" w="57150">
                <a:pattFill prst="pct25">
                  <a:fgClr>
                    <a:srgbClr val="FFFF00"/>
                  </a:fgClr>
                  <a:bgClr>
                    <a:srgbClr val="FF0000"/>
                  </a:bgClr>
                </a:patt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1" hangingPunct="1"/>
            <a:r>
              <a:rPr lang="en-US" altLang="zh-CN" sz="360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7.5 </a:t>
            </a:r>
            <a:r>
              <a:rPr lang="zh-CN" altLang="en-US" sz="360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第三角投影法简介</a:t>
            </a:r>
          </a:p>
        </p:txBody>
      </p:sp>
      <p:sp>
        <p:nvSpPr>
          <p:cNvPr id="150551" name="Text Box 23">
            <a:extLst>
              <a:ext uri="{FF2B5EF4-FFF2-40B4-BE49-F238E27FC236}">
                <a16:creationId xmlns:a16="http://schemas.microsoft.com/office/drawing/2014/main" id="{1CF45258-BAD6-458A-B402-7AC3CDCD4A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8175" y="957263"/>
            <a:ext cx="448310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l" eaLnBrk="1" hangingPunct="1"/>
            <a:r>
              <a:rPr lang="en-US" altLang="zh-CN" sz="3200">
                <a:latin typeface="宋体" panose="02010600030101010101" pitchFamily="2" charset="-122"/>
              </a:rPr>
              <a:t>⒈ </a:t>
            </a:r>
            <a:r>
              <a:rPr lang="zh-CN" altLang="en-US" sz="3200">
                <a:latin typeface="宋体" panose="02010600030101010101" pitchFamily="2" charset="-122"/>
              </a:rPr>
              <a:t>什么是第三角画法？</a:t>
            </a:r>
          </a:p>
        </p:txBody>
      </p:sp>
      <p:sp>
        <p:nvSpPr>
          <p:cNvPr id="150552" name="Text Box 24">
            <a:extLst>
              <a:ext uri="{FF2B5EF4-FFF2-40B4-BE49-F238E27FC236}">
                <a16:creationId xmlns:a16="http://schemas.microsoft.com/office/drawing/2014/main" id="{713204A6-F1E9-4032-A061-8F104C0DF1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7900" y="1563688"/>
            <a:ext cx="7519988" cy="2041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l" eaLnBrk="1" hangingPunct="1"/>
            <a:r>
              <a:rPr lang="en-US" altLang="zh-CN" sz="3200">
                <a:latin typeface="宋体" panose="02010600030101010101" pitchFamily="2" charset="-122"/>
              </a:rPr>
              <a:t>    </a:t>
            </a:r>
            <a:r>
              <a:rPr lang="zh-CN" altLang="en-US" sz="3200">
                <a:latin typeface="宋体" panose="02010600030101010101" pitchFamily="2" charset="-122"/>
              </a:rPr>
              <a:t>三个互相垂直的投影面</a:t>
            </a:r>
            <a:r>
              <a:rPr lang="en-US" altLang="zh-CN" sz="3200" i="1">
                <a:latin typeface="宋体" panose="02010600030101010101" pitchFamily="2" charset="-122"/>
              </a:rPr>
              <a:t>V</a:t>
            </a:r>
            <a:r>
              <a:rPr lang="zh-CN" altLang="en-US" sz="3200">
                <a:latin typeface="宋体" panose="02010600030101010101" pitchFamily="2" charset="-122"/>
              </a:rPr>
              <a:t>、</a:t>
            </a:r>
            <a:r>
              <a:rPr lang="en-US" altLang="zh-CN" sz="3200" i="1">
                <a:latin typeface="宋体" panose="02010600030101010101" pitchFamily="2" charset="-122"/>
              </a:rPr>
              <a:t>H</a:t>
            </a:r>
            <a:r>
              <a:rPr lang="zh-CN" altLang="en-US" sz="3200">
                <a:latin typeface="宋体" panose="02010600030101010101" pitchFamily="2" charset="-122"/>
              </a:rPr>
              <a:t>、</a:t>
            </a:r>
            <a:r>
              <a:rPr lang="en-US" altLang="zh-CN" sz="3200" i="1">
                <a:latin typeface="宋体" panose="02010600030101010101" pitchFamily="2" charset="-122"/>
              </a:rPr>
              <a:t>W</a:t>
            </a:r>
            <a:r>
              <a:rPr lang="zh-CN" altLang="en-US" sz="3200">
                <a:latin typeface="宋体" panose="02010600030101010101" pitchFamily="2" charset="-122"/>
              </a:rPr>
              <a:t>，将</a:t>
            </a:r>
            <a:r>
              <a:rPr lang="en-US" altLang="zh-CN" sz="3200" i="1">
                <a:latin typeface="宋体" panose="02010600030101010101" pitchFamily="2" charset="-122"/>
              </a:rPr>
              <a:t>W</a:t>
            </a:r>
            <a:r>
              <a:rPr lang="zh-CN" altLang="en-US" sz="3200">
                <a:latin typeface="宋体" panose="02010600030101010101" pitchFamily="2" charset="-122"/>
              </a:rPr>
              <a:t>面左侧空间划分为四个区域，按顺序分别称为第一角、第二角、第三角、第四角。</a:t>
            </a:r>
          </a:p>
        </p:txBody>
      </p:sp>
      <p:sp>
        <p:nvSpPr>
          <p:cNvPr id="150553" name="Text Box 25">
            <a:extLst>
              <a:ext uri="{FF2B5EF4-FFF2-40B4-BE49-F238E27FC236}">
                <a16:creationId xmlns:a16="http://schemas.microsoft.com/office/drawing/2014/main" id="{6F583C18-642C-4B25-BC00-4536CED768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01725" y="3643313"/>
            <a:ext cx="3529013" cy="2041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l" eaLnBrk="1" hangingPunct="1"/>
            <a:r>
              <a:rPr lang="en-US" altLang="zh-CN" sz="3200">
                <a:solidFill>
                  <a:srgbClr val="0000CC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3200">
                <a:solidFill>
                  <a:srgbClr val="0000CC"/>
                </a:solidFill>
                <a:latin typeface="宋体" panose="02010600030101010101" pitchFamily="2" charset="-122"/>
              </a:rPr>
              <a:t>将物体放在第三角，使投影面处在观察者和物体之间进行投射。</a:t>
            </a:r>
          </a:p>
        </p:txBody>
      </p:sp>
    </p:spTree>
  </p:cSld>
  <p:clrMapOvr>
    <a:masterClrMapping/>
  </p:clrMapOvr>
  <p:transition spd="med">
    <p:cover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505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1505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505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1505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7" dur="500"/>
                                        <p:tgtEl>
                                          <p:spTgt spid="1505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2" dur="500"/>
                                        <p:tgtEl>
                                          <p:spTgt spid="1505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7" dur="500"/>
                                        <p:tgtEl>
                                          <p:spTgt spid="1505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505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0551" grpId="0" autoUpdateAnimBg="0"/>
      <p:bldP spid="150552" grpId="0" autoUpdateAnimBg="0"/>
      <p:bldP spid="150553" grpId="0" autoUpdateAnimBg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4" name="Text Box 2">
            <a:extLst>
              <a:ext uri="{FF2B5EF4-FFF2-40B4-BE49-F238E27FC236}">
                <a16:creationId xmlns:a16="http://schemas.microsoft.com/office/drawing/2014/main" id="{4B7C64FE-DDF4-412C-8C9A-02C4ABE44C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27200" y="-57150"/>
            <a:ext cx="489267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l" eaLnBrk="1" hangingPunct="1"/>
            <a:r>
              <a:rPr lang="en-US" altLang="zh-CN" sz="3200" dirty="0">
                <a:solidFill>
                  <a:schemeClr val="bg1"/>
                </a:solidFill>
                <a:latin typeface="宋体" panose="02010600030101010101" pitchFamily="2" charset="-122"/>
              </a:rPr>
              <a:t>⒉ </a:t>
            </a:r>
            <a:r>
              <a:rPr lang="zh-CN" altLang="en-US" sz="3200" dirty="0">
                <a:solidFill>
                  <a:schemeClr val="bg1"/>
                </a:solidFill>
                <a:latin typeface="宋体" panose="02010600030101010101" pitchFamily="2" charset="-122"/>
              </a:rPr>
              <a:t>第三角画法中的三视图</a:t>
            </a:r>
          </a:p>
        </p:txBody>
      </p:sp>
      <p:sp>
        <p:nvSpPr>
          <p:cNvPr id="151555" name="Text Box 3">
            <a:extLst>
              <a:ext uri="{FF2B5EF4-FFF2-40B4-BE49-F238E27FC236}">
                <a16:creationId xmlns:a16="http://schemas.microsoft.com/office/drawing/2014/main" id="{76F9FD76-5AD4-4AE0-B2FE-6D075CAA3D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3413" y="525463"/>
            <a:ext cx="324485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l" eaLnBrk="1" hangingPunct="1"/>
            <a:r>
              <a:rPr lang="en-US" altLang="zh-CN" sz="3200">
                <a:latin typeface="宋体" panose="02010600030101010101" pitchFamily="2" charset="-122"/>
              </a:rPr>
              <a:t>1</a:t>
            </a:r>
            <a:r>
              <a:rPr lang="zh-CN" altLang="en-US" sz="3200">
                <a:latin typeface="宋体" panose="02010600030101010101" pitchFamily="2" charset="-122"/>
              </a:rPr>
              <a:t>）三视图的形成</a:t>
            </a:r>
          </a:p>
        </p:txBody>
      </p:sp>
      <p:sp>
        <p:nvSpPr>
          <p:cNvPr id="151556" name="Text Box 4">
            <a:extLst>
              <a:ext uri="{FF2B5EF4-FFF2-40B4-BE49-F238E27FC236}">
                <a16:creationId xmlns:a16="http://schemas.microsoft.com/office/drawing/2014/main" id="{3356C33C-9D73-427E-B536-219EA82061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9925" y="998538"/>
            <a:ext cx="1792288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l" eaLnBrk="1" hangingPunct="1"/>
            <a:r>
              <a:rPr lang="en-US" altLang="zh-CN" sz="2800">
                <a:solidFill>
                  <a:srgbClr val="FF0000"/>
                </a:solidFill>
                <a:latin typeface="宋体" panose="02010600030101010101" pitchFamily="2" charset="-122"/>
              </a:rPr>
              <a:t>★ </a:t>
            </a:r>
            <a:r>
              <a:rPr lang="zh-CN" altLang="en-US" sz="2800">
                <a:solidFill>
                  <a:srgbClr val="FF0000"/>
                </a:solidFill>
                <a:latin typeface="宋体" panose="02010600030101010101" pitchFamily="2" charset="-122"/>
              </a:rPr>
              <a:t>主视图</a:t>
            </a:r>
          </a:p>
        </p:txBody>
      </p:sp>
      <p:sp>
        <p:nvSpPr>
          <p:cNvPr id="151557" name="Text Box 5">
            <a:extLst>
              <a:ext uri="{FF2B5EF4-FFF2-40B4-BE49-F238E27FC236}">
                <a16:creationId xmlns:a16="http://schemas.microsoft.com/office/drawing/2014/main" id="{0E02790C-F81F-410B-BB7A-3B0D9244E2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7863" y="2768600"/>
            <a:ext cx="1792287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l" eaLnBrk="1" hangingPunct="1"/>
            <a:r>
              <a:rPr lang="en-US" altLang="zh-CN" sz="2800">
                <a:solidFill>
                  <a:srgbClr val="FF0000"/>
                </a:solidFill>
                <a:latin typeface="宋体" panose="02010600030101010101" pitchFamily="2" charset="-122"/>
              </a:rPr>
              <a:t>★ </a:t>
            </a:r>
            <a:r>
              <a:rPr lang="zh-CN" altLang="en-US" sz="2800">
                <a:solidFill>
                  <a:srgbClr val="FF0000"/>
                </a:solidFill>
                <a:latin typeface="宋体" panose="02010600030101010101" pitchFamily="2" charset="-122"/>
              </a:rPr>
              <a:t>俯视图</a:t>
            </a:r>
          </a:p>
        </p:txBody>
      </p:sp>
      <p:sp>
        <p:nvSpPr>
          <p:cNvPr id="151558" name="Text Box 6">
            <a:extLst>
              <a:ext uri="{FF2B5EF4-FFF2-40B4-BE49-F238E27FC236}">
                <a16:creationId xmlns:a16="http://schemas.microsoft.com/office/drawing/2014/main" id="{50800B79-E6E4-4F94-A26F-B358AE96DC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50938" y="3263900"/>
            <a:ext cx="3327400" cy="1373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l" eaLnBrk="1" hangingPunct="1"/>
            <a:r>
              <a:rPr lang="zh-CN" altLang="en-US" sz="2800">
                <a:latin typeface="宋体" panose="02010600030101010101" pitchFamily="2" charset="-122"/>
              </a:rPr>
              <a:t>从上向下投射，在水平投影面（</a:t>
            </a:r>
            <a:r>
              <a:rPr lang="en-US" altLang="zh-CN" sz="2800" i="1">
                <a:latin typeface="宋体" panose="02010600030101010101" pitchFamily="2" charset="-122"/>
              </a:rPr>
              <a:t>H</a:t>
            </a:r>
            <a:r>
              <a:rPr lang="zh-CN" altLang="en-US" sz="2800">
                <a:latin typeface="宋体" panose="02010600030101010101" pitchFamily="2" charset="-122"/>
              </a:rPr>
              <a:t>面）上所得的视图。</a:t>
            </a:r>
          </a:p>
        </p:txBody>
      </p:sp>
      <p:sp>
        <p:nvSpPr>
          <p:cNvPr id="151559" name="Text Box 7">
            <a:extLst>
              <a:ext uri="{FF2B5EF4-FFF2-40B4-BE49-F238E27FC236}">
                <a16:creationId xmlns:a16="http://schemas.microsoft.com/office/drawing/2014/main" id="{448626CB-EA3B-47BA-BF4A-0DAB2EB04A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6113" y="4618038"/>
            <a:ext cx="1792287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l" eaLnBrk="1" hangingPunct="1"/>
            <a:r>
              <a:rPr lang="en-US" altLang="zh-CN" sz="2800">
                <a:solidFill>
                  <a:srgbClr val="FF0000"/>
                </a:solidFill>
                <a:latin typeface="宋体" panose="02010600030101010101" pitchFamily="2" charset="-122"/>
              </a:rPr>
              <a:t>★ </a:t>
            </a:r>
            <a:r>
              <a:rPr lang="zh-CN" altLang="en-US" sz="2800">
                <a:solidFill>
                  <a:srgbClr val="FF0000"/>
                </a:solidFill>
                <a:latin typeface="宋体" panose="02010600030101010101" pitchFamily="2" charset="-122"/>
              </a:rPr>
              <a:t>右视图</a:t>
            </a:r>
          </a:p>
        </p:txBody>
      </p:sp>
      <p:sp>
        <p:nvSpPr>
          <p:cNvPr id="151560" name="Text Box 8">
            <a:extLst>
              <a:ext uri="{FF2B5EF4-FFF2-40B4-BE49-F238E27FC236}">
                <a16:creationId xmlns:a16="http://schemas.microsoft.com/office/drawing/2014/main" id="{9BC8C3CF-9BCF-4811-9F68-F159A10392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1100" y="5049838"/>
            <a:ext cx="3348038" cy="13731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l" eaLnBrk="1" hangingPunct="1"/>
            <a:r>
              <a:rPr lang="zh-CN" altLang="en-US" sz="2800">
                <a:latin typeface="宋体" panose="02010600030101010101" pitchFamily="2" charset="-122"/>
              </a:rPr>
              <a:t>从右向左投射，在侧面投影面（</a:t>
            </a:r>
            <a:r>
              <a:rPr lang="en-US" altLang="zh-CN" sz="2800" i="1">
                <a:latin typeface="宋体" panose="02010600030101010101" pitchFamily="2" charset="-122"/>
              </a:rPr>
              <a:t>W</a:t>
            </a:r>
            <a:r>
              <a:rPr lang="zh-CN" altLang="en-US" sz="2800">
                <a:latin typeface="宋体" panose="02010600030101010101" pitchFamily="2" charset="-122"/>
              </a:rPr>
              <a:t>面）上所得的视图。</a:t>
            </a:r>
          </a:p>
        </p:txBody>
      </p:sp>
      <p:sp>
        <p:nvSpPr>
          <p:cNvPr id="151562" name="Text Box 10">
            <a:extLst>
              <a:ext uri="{FF2B5EF4-FFF2-40B4-BE49-F238E27FC236}">
                <a16:creationId xmlns:a16="http://schemas.microsoft.com/office/drawing/2014/main" id="{1FF91287-1C27-40A1-ABF6-EF5159892A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1443038"/>
            <a:ext cx="3249613" cy="13731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l" eaLnBrk="1" hangingPunct="1"/>
            <a:r>
              <a:rPr lang="zh-CN" altLang="en-US" sz="2800">
                <a:latin typeface="宋体" panose="02010600030101010101" pitchFamily="2" charset="-122"/>
              </a:rPr>
              <a:t>从前向后投射，在正面投影面（</a:t>
            </a:r>
            <a:r>
              <a:rPr lang="en-US" altLang="zh-CN" sz="2800" i="1">
                <a:latin typeface="宋体" panose="02010600030101010101" pitchFamily="2" charset="-122"/>
              </a:rPr>
              <a:t>V</a:t>
            </a:r>
            <a:r>
              <a:rPr lang="zh-CN" altLang="en-US" sz="2800">
                <a:latin typeface="宋体" panose="02010600030101010101" pitchFamily="2" charset="-122"/>
              </a:rPr>
              <a:t>面）上所得的视图。</a:t>
            </a:r>
          </a:p>
        </p:txBody>
      </p:sp>
      <p:grpSp>
        <p:nvGrpSpPr>
          <p:cNvPr id="151617" name="Group 65">
            <a:extLst>
              <a:ext uri="{FF2B5EF4-FFF2-40B4-BE49-F238E27FC236}">
                <a16:creationId xmlns:a16="http://schemas.microsoft.com/office/drawing/2014/main" id="{94558888-437F-4D46-A9FB-4457AE88B953}"/>
              </a:ext>
            </a:extLst>
          </p:cNvPr>
          <p:cNvGrpSpPr>
            <a:grpSpLocks/>
          </p:cNvGrpSpPr>
          <p:nvPr/>
        </p:nvGrpSpPr>
        <p:grpSpPr bwMode="auto">
          <a:xfrm>
            <a:off x="5476875" y="2744788"/>
            <a:ext cx="2295525" cy="1550987"/>
            <a:chOff x="3450" y="2377"/>
            <a:chExt cx="1446" cy="977"/>
          </a:xfrm>
        </p:grpSpPr>
        <p:sp>
          <p:nvSpPr>
            <p:cNvPr id="151564" name="Freeform 12">
              <a:extLst>
                <a:ext uri="{FF2B5EF4-FFF2-40B4-BE49-F238E27FC236}">
                  <a16:creationId xmlns:a16="http://schemas.microsoft.com/office/drawing/2014/main" id="{4742BC86-EF8D-4D2D-8086-62CE1C252B1A}"/>
                </a:ext>
              </a:extLst>
            </p:cNvPr>
            <p:cNvSpPr>
              <a:spLocks/>
            </p:cNvSpPr>
            <p:nvPr/>
          </p:nvSpPr>
          <p:spPr bwMode="auto">
            <a:xfrm>
              <a:off x="3450" y="2760"/>
              <a:ext cx="1440" cy="396"/>
            </a:xfrm>
            <a:custGeom>
              <a:avLst/>
              <a:gdLst>
                <a:gd name="T0" fmla="*/ 246 w 1440"/>
                <a:gd name="T1" fmla="*/ 150 h 396"/>
                <a:gd name="T2" fmla="*/ 0 w 1440"/>
                <a:gd name="T3" fmla="*/ 396 h 396"/>
                <a:gd name="T4" fmla="*/ 702 w 1440"/>
                <a:gd name="T5" fmla="*/ 396 h 396"/>
                <a:gd name="T6" fmla="*/ 1200 w 1440"/>
                <a:gd name="T7" fmla="*/ 264 h 396"/>
                <a:gd name="T8" fmla="*/ 1440 w 1440"/>
                <a:gd name="T9" fmla="*/ 6 h 396"/>
                <a:gd name="T10" fmla="*/ 1026 w 1440"/>
                <a:gd name="T11" fmla="*/ 0 h 396"/>
                <a:gd name="T12" fmla="*/ 888 w 1440"/>
                <a:gd name="T13" fmla="*/ 144 h 396"/>
                <a:gd name="T14" fmla="*/ 246 w 1440"/>
                <a:gd name="T15" fmla="*/ 150 h 3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440" h="396">
                  <a:moveTo>
                    <a:pt x="246" y="150"/>
                  </a:moveTo>
                  <a:lnTo>
                    <a:pt x="0" y="396"/>
                  </a:lnTo>
                  <a:lnTo>
                    <a:pt x="702" y="396"/>
                  </a:lnTo>
                  <a:lnTo>
                    <a:pt x="1200" y="264"/>
                  </a:lnTo>
                  <a:lnTo>
                    <a:pt x="1440" y="6"/>
                  </a:lnTo>
                  <a:lnTo>
                    <a:pt x="1026" y="0"/>
                  </a:lnTo>
                  <a:lnTo>
                    <a:pt x="888" y="144"/>
                  </a:lnTo>
                  <a:lnTo>
                    <a:pt x="246" y="150"/>
                  </a:lnTo>
                  <a:close/>
                </a:path>
              </a:pathLst>
            </a:custGeom>
            <a:gradFill rotWithShape="0">
              <a:gsLst>
                <a:gs pos="0">
                  <a:srgbClr val="FF0000">
                    <a:gamma/>
                    <a:shade val="46275"/>
                    <a:invGamma/>
                  </a:srgbClr>
                </a:gs>
                <a:gs pos="100000">
                  <a:srgbClr val="FF0000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1565" name="Freeform 13">
              <a:extLst>
                <a:ext uri="{FF2B5EF4-FFF2-40B4-BE49-F238E27FC236}">
                  <a16:creationId xmlns:a16="http://schemas.microsoft.com/office/drawing/2014/main" id="{86A341F0-199D-4EB3-B6F1-467634B3C867}"/>
                </a:ext>
              </a:extLst>
            </p:cNvPr>
            <p:cNvSpPr>
              <a:spLocks/>
            </p:cNvSpPr>
            <p:nvPr/>
          </p:nvSpPr>
          <p:spPr bwMode="auto">
            <a:xfrm>
              <a:off x="3884" y="2561"/>
              <a:ext cx="248" cy="156"/>
            </a:xfrm>
            <a:custGeom>
              <a:avLst/>
              <a:gdLst>
                <a:gd name="T0" fmla="*/ 240 w 248"/>
                <a:gd name="T1" fmla="*/ 156 h 156"/>
                <a:gd name="T2" fmla="*/ 0 w 248"/>
                <a:gd name="T3" fmla="*/ 156 h 156"/>
                <a:gd name="T4" fmla="*/ 154 w 248"/>
                <a:gd name="T5" fmla="*/ 2 h 156"/>
                <a:gd name="T6" fmla="*/ 248 w 248"/>
                <a:gd name="T7" fmla="*/ 0 h 156"/>
                <a:gd name="T8" fmla="*/ 240 w 248"/>
                <a:gd name="T9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8" h="156">
                  <a:moveTo>
                    <a:pt x="240" y="156"/>
                  </a:moveTo>
                  <a:lnTo>
                    <a:pt x="0" y="156"/>
                  </a:lnTo>
                  <a:lnTo>
                    <a:pt x="154" y="2"/>
                  </a:lnTo>
                  <a:lnTo>
                    <a:pt x="248" y="0"/>
                  </a:lnTo>
                  <a:lnTo>
                    <a:pt x="240" y="156"/>
                  </a:lnTo>
                  <a:close/>
                </a:path>
              </a:pathLst>
            </a:custGeom>
            <a:gradFill rotWithShape="0">
              <a:gsLst>
                <a:gs pos="0">
                  <a:srgbClr val="FF6600">
                    <a:gamma/>
                    <a:shade val="46275"/>
                    <a:invGamma/>
                  </a:srgbClr>
                </a:gs>
                <a:gs pos="100000">
                  <a:srgbClr val="FF6600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51566" name="Freeform 14">
              <a:extLst>
                <a:ext uri="{FF2B5EF4-FFF2-40B4-BE49-F238E27FC236}">
                  <a16:creationId xmlns:a16="http://schemas.microsoft.com/office/drawing/2014/main" id="{8E5099EF-080B-4B2D-BFB0-69B95585B172}"/>
                </a:ext>
              </a:extLst>
            </p:cNvPr>
            <p:cNvSpPr>
              <a:spLocks/>
            </p:cNvSpPr>
            <p:nvPr/>
          </p:nvSpPr>
          <p:spPr bwMode="auto">
            <a:xfrm>
              <a:off x="3886" y="2377"/>
              <a:ext cx="171" cy="335"/>
            </a:xfrm>
            <a:custGeom>
              <a:avLst/>
              <a:gdLst>
                <a:gd name="T0" fmla="*/ 171 w 171"/>
                <a:gd name="T1" fmla="*/ 0 h 335"/>
                <a:gd name="T2" fmla="*/ 171 w 171"/>
                <a:gd name="T3" fmla="*/ 182 h 335"/>
                <a:gd name="T4" fmla="*/ 8 w 171"/>
                <a:gd name="T5" fmla="*/ 335 h 335"/>
                <a:gd name="T6" fmla="*/ 0 w 171"/>
                <a:gd name="T7" fmla="*/ 127 h 335"/>
                <a:gd name="T8" fmla="*/ 171 w 171"/>
                <a:gd name="T9" fmla="*/ 0 h 3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1" h="335">
                  <a:moveTo>
                    <a:pt x="171" y="0"/>
                  </a:moveTo>
                  <a:lnTo>
                    <a:pt x="171" y="182"/>
                  </a:lnTo>
                  <a:lnTo>
                    <a:pt x="8" y="335"/>
                  </a:lnTo>
                  <a:lnTo>
                    <a:pt x="0" y="127"/>
                  </a:lnTo>
                  <a:lnTo>
                    <a:pt x="171" y="0"/>
                  </a:lnTo>
                  <a:close/>
                </a:path>
              </a:pathLst>
            </a:custGeom>
            <a:gradFill rotWithShape="0">
              <a:gsLst>
                <a:gs pos="0">
                  <a:srgbClr val="FF6600"/>
                </a:gs>
                <a:gs pos="100000">
                  <a:srgbClr val="FF6600">
                    <a:gamma/>
                    <a:shade val="46275"/>
                    <a:invGamma/>
                  </a:srgbClr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51567" name="Freeform 15">
              <a:extLst>
                <a:ext uri="{FF2B5EF4-FFF2-40B4-BE49-F238E27FC236}">
                  <a16:creationId xmlns:a16="http://schemas.microsoft.com/office/drawing/2014/main" id="{DF921406-AF9C-4667-A517-1EE788882149}"/>
                </a:ext>
              </a:extLst>
            </p:cNvPr>
            <p:cNvSpPr>
              <a:spLocks/>
            </p:cNvSpPr>
            <p:nvPr/>
          </p:nvSpPr>
          <p:spPr bwMode="auto">
            <a:xfrm>
              <a:off x="3684" y="2382"/>
              <a:ext cx="372" cy="168"/>
            </a:xfrm>
            <a:custGeom>
              <a:avLst/>
              <a:gdLst>
                <a:gd name="T0" fmla="*/ 0 w 372"/>
                <a:gd name="T1" fmla="*/ 168 h 168"/>
                <a:gd name="T2" fmla="*/ 204 w 372"/>
                <a:gd name="T3" fmla="*/ 168 h 168"/>
                <a:gd name="T4" fmla="*/ 372 w 372"/>
                <a:gd name="T5" fmla="*/ 0 h 168"/>
                <a:gd name="T6" fmla="*/ 168 w 372"/>
                <a:gd name="T7" fmla="*/ 0 h 168"/>
                <a:gd name="T8" fmla="*/ 0 w 372"/>
                <a:gd name="T9" fmla="*/ 168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2" h="168">
                  <a:moveTo>
                    <a:pt x="0" y="168"/>
                  </a:moveTo>
                  <a:lnTo>
                    <a:pt x="204" y="168"/>
                  </a:lnTo>
                  <a:lnTo>
                    <a:pt x="372" y="0"/>
                  </a:lnTo>
                  <a:lnTo>
                    <a:pt x="168" y="0"/>
                  </a:lnTo>
                  <a:lnTo>
                    <a:pt x="0" y="168"/>
                  </a:lnTo>
                  <a:close/>
                </a:path>
              </a:pathLst>
            </a:custGeom>
            <a:gradFill rotWithShape="0">
              <a:gsLst>
                <a:gs pos="0">
                  <a:srgbClr val="FF0000">
                    <a:gamma/>
                    <a:shade val="46275"/>
                    <a:invGamma/>
                  </a:srgbClr>
                </a:gs>
                <a:gs pos="100000">
                  <a:srgbClr val="FF0000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1568" name="Freeform 16">
              <a:extLst>
                <a:ext uri="{FF2B5EF4-FFF2-40B4-BE49-F238E27FC236}">
                  <a16:creationId xmlns:a16="http://schemas.microsoft.com/office/drawing/2014/main" id="{F8DB83D2-D86E-4607-B0E2-36E5748725E5}"/>
                </a:ext>
              </a:extLst>
            </p:cNvPr>
            <p:cNvSpPr>
              <a:spLocks/>
            </p:cNvSpPr>
            <p:nvPr/>
          </p:nvSpPr>
          <p:spPr bwMode="auto">
            <a:xfrm>
              <a:off x="4302" y="2388"/>
              <a:ext cx="168" cy="552"/>
            </a:xfrm>
            <a:custGeom>
              <a:avLst/>
              <a:gdLst>
                <a:gd name="T0" fmla="*/ 0 w 168"/>
                <a:gd name="T1" fmla="*/ 156 h 552"/>
                <a:gd name="T2" fmla="*/ 0 w 168"/>
                <a:gd name="T3" fmla="*/ 552 h 552"/>
                <a:gd name="T4" fmla="*/ 168 w 168"/>
                <a:gd name="T5" fmla="*/ 384 h 552"/>
                <a:gd name="T6" fmla="*/ 168 w 168"/>
                <a:gd name="T7" fmla="*/ 0 h 552"/>
                <a:gd name="T8" fmla="*/ 0 w 168"/>
                <a:gd name="T9" fmla="*/ 156 h 5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8" h="552">
                  <a:moveTo>
                    <a:pt x="0" y="156"/>
                  </a:moveTo>
                  <a:lnTo>
                    <a:pt x="0" y="552"/>
                  </a:lnTo>
                  <a:lnTo>
                    <a:pt x="168" y="384"/>
                  </a:lnTo>
                  <a:lnTo>
                    <a:pt x="168" y="0"/>
                  </a:lnTo>
                  <a:lnTo>
                    <a:pt x="0" y="156"/>
                  </a:lnTo>
                  <a:close/>
                </a:path>
              </a:pathLst>
            </a:custGeom>
            <a:gradFill rotWithShape="0">
              <a:gsLst>
                <a:gs pos="0">
                  <a:srgbClr val="FF0000"/>
                </a:gs>
                <a:gs pos="100000">
                  <a:srgbClr val="FF0000">
                    <a:gamma/>
                    <a:shade val="46275"/>
                    <a:invGamma/>
                  </a:srgbClr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1569" name="Freeform 17">
              <a:extLst>
                <a:ext uri="{FF2B5EF4-FFF2-40B4-BE49-F238E27FC236}">
                  <a16:creationId xmlns:a16="http://schemas.microsoft.com/office/drawing/2014/main" id="{1D4E6077-4F8F-4D8D-A2C9-261B7FBEBCA6}"/>
                </a:ext>
              </a:extLst>
            </p:cNvPr>
            <p:cNvSpPr>
              <a:spLocks/>
            </p:cNvSpPr>
            <p:nvPr/>
          </p:nvSpPr>
          <p:spPr bwMode="auto">
            <a:xfrm>
              <a:off x="3690" y="2538"/>
              <a:ext cx="624" cy="390"/>
            </a:xfrm>
            <a:custGeom>
              <a:avLst/>
              <a:gdLst>
                <a:gd name="T0" fmla="*/ 0 w 624"/>
                <a:gd name="T1" fmla="*/ 0 h 390"/>
                <a:gd name="T2" fmla="*/ 0 w 624"/>
                <a:gd name="T3" fmla="*/ 390 h 390"/>
                <a:gd name="T4" fmla="*/ 624 w 624"/>
                <a:gd name="T5" fmla="*/ 390 h 390"/>
                <a:gd name="T6" fmla="*/ 624 w 624"/>
                <a:gd name="T7" fmla="*/ 0 h 390"/>
                <a:gd name="T8" fmla="*/ 420 w 624"/>
                <a:gd name="T9" fmla="*/ 0 h 390"/>
                <a:gd name="T10" fmla="*/ 420 w 624"/>
                <a:gd name="T11" fmla="*/ 174 h 390"/>
                <a:gd name="T12" fmla="*/ 210 w 624"/>
                <a:gd name="T13" fmla="*/ 180 h 390"/>
                <a:gd name="T14" fmla="*/ 210 w 624"/>
                <a:gd name="T15" fmla="*/ 6 h 390"/>
                <a:gd name="T16" fmla="*/ 0 w 624"/>
                <a:gd name="T17" fmla="*/ 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24" h="390">
                  <a:moveTo>
                    <a:pt x="0" y="0"/>
                  </a:moveTo>
                  <a:lnTo>
                    <a:pt x="0" y="390"/>
                  </a:lnTo>
                  <a:lnTo>
                    <a:pt x="624" y="390"/>
                  </a:lnTo>
                  <a:lnTo>
                    <a:pt x="624" y="0"/>
                  </a:lnTo>
                  <a:lnTo>
                    <a:pt x="420" y="0"/>
                  </a:lnTo>
                  <a:lnTo>
                    <a:pt x="420" y="174"/>
                  </a:lnTo>
                  <a:lnTo>
                    <a:pt x="210" y="180"/>
                  </a:lnTo>
                  <a:lnTo>
                    <a:pt x="210" y="6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FF0000">
                    <a:gamma/>
                    <a:shade val="46275"/>
                    <a:invGamma/>
                  </a:srgbClr>
                </a:gs>
                <a:gs pos="100000">
                  <a:srgbClr val="FF000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1570" name="Freeform 18">
              <a:extLst>
                <a:ext uri="{FF2B5EF4-FFF2-40B4-BE49-F238E27FC236}">
                  <a16:creationId xmlns:a16="http://schemas.microsoft.com/office/drawing/2014/main" id="{7D0F3E24-467F-43E5-B4CB-1270A1CC74B9}"/>
                </a:ext>
              </a:extLst>
            </p:cNvPr>
            <p:cNvSpPr>
              <a:spLocks/>
            </p:cNvSpPr>
            <p:nvPr/>
          </p:nvSpPr>
          <p:spPr bwMode="auto">
            <a:xfrm>
              <a:off x="4104" y="2388"/>
              <a:ext cx="366" cy="162"/>
            </a:xfrm>
            <a:custGeom>
              <a:avLst/>
              <a:gdLst>
                <a:gd name="T0" fmla="*/ 0 w 366"/>
                <a:gd name="T1" fmla="*/ 162 h 162"/>
                <a:gd name="T2" fmla="*/ 204 w 366"/>
                <a:gd name="T3" fmla="*/ 162 h 162"/>
                <a:gd name="T4" fmla="*/ 366 w 366"/>
                <a:gd name="T5" fmla="*/ 0 h 162"/>
                <a:gd name="T6" fmla="*/ 162 w 366"/>
                <a:gd name="T7" fmla="*/ 0 h 162"/>
                <a:gd name="T8" fmla="*/ 0 w 366"/>
                <a:gd name="T9" fmla="*/ 162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6" h="162">
                  <a:moveTo>
                    <a:pt x="0" y="162"/>
                  </a:moveTo>
                  <a:lnTo>
                    <a:pt x="204" y="162"/>
                  </a:lnTo>
                  <a:lnTo>
                    <a:pt x="366" y="0"/>
                  </a:lnTo>
                  <a:lnTo>
                    <a:pt x="162" y="0"/>
                  </a:lnTo>
                  <a:lnTo>
                    <a:pt x="0" y="162"/>
                  </a:lnTo>
                  <a:close/>
                </a:path>
              </a:pathLst>
            </a:custGeom>
            <a:gradFill rotWithShape="0">
              <a:gsLst>
                <a:gs pos="0">
                  <a:srgbClr val="FF0000">
                    <a:gamma/>
                    <a:shade val="46275"/>
                    <a:invGamma/>
                  </a:srgbClr>
                </a:gs>
                <a:gs pos="100000">
                  <a:srgbClr val="FF0000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1571" name="Freeform 19">
              <a:extLst>
                <a:ext uri="{FF2B5EF4-FFF2-40B4-BE49-F238E27FC236}">
                  <a16:creationId xmlns:a16="http://schemas.microsoft.com/office/drawing/2014/main" id="{1FA7ED51-3406-4983-9E80-B069EDE23F03}"/>
                </a:ext>
              </a:extLst>
            </p:cNvPr>
            <p:cNvSpPr>
              <a:spLocks/>
            </p:cNvSpPr>
            <p:nvPr/>
          </p:nvSpPr>
          <p:spPr bwMode="auto">
            <a:xfrm>
              <a:off x="3450" y="3150"/>
              <a:ext cx="702" cy="204"/>
            </a:xfrm>
            <a:custGeom>
              <a:avLst/>
              <a:gdLst>
                <a:gd name="T0" fmla="*/ 0 w 702"/>
                <a:gd name="T1" fmla="*/ 0 h 204"/>
                <a:gd name="T2" fmla="*/ 0 w 702"/>
                <a:gd name="T3" fmla="*/ 204 h 204"/>
                <a:gd name="T4" fmla="*/ 702 w 702"/>
                <a:gd name="T5" fmla="*/ 204 h 204"/>
                <a:gd name="T6" fmla="*/ 702 w 702"/>
                <a:gd name="T7" fmla="*/ 0 h 204"/>
                <a:gd name="T8" fmla="*/ 0 w 702"/>
                <a:gd name="T9" fmla="*/ 0 h 2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02" h="204">
                  <a:moveTo>
                    <a:pt x="0" y="0"/>
                  </a:moveTo>
                  <a:lnTo>
                    <a:pt x="0" y="204"/>
                  </a:lnTo>
                  <a:lnTo>
                    <a:pt x="702" y="204"/>
                  </a:lnTo>
                  <a:lnTo>
                    <a:pt x="702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FF0000">
                    <a:gamma/>
                    <a:shade val="89020"/>
                    <a:invGamma/>
                  </a:srgbClr>
                </a:gs>
                <a:gs pos="50000">
                  <a:srgbClr val="FF0000"/>
                </a:gs>
                <a:gs pos="100000">
                  <a:srgbClr val="FF0000">
                    <a:gamma/>
                    <a:shade val="89020"/>
                    <a:invGamma/>
                  </a:srgbClr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1572" name="Freeform 20">
              <a:extLst>
                <a:ext uri="{FF2B5EF4-FFF2-40B4-BE49-F238E27FC236}">
                  <a16:creationId xmlns:a16="http://schemas.microsoft.com/office/drawing/2014/main" id="{EBFE7B2D-A31B-45EB-BC29-07ABB30EF3BA}"/>
                </a:ext>
              </a:extLst>
            </p:cNvPr>
            <p:cNvSpPr>
              <a:spLocks/>
            </p:cNvSpPr>
            <p:nvPr/>
          </p:nvSpPr>
          <p:spPr bwMode="auto">
            <a:xfrm>
              <a:off x="4140" y="3024"/>
              <a:ext cx="504" cy="330"/>
            </a:xfrm>
            <a:custGeom>
              <a:avLst/>
              <a:gdLst>
                <a:gd name="T0" fmla="*/ 0 w 504"/>
                <a:gd name="T1" fmla="*/ 126 h 330"/>
                <a:gd name="T2" fmla="*/ 0 w 504"/>
                <a:gd name="T3" fmla="*/ 330 h 330"/>
                <a:gd name="T4" fmla="*/ 504 w 504"/>
                <a:gd name="T5" fmla="*/ 198 h 330"/>
                <a:gd name="T6" fmla="*/ 504 w 504"/>
                <a:gd name="T7" fmla="*/ 0 h 330"/>
                <a:gd name="T8" fmla="*/ 0 w 504"/>
                <a:gd name="T9" fmla="*/ 126 h 3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04" h="330">
                  <a:moveTo>
                    <a:pt x="0" y="126"/>
                  </a:moveTo>
                  <a:lnTo>
                    <a:pt x="0" y="330"/>
                  </a:lnTo>
                  <a:lnTo>
                    <a:pt x="504" y="198"/>
                  </a:lnTo>
                  <a:lnTo>
                    <a:pt x="504" y="0"/>
                  </a:lnTo>
                  <a:lnTo>
                    <a:pt x="0" y="126"/>
                  </a:lnTo>
                  <a:close/>
                </a:path>
              </a:pathLst>
            </a:custGeom>
            <a:gradFill rotWithShape="0">
              <a:gsLst>
                <a:gs pos="0">
                  <a:srgbClr val="FF0000"/>
                </a:gs>
                <a:gs pos="100000">
                  <a:srgbClr val="FF0000">
                    <a:gamma/>
                    <a:shade val="76078"/>
                    <a:invGamma/>
                  </a:srgbClr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1573" name="Freeform 21">
              <a:extLst>
                <a:ext uri="{FF2B5EF4-FFF2-40B4-BE49-F238E27FC236}">
                  <a16:creationId xmlns:a16="http://schemas.microsoft.com/office/drawing/2014/main" id="{BFFC3D4B-F2DC-4311-A890-BA8E3A7033E9}"/>
                </a:ext>
              </a:extLst>
            </p:cNvPr>
            <p:cNvSpPr>
              <a:spLocks/>
            </p:cNvSpPr>
            <p:nvPr/>
          </p:nvSpPr>
          <p:spPr bwMode="auto">
            <a:xfrm>
              <a:off x="4644" y="2760"/>
              <a:ext cx="252" cy="468"/>
            </a:xfrm>
            <a:custGeom>
              <a:avLst/>
              <a:gdLst>
                <a:gd name="T0" fmla="*/ 0 w 252"/>
                <a:gd name="T1" fmla="*/ 252 h 468"/>
                <a:gd name="T2" fmla="*/ 0 w 252"/>
                <a:gd name="T3" fmla="*/ 468 h 468"/>
                <a:gd name="T4" fmla="*/ 252 w 252"/>
                <a:gd name="T5" fmla="*/ 216 h 468"/>
                <a:gd name="T6" fmla="*/ 252 w 252"/>
                <a:gd name="T7" fmla="*/ 0 h 468"/>
                <a:gd name="T8" fmla="*/ 0 w 252"/>
                <a:gd name="T9" fmla="*/ 252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2" h="468">
                  <a:moveTo>
                    <a:pt x="0" y="252"/>
                  </a:moveTo>
                  <a:lnTo>
                    <a:pt x="0" y="468"/>
                  </a:lnTo>
                  <a:lnTo>
                    <a:pt x="252" y="216"/>
                  </a:lnTo>
                  <a:lnTo>
                    <a:pt x="252" y="0"/>
                  </a:lnTo>
                  <a:lnTo>
                    <a:pt x="0" y="252"/>
                  </a:lnTo>
                  <a:close/>
                </a:path>
              </a:pathLst>
            </a:custGeom>
            <a:gradFill rotWithShape="0">
              <a:gsLst>
                <a:gs pos="0">
                  <a:srgbClr val="FF0000"/>
                </a:gs>
                <a:gs pos="100000">
                  <a:srgbClr val="FF0000">
                    <a:gamma/>
                    <a:shade val="46275"/>
                    <a:invGamma/>
                  </a:srgbClr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51574" name="Group 22">
            <a:extLst>
              <a:ext uri="{FF2B5EF4-FFF2-40B4-BE49-F238E27FC236}">
                <a16:creationId xmlns:a16="http://schemas.microsoft.com/office/drawing/2014/main" id="{458422E8-20D6-4450-A56B-A306E8ECF87C}"/>
              </a:ext>
            </a:extLst>
          </p:cNvPr>
          <p:cNvGrpSpPr>
            <a:grpSpLocks/>
          </p:cNvGrpSpPr>
          <p:nvPr/>
        </p:nvGrpSpPr>
        <p:grpSpPr bwMode="auto">
          <a:xfrm>
            <a:off x="7519988" y="1558925"/>
            <a:ext cx="957262" cy="3159125"/>
            <a:chOff x="4737" y="1630"/>
            <a:chExt cx="603" cy="1990"/>
          </a:xfrm>
        </p:grpSpPr>
        <p:sp>
          <p:nvSpPr>
            <p:cNvPr id="151575" name="Freeform 23">
              <a:extLst>
                <a:ext uri="{FF2B5EF4-FFF2-40B4-BE49-F238E27FC236}">
                  <a16:creationId xmlns:a16="http://schemas.microsoft.com/office/drawing/2014/main" id="{3E519534-C35F-49F6-96E4-BFD4964D1C0B}"/>
                </a:ext>
              </a:extLst>
            </p:cNvPr>
            <p:cNvSpPr>
              <a:spLocks/>
            </p:cNvSpPr>
            <p:nvPr/>
          </p:nvSpPr>
          <p:spPr bwMode="auto">
            <a:xfrm>
              <a:off x="4737" y="1630"/>
              <a:ext cx="603" cy="1990"/>
            </a:xfrm>
            <a:custGeom>
              <a:avLst/>
              <a:gdLst>
                <a:gd name="T0" fmla="*/ 603 w 603"/>
                <a:gd name="T1" fmla="*/ 0 h 1985"/>
                <a:gd name="T2" fmla="*/ 0 w 603"/>
                <a:gd name="T3" fmla="*/ 603 h 1985"/>
                <a:gd name="T4" fmla="*/ 0 w 603"/>
                <a:gd name="T5" fmla="*/ 1985 h 1985"/>
                <a:gd name="T6" fmla="*/ 603 w 603"/>
                <a:gd name="T7" fmla="*/ 1382 h 1985"/>
                <a:gd name="T8" fmla="*/ 603 w 603"/>
                <a:gd name="T9" fmla="*/ 0 h 1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03" h="1985">
                  <a:moveTo>
                    <a:pt x="603" y="0"/>
                  </a:moveTo>
                  <a:lnTo>
                    <a:pt x="0" y="603"/>
                  </a:lnTo>
                  <a:lnTo>
                    <a:pt x="0" y="1985"/>
                  </a:lnTo>
                  <a:lnTo>
                    <a:pt x="603" y="1382"/>
                  </a:lnTo>
                  <a:lnTo>
                    <a:pt x="603" y="0"/>
                  </a:lnTo>
                  <a:close/>
                </a:path>
              </a:pathLst>
            </a:custGeom>
            <a:solidFill>
              <a:srgbClr val="99FF99">
                <a:alpha val="50000"/>
              </a:srgbClr>
            </a:solidFill>
            <a:ln w="127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51576" name="WordArt 24">
              <a:extLst>
                <a:ext uri="{FF2B5EF4-FFF2-40B4-BE49-F238E27FC236}">
                  <a16:creationId xmlns:a16="http://schemas.microsoft.com/office/drawing/2014/main" id="{98BB7060-1880-4D2B-BC66-6E7F1FC4E2B6}"/>
                </a:ext>
              </a:extLst>
            </p:cNvPr>
            <p:cNvSpPr>
              <a:spLocks noChangeArrowheads="1" noChangeShapeType="1" noTextEdit="1"/>
            </p:cNvSpPr>
            <p:nvPr/>
          </p:nvSpPr>
          <p:spPr bwMode="auto">
            <a:xfrm rot="503265">
              <a:off x="5211" y="1705"/>
              <a:ext cx="81" cy="280"/>
            </a:xfrm>
            <a:prstGeom prst="rect">
              <a:avLst/>
            </a:prstGeom>
            <a:extLst>
              <a:ext uri="{AF507438-7753-43E0-B8FC-AC1667EBCBE1}">
                <a14:hiddenEffects xmlns:a14="http://schemas.microsoft.com/office/drawing/2010/main">
                  <a:effectLst/>
                </a14:hiddenEffects>
              </a:ext>
            </a:extLst>
          </p:spPr>
          <p:txBody>
            <a:bodyPr wrap="none" fromWordArt="1">
              <a:prstTxWarp prst="textSlantUp">
                <a:avLst>
                  <a:gd name="adj" fmla="val 40991"/>
                </a:avLst>
              </a:prstTxWarp>
            </a:bodyPr>
            <a:lstStyle/>
            <a:p>
              <a:r>
                <a:rPr lang="en-US" altLang="zh-CN" sz="3600" kern="10"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solidFill>
                    <a:srgbClr val="000000"/>
                  </a:solidFill>
                  <a:latin typeface="宋体" panose="02010600030101010101" pitchFamily="2" charset="-122"/>
                </a:rPr>
                <a:t>W</a:t>
              </a:r>
              <a:endParaRPr lang="zh-CN" altLang="en-US" sz="3600" kern="1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000000"/>
                </a:solidFill>
                <a:latin typeface="宋体" panose="02010600030101010101" pitchFamily="2" charset="-122"/>
              </a:endParaRPr>
            </a:p>
          </p:txBody>
        </p:sp>
      </p:grpSp>
      <p:grpSp>
        <p:nvGrpSpPr>
          <p:cNvPr id="151577" name="Group 25">
            <a:extLst>
              <a:ext uri="{FF2B5EF4-FFF2-40B4-BE49-F238E27FC236}">
                <a16:creationId xmlns:a16="http://schemas.microsoft.com/office/drawing/2014/main" id="{B7F92153-E720-4699-B166-558D4A2F2459}"/>
              </a:ext>
            </a:extLst>
          </p:cNvPr>
          <p:cNvGrpSpPr>
            <a:grpSpLocks/>
          </p:cNvGrpSpPr>
          <p:nvPr/>
        </p:nvGrpSpPr>
        <p:grpSpPr bwMode="auto">
          <a:xfrm>
            <a:off x="7640638" y="2686050"/>
            <a:ext cx="657225" cy="1558925"/>
            <a:chOff x="4669" y="2402"/>
            <a:chExt cx="414" cy="982"/>
          </a:xfrm>
        </p:grpSpPr>
        <p:sp>
          <p:nvSpPr>
            <p:cNvPr id="151578" name="Line 26">
              <a:extLst>
                <a:ext uri="{FF2B5EF4-FFF2-40B4-BE49-F238E27FC236}">
                  <a16:creationId xmlns:a16="http://schemas.microsoft.com/office/drawing/2014/main" id="{4B3962EE-8883-4465-9072-F65F7BF8055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69" y="3180"/>
              <a:ext cx="0" cy="204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51579" name="Line 27">
              <a:extLst>
                <a:ext uri="{FF2B5EF4-FFF2-40B4-BE49-F238E27FC236}">
                  <a16:creationId xmlns:a16="http://schemas.microsoft.com/office/drawing/2014/main" id="{6643F046-664A-4BF6-934E-FD9644B4AB2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676" y="2970"/>
              <a:ext cx="407" cy="407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51580" name="Line 28">
              <a:extLst>
                <a:ext uri="{FF2B5EF4-FFF2-40B4-BE49-F238E27FC236}">
                  <a16:creationId xmlns:a16="http://schemas.microsoft.com/office/drawing/2014/main" id="{93CF3A9D-4542-4460-84D6-A87E1A5B648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076" y="2402"/>
              <a:ext cx="0" cy="574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51581" name="Line 29">
              <a:extLst>
                <a:ext uri="{FF2B5EF4-FFF2-40B4-BE49-F238E27FC236}">
                  <a16:creationId xmlns:a16="http://schemas.microsoft.com/office/drawing/2014/main" id="{28B0A709-427C-45DD-871F-C95AD1392AE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669" y="2773"/>
              <a:ext cx="407" cy="407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51582" name="Line 30">
              <a:extLst>
                <a:ext uri="{FF2B5EF4-FFF2-40B4-BE49-F238E27FC236}">
                  <a16:creationId xmlns:a16="http://schemas.microsoft.com/office/drawing/2014/main" id="{28BBCEE8-7515-4095-B76B-E6FC4C7E4B2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938" y="2533"/>
              <a:ext cx="0" cy="371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51583" name="Line 31">
              <a:extLst>
                <a:ext uri="{FF2B5EF4-FFF2-40B4-BE49-F238E27FC236}">
                  <a16:creationId xmlns:a16="http://schemas.microsoft.com/office/drawing/2014/main" id="{55A89BC4-3FA3-4435-AB3D-3B89D360051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938" y="2402"/>
              <a:ext cx="138" cy="138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51584" name="Line 32">
              <a:extLst>
                <a:ext uri="{FF2B5EF4-FFF2-40B4-BE49-F238E27FC236}">
                  <a16:creationId xmlns:a16="http://schemas.microsoft.com/office/drawing/2014/main" id="{039A30DA-750C-417F-B0FE-0941F90DD42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938" y="2547"/>
              <a:ext cx="131" cy="13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51585" name="Line 33">
              <a:extLst>
                <a:ext uri="{FF2B5EF4-FFF2-40B4-BE49-F238E27FC236}">
                  <a16:creationId xmlns:a16="http://schemas.microsoft.com/office/drawing/2014/main" id="{1E210078-2EEF-46AD-8EE7-785E496DEC2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22" y="3027"/>
              <a:ext cx="0" cy="211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151619" name="Group 67">
            <a:extLst>
              <a:ext uri="{FF2B5EF4-FFF2-40B4-BE49-F238E27FC236}">
                <a16:creationId xmlns:a16="http://schemas.microsoft.com/office/drawing/2014/main" id="{D27CD3DF-5B60-44DB-831B-0722F4CBA8E7}"/>
              </a:ext>
            </a:extLst>
          </p:cNvPr>
          <p:cNvGrpSpPr>
            <a:grpSpLocks/>
          </p:cNvGrpSpPr>
          <p:nvPr/>
        </p:nvGrpSpPr>
        <p:grpSpPr bwMode="auto">
          <a:xfrm>
            <a:off x="5029200" y="1430338"/>
            <a:ext cx="3460750" cy="1084262"/>
            <a:chOff x="3168" y="1549"/>
            <a:chExt cx="2180" cy="683"/>
          </a:xfrm>
        </p:grpSpPr>
        <p:sp>
          <p:nvSpPr>
            <p:cNvPr id="151587" name="Freeform 35">
              <a:extLst>
                <a:ext uri="{FF2B5EF4-FFF2-40B4-BE49-F238E27FC236}">
                  <a16:creationId xmlns:a16="http://schemas.microsoft.com/office/drawing/2014/main" id="{D4C94281-3436-48D1-A833-01EEAD349CD8}"/>
                </a:ext>
              </a:extLst>
            </p:cNvPr>
            <p:cNvSpPr>
              <a:spLocks/>
            </p:cNvSpPr>
            <p:nvPr/>
          </p:nvSpPr>
          <p:spPr bwMode="auto">
            <a:xfrm>
              <a:off x="3168" y="1620"/>
              <a:ext cx="2180" cy="612"/>
            </a:xfrm>
            <a:custGeom>
              <a:avLst/>
              <a:gdLst>
                <a:gd name="T0" fmla="*/ 0 w 2180"/>
                <a:gd name="T1" fmla="*/ 612 h 612"/>
                <a:gd name="T2" fmla="*/ 1572 w 2180"/>
                <a:gd name="T3" fmla="*/ 612 h 612"/>
                <a:gd name="T4" fmla="*/ 2180 w 2180"/>
                <a:gd name="T5" fmla="*/ 1 h 612"/>
                <a:gd name="T6" fmla="*/ 612 w 2180"/>
                <a:gd name="T7" fmla="*/ 0 h 612"/>
                <a:gd name="T8" fmla="*/ 0 w 2180"/>
                <a:gd name="T9" fmla="*/ 612 h 6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80" h="612">
                  <a:moveTo>
                    <a:pt x="0" y="612"/>
                  </a:moveTo>
                  <a:lnTo>
                    <a:pt x="1572" y="612"/>
                  </a:lnTo>
                  <a:lnTo>
                    <a:pt x="2180" y="1"/>
                  </a:lnTo>
                  <a:lnTo>
                    <a:pt x="612" y="0"/>
                  </a:lnTo>
                  <a:lnTo>
                    <a:pt x="0" y="612"/>
                  </a:lnTo>
                  <a:close/>
                </a:path>
              </a:pathLst>
            </a:custGeom>
            <a:solidFill>
              <a:srgbClr val="FFFF99">
                <a:alpha val="50000"/>
              </a:srgbClr>
            </a:solidFill>
            <a:ln w="127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51588" name="Text Box 36">
              <a:extLst>
                <a:ext uri="{FF2B5EF4-FFF2-40B4-BE49-F238E27FC236}">
                  <a16:creationId xmlns:a16="http://schemas.microsoft.com/office/drawing/2014/main" id="{243CD027-FE19-4C88-9270-F0E6E64E684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22" y="1549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i="1">
                  <a:latin typeface="宋体" panose="02010600030101010101" pitchFamily="2" charset="-122"/>
                </a:rPr>
                <a:t>H</a:t>
              </a:r>
            </a:p>
          </p:txBody>
        </p:sp>
      </p:grpSp>
      <p:grpSp>
        <p:nvGrpSpPr>
          <p:cNvPr id="151618" name="Group 66">
            <a:extLst>
              <a:ext uri="{FF2B5EF4-FFF2-40B4-BE49-F238E27FC236}">
                <a16:creationId xmlns:a16="http://schemas.microsoft.com/office/drawing/2014/main" id="{D7CE591B-5D75-45CB-979D-34587FC357E9}"/>
              </a:ext>
            </a:extLst>
          </p:cNvPr>
          <p:cNvGrpSpPr>
            <a:grpSpLocks/>
          </p:cNvGrpSpPr>
          <p:nvPr/>
        </p:nvGrpSpPr>
        <p:grpSpPr bwMode="auto">
          <a:xfrm>
            <a:off x="5013325" y="2433638"/>
            <a:ext cx="2514600" cy="2281237"/>
            <a:chOff x="3158" y="2181"/>
            <a:chExt cx="1584" cy="1437"/>
          </a:xfrm>
        </p:grpSpPr>
        <p:sp>
          <p:nvSpPr>
            <p:cNvPr id="151591" name="Rectangle 39">
              <a:extLst>
                <a:ext uri="{FF2B5EF4-FFF2-40B4-BE49-F238E27FC236}">
                  <a16:creationId xmlns:a16="http://schemas.microsoft.com/office/drawing/2014/main" id="{585869CA-3FB4-46BB-B1D3-0B13C5AF2C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76" y="2232"/>
              <a:ext cx="1566" cy="1386"/>
            </a:xfrm>
            <a:prstGeom prst="rect">
              <a:avLst/>
            </a:prstGeom>
            <a:solidFill>
              <a:srgbClr val="FFCCFF">
                <a:alpha val="50000"/>
              </a:srgbClr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1592" name="Text Box 40">
              <a:extLst>
                <a:ext uri="{FF2B5EF4-FFF2-40B4-BE49-F238E27FC236}">
                  <a16:creationId xmlns:a16="http://schemas.microsoft.com/office/drawing/2014/main" id="{37B89BE6-C517-4F06-9929-B4ED8488057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58" y="2181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i="1">
                  <a:latin typeface="宋体" panose="02010600030101010101" pitchFamily="2" charset="-122"/>
                </a:rPr>
                <a:t>V</a:t>
              </a:r>
              <a:endParaRPr lang="en-US" altLang="zh-CN" i="1"/>
            </a:p>
          </p:txBody>
        </p:sp>
      </p:grpSp>
      <p:grpSp>
        <p:nvGrpSpPr>
          <p:cNvPr id="151593" name="Group 41">
            <a:extLst>
              <a:ext uri="{FF2B5EF4-FFF2-40B4-BE49-F238E27FC236}">
                <a16:creationId xmlns:a16="http://schemas.microsoft.com/office/drawing/2014/main" id="{11D65C29-6E8B-4BCE-BC24-20E15600A6E0}"/>
              </a:ext>
            </a:extLst>
          </p:cNvPr>
          <p:cNvGrpSpPr>
            <a:grpSpLocks/>
          </p:cNvGrpSpPr>
          <p:nvPr/>
        </p:nvGrpSpPr>
        <p:grpSpPr bwMode="auto">
          <a:xfrm>
            <a:off x="5422900" y="3448050"/>
            <a:ext cx="1698625" cy="935038"/>
            <a:chOff x="2683" y="2393"/>
            <a:chExt cx="1070" cy="589"/>
          </a:xfrm>
        </p:grpSpPr>
        <p:sp>
          <p:nvSpPr>
            <p:cNvPr id="151594" name="Line 42">
              <a:extLst>
                <a:ext uri="{FF2B5EF4-FFF2-40B4-BE49-F238E27FC236}">
                  <a16:creationId xmlns:a16="http://schemas.microsoft.com/office/drawing/2014/main" id="{85A04400-FC17-429E-A1BC-39EC4BC7326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83" y="2400"/>
              <a:ext cx="225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51595" name="Line 43">
              <a:extLst>
                <a:ext uri="{FF2B5EF4-FFF2-40B4-BE49-F238E27FC236}">
                  <a16:creationId xmlns:a16="http://schemas.microsoft.com/office/drawing/2014/main" id="{BC287574-CB13-4237-A699-F72EA6F11DA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91" y="2400"/>
              <a:ext cx="0" cy="575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51596" name="Line 44">
              <a:extLst>
                <a:ext uri="{FF2B5EF4-FFF2-40B4-BE49-F238E27FC236}">
                  <a16:creationId xmlns:a16="http://schemas.microsoft.com/office/drawing/2014/main" id="{ED907C4F-541D-468B-952E-DFA31FC68F8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83" y="2975"/>
              <a:ext cx="1070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51597" name="Line 45">
              <a:extLst>
                <a:ext uri="{FF2B5EF4-FFF2-40B4-BE49-F238E27FC236}">
                  <a16:creationId xmlns:a16="http://schemas.microsoft.com/office/drawing/2014/main" id="{8EE60A1F-4D77-4376-A32F-249272BCDE2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745" y="2764"/>
              <a:ext cx="0" cy="218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51598" name="Line 46">
              <a:extLst>
                <a:ext uri="{FF2B5EF4-FFF2-40B4-BE49-F238E27FC236}">
                  <a16:creationId xmlns:a16="http://schemas.microsoft.com/office/drawing/2014/main" id="{CF34BDD6-4357-46FD-BB7D-F1B395CAB37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17" y="2400"/>
              <a:ext cx="0" cy="378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51599" name="Line 47">
              <a:extLst>
                <a:ext uri="{FF2B5EF4-FFF2-40B4-BE49-F238E27FC236}">
                  <a16:creationId xmlns:a16="http://schemas.microsoft.com/office/drawing/2014/main" id="{00D85690-D8DC-460B-A15F-5A2DA4DD2C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91" y="2771"/>
              <a:ext cx="1061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51600" name="Line 48">
              <a:extLst>
                <a:ext uri="{FF2B5EF4-FFF2-40B4-BE49-F238E27FC236}">
                  <a16:creationId xmlns:a16="http://schemas.microsoft.com/office/drawing/2014/main" id="{5B3952B2-34F0-4FA5-9210-09CC6960502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94" y="2407"/>
              <a:ext cx="0" cy="153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51601" name="Line 49">
              <a:extLst>
                <a:ext uri="{FF2B5EF4-FFF2-40B4-BE49-F238E27FC236}">
                  <a16:creationId xmlns:a16="http://schemas.microsoft.com/office/drawing/2014/main" id="{5D847B5F-9C45-4DBD-97C7-5DE5671CEBE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20" y="2393"/>
              <a:ext cx="0" cy="175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51602" name="Line 50">
              <a:extLst>
                <a:ext uri="{FF2B5EF4-FFF2-40B4-BE49-F238E27FC236}">
                  <a16:creationId xmlns:a16="http://schemas.microsoft.com/office/drawing/2014/main" id="{BB5084D1-A686-478E-A583-09B3B1EA470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94" y="2553"/>
              <a:ext cx="233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51603" name="Line 51">
              <a:extLst>
                <a:ext uri="{FF2B5EF4-FFF2-40B4-BE49-F238E27FC236}">
                  <a16:creationId xmlns:a16="http://schemas.microsoft.com/office/drawing/2014/main" id="{1AD66957-4794-43C0-95B2-D8E2D0EAF99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20" y="2400"/>
              <a:ext cx="203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51604" name="Line 52">
              <a:extLst>
                <a:ext uri="{FF2B5EF4-FFF2-40B4-BE49-F238E27FC236}">
                  <a16:creationId xmlns:a16="http://schemas.microsoft.com/office/drawing/2014/main" id="{3A66F6DD-E522-4FC4-B2C5-21BEDEA9990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11" y="2771"/>
              <a:ext cx="0" cy="204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151605" name="Group 53">
            <a:extLst>
              <a:ext uri="{FF2B5EF4-FFF2-40B4-BE49-F238E27FC236}">
                <a16:creationId xmlns:a16="http://schemas.microsoft.com/office/drawing/2014/main" id="{66714E28-5960-4EBB-B12E-07C58481316C}"/>
              </a:ext>
            </a:extLst>
          </p:cNvPr>
          <p:cNvGrpSpPr>
            <a:grpSpLocks/>
          </p:cNvGrpSpPr>
          <p:nvPr/>
        </p:nvGrpSpPr>
        <p:grpSpPr bwMode="auto">
          <a:xfrm>
            <a:off x="5572125" y="1724025"/>
            <a:ext cx="2332038" cy="658813"/>
            <a:chOff x="3546" y="1734"/>
            <a:chExt cx="1469" cy="415"/>
          </a:xfrm>
        </p:grpSpPr>
        <p:sp>
          <p:nvSpPr>
            <p:cNvPr id="151606" name="Line 54">
              <a:extLst>
                <a:ext uri="{FF2B5EF4-FFF2-40B4-BE49-F238E27FC236}">
                  <a16:creationId xmlns:a16="http://schemas.microsoft.com/office/drawing/2014/main" id="{BDE11F16-6645-4B0E-B4C4-8EB45B7CEA5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46" y="2147"/>
              <a:ext cx="704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51607" name="Line 55">
              <a:extLst>
                <a:ext uri="{FF2B5EF4-FFF2-40B4-BE49-F238E27FC236}">
                  <a16:creationId xmlns:a16="http://schemas.microsoft.com/office/drawing/2014/main" id="{94AC1D23-ABB0-4F4A-8DB5-F6C107155A1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39" y="2018"/>
              <a:ext cx="507" cy="131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51608" name="Freeform 56">
              <a:extLst>
                <a:ext uri="{FF2B5EF4-FFF2-40B4-BE49-F238E27FC236}">
                  <a16:creationId xmlns:a16="http://schemas.microsoft.com/office/drawing/2014/main" id="{F7F77E14-F078-4BD2-9625-3A569E20E27E}"/>
                </a:ext>
              </a:extLst>
            </p:cNvPr>
            <p:cNvSpPr>
              <a:spLocks/>
            </p:cNvSpPr>
            <p:nvPr/>
          </p:nvSpPr>
          <p:spPr bwMode="auto">
            <a:xfrm>
              <a:off x="4731" y="1741"/>
              <a:ext cx="284" cy="284"/>
            </a:xfrm>
            <a:custGeom>
              <a:avLst/>
              <a:gdLst>
                <a:gd name="T0" fmla="*/ 0 w 284"/>
                <a:gd name="T1" fmla="*/ 284 h 284"/>
                <a:gd name="T2" fmla="*/ 284 w 284"/>
                <a:gd name="T3" fmla="*/ 0 h 2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84" h="284">
                  <a:moveTo>
                    <a:pt x="0" y="284"/>
                  </a:moveTo>
                  <a:lnTo>
                    <a:pt x="284" y="0"/>
                  </a:lnTo>
                </a:path>
              </a:pathLst>
            </a:cu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51609" name="Line 57">
              <a:extLst>
                <a:ext uri="{FF2B5EF4-FFF2-40B4-BE49-F238E27FC236}">
                  <a16:creationId xmlns:a16="http://schemas.microsoft.com/office/drawing/2014/main" id="{E75E2DE5-F150-4519-ABE7-62BE1A064D1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46" y="1741"/>
              <a:ext cx="407" cy="407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51610" name="Line 58">
              <a:extLst>
                <a:ext uri="{FF2B5EF4-FFF2-40B4-BE49-F238E27FC236}">
                  <a16:creationId xmlns:a16="http://schemas.microsoft.com/office/drawing/2014/main" id="{F987633B-89D3-4B86-8BBB-FE7C1579C28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53" y="1741"/>
              <a:ext cx="1062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51611" name="Line 59">
              <a:extLst>
                <a:ext uri="{FF2B5EF4-FFF2-40B4-BE49-F238E27FC236}">
                  <a16:creationId xmlns:a16="http://schemas.microsoft.com/office/drawing/2014/main" id="{CA6E98EE-481C-462C-959A-FFF0D2BB950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86" y="1894"/>
              <a:ext cx="618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51612" name="Line 60">
              <a:extLst>
                <a:ext uri="{FF2B5EF4-FFF2-40B4-BE49-F238E27FC236}">
                  <a16:creationId xmlns:a16="http://schemas.microsoft.com/office/drawing/2014/main" id="{784801E4-FA70-4DD1-ABC3-00607AF716E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404" y="1741"/>
              <a:ext cx="153" cy="153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51613" name="Line 61">
              <a:extLst>
                <a:ext uri="{FF2B5EF4-FFF2-40B4-BE49-F238E27FC236}">
                  <a16:creationId xmlns:a16="http://schemas.microsoft.com/office/drawing/2014/main" id="{26E528CA-D4E6-463C-8942-7088DF0139A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982" y="1734"/>
              <a:ext cx="160" cy="16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51614" name="Freeform 62">
              <a:extLst>
                <a:ext uri="{FF2B5EF4-FFF2-40B4-BE49-F238E27FC236}">
                  <a16:creationId xmlns:a16="http://schemas.microsoft.com/office/drawing/2014/main" id="{FE574551-E29E-484C-B48A-C2C25DF0F9E8}"/>
                </a:ext>
              </a:extLst>
            </p:cNvPr>
            <p:cNvSpPr>
              <a:spLocks/>
            </p:cNvSpPr>
            <p:nvPr/>
          </p:nvSpPr>
          <p:spPr bwMode="auto">
            <a:xfrm>
              <a:off x="4208" y="1734"/>
              <a:ext cx="167" cy="167"/>
            </a:xfrm>
            <a:custGeom>
              <a:avLst/>
              <a:gdLst>
                <a:gd name="T0" fmla="*/ 0 w 167"/>
                <a:gd name="T1" fmla="*/ 167 h 167"/>
                <a:gd name="T2" fmla="*/ 167 w 167"/>
                <a:gd name="T3" fmla="*/ 0 h 1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67" h="167">
                  <a:moveTo>
                    <a:pt x="0" y="167"/>
                  </a:moveTo>
                  <a:lnTo>
                    <a:pt x="167" y="0"/>
                  </a:lnTo>
                </a:path>
              </a:pathLst>
            </a:cu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 spd="med">
    <p:cover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515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516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16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516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516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516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516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516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516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516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516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515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515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515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515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515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1515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1515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1515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1515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1516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1515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7" dur="500"/>
                                        <p:tgtEl>
                                          <p:spTgt spid="1515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2" dur="500"/>
                                        <p:tgtEl>
                                          <p:spTgt spid="1515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1555" grpId="0" autoUpdateAnimBg="0"/>
      <p:bldP spid="151556" grpId="0" autoUpdateAnimBg="0"/>
      <p:bldP spid="151557" grpId="0" autoUpdateAnimBg="0"/>
      <p:bldP spid="151558" grpId="0" autoUpdateAnimBg="0"/>
      <p:bldP spid="151559" grpId="0" autoUpdateAnimBg="0"/>
      <p:bldP spid="151560" grpId="0" autoUpdateAnimBg="0"/>
      <p:bldP spid="151562" grpId="0" autoUpdateAnimBg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2699" name="Group 123">
            <a:extLst>
              <a:ext uri="{FF2B5EF4-FFF2-40B4-BE49-F238E27FC236}">
                <a16:creationId xmlns:a16="http://schemas.microsoft.com/office/drawing/2014/main" id="{D7638DF8-C1EE-4A21-8302-AFE0B59CF193}"/>
              </a:ext>
            </a:extLst>
          </p:cNvPr>
          <p:cNvGrpSpPr>
            <a:grpSpLocks/>
          </p:cNvGrpSpPr>
          <p:nvPr/>
        </p:nvGrpSpPr>
        <p:grpSpPr bwMode="auto">
          <a:xfrm>
            <a:off x="4610100" y="1406525"/>
            <a:ext cx="4303713" cy="4492625"/>
            <a:chOff x="2904" y="886"/>
            <a:chExt cx="2711" cy="2830"/>
          </a:xfrm>
        </p:grpSpPr>
        <p:grpSp>
          <p:nvGrpSpPr>
            <p:cNvPr id="152688" name="Group 112">
              <a:extLst>
                <a:ext uri="{FF2B5EF4-FFF2-40B4-BE49-F238E27FC236}">
                  <a16:creationId xmlns:a16="http://schemas.microsoft.com/office/drawing/2014/main" id="{B16D4E8C-2933-43FE-8E29-C6A94B20A56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04" y="2531"/>
              <a:ext cx="1538" cy="1185"/>
              <a:chOff x="489" y="2525"/>
              <a:chExt cx="1538" cy="1185"/>
            </a:xfrm>
          </p:grpSpPr>
          <p:grpSp>
            <p:nvGrpSpPr>
              <p:cNvPr id="152687" name="Group 111">
                <a:extLst>
                  <a:ext uri="{FF2B5EF4-FFF2-40B4-BE49-F238E27FC236}">
                    <a16:creationId xmlns:a16="http://schemas.microsoft.com/office/drawing/2014/main" id="{6262CF66-42FB-4B55-A8DA-6B6F75AFF7C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89" y="2525"/>
                <a:ext cx="1538" cy="835"/>
                <a:chOff x="489" y="2525"/>
                <a:chExt cx="1538" cy="835"/>
              </a:xfrm>
            </p:grpSpPr>
            <p:sp>
              <p:nvSpPr>
                <p:cNvPr id="152580" name="Line 4">
                  <a:extLst>
                    <a:ext uri="{FF2B5EF4-FFF2-40B4-BE49-F238E27FC236}">
                      <a16:creationId xmlns:a16="http://schemas.microsoft.com/office/drawing/2014/main" id="{3B89DD40-0DA6-4D99-A9AB-92BE60F5A48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776" y="2745"/>
                  <a:ext cx="363" cy="0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52581" name="Rectangle 5">
                  <a:extLst>
                    <a:ext uri="{FF2B5EF4-FFF2-40B4-BE49-F238E27FC236}">
                      <a16:creationId xmlns:a16="http://schemas.microsoft.com/office/drawing/2014/main" id="{96AF401D-5334-4DE4-B928-200C9E4EAFE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96" y="3122"/>
                  <a:ext cx="1531" cy="233"/>
                </a:xfrm>
                <a:prstGeom prst="rect">
                  <a:avLst/>
                </a:prstGeom>
                <a:noFill/>
                <a:ln w="38100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52582" name="Line 6">
                  <a:extLst>
                    <a:ext uri="{FF2B5EF4-FFF2-40B4-BE49-F238E27FC236}">
                      <a16:creationId xmlns:a16="http://schemas.microsoft.com/office/drawing/2014/main" id="{38FC62EA-B8AC-4748-90B1-B809903780D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496" y="2525"/>
                  <a:ext cx="0" cy="597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52583" name="Line 7">
                  <a:extLst>
                    <a:ext uri="{FF2B5EF4-FFF2-40B4-BE49-F238E27FC236}">
                      <a16:creationId xmlns:a16="http://schemas.microsoft.com/office/drawing/2014/main" id="{17ACBAD2-EAD8-47DF-9F24-B62320FD154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89" y="2525"/>
                  <a:ext cx="292" cy="0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52584" name="Line 8">
                  <a:extLst>
                    <a:ext uri="{FF2B5EF4-FFF2-40B4-BE49-F238E27FC236}">
                      <a16:creationId xmlns:a16="http://schemas.microsoft.com/office/drawing/2014/main" id="{3D3ADF62-915C-42D5-A337-647C6F54934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782" y="2525"/>
                  <a:ext cx="0" cy="233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52585" name="Line 9">
                  <a:extLst>
                    <a:ext uri="{FF2B5EF4-FFF2-40B4-BE49-F238E27FC236}">
                      <a16:creationId xmlns:a16="http://schemas.microsoft.com/office/drawing/2014/main" id="{6859CBC0-6519-4E87-806C-455309B6AE8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137" y="2530"/>
                  <a:ext cx="0" cy="225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52586" name="Line 10">
                  <a:extLst>
                    <a:ext uri="{FF2B5EF4-FFF2-40B4-BE49-F238E27FC236}">
                      <a16:creationId xmlns:a16="http://schemas.microsoft.com/office/drawing/2014/main" id="{F8D73C73-A6D2-4FDE-AF23-BD59F466FD1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35" y="2530"/>
                  <a:ext cx="293" cy="0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52587" name="Line 11">
                  <a:extLst>
                    <a:ext uri="{FF2B5EF4-FFF2-40B4-BE49-F238E27FC236}">
                      <a16:creationId xmlns:a16="http://schemas.microsoft.com/office/drawing/2014/main" id="{A84234C4-C461-4152-A778-9B152CE4615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418" y="2525"/>
                  <a:ext cx="0" cy="597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52588" name="Line 12">
                  <a:extLst>
                    <a:ext uri="{FF2B5EF4-FFF2-40B4-BE49-F238E27FC236}">
                      <a16:creationId xmlns:a16="http://schemas.microsoft.com/office/drawing/2014/main" id="{7CFE0163-81C5-497C-8E7D-9B5E3838891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534" y="3122"/>
                  <a:ext cx="0" cy="238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anchor="ctr">
                  <a:spAutoFit/>
                </a:bodyPr>
                <a:lstStyle/>
                <a:p>
                  <a:endParaRPr lang="zh-CN" altLang="en-US"/>
                </a:p>
              </p:txBody>
            </p:sp>
          </p:grpSp>
          <p:sp>
            <p:nvSpPr>
              <p:cNvPr id="152589" name="Text Box 13">
                <a:extLst>
                  <a:ext uri="{FF2B5EF4-FFF2-40B4-BE49-F238E27FC236}">
                    <a16:creationId xmlns:a16="http://schemas.microsoft.com/office/drawing/2014/main" id="{6AD44732-3CDF-49A3-8A7B-B438BA17BAE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91" y="3383"/>
                <a:ext cx="847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algn="l" eaLnBrk="1" hangingPunct="1"/>
                <a:r>
                  <a:rPr lang="en-US" altLang="zh-CN" sz="2800">
                    <a:solidFill>
                      <a:srgbClr val="FF0000"/>
                    </a:solidFill>
                  </a:rPr>
                  <a:t> </a:t>
                </a:r>
                <a:r>
                  <a:rPr lang="zh-CN" altLang="en-US" sz="2800">
                    <a:solidFill>
                      <a:srgbClr val="FF0000"/>
                    </a:solidFill>
                  </a:rPr>
                  <a:t>主视图</a:t>
                </a:r>
              </a:p>
            </p:txBody>
          </p:sp>
        </p:grpSp>
        <p:grpSp>
          <p:nvGrpSpPr>
            <p:cNvPr id="152695" name="Group 119">
              <a:extLst>
                <a:ext uri="{FF2B5EF4-FFF2-40B4-BE49-F238E27FC236}">
                  <a16:creationId xmlns:a16="http://schemas.microsoft.com/office/drawing/2014/main" id="{09A74B86-61CF-47E1-876D-EDE0B7D9894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11" y="886"/>
              <a:ext cx="1531" cy="1084"/>
              <a:chOff x="2911" y="886"/>
              <a:chExt cx="1531" cy="1084"/>
            </a:xfrm>
          </p:grpSpPr>
          <p:grpSp>
            <p:nvGrpSpPr>
              <p:cNvPr id="152694" name="Group 118">
                <a:extLst>
                  <a:ext uri="{FF2B5EF4-FFF2-40B4-BE49-F238E27FC236}">
                    <a16:creationId xmlns:a16="http://schemas.microsoft.com/office/drawing/2014/main" id="{CB01E8F0-F4C1-45D2-A3C1-D63B91FF0DC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911" y="1261"/>
                <a:ext cx="1531" cy="709"/>
                <a:chOff x="2911" y="1261"/>
                <a:chExt cx="1531" cy="709"/>
              </a:xfrm>
            </p:grpSpPr>
            <p:sp>
              <p:nvSpPr>
                <p:cNvPr id="152592" name="Line 16">
                  <a:extLst>
                    <a:ext uri="{FF2B5EF4-FFF2-40B4-BE49-F238E27FC236}">
                      <a16:creationId xmlns:a16="http://schemas.microsoft.com/office/drawing/2014/main" id="{FBF465EE-08D2-4F6F-B276-CE01B29AF80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11" y="1269"/>
                  <a:ext cx="0" cy="699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52593" name="Line 17">
                  <a:extLst>
                    <a:ext uri="{FF2B5EF4-FFF2-40B4-BE49-F238E27FC236}">
                      <a16:creationId xmlns:a16="http://schemas.microsoft.com/office/drawing/2014/main" id="{393B31F6-5B84-4A6A-BA5F-16AC2281B3B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11" y="1970"/>
                  <a:ext cx="1051" cy="0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52594" name="Line 18">
                  <a:extLst>
                    <a:ext uri="{FF2B5EF4-FFF2-40B4-BE49-F238E27FC236}">
                      <a16:creationId xmlns:a16="http://schemas.microsoft.com/office/drawing/2014/main" id="{CAC7811E-75EE-401B-B379-8528954EF89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11" y="1269"/>
                  <a:ext cx="1531" cy="0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52595" name="Line 19">
                  <a:extLst>
                    <a:ext uri="{FF2B5EF4-FFF2-40B4-BE49-F238E27FC236}">
                      <a16:creationId xmlns:a16="http://schemas.microsoft.com/office/drawing/2014/main" id="{2690E9E7-58EA-4D7D-8A02-3686C2F2C8D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442" y="1261"/>
                  <a:ext cx="0" cy="481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52596" name="Line 20">
                  <a:extLst>
                    <a:ext uri="{FF2B5EF4-FFF2-40B4-BE49-F238E27FC236}">
                      <a16:creationId xmlns:a16="http://schemas.microsoft.com/office/drawing/2014/main" id="{7275FE8C-8F63-4982-9D1C-4E6A95C03E2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3949" y="1723"/>
                  <a:ext cx="493" cy="247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52597" name="Rectangle 21">
                  <a:extLst>
                    <a:ext uri="{FF2B5EF4-FFF2-40B4-BE49-F238E27FC236}">
                      <a16:creationId xmlns:a16="http://schemas.microsoft.com/office/drawing/2014/main" id="{9777940D-F5E2-492B-8287-4136E7C31B4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11" y="1271"/>
                  <a:ext cx="922" cy="259"/>
                </a:xfrm>
                <a:prstGeom prst="rect">
                  <a:avLst/>
                </a:prstGeom>
                <a:noFill/>
                <a:ln w="38100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52598" name="Line 22">
                  <a:extLst>
                    <a:ext uri="{FF2B5EF4-FFF2-40B4-BE49-F238E27FC236}">
                      <a16:creationId xmlns:a16="http://schemas.microsoft.com/office/drawing/2014/main" id="{CECECB05-5100-4E67-B3B8-18BCED1C558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547" y="1276"/>
                  <a:ext cx="0" cy="260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52599" name="Line 23">
                  <a:extLst>
                    <a:ext uri="{FF2B5EF4-FFF2-40B4-BE49-F238E27FC236}">
                      <a16:creationId xmlns:a16="http://schemas.microsoft.com/office/drawing/2014/main" id="{FF7329C1-9EB9-4EDF-B54D-C20EF39FEA1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197" y="1270"/>
                  <a:ext cx="0" cy="260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zh-CN" altLang="en-US"/>
                </a:p>
              </p:txBody>
            </p:sp>
          </p:grpSp>
          <p:sp>
            <p:nvSpPr>
              <p:cNvPr id="152600" name="Text Box 24">
                <a:extLst>
                  <a:ext uri="{FF2B5EF4-FFF2-40B4-BE49-F238E27FC236}">
                    <a16:creationId xmlns:a16="http://schemas.microsoft.com/office/drawing/2014/main" id="{1D554144-C68F-4E20-92DF-F0308AD483C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209" y="886"/>
                <a:ext cx="1061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pPr algn="l" eaLnBrk="1" hangingPunct="1"/>
                <a:r>
                  <a:rPr lang="zh-CN" altLang="en-US" sz="2800">
                    <a:solidFill>
                      <a:srgbClr val="FF0000"/>
                    </a:solidFill>
                  </a:rPr>
                  <a:t>俯视图</a:t>
                </a:r>
              </a:p>
            </p:txBody>
          </p:sp>
        </p:grpSp>
        <p:grpSp>
          <p:nvGrpSpPr>
            <p:cNvPr id="152698" name="Group 122">
              <a:extLst>
                <a:ext uri="{FF2B5EF4-FFF2-40B4-BE49-F238E27FC236}">
                  <a16:creationId xmlns:a16="http://schemas.microsoft.com/office/drawing/2014/main" id="{A465380F-8F5C-4343-84E2-8DCB619C9F3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824" y="2523"/>
              <a:ext cx="791" cy="1169"/>
              <a:chOff x="4824" y="2523"/>
              <a:chExt cx="791" cy="1169"/>
            </a:xfrm>
          </p:grpSpPr>
          <p:grpSp>
            <p:nvGrpSpPr>
              <p:cNvPr id="152697" name="Group 121">
                <a:extLst>
                  <a:ext uri="{FF2B5EF4-FFF2-40B4-BE49-F238E27FC236}">
                    <a16:creationId xmlns:a16="http://schemas.microsoft.com/office/drawing/2014/main" id="{4CBA3D5D-E263-4EF9-9967-C4EE5076BD6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851" y="2523"/>
                <a:ext cx="714" cy="838"/>
                <a:chOff x="4851" y="2523"/>
                <a:chExt cx="714" cy="838"/>
              </a:xfrm>
            </p:grpSpPr>
            <p:sp>
              <p:nvSpPr>
                <p:cNvPr id="152603" name="Rectangle 27">
                  <a:extLst>
                    <a:ext uri="{FF2B5EF4-FFF2-40B4-BE49-F238E27FC236}">
                      <a16:creationId xmlns:a16="http://schemas.microsoft.com/office/drawing/2014/main" id="{62DE5371-21C8-4B99-BC2E-5DBEA4BFD48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5400000">
                  <a:off x="5090" y="2886"/>
                  <a:ext cx="235" cy="714"/>
                </a:xfrm>
                <a:prstGeom prst="rect">
                  <a:avLst/>
                </a:prstGeom>
                <a:noFill/>
                <a:ln w="38100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52604" name="Rectangle 28">
                  <a:extLst>
                    <a:ext uri="{FF2B5EF4-FFF2-40B4-BE49-F238E27FC236}">
                      <a16:creationId xmlns:a16="http://schemas.microsoft.com/office/drawing/2014/main" id="{80099C57-2E1A-4BD9-B9F8-A517246976A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-5400000">
                  <a:off x="5133" y="2695"/>
                  <a:ext cx="604" cy="260"/>
                </a:xfrm>
                <a:prstGeom prst="rect">
                  <a:avLst/>
                </a:prstGeom>
                <a:noFill/>
                <a:ln w="38100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52605" name="Line 29">
                  <a:extLst>
                    <a:ext uri="{FF2B5EF4-FFF2-40B4-BE49-F238E27FC236}">
                      <a16:creationId xmlns:a16="http://schemas.microsoft.com/office/drawing/2014/main" id="{E4E2560E-DEA0-4A09-8A10-DBBBB1BDAD1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5111" y="3128"/>
                  <a:ext cx="0" cy="233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52606" name="Line 30">
                  <a:extLst>
                    <a:ext uri="{FF2B5EF4-FFF2-40B4-BE49-F238E27FC236}">
                      <a16:creationId xmlns:a16="http://schemas.microsoft.com/office/drawing/2014/main" id="{BED2D30E-2502-4BA1-901F-DE196C76978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306" y="2744"/>
                  <a:ext cx="259" cy="0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prstDash val="dash"/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zh-CN" altLang="en-US"/>
                </a:p>
              </p:txBody>
            </p:sp>
          </p:grpSp>
          <p:sp>
            <p:nvSpPr>
              <p:cNvPr id="152607" name="Text Box 31">
                <a:extLst>
                  <a:ext uri="{FF2B5EF4-FFF2-40B4-BE49-F238E27FC236}">
                    <a16:creationId xmlns:a16="http://schemas.microsoft.com/office/drawing/2014/main" id="{04B8C9C5-9B4C-4347-8098-14D217074D2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824" y="3365"/>
                <a:ext cx="791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algn="l" eaLnBrk="1" hangingPunct="1"/>
                <a:r>
                  <a:rPr lang="zh-CN" altLang="en-US" sz="2800">
                    <a:solidFill>
                      <a:srgbClr val="FF0000"/>
                    </a:solidFill>
                  </a:rPr>
                  <a:t>右视图</a:t>
                </a:r>
              </a:p>
            </p:txBody>
          </p:sp>
        </p:grpSp>
      </p:grpSp>
      <p:grpSp>
        <p:nvGrpSpPr>
          <p:cNvPr id="152693" name="Group 117">
            <a:extLst>
              <a:ext uri="{FF2B5EF4-FFF2-40B4-BE49-F238E27FC236}">
                <a16:creationId xmlns:a16="http://schemas.microsoft.com/office/drawing/2014/main" id="{6F11B26A-BA56-4CAF-9945-0D858AD7C8A8}"/>
              </a:ext>
            </a:extLst>
          </p:cNvPr>
          <p:cNvGrpSpPr>
            <a:grpSpLocks/>
          </p:cNvGrpSpPr>
          <p:nvPr/>
        </p:nvGrpSpPr>
        <p:grpSpPr bwMode="auto">
          <a:xfrm>
            <a:off x="4621213" y="2657475"/>
            <a:ext cx="2430462" cy="2327275"/>
            <a:chOff x="496" y="1900"/>
            <a:chExt cx="1531" cy="1466"/>
          </a:xfrm>
        </p:grpSpPr>
        <p:sp>
          <p:nvSpPr>
            <p:cNvPr id="152609" name="Line 33">
              <a:extLst>
                <a:ext uri="{FF2B5EF4-FFF2-40B4-BE49-F238E27FC236}">
                  <a16:creationId xmlns:a16="http://schemas.microsoft.com/office/drawing/2014/main" id="{9E86FF70-CD87-44CD-A8B8-41661861F39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6" y="2186"/>
              <a:ext cx="0" cy="584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52610" name="Line 34">
              <a:extLst>
                <a:ext uri="{FF2B5EF4-FFF2-40B4-BE49-F238E27FC236}">
                  <a16:creationId xmlns:a16="http://schemas.microsoft.com/office/drawing/2014/main" id="{F715D41E-1DBF-4A4C-A716-8721E892106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027" y="1900"/>
              <a:ext cx="0" cy="1466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52611" name="Line 35">
              <a:extLst>
                <a:ext uri="{FF2B5EF4-FFF2-40B4-BE49-F238E27FC236}">
                  <a16:creationId xmlns:a16="http://schemas.microsoft.com/office/drawing/2014/main" id="{2778A7EC-18CF-401D-96DC-744F553B915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6" y="2536"/>
              <a:ext cx="1528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 type="triangle" w="sm" len="lg"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52612" name="Text Box 36">
              <a:extLst>
                <a:ext uri="{FF2B5EF4-FFF2-40B4-BE49-F238E27FC236}">
                  <a16:creationId xmlns:a16="http://schemas.microsoft.com/office/drawing/2014/main" id="{83E55CAB-4FC2-4780-B2B9-A5E7ED1022F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99" y="2262"/>
              <a:ext cx="31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zh-CN" altLang="en-US"/>
                <a:t>长</a:t>
              </a:r>
            </a:p>
          </p:txBody>
        </p:sp>
      </p:grpSp>
      <p:grpSp>
        <p:nvGrpSpPr>
          <p:cNvPr id="152696" name="Group 120">
            <a:extLst>
              <a:ext uri="{FF2B5EF4-FFF2-40B4-BE49-F238E27FC236}">
                <a16:creationId xmlns:a16="http://schemas.microsoft.com/office/drawing/2014/main" id="{A789FDF2-83D9-48A2-AA63-7E31A4AF0F9C}"/>
              </a:ext>
            </a:extLst>
          </p:cNvPr>
          <p:cNvGrpSpPr>
            <a:grpSpLocks/>
          </p:cNvGrpSpPr>
          <p:nvPr/>
        </p:nvGrpSpPr>
        <p:grpSpPr bwMode="auto">
          <a:xfrm>
            <a:off x="6091238" y="4008438"/>
            <a:ext cx="2303462" cy="1327150"/>
            <a:chOff x="3837" y="2525"/>
            <a:chExt cx="1451" cy="836"/>
          </a:xfrm>
        </p:grpSpPr>
        <p:sp>
          <p:nvSpPr>
            <p:cNvPr id="152614" name="Line 38">
              <a:extLst>
                <a:ext uri="{FF2B5EF4-FFF2-40B4-BE49-F238E27FC236}">
                  <a16:creationId xmlns:a16="http://schemas.microsoft.com/office/drawing/2014/main" id="{3283515C-6D19-480B-B1B6-09EF836C315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37" y="2530"/>
              <a:ext cx="1451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52615" name="Line 39">
              <a:extLst>
                <a:ext uri="{FF2B5EF4-FFF2-40B4-BE49-F238E27FC236}">
                  <a16:creationId xmlns:a16="http://schemas.microsoft.com/office/drawing/2014/main" id="{8C606410-8977-4C2A-A2EC-04AC011342A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441" y="3361"/>
              <a:ext cx="416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52616" name="Line 40">
              <a:extLst>
                <a:ext uri="{FF2B5EF4-FFF2-40B4-BE49-F238E27FC236}">
                  <a16:creationId xmlns:a16="http://schemas.microsoft.com/office/drawing/2014/main" id="{426DA399-3917-4F9F-BA2F-1C7234C4E68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94" y="2525"/>
              <a:ext cx="0" cy="83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 type="triangle" w="sm" len="lg"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52617" name="Text Box 41">
              <a:extLst>
                <a:ext uri="{FF2B5EF4-FFF2-40B4-BE49-F238E27FC236}">
                  <a16:creationId xmlns:a16="http://schemas.microsoft.com/office/drawing/2014/main" id="{90FF7FC3-EFF9-4130-944E-38402A7DF3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-5400000">
              <a:off x="4407" y="2786"/>
              <a:ext cx="31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eaLnBrk="1" hangingPunct="1"/>
              <a:r>
                <a:rPr lang="zh-CN" altLang="en-US"/>
                <a:t>高</a:t>
              </a:r>
            </a:p>
          </p:txBody>
        </p:sp>
      </p:grpSp>
      <p:grpSp>
        <p:nvGrpSpPr>
          <p:cNvPr id="152692" name="Group 116">
            <a:extLst>
              <a:ext uri="{FF2B5EF4-FFF2-40B4-BE49-F238E27FC236}">
                <a16:creationId xmlns:a16="http://schemas.microsoft.com/office/drawing/2014/main" id="{FAAC2EF8-E39A-45EE-8ED0-75509FABFCF4}"/>
              </a:ext>
            </a:extLst>
          </p:cNvPr>
          <p:cNvGrpSpPr>
            <a:grpSpLocks/>
          </p:cNvGrpSpPr>
          <p:nvPr/>
        </p:nvGrpSpPr>
        <p:grpSpPr bwMode="auto">
          <a:xfrm>
            <a:off x="6113463" y="2001838"/>
            <a:ext cx="1462087" cy="1128712"/>
            <a:chOff x="1436" y="1255"/>
            <a:chExt cx="921" cy="711"/>
          </a:xfrm>
        </p:grpSpPr>
        <p:sp>
          <p:nvSpPr>
            <p:cNvPr id="152622" name="Line 46">
              <a:extLst>
                <a:ext uri="{FF2B5EF4-FFF2-40B4-BE49-F238E27FC236}">
                  <a16:creationId xmlns:a16="http://schemas.microsoft.com/office/drawing/2014/main" id="{17D6FB05-927C-4D56-81FB-763E888C74B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55" y="1265"/>
              <a:ext cx="390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52623" name="Line 47">
              <a:extLst>
                <a:ext uri="{FF2B5EF4-FFF2-40B4-BE49-F238E27FC236}">
                  <a16:creationId xmlns:a16="http://schemas.microsoft.com/office/drawing/2014/main" id="{7A3D6BFE-5DA2-4193-9D0E-CD6D26A9A32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36" y="1966"/>
              <a:ext cx="921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52624" name="Line 48">
              <a:extLst>
                <a:ext uri="{FF2B5EF4-FFF2-40B4-BE49-F238E27FC236}">
                  <a16:creationId xmlns:a16="http://schemas.microsoft.com/office/drawing/2014/main" id="{5BD6168A-25B6-41DD-B5FB-2666C3B21D5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06" y="1255"/>
              <a:ext cx="0" cy="707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 type="triangle" w="sm" len="lg"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52625" name="Text Box 49">
              <a:extLst>
                <a:ext uri="{FF2B5EF4-FFF2-40B4-BE49-F238E27FC236}">
                  <a16:creationId xmlns:a16="http://schemas.microsoft.com/office/drawing/2014/main" id="{951E3901-B667-4815-BFF9-135FC5B119E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-5400000">
              <a:off x="2034" y="1498"/>
              <a:ext cx="31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zh-CN" altLang="en-US"/>
                <a:t>宽</a:t>
              </a:r>
            </a:p>
          </p:txBody>
        </p:sp>
      </p:grpSp>
      <p:grpSp>
        <p:nvGrpSpPr>
          <p:cNvPr id="152683" name="Group 107">
            <a:extLst>
              <a:ext uri="{FF2B5EF4-FFF2-40B4-BE49-F238E27FC236}">
                <a16:creationId xmlns:a16="http://schemas.microsoft.com/office/drawing/2014/main" id="{DCC10905-9905-4037-8629-0698854E8AF2}"/>
              </a:ext>
            </a:extLst>
          </p:cNvPr>
          <p:cNvGrpSpPr>
            <a:grpSpLocks/>
          </p:cNvGrpSpPr>
          <p:nvPr/>
        </p:nvGrpSpPr>
        <p:grpSpPr bwMode="auto">
          <a:xfrm>
            <a:off x="7702550" y="3178175"/>
            <a:ext cx="1135063" cy="1806575"/>
            <a:chOff x="2773" y="2204"/>
            <a:chExt cx="715" cy="1138"/>
          </a:xfrm>
        </p:grpSpPr>
        <p:sp>
          <p:nvSpPr>
            <p:cNvPr id="152619" name="Line 43">
              <a:extLst>
                <a:ext uri="{FF2B5EF4-FFF2-40B4-BE49-F238E27FC236}">
                  <a16:creationId xmlns:a16="http://schemas.microsoft.com/office/drawing/2014/main" id="{CF6D8849-1FED-48EE-B746-936FA0FA3A9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773" y="2408"/>
              <a:ext cx="0" cy="934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52620" name="Line 44">
              <a:extLst>
                <a:ext uri="{FF2B5EF4-FFF2-40B4-BE49-F238E27FC236}">
                  <a16:creationId xmlns:a16="http://schemas.microsoft.com/office/drawing/2014/main" id="{25D70715-2D35-48DC-848C-5BD10451B9F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86" y="2408"/>
              <a:ext cx="0" cy="35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52621" name="Line 45">
              <a:extLst>
                <a:ext uri="{FF2B5EF4-FFF2-40B4-BE49-F238E27FC236}">
                  <a16:creationId xmlns:a16="http://schemas.microsoft.com/office/drawing/2014/main" id="{DF58F200-206F-43E0-8F76-64DA3A991F4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73" y="2473"/>
              <a:ext cx="715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 type="triangle" w="sm" len="lg"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52626" name="Text Box 50">
              <a:extLst>
                <a:ext uri="{FF2B5EF4-FFF2-40B4-BE49-F238E27FC236}">
                  <a16:creationId xmlns:a16="http://schemas.microsoft.com/office/drawing/2014/main" id="{94BFCF53-DEA3-4ADF-8ABF-667B1A1B643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74" y="2204"/>
              <a:ext cx="31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zh-CN" altLang="en-US"/>
                <a:t>宽</a:t>
              </a:r>
            </a:p>
          </p:txBody>
        </p:sp>
      </p:grpSp>
      <p:sp>
        <p:nvSpPr>
          <p:cNvPr id="152627" name="Text Box 51">
            <a:extLst>
              <a:ext uri="{FF2B5EF4-FFF2-40B4-BE49-F238E27FC236}">
                <a16:creationId xmlns:a16="http://schemas.microsoft.com/office/drawing/2014/main" id="{429EFD52-9C6D-40BB-9FAC-729271A003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5175" y="700088"/>
            <a:ext cx="4287838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l" eaLnBrk="1" hangingPunct="1"/>
            <a:r>
              <a:rPr lang="zh-CN" altLang="en-US" sz="2800"/>
              <a:t>三视图及度量对应关系</a:t>
            </a:r>
          </a:p>
        </p:txBody>
      </p:sp>
      <p:sp>
        <p:nvSpPr>
          <p:cNvPr id="152628" name="Text Box 52">
            <a:extLst>
              <a:ext uri="{FF2B5EF4-FFF2-40B4-BE49-F238E27FC236}">
                <a16:creationId xmlns:a16="http://schemas.microsoft.com/office/drawing/2014/main" id="{15085398-C52F-4CA7-A42A-0D728BBB2F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20876" y="-53974"/>
            <a:ext cx="32448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l" eaLnBrk="1" hangingPunct="1"/>
            <a:r>
              <a:rPr lang="en-US" altLang="zh-CN" sz="3200" dirty="0">
                <a:solidFill>
                  <a:schemeClr val="bg1"/>
                </a:solidFill>
                <a:latin typeface="宋体" panose="02010600030101010101" pitchFamily="2" charset="-122"/>
              </a:rPr>
              <a:t>2</a:t>
            </a:r>
            <a:r>
              <a:rPr lang="zh-CN" altLang="en-US" sz="3200" dirty="0">
                <a:solidFill>
                  <a:schemeClr val="bg1"/>
                </a:solidFill>
                <a:latin typeface="宋体" panose="02010600030101010101" pitchFamily="2" charset="-122"/>
              </a:rPr>
              <a:t>）三视图的展开</a:t>
            </a:r>
          </a:p>
        </p:txBody>
      </p:sp>
      <p:grpSp>
        <p:nvGrpSpPr>
          <p:cNvPr id="152684" name="Group 108">
            <a:extLst>
              <a:ext uri="{FF2B5EF4-FFF2-40B4-BE49-F238E27FC236}">
                <a16:creationId xmlns:a16="http://schemas.microsoft.com/office/drawing/2014/main" id="{C9EF1EDE-84A1-49A8-94A1-1FBCBBDF5006}"/>
              </a:ext>
            </a:extLst>
          </p:cNvPr>
          <p:cNvGrpSpPr>
            <a:grpSpLocks/>
          </p:cNvGrpSpPr>
          <p:nvPr/>
        </p:nvGrpSpPr>
        <p:grpSpPr bwMode="auto">
          <a:xfrm>
            <a:off x="715963" y="2052638"/>
            <a:ext cx="3476625" cy="3287712"/>
            <a:chOff x="3350" y="1549"/>
            <a:chExt cx="2190" cy="2071"/>
          </a:xfrm>
        </p:grpSpPr>
        <p:grpSp>
          <p:nvGrpSpPr>
            <p:cNvPr id="152629" name="Group 53">
              <a:extLst>
                <a:ext uri="{FF2B5EF4-FFF2-40B4-BE49-F238E27FC236}">
                  <a16:creationId xmlns:a16="http://schemas.microsoft.com/office/drawing/2014/main" id="{58E37CBD-5573-488E-95CB-5E44244E18B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42" y="2377"/>
              <a:ext cx="1446" cy="977"/>
              <a:chOff x="3450" y="2377"/>
              <a:chExt cx="1446" cy="977"/>
            </a:xfrm>
          </p:grpSpPr>
          <p:sp>
            <p:nvSpPr>
              <p:cNvPr id="152630" name="Freeform 54">
                <a:extLst>
                  <a:ext uri="{FF2B5EF4-FFF2-40B4-BE49-F238E27FC236}">
                    <a16:creationId xmlns:a16="http://schemas.microsoft.com/office/drawing/2014/main" id="{08984D99-F941-4952-A60B-62702953614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50" y="2760"/>
                <a:ext cx="1440" cy="396"/>
              </a:xfrm>
              <a:custGeom>
                <a:avLst/>
                <a:gdLst>
                  <a:gd name="T0" fmla="*/ 246 w 1440"/>
                  <a:gd name="T1" fmla="*/ 150 h 396"/>
                  <a:gd name="T2" fmla="*/ 0 w 1440"/>
                  <a:gd name="T3" fmla="*/ 396 h 396"/>
                  <a:gd name="T4" fmla="*/ 702 w 1440"/>
                  <a:gd name="T5" fmla="*/ 396 h 396"/>
                  <a:gd name="T6" fmla="*/ 1200 w 1440"/>
                  <a:gd name="T7" fmla="*/ 264 h 396"/>
                  <a:gd name="T8" fmla="*/ 1440 w 1440"/>
                  <a:gd name="T9" fmla="*/ 6 h 396"/>
                  <a:gd name="T10" fmla="*/ 1026 w 1440"/>
                  <a:gd name="T11" fmla="*/ 0 h 396"/>
                  <a:gd name="T12" fmla="*/ 888 w 1440"/>
                  <a:gd name="T13" fmla="*/ 144 h 396"/>
                  <a:gd name="T14" fmla="*/ 246 w 1440"/>
                  <a:gd name="T15" fmla="*/ 150 h 3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440" h="396">
                    <a:moveTo>
                      <a:pt x="246" y="150"/>
                    </a:moveTo>
                    <a:lnTo>
                      <a:pt x="0" y="396"/>
                    </a:lnTo>
                    <a:lnTo>
                      <a:pt x="702" y="396"/>
                    </a:lnTo>
                    <a:lnTo>
                      <a:pt x="1200" y="264"/>
                    </a:lnTo>
                    <a:lnTo>
                      <a:pt x="1440" y="6"/>
                    </a:lnTo>
                    <a:lnTo>
                      <a:pt x="1026" y="0"/>
                    </a:lnTo>
                    <a:lnTo>
                      <a:pt x="888" y="144"/>
                    </a:lnTo>
                    <a:lnTo>
                      <a:pt x="246" y="15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F0000">
                      <a:gamma/>
                      <a:shade val="46275"/>
                      <a:invGamma/>
                    </a:srgbClr>
                  </a:gs>
                  <a:gs pos="100000">
                    <a:srgbClr val="FF0000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2631" name="Freeform 55">
                <a:extLst>
                  <a:ext uri="{FF2B5EF4-FFF2-40B4-BE49-F238E27FC236}">
                    <a16:creationId xmlns:a16="http://schemas.microsoft.com/office/drawing/2014/main" id="{7C354FF1-2E68-4467-81A0-DD0D4E7EC62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84" y="2561"/>
                <a:ext cx="248" cy="156"/>
              </a:xfrm>
              <a:custGeom>
                <a:avLst/>
                <a:gdLst>
                  <a:gd name="T0" fmla="*/ 240 w 248"/>
                  <a:gd name="T1" fmla="*/ 156 h 156"/>
                  <a:gd name="T2" fmla="*/ 0 w 248"/>
                  <a:gd name="T3" fmla="*/ 156 h 156"/>
                  <a:gd name="T4" fmla="*/ 154 w 248"/>
                  <a:gd name="T5" fmla="*/ 2 h 156"/>
                  <a:gd name="T6" fmla="*/ 248 w 248"/>
                  <a:gd name="T7" fmla="*/ 0 h 156"/>
                  <a:gd name="T8" fmla="*/ 240 w 248"/>
                  <a:gd name="T9" fmla="*/ 156 h 1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48" h="156">
                    <a:moveTo>
                      <a:pt x="240" y="156"/>
                    </a:moveTo>
                    <a:lnTo>
                      <a:pt x="0" y="156"/>
                    </a:lnTo>
                    <a:lnTo>
                      <a:pt x="154" y="2"/>
                    </a:lnTo>
                    <a:lnTo>
                      <a:pt x="248" y="0"/>
                    </a:lnTo>
                    <a:lnTo>
                      <a:pt x="240" y="15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F6600">
                      <a:gamma/>
                      <a:shade val="46275"/>
                      <a:invGamma/>
                    </a:srgbClr>
                  </a:gs>
                  <a:gs pos="100000">
                    <a:srgbClr val="FF6600"/>
                  </a:gs>
                </a:gsLst>
                <a:lin ang="54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52632" name="Freeform 56">
                <a:extLst>
                  <a:ext uri="{FF2B5EF4-FFF2-40B4-BE49-F238E27FC236}">
                    <a16:creationId xmlns:a16="http://schemas.microsoft.com/office/drawing/2014/main" id="{8E5E50E5-64F0-4385-BC89-6908C5E7B91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86" y="2377"/>
                <a:ext cx="171" cy="335"/>
              </a:xfrm>
              <a:custGeom>
                <a:avLst/>
                <a:gdLst>
                  <a:gd name="T0" fmla="*/ 171 w 171"/>
                  <a:gd name="T1" fmla="*/ 0 h 335"/>
                  <a:gd name="T2" fmla="*/ 171 w 171"/>
                  <a:gd name="T3" fmla="*/ 182 h 335"/>
                  <a:gd name="T4" fmla="*/ 8 w 171"/>
                  <a:gd name="T5" fmla="*/ 335 h 335"/>
                  <a:gd name="T6" fmla="*/ 0 w 171"/>
                  <a:gd name="T7" fmla="*/ 127 h 335"/>
                  <a:gd name="T8" fmla="*/ 171 w 171"/>
                  <a:gd name="T9" fmla="*/ 0 h 3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71" h="335">
                    <a:moveTo>
                      <a:pt x="171" y="0"/>
                    </a:moveTo>
                    <a:lnTo>
                      <a:pt x="171" y="182"/>
                    </a:lnTo>
                    <a:lnTo>
                      <a:pt x="8" y="335"/>
                    </a:lnTo>
                    <a:lnTo>
                      <a:pt x="0" y="127"/>
                    </a:lnTo>
                    <a:lnTo>
                      <a:pt x="17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F6600"/>
                  </a:gs>
                  <a:gs pos="100000">
                    <a:srgbClr val="FF6600">
                      <a:gamma/>
                      <a:shade val="46275"/>
                      <a:invGamma/>
                    </a:srgbClr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52633" name="Freeform 57">
                <a:extLst>
                  <a:ext uri="{FF2B5EF4-FFF2-40B4-BE49-F238E27FC236}">
                    <a16:creationId xmlns:a16="http://schemas.microsoft.com/office/drawing/2014/main" id="{273899A7-DE6C-4E1C-A4AB-DA1C7CF47EE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84" y="2382"/>
                <a:ext cx="372" cy="168"/>
              </a:xfrm>
              <a:custGeom>
                <a:avLst/>
                <a:gdLst>
                  <a:gd name="T0" fmla="*/ 0 w 372"/>
                  <a:gd name="T1" fmla="*/ 168 h 168"/>
                  <a:gd name="T2" fmla="*/ 204 w 372"/>
                  <a:gd name="T3" fmla="*/ 168 h 168"/>
                  <a:gd name="T4" fmla="*/ 372 w 372"/>
                  <a:gd name="T5" fmla="*/ 0 h 168"/>
                  <a:gd name="T6" fmla="*/ 168 w 372"/>
                  <a:gd name="T7" fmla="*/ 0 h 168"/>
                  <a:gd name="T8" fmla="*/ 0 w 372"/>
                  <a:gd name="T9" fmla="*/ 168 h 1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72" h="168">
                    <a:moveTo>
                      <a:pt x="0" y="168"/>
                    </a:moveTo>
                    <a:lnTo>
                      <a:pt x="204" y="168"/>
                    </a:lnTo>
                    <a:lnTo>
                      <a:pt x="372" y="0"/>
                    </a:lnTo>
                    <a:lnTo>
                      <a:pt x="168" y="0"/>
                    </a:lnTo>
                    <a:lnTo>
                      <a:pt x="0" y="168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F0000">
                      <a:gamma/>
                      <a:shade val="46275"/>
                      <a:invGamma/>
                    </a:srgbClr>
                  </a:gs>
                  <a:gs pos="100000">
                    <a:srgbClr val="FF0000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2634" name="Freeform 58">
                <a:extLst>
                  <a:ext uri="{FF2B5EF4-FFF2-40B4-BE49-F238E27FC236}">
                    <a16:creationId xmlns:a16="http://schemas.microsoft.com/office/drawing/2014/main" id="{050BA46C-CEAB-4395-9C1B-513CCC4619D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02" y="2388"/>
                <a:ext cx="168" cy="552"/>
              </a:xfrm>
              <a:custGeom>
                <a:avLst/>
                <a:gdLst>
                  <a:gd name="T0" fmla="*/ 0 w 168"/>
                  <a:gd name="T1" fmla="*/ 156 h 552"/>
                  <a:gd name="T2" fmla="*/ 0 w 168"/>
                  <a:gd name="T3" fmla="*/ 552 h 552"/>
                  <a:gd name="T4" fmla="*/ 168 w 168"/>
                  <a:gd name="T5" fmla="*/ 384 h 552"/>
                  <a:gd name="T6" fmla="*/ 168 w 168"/>
                  <a:gd name="T7" fmla="*/ 0 h 552"/>
                  <a:gd name="T8" fmla="*/ 0 w 168"/>
                  <a:gd name="T9" fmla="*/ 156 h 5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68" h="552">
                    <a:moveTo>
                      <a:pt x="0" y="156"/>
                    </a:moveTo>
                    <a:lnTo>
                      <a:pt x="0" y="552"/>
                    </a:lnTo>
                    <a:lnTo>
                      <a:pt x="168" y="384"/>
                    </a:lnTo>
                    <a:lnTo>
                      <a:pt x="168" y="0"/>
                    </a:lnTo>
                    <a:lnTo>
                      <a:pt x="0" y="15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F0000"/>
                  </a:gs>
                  <a:gs pos="100000">
                    <a:srgbClr val="FF0000">
                      <a:gamma/>
                      <a:shade val="46275"/>
                      <a:invGamma/>
                    </a:srgbClr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2635" name="Freeform 59">
                <a:extLst>
                  <a:ext uri="{FF2B5EF4-FFF2-40B4-BE49-F238E27FC236}">
                    <a16:creationId xmlns:a16="http://schemas.microsoft.com/office/drawing/2014/main" id="{DFA5364F-7F57-4899-B2D3-11CDC61A085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90" y="2538"/>
                <a:ext cx="624" cy="390"/>
              </a:xfrm>
              <a:custGeom>
                <a:avLst/>
                <a:gdLst>
                  <a:gd name="T0" fmla="*/ 0 w 624"/>
                  <a:gd name="T1" fmla="*/ 0 h 390"/>
                  <a:gd name="T2" fmla="*/ 0 w 624"/>
                  <a:gd name="T3" fmla="*/ 390 h 390"/>
                  <a:gd name="T4" fmla="*/ 624 w 624"/>
                  <a:gd name="T5" fmla="*/ 390 h 390"/>
                  <a:gd name="T6" fmla="*/ 624 w 624"/>
                  <a:gd name="T7" fmla="*/ 0 h 390"/>
                  <a:gd name="T8" fmla="*/ 420 w 624"/>
                  <a:gd name="T9" fmla="*/ 0 h 390"/>
                  <a:gd name="T10" fmla="*/ 420 w 624"/>
                  <a:gd name="T11" fmla="*/ 174 h 390"/>
                  <a:gd name="T12" fmla="*/ 210 w 624"/>
                  <a:gd name="T13" fmla="*/ 180 h 390"/>
                  <a:gd name="T14" fmla="*/ 210 w 624"/>
                  <a:gd name="T15" fmla="*/ 6 h 390"/>
                  <a:gd name="T16" fmla="*/ 0 w 624"/>
                  <a:gd name="T17" fmla="*/ 0 h 3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624" h="390">
                    <a:moveTo>
                      <a:pt x="0" y="0"/>
                    </a:moveTo>
                    <a:lnTo>
                      <a:pt x="0" y="390"/>
                    </a:lnTo>
                    <a:lnTo>
                      <a:pt x="624" y="390"/>
                    </a:lnTo>
                    <a:lnTo>
                      <a:pt x="624" y="0"/>
                    </a:lnTo>
                    <a:lnTo>
                      <a:pt x="420" y="0"/>
                    </a:lnTo>
                    <a:lnTo>
                      <a:pt x="420" y="174"/>
                    </a:lnTo>
                    <a:lnTo>
                      <a:pt x="210" y="180"/>
                    </a:lnTo>
                    <a:lnTo>
                      <a:pt x="210" y="6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F0000">
                      <a:gamma/>
                      <a:shade val="46275"/>
                      <a:invGamma/>
                    </a:srgbClr>
                  </a:gs>
                  <a:gs pos="100000">
                    <a:srgbClr val="FF000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2636" name="Freeform 60">
                <a:extLst>
                  <a:ext uri="{FF2B5EF4-FFF2-40B4-BE49-F238E27FC236}">
                    <a16:creationId xmlns:a16="http://schemas.microsoft.com/office/drawing/2014/main" id="{395077B0-1AA9-45FC-9A7F-C059FFED52C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04" y="2388"/>
                <a:ext cx="366" cy="162"/>
              </a:xfrm>
              <a:custGeom>
                <a:avLst/>
                <a:gdLst>
                  <a:gd name="T0" fmla="*/ 0 w 366"/>
                  <a:gd name="T1" fmla="*/ 162 h 162"/>
                  <a:gd name="T2" fmla="*/ 204 w 366"/>
                  <a:gd name="T3" fmla="*/ 162 h 162"/>
                  <a:gd name="T4" fmla="*/ 366 w 366"/>
                  <a:gd name="T5" fmla="*/ 0 h 162"/>
                  <a:gd name="T6" fmla="*/ 162 w 366"/>
                  <a:gd name="T7" fmla="*/ 0 h 162"/>
                  <a:gd name="T8" fmla="*/ 0 w 366"/>
                  <a:gd name="T9" fmla="*/ 162 h 1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66" h="162">
                    <a:moveTo>
                      <a:pt x="0" y="162"/>
                    </a:moveTo>
                    <a:lnTo>
                      <a:pt x="204" y="162"/>
                    </a:lnTo>
                    <a:lnTo>
                      <a:pt x="366" y="0"/>
                    </a:lnTo>
                    <a:lnTo>
                      <a:pt x="162" y="0"/>
                    </a:lnTo>
                    <a:lnTo>
                      <a:pt x="0" y="162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F0000">
                      <a:gamma/>
                      <a:shade val="46275"/>
                      <a:invGamma/>
                    </a:srgbClr>
                  </a:gs>
                  <a:gs pos="100000">
                    <a:srgbClr val="FF0000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2637" name="Freeform 61">
                <a:extLst>
                  <a:ext uri="{FF2B5EF4-FFF2-40B4-BE49-F238E27FC236}">
                    <a16:creationId xmlns:a16="http://schemas.microsoft.com/office/drawing/2014/main" id="{4492BEE5-2D71-4E12-8CD8-A409CB336C1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50" y="3150"/>
                <a:ext cx="702" cy="204"/>
              </a:xfrm>
              <a:custGeom>
                <a:avLst/>
                <a:gdLst>
                  <a:gd name="T0" fmla="*/ 0 w 702"/>
                  <a:gd name="T1" fmla="*/ 0 h 204"/>
                  <a:gd name="T2" fmla="*/ 0 w 702"/>
                  <a:gd name="T3" fmla="*/ 204 h 204"/>
                  <a:gd name="T4" fmla="*/ 702 w 702"/>
                  <a:gd name="T5" fmla="*/ 204 h 204"/>
                  <a:gd name="T6" fmla="*/ 702 w 702"/>
                  <a:gd name="T7" fmla="*/ 0 h 204"/>
                  <a:gd name="T8" fmla="*/ 0 w 702"/>
                  <a:gd name="T9" fmla="*/ 0 h 2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02" h="204">
                    <a:moveTo>
                      <a:pt x="0" y="0"/>
                    </a:moveTo>
                    <a:lnTo>
                      <a:pt x="0" y="204"/>
                    </a:lnTo>
                    <a:lnTo>
                      <a:pt x="702" y="204"/>
                    </a:lnTo>
                    <a:lnTo>
                      <a:pt x="702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F0000">
                      <a:gamma/>
                      <a:shade val="89020"/>
                      <a:invGamma/>
                    </a:srgbClr>
                  </a:gs>
                  <a:gs pos="50000">
                    <a:srgbClr val="FF0000"/>
                  </a:gs>
                  <a:gs pos="100000">
                    <a:srgbClr val="FF0000">
                      <a:gamma/>
                      <a:shade val="89020"/>
                      <a:invGamma/>
                    </a:srgbClr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2638" name="Freeform 62">
                <a:extLst>
                  <a:ext uri="{FF2B5EF4-FFF2-40B4-BE49-F238E27FC236}">
                    <a16:creationId xmlns:a16="http://schemas.microsoft.com/office/drawing/2014/main" id="{8D1BB8BA-7424-4197-B133-BC212375CA0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40" y="3024"/>
                <a:ext cx="504" cy="330"/>
              </a:xfrm>
              <a:custGeom>
                <a:avLst/>
                <a:gdLst>
                  <a:gd name="T0" fmla="*/ 0 w 504"/>
                  <a:gd name="T1" fmla="*/ 126 h 330"/>
                  <a:gd name="T2" fmla="*/ 0 w 504"/>
                  <a:gd name="T3" fmla="*/ 330 h 330"/>
                  <a:gd name="T4" fmla="*/ 504 w 504"/>
                  <a:gd name="T5" fmla="*/ 198 h 330"/>
                  <a:gd name="T6" fmla="*/ 504 w 504"/>
                  <a:gd name="T7" fmla="*/ 0 h 330"/>
                  <a:gd name="T8" fmla="*/ 0 w 504"/>
                  <a:gd name="T9" fmla="*/ 126 h 3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04" h="330">
                    <a:moveTo>
                      <a:pt x="0" y="126"/>
                    </a:moveTo>
                    <a:lnTo>
                      <a:pt x="0" y="330"/>
                    </a:lnTo>
                    <a:lnTo>
                      <a:pt x="504" y="198"/>
                    </a:lnTo>
                    <a:lnTo>
                      <a:pt x="504" y="0"/>
                    </a:lnTo>
                    <a:lnTo>
                      <a:pt x="0" y="12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F0000"/>
                  </a:gs>
                  <a:gs pos="100000">
                    <a:srgbClr val="FF0000">
                      <a:gamma/>
                      <a:shade val="76078"/>
                      <a:invGamma/>
                    </a:srgbClr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2639" name="Freeform 63">
                <a:extLst>
                  <a:ext uri="{FF2B5EF4-FFF2-40B4-BE49-F238E27FC236}">
                    <a16:creationId xmlns:a16="http://schemas.microsoft.com/office/drawing/2014/main" id="{81ED65F5-906E-44E4-BB1E-2E2A2ABA843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44" y="2760"/>
                <a:ext cx="252" cy="468"/>
              </a:xfrm>
              <a:custGeom>
                <a:avLst/>
                <a:gdLst>
                  <a:gd name="T0" fmla="*/ 0 w 252"/>
                  <a:gd name="T1" fmla="*/ 252 h 468"/>
                  <a:gd name="T2" fmla="*/ 0 w 252"/>
                  <a:gd name="T3" fmla="*/ 468 h 468"/>
                  <a:gd name="T4" fmla="*/ 252 w 252"/>
                  <a:gd name="T5" fmla="*/ 216 h 468"/>
                  <a:gd name="T6" fmla="*/ 252 w 252"/>
                  <a:gd name="T7" fmla="*/ 0 h 468"/>
                  <a:gd name="T8" fmla="*/ 0 w 252"/>
                  <a:gd name="T9" fmla="*/ 252 h 4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52" h="468">
                    <a:moveTo>
                      <a:pt x="0" y="252"/>
                    </a:moveTo>
                    <a:lnTo>
                      <a:pt x="0" y="468"/>
                    </a:lnTo>
                    <a:lnTo>
                      <a:pt x="252" y="216"/>
                    </a:lnTo>
                    <a:lnTo>
                      <a:pt x="252" y="0"/>
                    </a:lnTo>
                    <a:lnTo>
                      <a:pt x="0" y="252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F0000"/>
                  </a:gs>
                  <a:gs pos="100000">
                    <a:srgbClr val="FF0000">
                      <a:gamma/>
                      <a:shade val="46275"/>
                      <a:invGamma/>
                    </a:srgbClr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52640" name="Group 64">
              <a:extLst>
                <a:ext uri="{FF2B5EF4-FFF2-40B4-BE49-F238E27FC236}">
                  <a16:creationId xmlns:a16="http://schemas.microsoft.com/office/drawing/2014/main" id="{52E1B021-31FF-4C46-86F5-3F5F3A3E460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929" y="1630"/>
              <a:ext cx="603" cy="1990"/>
              <a:chOff x="4737" y="1630"/>
              <a:chExt cx="603" cy="1990"/>
            </a:xfrm>
          </p:grpSpPr>
          <p:sp>
            <p:nvSpPr>
              <p:cNvPr id="152641" name="Freeform 65">
                <a:extLst>
                  <a:ext uri="{FF2B5EF4-FFF2-40B4-BE49-F238E27FC236}">
                    <a16:creationId xmlns:a16="http://schemas.microsoft.com/office/drawing/2014/main" id="{26DEA1F9-F99D-4427-AB36-676B13CFA56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37" y="1630"/>
                <a:ext cx="603" cy="1990"/>
              </a:xfrm>
              <a:custGeom>
                <a:avLst/>
                <a:gdLst>
                  <a:gd name="T0" fmla="*/ 603 w 603"/>
                  <a:gd name="T1" fmla="*/ 0 h 1985"/>
                  <a:gd name="T2" fmla="*/ 0 w 603"/>
                  <a:gd name="T3" fmla="*/ 603 h 1985"/>
                  <a:gd name="T4" fmla="*/ 0 w 603"/>
                  <a:gd name="T5" fmla="*/ 1985 h 1985"/>
                  <a:gd name="T6" fmla="*/ 603 w 603"/>
                  <a:gd name="T7" fmla="*/ 1382 h 1985"/>
                  <a:gd name="T8" fmla="*/ 603 w 603"/>
                  <a:gd name="T9" fmla="*/ 0 h 19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03" h="1985">
                    <a:moveTo>
                      <a:pt x="603" y="0"/>
                    </a:moveTo>
                    <a:lnTo>
                      <a:pt x="0" y="603"/>
                    </a:lnTo>
                    <a:lnTo>
                      <a:pt x="0" y="1985"/>
                    </a:lnTo>
                    <a:lnTo>
                      <a:pt x="603" y="1382"/>
                    </a:lnTo>
                    <a:lnTo>
                      <a:pt x="603" y="0"/>
                    </a:lnTo>
                    <a:close/>
                  </a:path>
                </a:pathLst>
              </a:custGeom>
              <a:solidFill>
                <a:srgbClr val="99FF99">
                  <a:alpha val="50000"/>
                </a:srgbClr>
              </a:solidFill>
              <a:ln w="127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52642" name="WordArt 66">
                <a:extLst>
                  <a:ext uri="{FF2B5EF4-FFF2-40B4-BE49-F238E27FC236}">
                    <a16:creationId xmlns:a16="http://schemas.microsoft.com/office/drawing/2014/main" id="{ED59EF73-CDE8-4C87-8FE1-6C0BDDDEDE47}"/>
                  </a:ext>
                </a:extLst>
              </p:cNvPr>
              <p:cNvSpPr>
                <a:spLocks noChangeArrowheads="1" noChangeShapeType="1" noTextEdit="1"/>
              </p:cNvSpPr>
              <p:nvPr/>
            </p:nvSpPr>
            <p:spPr bwMode="auto">
              <a:xfrm rot="503265">
                <a:off x="5211" y="1705"/>
                <a:ext cx="81" cy="280"/>
              </a:xfrm>
              <a:prstGeom prst="rect">
                <a:avLst/>
              </a:prstGeom>
              <a:extLst>
                <a:ext uri="{AF507438-7753-43E0-B8FC-AC1667EBCBE1}">
                  <a14:hiddenEffects xmlns:a14="http://schemas.microsoft.com/office/drawing/2010/main">
                    <a:effectLst/>
                  </a14:hiddenEffects>
                </a:ext>
              </a:extLst>
            </p:spPr>
            <p:txBody>
              <a:bodyPr wrap="none" fromWordArt="1">
                <a:prstTxWarp prst="textSlantUp">
                  <a:avLst>
                    <a:gd name="adj" fmla="val 40991"/>
                  </a:avLst>
                </a:prstTxWarp>
              </a:bodyPr>
              <a:lstStyle/>
              <a:p>
                <a:r>
                  <a:rPr lang="en-US" altLang="zh-CN" sz="3600" kern="10">
                    <a:ln w="9525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solidFill>
                      <a:srgbClr val="000000"/>
                    </a:solidFill>
                    <a:latin typeface="宋体" panose="02010600030101010101" pitchFamily="2" charset="-122"/>
                  </a:rPr>
                  <a:t>W</a:t>
                </a:r>
                <a:endParaRPr lang="zh-CN" altLang="en-US" sz="3600" kern="10"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solidFill>
                    <a:srgbClr val="000000"/>
                  </a:solidFill>
                  <a:latin typeface="宋体" panose="02010600030101010101" pitchFamily="2" charset="-122"/>
                </a:endParaRPr>
              </a:p>
            </p:txBody>
          </p:sp>
        </p:grpSp>
        <p:grpSp>
          <p:nvGrpSpPr>
            <p:cNvPr id="152643" name="Group 67">
              <a:extLst>
                <a:ext uri="{FF2B5EF4-FFF2-40B4-BE49-F238E27FC236}">
                  <a16:creationId xmlns:a16="http://schemas.microsoft.com/office/drawing/2014/main" id="{DF8F3BC4-866C-4CA9-AB5D-4385A505428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005" y="2340"/>
              <a:ext cx="414" cy="982"/>
              <a:chOff x="4669" y="2402"/>
              <a:chExt cx="414" cy="982"/>
            </a:xfrm>
          </p:grpSpPr>
          <p:sp>
            <p:nvSpPr>
              <p:cNvPr id="152644" name="Line 68">
                <a:extLst>
                  <a:ext uri="{FF2B5EF4-FFF2-40B4-BE49-F238E27FC236}">
                    <a16:creationId xmlns:a16="http://schemas.microsoft.com/office/drawing/2014/main" id="{72F5C5D0-3E16-40C1-8008-C66333F81F5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69" y="3180"/>
                <a:ext cx="0" cy="204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52645" name="Line 69">
                <a:extLst>
                  <a:ext uri="{FF2B5EF4-FFF2-40B4-BE49-F238E27FC236}">
                    <a16:creationId xmlns:a16="http://schemas.microsoft.com/office/drawing/2014/main" id="{22AB1516-B8EB-49D2-80F6-76D718F3586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676" y="2970"/>
                <a:ext cx="407" cy="407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52646" name="Line 70">
                <a:extLst>
                  <a:ext uri="{FF2B5EF4-FFF2-40B4-BE49-F238E27FC236}">
                    <a16:creationId xmlns:a16="http://schemas.microsoft.com/office/drawing/2014/main" id="{0953CF05-0BA2-41E0-9656-B98F375B70D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076" y="2402"/>
                <a:ext cx="0" cy="574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52647" name="Line 71">
                <a:extLst>
                  <a:ext uri="{FF2B5EF4-FFF2-40B4-BE49-F238E27FC236}">
                    <a16:creationId xmlns:a16="http://schemas.microsoft.com/office/drawing/2014/main" id="{BFE5D4DF-2A51-4BAE-9062-D0C6064FD40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669" y="2773"/>
                <a:ext cx="407" cy="407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52648" name="Line 72">
                <a:extLst>
                  <a:ext uri="{FF2B5EF4-FFF2-40B4-BE49-F238E27FC236}">
                    <a16:creationId xmlns:a16="http://schemas.microsoft.com/office/drawing/2014/main" id="{2BCBA025-6F22-4CDE-8E90-45C8B6CA9CB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938" y="2533"/>
                <a:ext cx="0" cy="371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52649" name="Line 73">
                <a:extLst>
                  <a:ext uri="{FF2B5EF4-FFF2-40B4-BE49-F238E27FC236}">
                    <a16:creationId xmlns:a16="http://schemas.microsoft.com/office/drawing/2014/main" id="{F8D57C01-1F6C-4076-8B27-80DB08D8A48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938" y="2402"/>
                <a:ext cx="138" cy="138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52650" name="Line 74">
                <a:extLst>
                  <a:ext uri="{FF2B5EF4-FFF2-40B4-BE49-F238E27FC236}">
                    <a16:creationId xmlns:a16="http://schemas.microsoft.com/office/drawing/2014/main" id="{AFB1E138-D974-4FEC-898B-D36B05D4653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938" y="2547"/>
                <a:ext cx="131" cy="131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52651" name="Line 75">
                <a:extLst>
                  <a:ext uri="{FF2B5EF4-FFF2-40B4-BE49-F238E27FC236}">
                    <a16:creationId xmlns:a16="http://schemas.microsoft.com/office/drawing/2014/main" id="{18FEB874-7973-44C9-88AB-DF02BC1E377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22" y="3027"/>
                <a:ext cx="0" cy="211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152652" name="Group 76">
              <a:extLst>
                <a:ext uri="{FF2B5EF4-FFF2-40B4-BE49-F238E27FC236}">
                  <a16:creationId xmlns:a16="http://schemas.microsoft.com/office/drawing/2014/main" id="{4BE1FA5B-BC0C-438C-AF46-AA0FD3D572A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60" y="1549"/>
              <a:ext cx="2180" cy="683"/>
              <a:chOff x="3168" y="1549"/>
              <a:chExt cx="2180" cy="683"/>
            </a:xfrm>
          </p:grpSpPr>
          <p:sp>
            <p:nvSpPr>
              <p:cNvPr id="152653" name="Freeform 77">
                <a:extLst>
                  <a:ext uri="{FF2B5EF4-FFF2-40B4-BE49-F238E27FC236}">
                    <a16:creationId xmlns:a16="http://schemas.microsoft.com/office/drawing/2014/main" id="{F5D75B41-94DE-4779-9140-EC0F05EECE8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68" y="1620"/>
                <a:ext cx="2180" cy="612"/>
              </a:xfrm>
              <a:custGeom>
                <a:avLst/>
                <a:gdLst>
                  <a:gd name="T0" fmla="*/ 0 w 2180"/>
                  <a:gd name="T1" fmla="*/ 612 h 612"/>
                  <a:gd name="T2" fmla="*/ 1572 w 2180"/>
                  <a:gd name="T3" fmla="*/ 612 h 612"/>
                  <a:gd name="T4" fmla="*/ 2180 w 2180"/>
                  <a:gd name="T5" fmla="*/ 1 h 612"/>
                  <a:gd name="T6" fmla="*/ 612 w 2180"/>
                  <a:gd name="T7" fmla="*/ 0 h 612"/>
                  <a:gd name="T8" fmla="*/ 0 w 2180"/>
                  <a:gd name="T9" fmla="*/ 612 h 6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80" h="612">
                    <a:moveTo>
                      <a:pt x="0" y="612"/>
                    </a:moveTo>
                    <a:lnTo>
                      <a:pt x="1572" y="612"/>
                    </a:lnTo>
                    <a:lnTo>
                      <a:pt x="2180" y="1"/>
                    </a:lnTo>
                    <a:lnTo>
                      <a:pt x="612" y="0"/>
                    </a:lnTo>
                    <a:lnTo>
                      <a:pt x="0" y="612"/>
                    </a:lnTo>
                    <a:close/>
                  </a:path>
                </a:pathLst>
              </a:custGeom>
              <a:solidFill>
                <a:srgbClr val="FFFF99">
                  <a:alpha val="50000"/>
                </a:srgbClr>
              </a:solidFill>
              <a:ln w="127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52654" name="Text Box 78">
                <a:extLst>
                  <a:ext uri="{FF2B5EF4-FFF2-40B4-BE49-F238E27FC236}">
                    <a16:creationId xmlns:a16="http://schemas.microsoft.com/office/drawing/2014/main" id="{BD5A4D73-29B3-49BF-9BE5-AD7C653DE1C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22" y="1549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lang="en-US" altLang="zh-CN" i="1">
                    <a:latin typeface="宋体" panose="02010600030101010101" pitchFamily="2" charset="-122"/>
                  </a:rPr>
                  <a:t>H</a:t>
                </a:r>
              </a:p>
            </p:txBody>
          </p:sp>
        </p:grpSp>
        <p:grpSp>
          <p:nvGrpSpPr>
            <p:cNvPr id="152656" name="Group 80">
              <a:extLst>
                <a:ext uri="{FF2B5EF4-FFF2-40B4-BE49-F238E27FC236}">
                  <a16:creationId xmlns:a16="http://schemas.microsoft.com/office/drawing/2014/main" id="{8CD5205F-2F22-47A0-89CB-818D3DDF1EF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50" y="2181"/>
              <a:ext cx="1584" cy="1437"/>
              <a:chOff x="3158" y="2181"/>
              <a:chExt cx="1584" cy="1437"/>
            </a:xfrm>
          </p:grpSpPr>
          <p:sp>
            <p:nvSpPr>
              <p:cNvPr id="152657" name="Rectangle 81">
                <a:extLst>
                  <a:ext uri="{FF2B5EF4-FFF2-40B4-BE49-F238E27FC236}">
                    <a16:creationId xmlns:a16="http://schemas.microsoft.com/office/drawing/2014/main" id="{FDB0D6D4-5F08-438B-B6AD-569070E609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76" y="2232"/>
                <a:ext cx="1566" cy="1386"/>
              </a:xfrm>
              <a:prstGeom prst="rect">
                <a:avLst/>
              </a:prstGeom>
              <a:solidFill>
                <a:srgbClr val="FFCCFF">
                  <a:alpha val="50000"/>
                </a:srgbClr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2658" name="Text Box 82">
                <a:extLst>
                  <a:ext uri="{FF2B5EF4-FFF2-40B4-BE49-F238E27FC236}">
                    <a16:creationId xmlns:a16="http://schemas.microsoft.com/office/drawing/2014/main" id="{76E5A830-CC8F-44C7-9A5C-D313725351D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58" y="2181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eaLnBrk="1" hangingPunct="1"/>
                <a:r>
                  <a:rPr lang="en-US" altLang="zh-CN" i="1">
                    <a:latin typeface="宋体" panose="02010600030101010101" pitchFamily="2" charset="-122"/>
                  </a:rPr>
                  <a:t>V</a:t>
                </a:r>
                <a:endParaRPr lang="en-US" altLang="zh-CN" i="1"/>
              </a:p>
            </p:txBody>
          </p:sp>
        </p:grpSp>
        <p:grpSp>
          <p:nvGrpSpPr>
            <p:cNvPr id="152659" name="Group 83">
              <a:extLst>
                <a:ext uri="{FF2B5EF4-FFF2-40B4-BE49-F238E27FC236}">
                  <a16:creationId xmlns:a16="http://schemas.microsoft.com/office/drawing/2014/main" id="{2A28A05D-77C2-4835-9108-CFA1290AB60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08" y="2820"/>
              <a:ext cx="1070" cy="589"/>
              <a:chOff x="2683" y="2393"/>
              <a:chExt cx="1070" cy="589"/>
            </a:xfrm>
          </p:grpSpPr>
          <p:sp>
            <p:nvSpPr>
              <p:cNvPr id="152660" name="Line 84">
                <a:extLst>
                  <a:ext uri="{FF2B5EF4-FFF2-40B4-BE49-F238E27FC236}">
                    <a16:creationId xmlns:a16="http://schemas.microsoft.com/office/drawing/2014/main" id="{7DAEE9B6-0F6D-445F-8804-11C3EC93949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683" y="2400"/>
                <a:ext cx="225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52661" name="Line 85">
                <a:extLst>
                  <a:ext uri="{FF2B5EF4-FFF2-40B4-BE49-F238E27FC236}">
                    <a16:creationId xmlns:a16="http://schemas.microsoft.com/office/drawing/2014/main" id="{706F13F1-BBFC-46B8-8FB7-F0E0B68DEE7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691" y="2400"/>
                <a:ext cx="0" cy="575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52662" name="Line 86">
                <a:extLst>
                  <a:ext uri="{FF2B5EF4-FFF2-40B4-BE49-F238E27FC236}">
                    <a16:creationId xmlns:a16="http://schemas.microsoft.com/office/drawing/2014/main" id="{20E2CCA7-3756-4390-AD29-30BFDE30262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683" y="2975"/>
                <a:ext cx="1070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52663" name="Line 87">
                <a:extLst>
                  <a:ext uri="{FF2B5EF4-FFF2-40B4-BE49-F238E27FC236}">
                    <a16:creationId xmlns:a16="http://schemas.microsoft.com/office/drawing/2014/main" id="{8FB6D6A4-03DA-41A5-9F59-23FA586E8EE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745" y="2764"/>
                <a:ext cx="0" cy="218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52664" name="Line 88">
                <a:extLst>
                  <a:ext uri="{FF2B5EF4-FFF2-40B4-BE49-F238E27FC236}">
                    <a16:creationId xmlns:a16="http://schemas.microsoft.com/office/drawing/2014/main" id="{CC235513-985B-46EC-B82A-3A5F7AC1FA7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317" y="2400"/>
                <a:ext cx="0" cy="378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52665" name="Line 89">
                <a:extLst>
                  <a:ext uri="{FF2B5EF4-FFF2-40B4-BE49-F238E27FC236}">
                    <a16:creationId xmlns:a16="http://schemas.microsoft.com/office/drawing/2014/main" id="{90E55459-7B47-4411-8EE6-FFFA796BF3F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691" y="2771"/>
                <a:ext cx="1061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52666" name="Line 90">
                <a:extLst>
                  <a:ext uri="{FF2B5EF4-FFF2-40B4-BE49-F238E27FC236}">
                    <a16:creationId xmlns:a16="http://schemas.microsoft.com/office/drawing/2014/main" id="{196ECAC7-DC00-445F-85B8-5176E328485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94" y="2407"/>
                <a:ext cx="0" cy="153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52667" name="Line 91">
                <a:extLst>
                  <a:ext uri="{FF2B5EF4-FFF2-40B4-BE49-F238E27FC236}">
                    <a16:creationId xmlns:a16="http://schemas.microsoft.com/office/drawing/2014/main" id="{CE149B07-69E5-454D-BBC6-655ABDB2A19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20" y="2393"/>
                <a:ext cx="0" cy="175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52668" name="Line 92">
                <a:extLst>
                  <a:ext uri="{FF2B5EF4-FFF2-40B4-BE49-F238E27FC236}">
                    <a16:creationId xmlns:a16="http://schemas.microsoft.com/office/drawing/2014/main" id="{4AF44A0E-84CA-44E1-ABB3-7F4315E0DF3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94" y="2553"/>
                <a:ext cx="233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52669" name="Line 93">
                <a:extLst>
                  <a:ext uri="{FF2B5EF4-FFF2-40B4-BE49-F238E27FC236}">
                    <a16:creationId xmlns:a16="http://schemas.microsoft.com/office/drawing/2014/main" id="{FC883779-BE1D-4494-9942-3B026CBCEC4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20" y="2400"/>
                <a:ext cx="203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52670" name="Line 94">
                <a:extLst>
                  <a:ext uri="{FF2B5EF4-FFF2-40B4-BE49-F238E27FC236}">
                    <a16:creationId xmlns:a16="http://schemas.microsoft.com/office/drawing/2014/main" id="{A4599638-B682-402B-B5F2-6751B6E4658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11" y="2771"/>
                <a:ext cx="0" cy="204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152671" name="Group 95">
              <a:extLst>
                <a:ext uri="{FF2B5EF4-FFF2-40B4-BE49-F238E27FC236}">
                  <a16:creationId xmlns:a16="http://schemas.microsoft.com/office/drawing/2014/main" id="{ADB501AD-7300-47A9-948C-08E6F15A1FC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02" y="1734"/>
              <a:ext cx="1469" cy="415"/>
              <a:chOff x="3546" y="1734"/>
              <a:chExt cx="1469" cy="415"/>
            </a:xfrm>
          </p:grpSpPr>
          <p:sp>
            <p:nvSpPr>
              <p:cNvPr id="152672" name="Line 96">
                <a:extLst>
                  <a:ext uri="{FF2B5EF4-FFF2-40B4-BE49-F238E27FC236}">
                    <a16:creationId xmlns:a16="http://schemas.microsoft.com/office/drawing/2014/main" id="{D5D268A3-03AD-4FAC-A00A-4ED345C6263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46" y="2147"/>
                <a:ext cx="704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52673" name="Line 97">
                <a:extLst>
                  <a:ext uri="{FF2B5EF4-FFF2-40B4-BE49-F238E27FC236}">
                    <a16:creationId xmlns:a16="http://schemas.microsoft.com/office/drawing/2014/main" id="{BAECFA8A-577C-400C-8308-6731DC64F99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239" y="2018"/>
                <a:ext cx="507" cy="131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52674" name="Freeform 98">
                <a:extLst>
                  <a:ext uri="{FF2B5EF4-FFF2-40B4-BE49-F238E27FC236}">
                    <a16:creationId xmlns:a16="http://schemas.microsoft.com/office/drawing/2014/main" id="{2C0D8705-7A0C-42D5-B09E-1B7D32E8CE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31" y="1741"/>
                <a:ext cx="284" cy="284"/>
              </a:xfrm>
              <a:custGeom>
                <a:avLst/>
                <a:gdLst>
                  <a:gd name="T0" fmla="*/ 0 w 284"/>
                  <a:gd name="T1" fmla="*/ 284 h 284"/>
                  <a:gd name="T2" fmla="*/ 284 w 284"/>
                  <a:gd name="T3" fmla="*/ 0 h 2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284" h="284">
                    <a:moveTo>
                      <a:pt x="0" y="284"/>
                    </a:moveTo>
                    <a:lnTo>
                      <a:pt x="284" y="0"/>
                    </a:lnTo>
                  </a:path>
                </a:pathLst>
              </a:cu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52675" name="Line 99">
                <a:extLst>
                  <a:ext uri="{FF2B5EF4-FFF2-40B4-BE49-F238E27FC236}">
                    <a16:creationId xmlns:a16="http://schemas.microsoft.com/office/drawing/2014/main" id="{E3C283F3-9161-4C16-9F88-2AA1A071624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546" y="1741"/>
                <a:ext cx="407" cy="407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52676" name="Line 100">
                <a:extLst>
                  <a:ext uri="{FF2B5EF4-FFF2-40B4-BE49-F238E27FC236}">
                    <a16:creationId xmlns:a16="http://schemas.microsoft.com/office/drawing/2014/main" id="{D0F9DEFA-8849-4130-8619-F88DA856462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53" y="1741"/>
                <a:ext cx="1062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52677" name="Line 101">
                <a:extLst>
                  <a:ext uri="{FF2B5EF4-FFF2-40B4-BE49-F238E27FC236}">
                    <a16:creationId xmlns:a16="http://schemas.microsoft.com/office/drawing/2014/main" id="{3E360470-C3C0-4DD3-AFD4-789BC93BE2D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86" y="1894"/>
                <a:ext cx="618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52678" name="Line 102">
                <a:extLst>
                  <a:ext uri="{FF2B5EF4-FFF2-40B4-BE49-F238E27FC236}">
                    <a16:creationId xmlns:a16="http://schemas.microsoft.com/office/drawing/2014/main" id="{693AD4C2-A668-4F18-9DBA-AF9E834F312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404" y="1741"/>
                <a:ext cx="153" cy="153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52679" name="Line 103">
                <a:extLst>
                  <a:ext uri="{FF2B5EF4-FFF2-40B4-BE49-F238E27FC236}">
                    <a16:creationId xmlns:a16="http://schemas.microsoft.com/office/drawing/2014/main" id="{FE6AC423-3906-4D19-BA2A-E852972EEA5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982" y="1734"/>
                <a:ext cx="160" cy="16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52680" name="Freeform 104">
                <a:extLst>
                  <a:ext uri="{FF2B5EF4-FFF2-40B4-BE49-F238E27FC236}">
                    <a16:creationId xmlns:a16="http://schemas.microsoft.com/office/drawing/2014/main" id="{2286DA1C-0297-46E8-B12B-EEED59BC601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08" y="1734"/>
                <a:ext cx="167" cy="167"/>
              </a:xfrm>
              <a:custGeom>
                <a:avLst/>
                <a:gdLst>
                  <a:gd name="T0" fmla="*/ 0 w 167"/>
                  <a:gd name="T1" fmla="*/ 167 h 167"/>
                  <a:gd name="T2" fmla="*/ 167 w 167"/>
                  <a:gd name="T3" fmla="*/ 0 h 1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67" h="167">
                    <a:moveTo>
                      <a:pt x="0" y="167"/>
                    </a:moveTo>
                    <a:lnTo>
                      <a:pt x="167" y="0"/>
                    </a:lnTo>
                  </a:path>
                </a:pathLst>
              </a:cu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</p:grpSp>
      </p:grpSp>
      <p:sp>
        <p:nvSpPr>
          <p:cNvPr id="152681" name="AutoShape 105">
            <a:extLst>
              <a:ext uri="{FF2B5EF4-FFF2-40B4-BE49-F238E27FC236}">
                <a16:creationId xmlns:a16="http://schemas.microsoft.com/office/drawing/2014/main" id="{C4305724-9B55-487F-85AE-0A3E607016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46238" y="5926138"/>
            <a:ext cx="2859087" cy="533400"/>
          </a:xfrm>
          <a:prstGeom prst="wedgeEllipseCallout">
            <a:avLst>
              <a:gd name="adj1" fmla="val 10801"/>
              <a:gd name="adj2" fmla="val -223810"/>
            </a:avLst>
          </a:prstGeom>
          <a:solidFill>
            <a:srgbClr val="FFCC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1" hangingPunct="1"/>
            <a:r>
              <a:rPr lang="zh-CN" altLang="en-US" sz="2000"/>
              <a:t>向前翻转</a:t>
            </a:r>
            <a:r>
              <a:rPr lang="en-US" altLang="zh-CN" sz="2000"/>
              <a:t>90°</a:t>
            </a:r>
          </a:p>
        </p:txBody>
      </p:sp>
      <p:sp>
        <p:nvSpPr>
          <p:cNvPr id="152682" name="AutoShape 106">
            <a:extLst>
              <a:ext uri="{FF2B5EF4-FFF2-40B4-BE49-F238E27FC236}">
                <a16:creationId xmlns:a16="http://schemas.microsoft.com/office/drawing/2014/main" id="{7F540D52-F399-414B-9B1E-4975C5BB7D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0250" y="984250"/>
            <a:ext cx="2393950" cy="533400"/>
          </a:xfrm>
          <a:prstGeom prst="wedgeEllipseCallout">
            <a:avLst>
              <a:gd name="adj1" fmla="val 26991"/>
              <a:gd name="adj2" fmla="val 182736"/>
            </a:avLst>
          </a:prstGeom>
          <a:solidFill>
            <a:srgbClr val="FFFF00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1" hangingPunct="1"/>
            <a:r>
              <a:rPr lang="zh-CN" altLang="en-US" sz="2000"/>
              <a:t>向上翻转</a:t>
            </a:r>
            <a:r>
              <a:rPr lang="en-US" altLang="zh-CN" sz="2000"/>
              <a:t>90°</a:t>
            </a:r>
          </a:p>
        </p:txBody>
      </p:sp>
    </p:spTree>
  </p:cSld>
  <p:clrMapOvr>
    <a:masterClrMapping/>
  </p:clrMapOvr>
  <p:transition spd="med">
    <p:cover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526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526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526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1526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526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526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526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1526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2627" grpId="0" autoUpdateAnimBg="0"/>
      <p:bldP spid="152681" grpId="0" animBg="1" autoUpdateAnimBg="0"/>
      <p:bldP spid="152682" grpId="0" animBg="1" autoUpdateAnimBg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2" name="Text Box 2">
            <a:extLst>
              <a:ext uri="{FF2B5EF4-FFF2-40B4-BE49-F238E27FC236}">
                <a16:creationId xmlns:a16="http://schemas.microsoft.com/office/drawing/2014/main" id="{E5EB59BA-A491-430B-9A8F-5B07BA0B96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61263" y="2212975"/>
            <a:ext cx="6953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r>
              <a:rPr lang="zh-CN" altLang="en-US" sz="2000">
                <a:solidFill>
                  <a:srgbClr val="0000CC"/>
                </a:solidFill>
              </a:rPr>
              <a:t>左视</a:t>
            </a:r>
          </a:p>
        </p:txBody>
      </p:sp>
      <p:grpSp>
        <p:nvGrpSpPr>
          <p:cNvPr id="153693" name="Group 93">
            <a:extLst>
              <a:ext uri="{FF2B5EF4-FFF2-40B4-BE49-F238E27FC236}">
                <a16:creationId xmlns:a16="http://schemas.microsoft.com/office/drawing/2014/main" id="{F4DBF638-A8EE-47F3-84F0-55981C406705}"/>
              </a:ext>
            </a:extLst>
          </p:cNvPr>
          <p:cNvGrpSpPr>
            <a:grpSpLocks/>
          </p:cNvGrpSpPr>
          <p:nvPr/>
        </p:nvGrpSpPr>
        <p:grpSpPr bwMode="auto">
          <a:xfrm>
            <a:off x="739775" y="3211513"/>
            <a:ext cx="1751013" cy="1042987"/>
            <a:chOff x="466" y="2023"/>
            <a:chExt cx="1103" cy="657"/>
          </a:xfrm>
        </p:grpSpPr>
        <p:sp>
          <p:nvSpPr>
            <p:cNvPr id="153604" name="Line 4">
              <a:extLst>
                <a:ext uri="{FF2B5EF4-FFF2-40B4-BE49-F238E27FC236}">
                  <a16:creationId xmlns:a16="http://schemas.microsoft.com/office/drawing/2014/main" id="{D1FD8550-C424-4C8A-B08D-7054EB8410D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2" y="2194"/>
              <a:ext cx="260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53605" name="Rectangle 5">
              <a:extLst>
                <a:ext uri="{FF2B5EF4-FFF2-40B4-BE49-F238E27FC236}">
                  <a16:creationId xmlns:a16="http://schemas.microsoft.com/office/drawing/2014/main" id="{04BF0FFE-E140-4444-B6B6-F68165AAB7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1" y="2488"/>
              <a:ext cx="1098" cy="182"/>
            </a:xfrm>
            <a:prstGeom prst="rect">
              <a:avLst/>
            </a:prstGeom>
            <a:noFill/>
            <a:ln w="381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53606" name="Line 6">
              <a:extLst>
                <a:ext uri="{FF2B5EF4-FFF2-40B4-BE49-F238E27FC236}">
                  <a16:creationId xmlns:a16="http://schemas.microsoft.com/office/drawing/2014/main" id="{719CED76-6773-4F7E-9362-E15053569F6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71" y="2023"/>
              <a:ext cx="0" cy="465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53607" name="Line 7">
              <a:extLst>
                <a:ext uri="{FF2B5EF4-FFF2-40B4-BE49-F238E27FC236}">
                  <a16:creationId xmlns:a16="http://schemas.microsoft.com/office/drawing/2014/main" id="{67AFCD77-3258-46B7-9E16-C944B033AF8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6" y="2023"/>
              <a:ext cx="220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53608" name="Line 8">
              <a:extLst>
                <a:ext uri="{FF2B5EF4-FFF2-40B4-BE49-F238E27FC236}">
                  <a16:creationId xmlns:a16="http://schemas.microsoft.com/office/drawing/2014/main" id="{5CFBC1AF-C3E8-4490-8799-828779BBA1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6" y="2023"/>
              <a:ext cx="0" cy="182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53609" name="Line 9">
              <a:extLst>
                <a:ext uri="{FF2B5EF4-FFF2-40B4-BE49-F238E27FC236}">
                  <a16:creationId xmlns:a16="http://schemas.microsoft.com/office/drawing/2014/main" id="{82EA6DE0-0607-40FB-977B-6C73176687D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31" y="2027"/>
              <a:ext cx="0" cy="175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53610" name="Line 10">
              <a:extLst>
                <a:ext uri="{FF2B5EF4-FFF2-40B4-BE49-F238E27FC236}">
                  <a16:creationId xmlns:a16="http://schemas.microsoft.com/office/drawing/2014/main" id="{689B4AC6-3B27-492F-831A-C51933174C0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29" y="2027"/>
              <a:ext cx="209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53611" name="Line 11">
              <a:extLst>
                <a:ext uri="{FF2B5EF4-FFF2-40B4-BE49-F238E27FC236}">
                  <a16:creationId xmlns:a16="http://schemas.microsoft.com/office/drawing/2014/main" id="{876871D6-8393-458C-8330-09F787394CC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32" y="2023"/>
              <a:ext cx="0" cy="465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53612" name="Line 12">
              <a:extLst>
                <a:ext uri="{FF2B5EF4-FFF2-40B4-BE49-F238E27FC236}">
                  <a16:creationId xmlns:a16="http://schemas.microsoft.com/office/drawing/2014/main" id="{02CE2BD1-7E1E-4962-923A-C3996F3E2E9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15" y="2488"/>
              <a:ext cx="0" cy="192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153613" name="Group 13">
            <a:extLst>
              <a:ext uri="{FF2B5EF4-FFF2-40B4-BE49-F238E27FC236}">
                <a16:creationId xmlns:a16="http://schemas.microsoft.com/office/drawing/2014/main" id="{24AF526B-F13E-4D51-9500-3ADB0F8CED84}"/>
              </a:ext>
            </a:extLst>
          </p:cNvPr>
          <p:cNvGrpSpPr>
            <a:grpSpLocks/>
          </p:cNvGrpSpPr>
          <p:nvPr/>
        </p:nvGrpSpPr>
        <p:grpSpPr bwMode="auto">
          <a:xfrm>
            <a:off x="747713" y="1500188"/>
            <a:ext cx="1743075" cy="892175"/>
            <a:chOff x="3273" y="1204"/>
            <a:chExt cx="1098" cy="562"/>
          </a:xfrm>
        </p:grpSpPr>
        <p:sp>
          <p:nvSpPr>
            <p:cNvPr id="153614" name="Line 14">
              <a:extLst>
                <a:ext uri="{FF2B5EF4-FFF2-40B4-BE49-F238E27FC236}">
                  <a16:creationId xmlns:a16="http://schemas.microsoft.com/office/drawing/2014/main" id="{BAF3727D-7680-4DAE-803A-05A46EE90B4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73" y="1210"/>
              <a:ext cx="0" cy="556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53615" name="Line 15">
              <a:extLst>
                <a:ext uri="{FF2B5EF4-FFF2-40B4-BE49-F238E27FC236}">
                  <a16:creationId xmlns:a16="http://schemas.microsoft.com/office/drawing/2014/main" id="{FF340A54-35C4-4B77-B7BE-853D07685B3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73" y="1756"/>
              <a:ext cx="754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53616" name="Line 16">
              <a:extLst>
                <a:ext uri="{FF2B5EF4-FFF2-40B4-BE49-F238E27FC236}">
                  <a16:creationId xmlns:a16="http://schemas.microsoft.com/office/drawing/2014/main" id="{D0E16415-F80A-4417-A69C-B7066686417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73" y="1206"/>
              <a:ext cx="1098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53617" name="Line 17">
              <a:extLst>
                <a:ext uri="{FF2B5EF4-FFF2-40B4-BE49-F238E27FC236}">
                  <a16:creationId xmlns:a16="http://schemas.microsoft.com/office/drawing/2014/main" id="{A8C6EA73-9750-48AA-89AF-21C7597669E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71" y="1204"/>
              <a:ext cx="0" cy="374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53618" name="Line 18">
              <a:extLst>
                <a:ext uri="{FF2B5EF4-FFF2-40B4-BE49-F238E27FC236}">
                  <a16:creationId xmlns:a16="http://schemas.microsoft.com/office/drawing/2014/main" id="{5D82AC82-16F1-4754-ABB4-CFDF167CE75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017" y="1564"/>
              <a:ext cx="354" cy="192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53619" name="Rectangle 19">
              <a:extLst>
                <a:ext uri="{FF2B5EF4-FFF2-40B4-BE49-F238E27FC236}">
                  <a16:creationId xmlns:a16="http://schemas.microsoft.com/office/drawing/2014/main" id="{635949BD-F2A5-4B90-8589-9B6A43FB47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73" y="1206"/>
              <a:ext cx="661" cy="202"/>
            </a:xfrm>
            <a:prstGeom prst="rect">
              <a:avLst/>
            </a:prstGeom>
            <a:noFill/>
            <a:ln w="381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53620" name="Line 20">
              <a:extLst>
                <a:ext uri="{FF2B5EF4-FFF2-40B4-BE49-F238E27FC236}">
                  <a16:creationId xmlns:a16="http://schemas.microsoft.com/office/drawing/2014/main" id="{929D5E91-49A2-4DBB-9D62-273B89373BD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29" y="1206"/>
              <a:ext cx="0" cy="202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53621" name="Line 21">
              <a:extLst>
                <a:ext uri="{FF2B5EF4-FFF2-40B4-BE49-F238E27FC236}">
                  <a16:creationId xmlns:a16="http://schemas.microsoft.com/office/drawing/2014/main" id="{767C5CF2-BC66-4736-9C6D-ECFD2197EF5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78" y="1206"/>
              <a:ext cx="0" cy="202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153622" name="Group 22">
            <a:extLst>
              <a:ext uri="{FF2B5EF4-FFF2-40B4-BE49-F238E27FC236}">
                <a16:creationId xmlns:a16="http://schemas.microsoft.com/office/drawing/2014/main" id="{A2A445F8-5E6C-428E-BD8E-1F085530417C}"/>
              </a:ext>
            </a:extLst>
          </p:cNvPr>
          <p:cNvGrpSpPr>
            <a:grpSpLocks/>
          </p:cNvGrpSpPr>
          <p:nvPr/>
        </p:nvGrpSpPr>
        <p:grpSpPr bwMode="auto">
          <a:xfrm>
            <a:off x="3192463" y="3219450"/>
            <a:ext cx="812800" cy="1027113"/>
            <a:chOff x="2011" y="2028"/>
            <a:chExt cx="512" cy="647"/>
          </a:xfrm>
        </p:grpSpPr>
        <p:sp>
          <p:nvSpPr>
            <p:cNvPr id="153623" name="Rectangle 23">
              <a:extLst>
                <a:ext uri="{FF2B5EF4-FFF2-40B4-BE49-F238E27FC236}">
                  <a16:creationId xmlns:a16="http://schemas.microsoft.com/office/drawing/2014/main" id="{B6D6EA2F-E4CC-435F-8DF3-1A72FAD344DA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2175" y="2327"/>
              <a:ext cx="183" cy="512"/>
            </a:xfrm>
            <a:prstGeom prst="rect">
              <a:avLst/>
            </a:prstGeom>
            <a:noFill/>
            <a:ln w="381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53624" name="Rectangle 24">
              <a:extLst>
                <a:ext uri="{FF2B5EF4-FFF2-40B4-BE49-F238E27FC236}">
                  <a16:creationId xmlns:a16="http://schemas.microsoft.com/office/drawing/2014/main" id="{D8DA29EB-6805-498F-A021-935E8F12EB6B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2197" y="2168"/>
              <a:ext cx="465" cy="186"/>
            </a:xfrm>
            <a:prstGeom prst="rect">
              <a:avLst/>
            </a:prstGeom>
            <a:noFill/>
            <a:ln w="381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53625" name="Line 25">
              <a:extLst>
                <a:ext uri="{FF2B5EF4-FFF2-40B4-BE49-F238E27FC236}">
                  <a16:creationId xmlns:a16="http://schemas.microsoft.com/office/drawing/2014/main" id="{22DD810B-965C-47F3-9859-3B3EBD15652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197" y="2494"/>
              <a:ext cx="0" cy="181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53626" name="Line 26">
              <a:extLst>
                <a:ext uri="{FF2B5EF4-FFF2-40B4-BE49-F238E27FC236}">
                  <a16:creationId xmlns:a16="http://schemas.microsoft.com/office/drawing/2014/main" id="{1EA51B19-F339-4855-BDF9-0F5010015AE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37" y="2195"/>
              <a:ext cx="186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153627" name="Group 27">
            <a:extLst>
              <a:ext uri="{FF2B5EF4-FFF2-40B4-BE49-F238E27FC236}">
                <a16:creationId xmlns:a16="http://schemas.microsoft.com/office/drawing/2014/main" id="{DC24BB13-789E-4176-B6FE-4DBFA3168C9D}"/>
              </a:ext>
            </a:extLst>
          </p:cNvPr>
          <p:cNvGrpSpPr>
            <a:grpSpLocks/>
          </p:cNvGrpSpPr>
          <p:nvPr/>
        </p:nvGrpSpPr>
        <p:grpSpPr bwMode="auto">
          <a:xfrm>
            <a:off x="5221288" y="1554163"/>
            <a:ext cx="1751012" cy="1042987"/>
            <a:chOff x="1316" y="2142"/>
            <a:chExt cx="1538" cy="843"/>
          </a:xfrm>
        </p:grpSpPr>
        <p:sp>
          <p:nvSpPr>
            <p:cNvPr id="153628" name="Line 28">
              <a:extLst>
                <a:ext uri="{FF2B5EF4-FFF2-40B4-BE49-F238E27FC236}">
                  <a16:creationId xmlns:a16="http://schemas.microsoft.com/office/drawing/2014/main" id="{F8476699-E0E0-42CF-A23A-AB2F2C901CA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03" y="2362"/>
              <a:ext cx="363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53629" name="Rectangle 29">
              <a:extLst>
                <a:ext uri="{FF2B5EF4-FFF2-40B4-BE49-F238E27FC236}">
                  <a16:creationId xmlns:a16="http://schemas.microsoft.com/office/drawing/2014/main" id="{2F07D970-DC6C-4F92-AEFF-32CE91EF35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23" y="2739"/>
              <a:ext cx="1531" cy="233"/>
            </a:xfrm>
            <a:prstGeom prst="rect">
              <a:avLst/>
            </a:prstGeom>
            <a:noFill/>
            <a:ln w="381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53630" name="Line 30">
              <a:extLst>
                <a:ext uri="{FF2B5EF4-FFF2-40B4-BE49-F238E27FC236}">
                  <a16:creationId xmlns:a16="http://schemas.microsoft.com/office/drawing/2014/main" id="{A6411DF1-158D-4BBA-9878-30359593D3F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323" y="2142"/>
              <a:ext cx="0" cy="597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53631" name="Line 31">
              <a:extLst>
                <a:ext uri="{FF2B5EF4-FFF2-40B4-BE49-F238E27FC236}">
                  <a16:creationId xmlns:a16="http://schemas.microsoft.com/office/drawing/2014/main" id="{45E86E51-19A3-4800-AE3B-A2C9DAE10BB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16" y="2142"/>
              <a:ext cx="307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53632" name="Line 32">
              <a:extLst>
                <a:ext uri="{FF2B5EF4-FFF2-40B4-BE49-F238E27FC236}">
                  <a16:creationId xmlns:a16="http://schemas.microsoft.com/office/drawing/2014/main" id="{3A55E67F-A03B-4181-A93A-E6B51B7A0F2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09" y="2142"/>
              <a:ext cx="0" cy="233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53633" name="Line 33">
              <a:extLst>
                <a:ext uri="{FF2B5EF4-FFF2-40B4-BE49-F238E27FC236}">
                  <a16:creationId xmlns:a16="http://schemas.microsoft.com/office/drawing/2014/main" id="{D9F37FCF-C8BE-4F5B-947A-4F980894AA9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964" y="2147"/>
              <a:ext cx="0" cy="225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53634" name="Line 34">
              <a:extLst>
                <a:ext uri="{FF2B5EF4-FFF2-40B4-BE49-F238E27FC236}">
                  <a16:creationId xmlns:a16="http://schemas.microsoft.com/office/drawing/2014/main" id="{3ACF8B8A-9570-4E10-A49B-D101CC87125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62" y="2147"/>
              <a:ext cx="301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53635" name="Line 35">
              <a:extLst>
                <a:ext uri="{FF2B5EF4-FFF2-40B4-BE49-F238E27FC236}">
                  <a16:creationId xmlns:a16="http://schemas.microsoft.com/office/drawing/2014/main" id="{E1A26775-EE46-4A20-89D3-47CA4475F4B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45" y="2142"/>
              <a:ext cx="0" cy="597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53636" name="Line 36">
              <a:extLst>
                <a:ext uri="{FF2B5EF4-FFF2-40B4-BE49-F238E27FC236}">
                  <a16:creationId xmlns:a16="http://schemas.microsoft.com/office/drawing/2014/main" id="{5EE19626-E151-417F-A64E-CC4DFCC56BE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61" y="2739"/>
              <a:ext cx="0" cy="246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153637" name="Group 37">
            <a:extLst>
              <a:ext uri="{FF2B5EF4-FFF2-40B4-BE49-F238E27FC236}">
                <a16:creationId xmlns:a16="http://schemas.microsoft.com/office/drawing/2014/main" id="{EB6C73EB-4056-44EC-BD1C-90A657297FB3}"/>
              </a:ext>
            </a:extLst>
          </p:cNvPr>
          <p:cNvGrpSpPr>
            <a:grpSpLocks/>
          </p:cNvGrpSpPr>
          <p:nvPr/>
        </p:nvGrpSpPr>
        <p:grpSpPr bwMode="auto">
          <a:xfrm>
            <a:off x="5221288" y="3406775"/>
            <a:ext cx="1743075" cy="892175"/>
            <a:chOff x="582" y="1199"/>
            <a:chExt cx="1098" cy="562"/>
          </a:xfrm>
        </p:grpSpPr>
        <p:sp>
          <p:nvSpPr>
            <p:cNvPr id="153638" name="Line 38">
              <a:extLst>
                <a:ext uri="{FF2B5EF4-FFF2-40B4-BE49-F238E27FC236}">
                  <a16:creationId xmlns:a16="http://schemas.microsoft.com/office/drawing/2014/main" id="{C9AE673C-BC91-4BF1-9BA4-EABDC49B2FF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82" y="1205"/>
              <a:ext cx="0" cy="556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53639" name="Line 39">
              <a:extLst>
                <a:ext uri="{FF2B5EF4-FFF2-40B4-BE49-F238E27FC236}">
                  <a16:creationId xmlns:a16="http://schemas.microsoft.com/office/drawing/2014/main" id="{B6FD1F4C-472B-402A-91CF-9F44DCF1EBD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82" y="1751"/>
              <a:ext cx="754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53640" name="Line 40">
              <a:extLst>
                <a:ext uri="{FF2B5EF4-FFF2-40B4-BE49-F238E27FC236}">
                  <a16:creationId xmlns:a16="http://schemas.microsoft.com/office/drawing/2014/main" id="{FD396653-CE64-4E4A-AFF5-1288981F9FE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82" y="1205"/>
              <a:ext cx="1098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53641" name="Line 41">
              <a:extLst>
                <a:ext uri="{FF2B5EF4-FFF2-40B4-BE49-F238E27FC236}">
                  <a16:creationId xmlns:a16="http://schemas.microsoft.com/office/drawing/2014/main" id="{4555E377-33A8-45E2-A919-9FD06CFDDE9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80" y="1199"/>
              <a:ext cx="0" cy="374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53642" name="Line 42">
              <a:extLst>
                <a:ext uri="{FF2B5EF4-FFF2-40B4-BE49-F238E27FC236}">
                  <a16:creationId xmlns:a16="http://schemas.microsoft.com/office/drawing/2014/main" id="{9007E7BA-4D09-4213-A76B-CC49D316764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326" y="1559"/>
              <a:ext cx="354" cy="192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53643" name="Rectangle 43">
              <a:extLst>
                <a:ext uri="{FF2B5EF4-FFF2-40B4-BE49-F238E27FC236}">
                  <a16:creationId xmlns:a16="http://schemas.microsoft.com/office/drawing/2014/main" id="{F912AFA2-7E0C-485D-BCAA-9D48ABF35A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2" y="1208"/>
              <a:ext cx="661" cy="202"/>
            </a:xfrm>
            <a:prstGeom prst="rect">
              <a:avLst/>
            </a:prstGeom>
            <a:noFill/>
            <a:ln w="381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53644" name="Line 44">
              <a:extLst>
                <a:ext uri="{FF2B5EF4-FFF2-40B4-BE49-F238E27FC236}">
                  <a16:creationId xmlns:a16="http://schemas.microsoft.com/office/drawing/2014/main" id="{ACDBC50B-E7AF-406D-94F1-67308C608FD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38" y="1218"/>
              <a:ext cx="0" cy="202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53645" name="Line 45">
              <a:extLst>
                <a:ext uri="{FF2B5EF4-FFF2-40B4-BE49-F238E27FC236}">
                  <a16:creationId xmlns:a16="http://schemas.microsoft.com/office/drawing/2014/main" id="{56BFCD21-22C9-452E-BC52-A2C452005C9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87" y="1213"/>
              <a:ext cx="0" cy="202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153646" name="Group 46">
            <a:extLst>
              <a:ext uri="{FF2B5EF4-FFF2-40B4-BE49-F238E27FC236}">
                <a16:creationId xmlns:a16="http://schemas.microsoft.com/office/drawing/2014/main" id="{8C255699-F028-4887-8BC3-745EE63E8A97}"/>
              </a:ext>
            </a:extLst>
          </p:cNvPr>
          <p:cNvGrpSpPr>
            <a:grpSpLocks/>
          </p:cNvGrpSpPr>
          <p:nvPr/>
        </p:nvGrpSpPr>
        <p:grpSpPr bwMode="auto">
          <a:xfrm>
            <a:off x="7639050" y="1547813"/>
            <a:ext cx="819150" cy="1035050"/>
            <a:chOff x="4812" y="975"/>
            <a:chExt cx="516" cy="652"/>
          </a:xfrm>
        </p:grpSpPr>
        <p:sp>
          <p:nvSpPr>
            <p:cNvPr id="153647" name="Line 47">
              <a:extLst>
                <a:ext uri="{FF2B5EF4-FFF2-40B4-BE49-F238E27FC236}">
                  <a16:creationId xmlns:a16="http://schemas.microsoft.com/office/drawing/2014/main" id="{E7EC9DAB-5B17-40DA-8F6E-886C82B0F4F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816" y="1147"/>
              <a:ext cx="186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53648" name="Rectangle 48">
              <a:extLst>
                <a:ext uri="{FF2B5EF4-FFF2-40B4-BE49-F238E27FC236}">
                  <a16:creationId xmlns:a16="http://schemas.microsoft.com/office/drawing/2014/main" id="{3818E6FD-FF57-4C67-BE5C-5CC73DA73C9F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 flipH="1">
              <a:off x="4980" y="1279"/>
              <a:ext cx="183" cy="512"/>
            </a:xfrm>
            <a:prstGeom prst="rect">
              <a:avLst/>
            </a:prstGeom>
            <a:noFill/>
            <a:ln w="381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53649" name="Rectangle 49">
              <a:extLst>
                <a:ext uri="{FF2B5EF4-FFF2-40B4-BE49-F238E27FC236}">
                  <a16:creationId xmlns:a16="http://schemas.microsoft.com/office/drawing/2014/main" id="{E47B22A0-6A04-41E7-82D4-D65C3ECE2B84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 flipH="1">
              <a:off x="4676" y="1115"/>
              <a:ext cx="465" cy="186"/>
            </a:xfrm>
            <a:prstGeom prst="rect">
              <a:avLst/>
            </a:prstGeom>
            <a:noFill/>
            <a:ln w="381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53650" name="Line 50">
              <a:extLst>
                <a:ext uri="{FF2B5EF4-FFF2-40B4-BE49-F238E27FC236}">
                  <a16:creationId xmlns:a16="http://schemas.microsoft.com/office/drawing/2014/main" id="{B30E7622-E379-4DF7-A182-01A4AC5BED6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5142" y="1446"/>
              <a:ext cx="0" cy="18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53651" name="Line 51">
              <a:extLst>
                <a:ext uri="{FF2B5EF4-FFF2-40B4-BE49-F238E27FC236}">
                  <a16:creationId xmlns:a16="http://schemas.microsoft.com/office/drawing/2014/main" id="{52ED2EF1-2B86-4FCE-A4D6-C2BD2634797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31" y="1443"/>
              <a:ext cx="163" cy="0"/>
            </a:xfrm>
            <a:prstGeom prst="line">
              <a:avLst/>
            </a:prstGeom>
            <a:noFill/>
            <a:ln w="57150">
              <a:solidFill>
                <a:srgbClr val="66FF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53652" name="Line 52">
              <a:extLst>
                <a:ext uri="{FF2B5EF4-FFF2-40B4-BE49-F238E27FC236}">
                  <a16:creationId xmlns:a16="http://schemas.microsoft.com/office/drawing/2014/main" id="{7A6788CA-967D-4AF5-9C8C-B3A12CBD03F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12" y="1443"/>
              <a:ext cx="187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153653" name="Text Box 53">
            <a:extLst>
              <a:ext uri="{FF2B5EF4-FFF2-40B4-BE49-F238E27FC236}">
                <a16:creationId xmlns:a16="http://schemas.microsoft.com/office/drawing/2014/main" id="{9990F39C-67C2-4FCF-810A-44A9F007E7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46250" y="-37754"/>
            <a:ext cx="65087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l" eaLnBrk="1" hangingPunct="1"/>
            <a:r>
              <a:rPr lang="en-US" altLang="zh-CN" sz="3200" dirty="0">
                <a:solidFill>
                  <a:schemeClr val="bg1"/>
                </a:solidFill>
                <a:latin typeface="宋体" panose="02010600030101010101" pitchFamily="2" charset="-122"/>
              </a:rPr>
              <a:t>3</a:t>
            </a:r>
            <a:r>
              <a:rPr lang="zh-CN" altLang="en-US" sz="3200" dirty="0">
                <a:solidFill>
                  <a:schemeClr val="bg1"/>
                </a:solidFill>
                <a:latin typeface="宋体" panose="02010600030101010101" pitchFamily="2" charset="-122"/>
              </a:rPr>
              <a:t>）第三角画法与第一角画法的比较</a:t>
            </a:r>
          </a:p>
        </p:txBody>
      </p:sp>
      <p:sp>
        <p:nvSpPr>
          <p:cNvPr id="153654" name="Text Box 54">
            <a:extLst>
              <a:ext uri="{FF2B5EF4-FFF2-40B4-BE49-F238E27FC236}">
                <a16:creationId xmlns:a16="http://schemas.microsoft.com/office/drawing/2014/main" id="{E6964350-86CD-44A6-B85B-A848F40698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3613" y="4860925"/>
            <a:ext cx="44513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l" eaLnBrk="1" hangingPunct="1"/>
            <a:r>
              <a:rPr lang="en-US" altLang="zh-CN" sz="3200">
                <a:latin typeface="宋体" panose="02010600030101010101" pitchFamily="2" charset="-122"/>
              </a:rPr>
              <a:t>⑴ </a:t>
            </a:r>
            <a:r>
              <a:rPr lang="zh-CN" altLang="en-US" sz="3200">
                <a:latin typeface="宋体" panose="02010600030101010101" pitchFamily="2" charset="-122"/>
              </a:rPr>
              <a:t>视图的位置关系不同</a:t>
            </a:r>
          </a:p>
        </p:txBody>
      </p:sp>
      <p:sp>
        <p:nvSpPr>
          <p:cNvPr id="153655" name="Text Box 55">
            <a:extLst>
              <a:ext uri="{FF2B5EF4-FFF2-40B4-BE49-F238E27FC236}">
                <a16:creationId xmlns:a16="http://schemas.microsoft.com/office/drawing/2014/main" id="{8FC7A16B-94FC-40C3-862F-DED06330CB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9800" y="5499100"/>
            <a:ext cx="53022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l" eaLnBrk="1" hangingPunct="1"/>
            <a:r>
              <a:rPr lang="en-US" altLang="zh-CN" sz="3200">
                <a:latin typeface="宋体" panose="02010600030101010101" pitchFamily="2" charset="-122"/>
              </a:rPr>
              <a:t>⑵ </a:t>
            </a:r>
            <a:r>
              <a:rPr lang="zh-CN" altLang="en-US" sz="3200">
                <a:latin typeface="宋体" panose="02010600030101010101" pitchFamily="2" charset="-122"/>
              </a:rPr>
              <a:t>反映机件的部位有所不同</a:t>
            </a:r>
          </a:p>
        </p:txBody>
      </p:sp>
      <p:grpSp>
        <p:nvGrpSpPr>
          <p:cNvPr id="153656" name="Group 56">
            <a:extLst>
              <a:ext uri="{FF2B5EF4-FFF2-40B4-BE49-F238E27FC236}">
                <a16:creationId xmlns:a16="http://schemas.microsoft.com/office/drawing/2014/main" id="{2B299D29-A4AF-44C4-8277-B0207511D8C8}"/>
              </a:ext>
            </a:extLst>
          </p:cNvPr>
          <p:cNvGrpSpPr>
            <a:grpSpLocks/>
          </p:cNvGrpSpPr>
          <p:nvPr/>
        </p:nvGrpSpPr>
        <p:grpSpPr bwMode="auto">
          <a:xfrm>
            <a:off x="5568950" y="1755775"/>
            <a:ext cx="3128963" cy="2943225"/>
            <a:chOff x="3508" y="1106"/>
            <a:chExt cx="1971" cy="1854"/>
          </a:xfrm>
        </p:grpSpPr>
        <p:sp>
          <p:nvSpPr>
            <p:cNvPr id="153657" name="Text Box 57">
              <a:extLst>
                <a:ext uri="{FF2B5EF4-FFF2-40B4-BE49-F238E27FC236}">
                  <a16:creationId xmlns:a16="http://schemas.microsoft.com/office/drawing/2014/main" id="{55D708B4-0813-4468-B3FD-5EC459D5F9B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16" y="2672"/>
              <a:ext cx="31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zh-CN" altLang="en-US">
                  <a:solidFill>
                    <a:srgbClr val="FF0000"/>
                  </a:solidFill>
                </a:rPr>
                <a:t>前</a:t>
              </a:r>
            </a:p>
          </p:txBody>
        </p:sp>
        <p:sp>
          <p:nvSpPr>
            <p:cNvPr id="153658" name="Text Box 58">
              <a:extLst>
                <a:ext uri="{FF2B5EF4-FFF2-40B4-BE49-F238E27FC236}">
                  <a16:creationId xmlns:a16="http://schemas.microsoft.com/office/drawing/2014/main" id="{EC5627EE-55CC-45FE-88A5-1759209322C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69" y="1106"/>
              <a:ext cx="31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zh-CN" altLang="en-US">
                  <a:solidFill>
                    <a:srgbClr val="FF0000"/>
                  </a:solidFill>
                </a:rPr>
                <a:t>前</a:t>
              </a:r>
            </a:p>
          </p:txBody>
        </p:sp>
        <p:sp>
          <p:nvSpPr>
            <p:cNvPr id="153659" name="Text Box 59">
              <a:extLst>
                <a:ext uri="{FF2B5EF4-FFF2-40B4-BE49-F238E27FC236}">
                  <a16:creationId xmlns:a16="http://schemas.microsoft.com/office/drawing/2014/main" id="{752EBCE6-15A3-4ED8-9AD5-7BFA617D51D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08" y="1879"/>
              <a:ext cx="31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eaLnBrk="1" hangingPunct="1"/>
              <a:r>
                <a:rPr lang="zh-CN" altLang="en-US">
                  <a:solidFill>
                    <a:srgbClr val="FF0000"/>
                  </a:solidFill>
                </a:rPr>
                <a:t>后</a:t>
              </a:r>
            </a:p>
          </p:txBody>
        </p:sp>
        <p:sp>
          <p:nvSpPr>
            <p:cNvPr id="153660" name="Text Box 60">
              <a:extLst>
                <a:ext uri="{FF2B5EF4-FFF2-40B4-BE49-F238E27FC236}">
                  <a16:creationId xmlns:a16="http://schemas.microsoft.com/office/drawing/2014/main" id="{C721C742-9EA0-410F-9C40-2E4A09D38CD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00" y="1118"/>
              <a:ext cx="31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eaLnBrk="1" hangingPunct="1"/>
              <a:r>
                <a:rPr lang="zh-CN" altLang="en-US">
                  <a:solidFill>
                    <a:srgbClr val="FF0000"/>
                  </a:solidFill>
                </a:rPr>
                <a:t>后</a:t>
              </a:r>
            </a:p>
          </p:txBody>
        </p:sp>
      </p:grpSp>
      <p:grpSp>
        <p:nvGrpSpPr>
          <p:cNvPr id="153661" name="Group 61">
            <a:extLst>
              <a:ext uri="{FF2B5EF4-FFF2-40B4-BE49-F238E27FC236}">
                <a16:creationId xmlns:a16="http://schemas.microsoft.com/office/drawing/2014/main" id="{F6A6F1FA-4454-4E75-BFBF-8ED11F891AA3}"/>
              </a:ext>
            </a:extLst>
          </p:cNvPr>
          <p:cNvGrpSpPr>
            <a:grpSpLocks/>
          </p:cNvGrpSpPr>
          <p:nvPr/>
        </p:nvGrpSpPr>
        <p:grpSpPr bwMode="auto">
          <a:xfrm>
            <a:off x="1079500" y="1030288"/>
            <a:ext cx="3348038" cy="2762250"/>
            <a:chOff x="680" y="649"/>
            <a:chExt cx="2109" cy="1740"/>
          </a:xfrm>
        </p:grpSpPr>
        <p:sp>
          <p:nvSpPr>
            <p:cNvPr id="153662" name="Text Box 62">
              <a:extLst>
                <a:ext uri="{FF2B5EF4-FFF2-40B4-BE49-F238E27FC236}">
                  <a16:creationId xmlns:a16="http://schemas.microsoft.com/office/drawing/2014/main" id="{0C4D712A-435C-4440-A59E-2F3591EEAAC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0" y="1457"/>
              <a:ext cx="31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zh-CN" altLang="en-US">
                  <a:solidFill>
                    <a:srgbClr val="FF0000"/>
                  </a:solidFill>
                </a:rPr>
                <a:t>前</a:t>
              </a:r>
            </a:p>
          </p:txBody>
        </p:sp>
        <p:sp>
          <p:nvSpPr>
            <p:cNvPr id="153663" name="Text Box 63">
              <a:extLst>
                <a:ext uri="{FF2B5EF4-FFF2-40B4-BE49-F238E27FC236}">
                  <a16:creationId xmlns:a16="http://schemas.microsoft.com/office/drawing/2014/main" id="{E131D374-130E-4DDC-BDAF-31CB0870144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1" y="2101"/>
              <a:ext cx="31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zh-CN" altLang="en-US">
                  <a:solidFill>
                    <a:srgbClr val="FF0000"/>
                  </a:solidFill>
                </a:rPr>
                <a:t>前</a:t>
              </a:r>
            </a:p>
          </p:txBody>
        </p:sp>
        <p:sp>
          <p:nvSpPr>
            <p:cNvPr id="153664" name="Text Box 64">
              <a:extLst>
                <a:ext uri="{FF2B5EF4-FFF2-40B4-BE49-F238E27FC236}">
                  <a16:creationId xmlns:a16="http://schemas.microsoft.com/office/drawing/2014/main" id="{41B18CFC-C3F6-419B-A6E3-D83407ABB5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79" y="2088"/>
              <a:ext cx="31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zh-CN" altLang="en-US">
                  <a:solidFill>
                    <a:srgbClr val="FF0000"/>
                  </a:solidFill>
                </a:rPr>
                <a:t>后</a:t>
              </a:r>
            </a:p>
          </p:txBody>
        </p:sp>
        <p:sp>
          <p:nvSpPr>
            <p:cNvPr id="153665" name="Text Box 65">
              <a:extLst>
                <a:ext uri="{FF2B5EF4-FFF2-40B4-BE49-F238E27FC236}">
                  <a16:creationId xmlns:a16="http://schemas.microsoft.com/office/drawing/2014/main" id="{D32661C9-C83E-4DB2-AD15-689FF34AB9E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4" y="649"/>
              <a:ext cx="31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zh-CN" altLang="en-US">
                  <a:solidFill>
                    <a:srgbClr val="FF0000"/>
                  </a:solidFill>
                </a:rPr>
                <a:t>后</a:t>
              </a:r>
            </a:p>
          </p:txBody>
        </p:sp>
      </p:grpSp>
      <p:grpSp>
        <p:nvGrpSpPr>
          <p:cNvPr id="153666" name="Group 66">
            <a:extLst>
              <a:ext uri="{FF2B5EF4-FFF2-40B4-BE49-F238E27FC236}">
                <a16:creationId xmlns:a16="http://schemas.microsoft.com/office/drawing/2014/main" id="{1CD68F73-1C4F-4B00-8535-2B9DB84E0FDF}"/>
              </a:ext>
            </a:extLst>
          </p:cNvPr>
          <p:cNvGrpSpPr>
            <a:grpSpLocks/>
          </p:cNvGrpSpPr>
          <p:nvPr/>
        </p:nvGrpSpPr>
        <p:grpSpPr bwMode="auto">
          <a:xfrm>
            <a:off x="1038225" y="1084263"/>
            <a:ext cx="7116763" cy="3568700"/>
            <a:chOff x="654" y="683"/>
            <a:chExt cx="4483" cy="2248"/>
          </a:xfrm>
        </p:grpSpPr>
        <p:sp>
          <p:nvSpPr>
            <p:cNvPr id="153667" name="Text Box 67">
              <a:extLst>
                <a:ext uri="{FF2B5EF4-FFF2-40B4-BE49-F238E27FC236}">
                  <a16:creationId xmlns:a16="http://schemas.microsoft.com/office/drawing/2014/main" id="{151B4BB3-C804-439B-A633-6AA05504439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58" y="1737"/>
              <a:ext cx="31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eaLnBrk="1" hangingPunct="1"/>
              <a:r>
                <a:rPr lang="zh-CN" altLang="en-US"/>
                <a:t>上</a:t>
              </a:r>
            </a:p>
          </p:txBody>
        </p:sp>
        <p:sp>
          <p:nvSpPr>
            <p:cNvPr id="153668" name="Text Box 68">
              <a:extLst>
                <a:ext uri="{FF2B5EF4-FFF2-40B4-BE49-F238E27FC236}">
                  <a16:creationId xmlns:a16="http://schemas.microsoft.com/office/drawing/2014/main" id="{A4B23DA9-989D-4A10-997A-6BEF075E442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4" y="1730"/>
              <a:ext cx="31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eaLnBrk="1" hangingPunct="1"/>
              <a:r>
                <a:rPr lang="zh-CN" altLang="en-US"/>
                <a:t>上</a:t>
              </a:r>
            </a:p>
          </p:txBody>
        </p:sp>
        <p:sp>
          <p:nvSpPr>
            <p:cNvPr id="153669" name="Text Box 69">
              <a:extLst>
                <a:ext uri="{FF2B5EF4-FFF2-40B4-BE49-F238E27FC236}">
                  <a16:creationId xmlns:a16="http://schemas.microsoft.com/office/drawing/2014/main" id="{1241A56C-C5B4-463A-89E6-32502009707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46" y="697"/>
              <a:ext cx="31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eaLnBrk="1" hangingPunct="1"/>
              <a:r>
                <a:rPr lang="zh-CN" altLang="en-US"/>
                <a:t>上</a:t>
              </a:r>
            </a:p>
          </p:txBody>
        </p:sp>
        <p:sp>
          <p:nvSpPr>
            <p:cNvPr id="153670" name="Text Box 70">
              <a:extLst>
                <a:ext uri="{FF2B5EF4-FFF2-40B4-BE49-F238E27FC236}">
                  <a16:creationId xmlns:a16="http://schemas.microsoft.com/office/drawing/2014/main" id="{51C315A4-B96E-410F-8F3D-C0529AAB0A5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42" y="683"/>
              <a:ext cx="31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eaLnBrk="1" hangingPunct="1"/>
              <a:r>
                <a:rPr lang="zh-CN" altLang="en-US"/>
                <a:t>上</a:t>
              </a:r>
            </a:p>
          </p:txBody>
        </p:sp>
        <p:sp>
          <p:nvSpPr>
            <p:cNvPr id="153671" name="Text Box 71">
              <a:extLst>
                <a:ext uri="{FF2B5EF4-FFF2-40B4-BE49-F238E27FC236}">
                  <a16:creationId xmlns:a16="http://schemas.microsoft.com/office/drawing/2014/main" id="{80FA8B7F-AD66-4561-91D4-7097A697513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27" y="1595"/>
              <a:ext cx="31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eaLnBrk="1" hangingPunct="1"/>
              <a:r>
                <a:rPr lang="zh-CN" altLang="en-US"/>
                <a:t>下</a:t>
              </a:r>
            </a:p>
          </p:txBody>
        </p:sp>
        <p:sp>
          <p:nvSpPr>
            <p:cNvPr id="153672" name="Text Box 72">
              <a:extLst>
                <a:ext uri="{FF2B5EF4-FFF2-40B4-BE49-F238E27FC236}">
                  <a16:creationId xmlns:a16="http://schemas.microsoft.com/office/drawing/2014/main" id="{91D29AC1-1B14-4573-8BF7-FB8473CDECB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7" y="2625"/>
              <a:ext cx="31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eaLnBrk="1" hangingPunct="1"/>
              <a:r>
                <a:rPr lang="zh-CN" altLang="en-US"/>
                <a:t>下</a:t>
              </a:r>
            </a:p>
          </p:txBody>
        </p:sp>
        <p:sp>
          <p:nvSpPr>
            <p:cNvPr id="153673" name="Text Box 73">
              <a:extLst>
                <a:ext uri="{FF2B5EF4-FFF2-40B4-BE49-F238E27FC236}">
                  <a16:creationId xmlns:a16="http://schemas.microsoft.com/office/drawing/2014/main" id="{01F9EADE-5228-41AE-8EF5-600EDEDA5DB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42" y="2643"/>
              <a:ext cx="31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eaLnBrk="1" hangingPunct="1"/>
              <a:r>
                <a:rPr lang="zh-CN" altLang="en-US"/>
                <a:t>下</a:t>
              </a:r>
            </a:p>
          </p:txBody>
        </p:sp>
        <p:sp>
          <p:nvSpPr>
            <p:cNvPr id="153674" name="Text Box 74">
              <a:extLst>
                <a:ext uri="{FF2B5EF4-FFF2-40B4-BE49-F238E27FC236}">
                  <a16:creationId xmlns:a16="http://schemas.microsoft.com/office/drawing/2014/main" id="{5284FA11-ADC0-4340-96EC-60F12EC9F32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68" y="1585"/>
              <a:ext cx="31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eaLnBrk="1" hangingPunct="1"/>
              <a:r>
                <a:rPr lang="zh-CN" altLang="en-US"/>
                <a:t>下</a:t>
              </a:r>
            </a:p>
          </p:txBody>
        </p:sp>
      </p:grpSp>
      <p:grpSp>
        <p:nvGrpSpPr>
          <p:cNvPr id="153675" name="Group 75">
            <a:extLst>
              <a:ext uri="{FF2B5EF4-FFF2-40B4-BE49-F238E27FC236}">
                <a16:creationId xmlns:a16="http://schemas.microsoft.com/office/drawing/2014/main" id="{49A063BC-9334-4107-836D-EFCDC19A4599}"/>
              </a:ext>
            </a:extLst>
          </p:cNvPr>
          <p:cNvGrpSpPr>
            <a:grpSpLocks/>
          </p:cNvGrpSpPr>
          <p:nvPr/>
        </p:nvGrpSpPr>
        <p:grpSpPr bwMode="auto">
          <a:xfrm>
            <a:off x="268288" y="1593850"/>
            <a:ext cx="7183437" cy="2317750"/>
            <a:chOff x="169" y="1004"/>
            <a:chExt cx="4525" cy="1460"/>
          </a:xfrm>
        </p:grpSpPr>
        <p:sp>
          <p:nvSpPr>
            <p:cNvPr id="153676" name="Text Box 76">
              <a:extLst>
                <a:ext uri="{FF2B5EF4-FFF2-40B4-BE49-F238E27FC236}">
                  <a16:creationId xmlns:a16="http://schemas.microsoft.com/office/drawing/2014/main" id="{AB3B9366-0798-4B52-991C-4D5C8CCD1AD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9" y="2140"/>
              <a:ext cx="31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zh-CN" altLang="en-US"/>
                <a:t>左</a:t>
              </a:r>
            </a:p>
          </p:txBody>
        </p:sp>
        <p:sp>
          <p:nvSpPr>
            <p:cNvPr id="153677" name="Text Box 77">
              <a:extLst>
                <a:ext uri="{FF2B5EF4-FFF2-40B4-BE49-F238E27FC236}">
                  <a16:creationId xmlns:a16="http://schemas.microsoft.com/office/drawing/2014/main" id="{E49A3EAB-549C-4A11-B9C3-93163601C1F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4" y="1016"/>
              <a:ext cx="31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zh-CN" altLang="en-US"/>
                <a:t>左</a:t>
              </a:r>
            </a:p>
          </p:txBody>
        </p:sp>
        <p:sp>
          <p:nvSpPr>
            <p:cNvPr id="153678" name="Text Box 78">
              <a:extLst>
                <a:ext uri="{FF2B5EF4-FFF2-40B4-BE49-F238E27FC236}">
                  <a16:creationId xmlns:a16="http://schemas.microsoft.com/office/drawing/2014/main" id="{B0AC9BF8-8D5D-4A7A-AD63-090E28E8732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95" y="2176"/>
              <a:ext cx="31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zh-CN" altLang="en-US"/>
                <a:t>左</a:t>
              </a:r>
            </a:p>
          </p:txBody>
        </p:sp>
        <p:sp>
          <p:nvSpPr>
            <p:cNvPr id="153679" name="Text Box 79">
              <a:extLst>
                <a:ext uri="{FF2B5EF4-FFF2-40B4-BE49-F238E27FC236}">
                  <a16:creationId xmlns:a16="http://schemas.microsoft.com/office/drawing/2014/main" id="{A0512639-0DFA-44D4-BF25-D3F1FF95B5E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75" y="1143"/>
              <a:ext cx="31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eaLnBrk="1" hangingPunct="1"/>
              <a:r>
                <a:rPr lang="zh-CN" altLang="en-US"/>
                <a:t>左</a:t>
              </a:r>
            </a:p>
          </p:txBody>
        </p:sp>
        <p:sp>
          <p:nvSpPr>
            <p:cNvPr id="153680" name="Text Box 80">
              <a:extLst>
                <a:ext uri="{FF2B5EF4-FFF2-40B4-BE49-F238E27FC236}">
                  <a16:creationId xmlns:a16="http://schemas.microsoft.com/office/drawing/2014/main" id="{E89648BD-3F05-4B34-9401-0309D71C544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85" y="2140"/>
              <a:ext cx="31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zh-CN" altLang="en-US"/>
                <a:t>右</a:t>
              </a:r>
            </a:p>
          </p:txBody>
        </p:sp>
        <p:sp>
          <p:nvSpPr>
            <p:cNvPr id="153681" name="Text Box 81">
              <a:extLst>
                <a:ext uri="{FF2B5EF4-FFF2-40B4-BE49-F238E27FC236}">
                  <a16:creationId xmlns:a16="http://schemas.microsoft.com/office/drawing/2014/main" id="{6D0D7FCF-B5D1-4E64-A7A1-FBC482E2FBC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49" y="1004"/>
              <a:ext cx="31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zh-CN" altLang="en-US"/>
                <a:t>右</a:t>
              </a:r>
            </a:p>
          </p:txBody>
        </p:sp>
        <p:sp>
          <p:nvSpPr>
            <p:cNvPr id="153682" name="Text Box 82">
              <a:extLst>
                <a:ext uri="{FF2B5EF4-FFF2-40B4-BE49-F238E27FC236}">
                  <a16:creationId xmlns:a16="http://schemas.microsoft.com/office/drawing/2014/main" id="{E2D04B78-9A24-4A86-AD3E-63BF509FE51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84" y="2150"/>
              <a:ext cx="31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zh-CN" altLang="en-US"/>
                <a:t>右</a:t>
              </a:r>
            </a:p>
          </p:txBody>
        </p:sp>
        <p:sp>
          <p:nvSpPr>
            <p:cNvPr id="153683" name="Text Box 83">
              <a:extLst>
                <a:ext uri="{FF2B5EF4-FFF2-40B4-BE49-F238E27FC236}">
                  <a16:creationId xmlns:a16="http://schemas.microsoft.com/office/drawing/2014/main" id="{B7812CDF-5EF0-4587-9F1C-C4FC78A86B8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13" y="1104"/>
              <a:ext cx="31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zh-CN" altLang="en-US"/>
                <a:t>右</a:t>
              </a:r>
            </a:p>
          </p:txBody>
        </p:sp>
      </p:grpSp>
      <p:sp>
        <p:nvSpPr>
          <p:cNvPr id="153684" name="Rectangle 84">
            <a:extLst>
              <a:ext uri="{FF2B5EF4-FFF2-40B4-BE49-F238E27FC236}">
                <a16:creationId xmlns:a16="http://schemas.microsoft.com/office/drawing/2014/main" id="{FE3C3250-DB8E-416C-A5D3-8B772F82F0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8288" y="1009650"/>
            <a:ext cx="4138612" cy="3646488"/>
          </a:xfrm>
          <a:prstGeom prst="rect">
            <a:avLst/>
          </a:prstGeom>
          <a:noFill/>
          <a:ln w="12700">
            <a:solidFill>
              <a:schemeClr val="tx1"/>
            </a:solidFill>
            <a:prstDash val="lgDashDotDot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3685" name="Rectangle 85">
            <a:extLst>
              <a:ext uri="{FF2B5EF4-FFF2-40B4-BE49-F238E27FC236}">
                <a16:creationId xmlns:a16="http://schemas.microsoft.com/office/drawing/2014/main" id="{3CC9FBC1-25B2-4958-A0E4-98314C899B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16463" y="1009650"/>
            <a:ext cx="3954462" cy="3687763"/>
          </a:xfrm>
          <a:prstGeom prst="rect">
            <a:avLst/>
          </a:prstGeom>
          <a:noFill/>
          <a:ln w="12700">
            <a:solidFill>
              <a:schemeClr val="tx1"/>
            </a:solidFill>
            <a:prstDash val="lgDashDotDot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3686" name="Text Box 86">
            <a:extLst>
              <a:ext uri="{FF2B5EF4-FFF2-40B4-BE49-F238E27FC236}">
                <a16:creationId xmlns:a16="http://schemas.microsoft.com/office/drawing/2014/main" id="{30FBC8ED-D1B1-4561-9FFD-B1BA2031A6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96100" y="4179888"/>
            <a:ext cx="1698625" cy="457200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r>
              <a:rPr lang="zh-CN" altLang="en-US"/>
              <a:t>第一角画法</a:t>
            </a:r>
          </a:p>
        </p:txBody>
      </p:sp>
      <p:sp>
        <p:nvSpPr>
          <p:cNvPr id="153687" name="Text Box 87">
            <a:extLst>
              <a:ext uri="{FF2B5EF4-FFF2-40B4-BE49-F238E27FC236}">
                <a16:creationId xmlns:a16="http://schemas.microsoft.com/office/drawing/2014/main" id="{6FD04AB3-21DB-4D03-915F-788E979ACE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22550" y="1076325"/>
            <a:ext cx="1692275" cy="457200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r>
              <a:rPr lang="zh-CN" altLang="en-US"/>
              <a:t>第三角画法</a:t>
            </a:r>
          </a:p>
        </p:txBody>
      </p:sp>
      <p:sp>
        <p:nvSpPr>
          <p:cNvPr id="153688" name="Text Box 88">
            <a:extLst>
              <a:ext uri="{FF2B5EF4-FFF2-40B4-BE49-F238E27FC236}">
                <a16:creationId xmlns:a16="http://schemas.microsoft.com/office/drawing/2014/main" id="{202496CB-2467-470C-B4C0-F60ADC5A2A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2188" y="1882775"/>
            <a:ext cx="692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r>
              <a:rPr lang="zh-CN" altLang="en-US" sz="2000">
                <a:solidFill>
                  <a:srgbClr val="0000CC"/>
                </a:solidFill>
              </a:rPr>
              <a:t>俯视</a:t>
            </a:r>
          </a:p>
        </p:txBody>
      </p:sp>
      <p:sp>
        <p:nvSpPr>
          <p:cNvPr id="153689" name="Text Box 89">
            <a:extLst>
              <a:ext uri="{FF2B5EF4-FFF2-40B4-BE49-F238E27FC236}">
                <a16:creationId xmlns:a16="http://schemas.microsoft.com/office/drawing/2014/main" id="{681AA026-13B0-4C07-BEE1-E08CCB6489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7575" y="3517900"/>
            <a:ext cx="692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r>
              <a:rPr lang="zh-CN" altLang="en-US" sz="2000">
                <a:solidFill>
                  <a:srgbClr val="0000CC"/>
                </a:solidFill>
              </a:rPr>
              <a:t>主视</a:t>
            </a:r>
          </a:p>
        </p:txBody>
      </p:sp>
      <p:sp>
        <p:nvSpPr>
          <p:cNvPr id="153690" name="Text Box 90">
            <a:extLst>
              <a:ext uri="{FF2B5EF4-FFF2-40B4-BE49-F238E27FC236}">
                <a16:creationId xmlns:a16="http://schemas.microsoft.com/office/drawing/2014/main" id="{D710C819-F30E-4645-866B-FE2719B25A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9150" y="3881438"/>
            <a:ext cx="6953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r>
              <a:rPr lang="zh-CN" altLang="en-US" sz="2000">
                <a:solidFill>
                  <a:srgbClr val="0000CC"/>
                </a:solidFill>
              </a:rPr>
              <a:t>右视</a:t>
            </a:r>
          </a:p>
        </p:txBody>
      </p:sp>
      <p:sp>
        <p:nvSpPr>
          <p:cNvPr id="153691" name="Text Box 91">
            <a:extLst>
              <a:ext uri="{FF2B5EF4-FFF2-40B4-BE49-F238E27FC236}">
                <a16:creationId xmlns:a16="http://schemas.microsoft.com/office/drawing/2014/main" id="{C6C530F8-81C4-4079-8F2F-F7920E330A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38775" y="1841500"/>
            <a:ext cx="6953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r>
              <a:rPr lang="zh-CN" altLang="en-US" sz="2000">
                <a:solidFill>
                  <a:srgbClr val="0000CC"/>
                </a:solidFill>
              </a:rPr>
              <a:t>主视</a:t>
            </a:r>
          </a:p>
        </p:txBody>
      </p:sp>
      <p:sp>
        <p:nvSpPr>
          <p:cNvPr id="153692" name="Text Box 92">
            <a:extLst>
              <a:ext uri="{FF2B5EF4-FFF2-40B4-BE49-F238E27FC236}">
                <a16:creationId xmlns:a16="http://schemas.microsoft.com/office/drawing/2014/main" id="{C911B70B-8F68-48B4-801E-DFEA93AA0F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1638" y="3819525"/>
            <a:ext cx="6953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r>
              <a:rPr lang="zh-CN" altLang="en-US" sz="2000">
                <a:solidFill>
                  <a:srgbClr val="0000CC"/>
                </a:solidFill>
              </a:rPr>
              <a:t>俯视</a:t>
            </a:r>
          </a:p>
        </p:txBody>
      </p:sp>
    </p:spTree>
  </p:cSld>
  <p:clrMapOvr>
    <a:masterClrMapping/>
  </p:clrMapOvr>
  <p:transition spd="med">
    <p:cover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536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536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3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3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3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9" dur="500"/>
                                        <p:tgtEl>
                                          <p:spTgt spid="1536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54" grpId="0" autoUpdateAnimBg="0"/>
      <p:bldP spid="153655" grpId="0" autoUpdateAnimBg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4626" name="Group 2">
            <a:extLst>
              <a:ext uri="{FF2B5EF4-FFF2-40B4-BE49-F238E27FC236}">
                <a16:creationId xmlns:a16="http://schemas.microsoft.com/office/drawing/2014/main" id="{E15C02C5-7882-4FA1-949B-7658F9B7F0F5}"/>
              </a:ext>
            </a:extLst>
          </p:cNvPr>
          <p:cNvGrpSpPr>
            <a:grpSpLocks/>
          </p:cNvGrpSpPr>
          <p:nvPr/>
        </p:nvGrpSpPr>
        <p:grpSpPr bwMode="auto">
          <a:xfrm>
            <a:off x="6040438" y="4038600"/>
            <a:ext cx="1751012" cy="596900"/>
            <a:chOff x="3805" y="2544"/>
            <a:chExt cx="1103" cy="376"/>
          </a:xfrm>
        </p:grpSpPr>
        <p:sp>
          <p:nvSpPr>
            <p:cNvPr id="154627" name="Line 3">
              <a:extLst>
                <a:ext uri="{FF2B5EF4-FFF2-40B4-BE49-F238E27FC236}">
                  <a16:creationId xmlns:a16="http://schemas.microsoft.com/office/drawing/2014/main" id="{36E416D6-BA58-4844-A06E-EB6F554C322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05" y="2544"/>
              <a:ext cx="0" cy="376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54628" name="Line 4">
              <a:extLst>
                <a:ext uri="{FF2B5EF4-FFF2-40B4-BE49-F238E27FC236}">
                  <a16:creationId xmlns:a16="http://schemas.microsoft.com/office/drawing/2014/main" id="{B0802FDB-0993-46DF-830D-E7E8D935D48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08" y="2557"/>
              <a:ext cx="0" cy="363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54629" name="Line 5">
              <a:extLst>
                <a:ext uri="{FF2B5EF4-FFF2-40B4-BE49-F238E27FC236}">
                  <a16:creationId xmlns:a16="http://schemas.microsoft.com/office/drawing/2014/main" id="{A7337682-A563-4541-8AE9-F40D9BC5EBB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05" y="2881"/>
              <a:ext cx="1103" cy="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 type="triangle" w="sm" len="lg"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54630" name="Text Box 6">
              <a:extLst>
                <a:ext uri="{FF2B5EF4-FFF2-40B4-BE49-F238E27FC236}">
                  <a16:creationId xmlns:a16="http://schemas.microsoft.com/office/drawing/2014/main" id="{60DADD44-C6C6-4AC5-9C33-701F7D813B0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83" y="2608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zh-CN" altLang="en-US">
                  <a:solidFill>
                    <a:srgbClr val="FF0000"/>
                  </a:solidFill>
                </a:rPr>
                <a:t>长</a:t>
              </a:r>
            </a:p>
          </p:txBody>
        </p:sp>
      </p:grpSp>
      <p:grpSp>
        <p:nvGrpSpPr>
          <p:cNvPr id="154631" name="Group 7">
            <a:extLst>
              <a:ext uri="{FF2B5EF4-FFF2-40B4-BE49-F238E27FC236}">
                <a16:creationId xmlns:a16="http://schemas.microsoft.com/office/drawing/2014/main" id="{2C7D37A5-9C61-4E7D-97E8-EC3D73A60FFE}"/>
              </a:ext>
            </a:extLst>
          </p:cNvPr>
          <p:cNvGrpSpPr>
            <a:grpSpLocks/>
          </p:cNvGrpSpPr>
          <p:nvPr/>
        </p:nvGrpSpPr>
        <p:grpSpPr bwMode="auto">
          <a:xfrm>
            <a:off x="2236788" y="2065338"/>
            <a:ext cx="1754187" cy="4057650"/>
            <a:chOff x="1409" y="1301"/>
            <a:chExt cx="1105" cy="2556"/>
          </a:xfrm>
        </p:grpSpPr>
        <p:sp>
          <p:nvSpPr>
            <p:cNvPr id="154632" name="Line 8">
              <a:extLst>
                <a:ext uri="{FF2B5EF4-FFF2-40B4-BE49-F238E27FC236}">
                  <a16:creationId xmlns:a16="http://schemas.microsoft.com/office/drawing/2014/main" id="{82F29F59-BBD4-46B2-BB90-5BC33ACA747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09" y="1495"/>
              <a:ext cx="0" cy="2362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54633" name="Line 9">
              <a:extLst>
                <a:ext uri="{FF2B5EF4-FFF2-40B4-BE49-F238E27FC236}">
                  <a16:creationId xmlns:a16="http://schemas.microsoft.com/office/drawing/2014/main" id="{83023BCC-54BA-45EF-ACA1-886443A0799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13" y="1301"/>
              <a:ext cx="0" cy="2556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54634" name="Line 10">
              <a:extLst>
                <a:ext uri="{FF2B5EF4-FFF2-40B4-BE49-F238E27FC236}">
                  <a16:creationId xmlns:a16="http://schemas.microsoft.com/office/drawing/2014/main" id="{DED5803E-8A2B-4161-A74A-B35A8EEF94F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11" y="3818"/>
              <a:ext cx="1103" cy="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 type="triangle" w="sm" len="lg"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54635" name="Text Box 11">
              <a:extLst>
                <a:ext uri="{FF2B5EF4-FFF2-40B4-BE49-F238E27FC236}">
                  <a16:creationId xmlns:a16="http://schemas.microsoft.com/office/drawing/2014/main" id="{4B9B6850-02AB-47A2-8450-8CAC2F5413A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89" y="3545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zh-CN" altLang="en-US">
                  <a:solidFill>
                    <a:srgbClr val="FF0000"/>
                  </a:solidFill>
                </a:rPr>
                <a:t>长</a:t>
              </a:r>
            </a:p>
          </p:txBody>
        </p:sp>
      </p:grpSp>
      <p:grpSp>
        <p:nvGrpSpPr>
          <p:cNvPr id="154636" name="Group 12">
            <a:extLst>
              <a:ext uri="{FF2B5EF4-FFF2-40B4-BE49-F238E27FC236}">
                <a16:creationId xmlns:a16="http://schemas.microsoft.com/office/drawing/2014/main" id="{0869494C-E69B-4379-BB89-13802A80A6A4}"/>
              </a:ext>
            </a:extLst>
          </p:cNvPr>
          <p:cNvGrpSpPr>
            <a:grpSpLocks/>
          </p:cNvGrpSpPr>
          <p:nvPr/>
        </p:nvGrpSpPr>
        <p:grpSpPr bwMode="auto">
          <a:xfrm>
            <a:off x="985838" y="3013075"/>
            <a:ext cx="7456487" cy="1069975"/>
            <a:chOff x="621" y="1898"/>
            <a:chExt cx="4697" cy="674"/>
          </a:xfrm>
        </p:grpSpPr>
        <p:sp>
          <p:nvSpPr>
            <p:cNvPr id="154637" name="Line 13">
              <a:extLst>
                <a:ext uri="{FF2B5EF4-FFF2-40B4-BE49-F238E27FC236}">
                  <a16:creationId xmlns:a16="http://schemas.microsoft.com/office/drawing/2014/main" id="{E7DF6C85-EAC9-4294-9CFB-EC74F3B2DDF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33" y="2570"/>
              <a:ext cx="4385" cy="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54638" name="Line 14">
              <a:extLst>
                <a:ext uri="{FF2B5EF4-FFF2-40B4-BE49-F238E27FC236}">
                  <a16:creationId xmlns:a16="http://schemas.microsoft.com/office/drawing/2014/main" id="{8400806F-5485-4FD8-8E65-4BA95786781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1" y="1922"/>
              <a:ext cx="4683" cy="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54639" name="Line 15">
              <a:extLst>
                <a:ext uri="{FF2B5EF4-FFF2-40B4-BE49-F238E27FC236}">
                  <a16:creationId xmlns:a16="http://schemas.microsoft.com/office/drawing/2014/main" id="{24C30B97-04A5-4A7A-8A7E-AE5C7D3126A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54" y="1898"/>
              <a:ext cx="0" cy="674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 type="triangle" w="sm" len="lg"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54640" name="Text Box 16">
              <a:extLst>
                <a:ext uri="{FF2B5EF4-FFF2-40B4-BE49-F238E27FC236}">
                  <a16:creationId xmlns:a16="http://schemas.microsoft.com/office/drawing/2014/main" id="{1E4EFCE4-59A4-40E3-9111-66C8A81C6E1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-5400000">
              <a:off x="4967" y="2102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zh-CN" altLang="en-US">
                  <a:solidFill>
                    <a:srgbClr val="FF0000"/>
                  </a:solidFill>
                </a:rPr>
                <a:t>高</a:t>
              </a:r>
            </a:p>
          </p:txBody>
        </p:sp>
      </p:grpSp>
      <p:sp>
        <p:nvSpPr>
          <p:cNvPr id="154641" name="Text Box 17">
            <a:extLst>
              <a:ext uri="{FF2B5EF4-FFF2-40B4-BE49-F238E27FC236}">
                <a16:creationId xmlns:a16="http://schemas.microsoft.com/office/drawing/2014/main" id="{33123108-A9E9-49AB-AA4B-9958F9320C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0025" y="488951"/>
            <a:ext cx="8140700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l" eaLnBrk="1" hangingPunct="1"/>
            <a:r>
              <a:rPr lang="en-US" altLang="zh-CN" sz="3200" dirty="0">
                <a:latin typeface="宋体" panose="02010600030101010101" pitchFamily="2" charset="-122"/>
              </a:rPr>
              <a:t>4</a:t>
            </a:r>
            <a:r>
              <a:rPr lang="zh-CN" altLang="en-US" sz="3200" dirty="0">
                <a:latin typeface="宋体" panose="02010600030101010101" pitchFamily="2" charset="-122"/>
              </a:rPr>
              <a:t>）第三角画法中六个基本视图的配置及尺寸</a:t>
            </a:r>
          </a:p>
          <a:p>
            <a:pPr algn="l" eaLnBrk="1" hangingPunct="1"/>
            <a:r>
              <a:rPr lang="zh-CN" altLang="en-US" sz="3200" dirty="0">
                <a:latin typeface="宋体" panose="02010600030101010101" pitchFamily="2" charset="-122"/>
              </a:rPr>
              <a:t>   对应关系</a:t>
            </a:r>
          </a:p>
        </p:txBody>
      </p:sp>
      <p:grpSp>
        <p:nvGrpSpPr>
          <p:cNvPr id="154642" name="Group 18">
            <a:extLst>
              <a:ext uri="{FF2B5EF4-FFF2-40B4-BE49-F238E27FC236}">
                <a16:creationId xmlns:a16="http://schemas.microsoft.com/office/drawing/2014/main" id="{499B629C-13E5-415C-9FA6-C2E80FA0220A}"/>
              </a:ext>
            </a:extLst>
          </p:cNvPr>
          <p:cNvGrpSpPr>
            <a:grpSpLocks/>
          </p:cNvGrpSpPr>
          <p:nvPr/>
        </p:nvGrpSpPr>
        <p:grpSpPr bwMode="auto">
          <a:xfrm>
            <a:off x="2228850" y="3038475"/>
            <a:ext cx="1751013" cy="1042988"/>
            <a:chOff x="1316" y="2142"/>
            <a:chExt cx="1538" cy="843"/>
          </a:xfrm>
        </p:grpSpPr>
        <p:sp>
          <p:nvSpPr>
            <p:cNvPr id="154643" name="Line 19">
              <a:extLst>
                <a:ext uri="{FF2B5EF4-FFF2-40B4-BE49-F238E27FC236}">
                  <a16:creationId xmlns:a16="http://schemas.microsoft.com/office/drawing/2014/main" id="{DCB4DF63-B8CD-45DC-9B85-87E45AC6F5F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03" y="2362"/>
              <a:ext cx="363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54644" name="Rectangle 20">
              <a:extLst>
                <a:ext uri="{FF2B5EF4-FFF2-40B4-BE49-F238E27FC236}">
                  <a16:creationId xmlns:a16="http://schemas.microsoft.com/office/drawing/2014/main" id="{C4B0B561-758D-40B9-9406-8F29F6EF64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23" y="2739"/>
              <a:ext cx="1531" cy="233"/>
            </a:xfrm>
            <a:prstGeom prst="rect">
              <a:avLst/>
            </a:prstGeom>
            <a:noFill/>
            <a:ln w="381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54645" name="Line 21">
              <a:extLst>
                <a:ext uri="{FF2B5EF4-FFF2-40B4-BE49-F238E27FC236}">
                  <a16:creationId xmlns:a16="http://schemas.microsoft.com/office/drawing/2014/main" id="{D3C75D34-B48A-40AC-9DA7-8086FA88D32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323" y="2142"/>
              <a:ext cx="0" cy="597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54646" name="Line 22">
              <a:extLst>
                <a:ext uri="{FF2B5EF4-FFF2-40B4-BE49-F238E27FC236}">
                  <a16:creationId xmlns:a16="http://schemas.microsoft.com/office/drawing/2014/main" id="{2188F5D0-FBC4-4276-A0EB-0302FD37BA6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16" y="2142"/>
              <a:ext cx="307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54647" name="Line 23">
              <a:extLst>
                <a:ext uri="{FF2B5EF4-FFF2-40B4-BE49-F238E27FC236}">
                  <a16:creationId xmlns:a16="http://schemas.microsoft.com/office/drawing/2014/main" id="{60D85386-A3E5-4FD1-8DEE-E59B159FD0C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09" y="2142"/>
              <a:ext cx="0" cy="233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54648" name="Line 24">
              <a:extLst>
                <a:ext uri="{FF2B5EF4-FFF2-40B4-BE49-F238E27FC236}">
                  <a16:creationId xmlns:a16="http://schemas.microsoft.com/office/drawing/2014/main" id="{E06C1D90-8E96-4C99-80D1-12E4A2BDAEF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964" y="2147"/>
              <a:ext cx="0" cy="225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54649" name="Line 25">
              <a:extLst>
                <a:ext uri="{FF2B5EF4-FFF2-40B4-BE49-F238E27FC236}">
                  <a16:creationId xmlns:a16="http://schemas.microsoft.com/office/drawing/2014/main" id="{7E7EF73F-163F-4EA1-A366-901839D05EB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62" y="2147"/>
              <a:ext cx="301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54650" name="Line 26">
              <a:extLst>
                <a:ext uri="{FF2B5EF4-FFF2-40B4-BE49-F238E27FC236}">
                  <a16:creationId xmlns:a16="http://schemas.microsoft.com/office/drawing/2014/main" id="{CB647B90-02B1-483E-8651-9CCFF8957BC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45" y="2142"/>
              <a:ext cx="0" cy="597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54651" name="Line 27">
              <a:extLst>
                <a:ext uri="{FF2B5EF4-FFF2-40B4-BE49-F238E27FC236}">
                  <a16:creationId xmlns:a16="http://schemas.microsoft.com/office/drawing/2014/main" id="{6D873F5C-9CC1-4E14-9D87-0993E1C27AC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61" y="2739"/>
              <a:ext cx="0" cy="246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154713" name="Group 89">
            <a:extLst>
              <a:ext uri="{FF2B5EF4-FFF2-40B4-BE49-F238E27FC236}">
                <a16:creationId xmlns:a16="http://schemas.microsoft.com/office/drawing/2014/main" id="{FCB489E2-7E82-4338-A6E5-A5AD8693FD48}"/>
              </a:ext>
            </a:extLst>
          </p:cNvPr>
          <p:cNvGrpSpPr>
            <a:grpSpLocks/>
          </p:cNvGrpSpPr>
          <p:nvPr/>
        </p:nvGrpSpPr>
        <p:grpSpPr bwMode="auto">
          <a:xfrm>
            <a:off x="690563" y="3036888"/>
            <a:ext cx="819150" cy="1035050"/>
            <a:chOff x="435" y="1913"/>
            <a:chExt cx="516" cy="652"/>
          </a:xfrm>
        </p:grpSpPr>
        <p:sp>
          <p:nvSpPr>
            <p:cNvPr id="154675" name="Rectangle 51">
              <a:extLst>
                <a:ext uri="{FF2B5EF4-FFF2-40B4-BE49-F238E27FC236}">
                  <a16:creationId xmlns:a16="http://schemas.microsoft.com/office/drawing/2014/main" id="{56A4DBE0-647D-45B2-9696-506A5CFA7DCE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 flipH="1">
              <a:off x="603" y="2217"/>
              <a:ext cx="183" cy="512"/>
            </a:xfrm>
            <a:prstGeom prst="rect">
              <a:avLst/>
            </a:prstGeom>
            <a:noFill/>
            <a:ln w="381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54676" name="Rectangle 52">
              <a:extLst>
                <a:ext uri="{FF2B5EF4-FFF2-40B4-BE49-F238E27FC236}">
                  <a16:creationId xmlns:a16="http://schemas.microsoft.com/office/drawing/2014/main" id="{7B1B6D6D-3F4F-41DC-8AFA-EF0013B84623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 flipH="1">
              <a:off x="299" y="2053"/>
              <a:ext cx="465" cy="186"/>
            </a:xfrm>
            <a:prstGeom prst="rect">
              <a:avLst/>
            </a:prstGeom>
            <a:noFill/>
            <a:ln w="381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54677" name="Line 53">
              <a:extLst>
                <a:ext uri="{FF2B5EF4-FFF2-40B4-BE49-F238E27FC236}">
                  <a16:creationId xmlns:a16="http://schemas.microsoft.com/office/drawing/2014/main" id="{C1DA77B8-895E-4A6D-A568-89A4ED4F5BC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765" y="2384"/>
              <a:ext cx="0" cy="18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54678" name="Line 54">
              <a:extLst>
                <a:ext uri="{FF2B5EF4-FFF2-40B4-BE49-F238E27FC236}">
                  <a16:creationId xmlns:a16="http://schemas.microsoft.com/office/drawing/2014/main" id="{C76D8E99-39E7-4FB1-9AAE-454AAB57F31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39" y="2085"/>
              <a:ext cx="186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54679" name="Freeform 55">
              <a:extLst>
                <a:ext uri="{FF2B5EF4-FFF2-40B4-BE49-F238E27FC236}">
                  <a16:creationId xmlns:a16="http://schemas.microsoft.com/office/drawing/2014/main" id="{AF555320-ABC1-42DE-9694-0D5557475AC9}"/>
                </a:ext>
              </a:extLst>
            </p:cNvPr>
            <p:cNvSpPr>
              <a:spLocks/>
            </p:cNvSpPr>
            <p:nvPr/>
          </p:nvSpPr>
          <p:spPr bwMode="auto">
            <a:xfrm>
              <a:off x="453" y="2381"/>
              <a:ext cx="161" cy="1"/>
            </a:xfrm>
            <a:custGeom>
              <a:avLst/>
              <a:gdLst>
                <a:gd name="T0" fmla="*/ 0 w 161"/>
                <a:gd name="T1" fmla="*/ 0 h 1"/>
                <a:gd name="T2" fmla="*/ 161 w 161"/>
                <a:gd name="T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61" h="1">
                  <a:moveTo>
                    <a:pt x="0" y="0"/>
                  </a:moveTo>
                  <a:lnTo>
                    <a:pt x="161" y="0"/>
                  </a:lnTo>
                </a:path>
              </a:pathLst>
            </a:custGeom>
            <a:noFill/>
            <a:ln w="57150">
              <a:solidFill>
                <a:srgbClr val="66FF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54680" name="Line 56">
              <a:extLst>
                <a:ext uri="{FF2B5EF4-FFF2-40B4-BE49-F238E27FC236}">
                  <a16:creationId xmlns:a16="http://schemas.microsoft.com/office/drawing/2014/main" id="{D5E33C75-98A0-4848-A8B4-B5701FCDF14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5" y="2381"/>
              <a:ext cx="187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154691" name="Text Box 67">
            <a:extLst>
              <a:ext uri="{FF2B5EF4-FFF2-40B4-BE49-F238E27FC236}">
                <a16:creationId xmlns:a16="http://schemas.microsoft.com/office/drawing/2014/main" id="{63FDD6D7-1F9F-4399-AB4C-0BAB8DB694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213" y="4025900"/>
            <a:ext cx="8001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1" hangingPunct="1"/>
            <a:r>
              <a:rPr lang="zh-CN" altLang="en-US"/>
              <a:t>左视</a:t>
            </a:r>
          </a:p>
        </p:txBody>
      </p:sp>
      <p:grpSp>
        <p:nvGrpSpPr>
          <p:cNvPr id="154714" name="Group 90">
            <a:extLst>
              <a:ext uri="{FF2B5EF4-FFF2-40B4-BE49-F238E27FC236}">
                <a16:creationId xmlns:a16="http://schemas.microsoft.com/office/drawing/2014/main" id="{7B4A0611-6455-4433-9220-425616FE06E6}"/>
              </a:ext>
            </a:extLst>
          </p:cNvPr>
          <p:cNvGrpSpPr>
            <a:grpSpLocks/>
          </p:cNvGrpSpPr>
          <p:nvPr/>
        </p:nvGrpSpPr>
        <p:grpSpPr bwMode="auto">
          <a:xfrm>
            <a:off x="4491038" y="3046413"/>
            <a:ext cx="1044575" cy="1398587"/>
            <a:chOff x="2829" y="1919"/>
            <a:chExt cx="658" cy="881"/>
          </a:xfrm>
        </p:grpSpPr>
        <p:sp>
          <p:nvSpPr>
            <p:cNvPr id="154662" name="Rectangle 38">
              <a:extLst>
                <a:ext uri="{FF2B5EF4-FFF2-40B4-BE49-F238E27FC236}">
                  <a16:creationId xmlns:a16="http://schemas.microsoft.com/office/drawing/2014/main" id="{44DE892B-C632-4A3B-8F81-4CFE6A9F1360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3127" y="2218"/>
              <a:ext cx="183" cy="512"/>
            </a:xfrm>
            <a:prstGeom prst="rect">
              <a:avLst/>
            </a:prstGeom>
            <a:noFill/>
            <a:ln w="381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54663" name="Rectangle 39">
              <a:extLst>
                <a:ext uri="{FF2B5EF4-FFF2-40B4-BE49-F238E27FC236}">
                  <a16:creationId xmlns:a16="http://schemas.microsoft.com/office/drawing/2014/main" id="{FB1D2985-CE42-4D9A-BB0C-F066EE25BAF7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3151" y="2057"/>
              <a:ext cx="462" cy="186"/>
            </a:xfrm>
            <a:prstGeom prst="rect">
              <a:avLst/>
            </a:prstGeom>
            <a:noFill/>
            <a:ln w="381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54664" name="Line 40">
              <a:extLst>
                <a:ext uri="{FF2B5EF4-FFF2-40B4-BE49-F238E27FC236}">
                  <a16:creationId xmlns:a16="http://schemas.microsoft.com/office/drawing/2014/main" id="{D68FAC93-CDAE-4B38-8EAD-E675DB25576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49" y="2385"/>
              <a:ext cx="0" cy="181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54665" name="Line 41">
              <a:extLst>
                <a:ext uri="{FF2B5EF4-FFF2-40B4-BE49-F238E27FC236}">
                  <a16:creationId xmlns:a16="http://schemas.microsoft.com/office/drawing/2014/main" id="{9DF7E47A-7F1A-456D-995D-9AD0003AB7E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89" y="2086"/>
              <a:ext cx="186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54692" name="Text Box 68">
              <a:extLst>
                <a:ext uri="{FF2B5EF4-FFF2-40B4-BE49-F238E27FC236}">
                  <a16:creationId xmlns:a16="http://schemas.microsoft.com/office/drawing/2014/main" id="{AEE88F27-3981-4E8D-A60A-73D364A65C8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29" y="2512"/>
              <a:ext cx="65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eaLnBrk="1" hangingPunct="1"/>
              <a:r>
                <a:rPr lang="zh-CN" altLang="en-US"/>
                <a:t>右视</a:t>
              </a:r>
            </a:p>
          </p:txBody>
        </p:sp>
      </p:grpSp>
      <p:sp>
        <p:nvSpPr>
          <p:cNvPr id="154693" name="Text Box 69">
            <a:extLst>
              <a:ext uri="{FF2B5EF4-FFF2-40B4-BE49-F238E27FC236}">
                <a16:creationId xmlns:a16="http://schemas.microsoft.com/office/drawing/2014/main" id="{BFD5327E-A49B-4BFA-B0A2-02162489E9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11413" y="3243263"/>
            <a:ext cx="8001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1" hangingPunct="1"/>
            <a:r>
              <a:rPr lang="zh-CN" altLang="en-US"/>
              <a:t>主视</a:t>
            </a:r>
          </a:p>
        </p:txBody>
      </p:sp>
      <p:grpSp>
        <p:nvGrpSpPr>
          <p:cNvPr id="154716" name="Group 92">
            <a:extLst>
              <a:ext uri="{FF2B5EF4-FFF2-40B4-BE49-F238E27FC236}">
                <a16:creationId xmlns:a16="http://schemas.microsoft.com/office/drawing/2014/main" id="{6A7AF84B-1B1B-460D-A091-170406005D33}"/>
              </a:ext>
            </a:extLst>
          </p:cNvPr>
          <p:cNvGrpSpPr>
            <a:grpSpLocks/>
          </p:cNvGrpSpPr>
          <p:nvPr/>
        </p:nvGrpSpPr>
        <p:grpSpPr bwMode="auto">
          <a:xfrm>
            <a:off x="2236788" y="1492250"/>
            <a:ext cx="1743075" cy="892175"/>
            <a:chOff x="1409" y="940"/>
            <a:chExt cx="1098" cy="562"/>
          </a:xfrm>
        </p:grpSpPr>
        <p:grpSp>
          <p:nvGrpSpPr>
            <p:cNvPr id="154652" name="Group 28">
              <a:extLst>
                <a:ext uri="{FF2B5EF4-FFF2-40B4-BE49-F238E27FC236}">
                  <a16:creationId xmlns:a16="http://schemas.microsoft.com/office/drawing/2014/main" id="{29DA1B3F-60F6-4B4E-B60B-D1F379E39CC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09" y="940"/>
              <a:ext cx="1098" cy="562"/>
              <a:chOff x="3273" y="1204"/>
              <a:chExt cx="1098" cy="562"/>
            </a:xfrm>
          </p:grpSpPr>
          <p:sp>
            <p:nvSpPr>
              <p:cNvPr id="154653" name="Line 29">
                <a:extLst>
                  <a:ext uri="{FF2B5EF4-FFF2-40B4-BE49-F238E27FC236}">
                    <a16:creationId xmlns:a16="http://schemas.microsoft.com/office/drawing/2014/main" id="{6782EDEF-1EC0-4D49-9B01-2B871405AB1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73" y="1210"/>
                <a:ext cx="0" cy="556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54654" name="Line 30">
                <a:extLst>
                  <a:ext uri="{FF2B5EF4-FFF2-40B4-BE49-F238E27FC236}">
                    <a16:creationId xmlns:a16="http://schemas.microsoft.com/office/drawing/2014/main" id="{96C0AFE3-2AC7-4A2C-A39A-1D9CB67E435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73" y="1756"/>
                <a:ext cx="754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54655" name="Line 31">
                <a:extLst>
                  <a:ext uri="{FF2B5EF4-FFF2-40B4-BE49-F238E27FC236}">
                    <a16:creationId xmlns:a16="http://schemas.microsoft.com/office/drawing/2014/main" id="{C8E49F01-B92D-483B-A279-76497BAEF88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73" y="1206"/>
                <a:ext cx="1098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54656" name="Line 32">
                <a:extLst>
                  <a:ext uri="{FF2B5EF4-FFF2-40B4-BE49-F238E27FC236}">
                    <a16:creationId xmlns:a16="http://schemas.microsoft.com/office/drawing/2014/main" id="{7390C25F-72D5-463C-B4EB-813A9863A30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71" y="1204"/>
                <a:ext cx="0" cy="374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54657" name="Line 33">
                <a:extLst>
                  <a:ext uri="{FF2B5EF4-FFF2-40B4-BE49-F238E27FC236}">
                    <a16:creationId xmlns:a16="http://schemas.microsoft.com/office/drawing/2014/main" id="{E0984E98-EA0C-4543-ABF1-0119020C8A5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017" y="1564"/>
                <a:ext cx="354" cy="192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54658" name="Rectangle 34">
                <a:extLst>
                  <a:ext uri="{FF2B5EF4-FFF2-40B4-BE49-F238E27FC236}">
                    <a16:creationId xmlns:a16="http://schemas.microsoft.com/office/drawing/2014/main" id="{2BFE9367-0F75-4D33-81C4-3FCE1BFCE0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73" y="1206"/>
                <a:ext cx="661" cy="202"/>
              </a:xfrm>
              <a:prstGeom prst="rect">
                <a:avLst/>
              </a:prstGeom>
              <a:noFill/>
              <a:ln w="38100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54659" name="Line 35">
                <a:extLst>
                  <a:ext uri="{FF2B5EF4-FFF2-40B4-BE49-F238E27FC236}">
                    <a16:creationId xmlns:a16="http://schemas.microsoft.com/office/drawing/2014/main" id="{66D1B0C0-E4AE-4E6F-9CF2-1159F47B84C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29" y="1206"/>
                <a:ext cx="0" cy="202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54660" name="Line 36">
                <a:extLst>
                  <a:ext uri="{FF2B5EF4-FFF2-40B4-BE49-F238E27FC236}">
                    <a16:creationId xmlns:a16="http://schemas.microsoft.com/office/drawing/2014/main" id="{0471D143-7138-45DE-B94B-0F7E370351D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78" y="1206"/>
                <a:ext cx="0" cy="202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154694" name="Text Box 70">
              <a:extLst>
                <a:ext uri="{FF2B5EF4-FFF2-40B4-BE49-F238E27FC236}">
                  <a16:creationId xmlns:a16="http://schemas.microsoft.com/office/drawing/2014/main" id="{375188B4-A6A8-4847-8B87-F67891C553D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27" y="1146"/>
              <a:ext cx="65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eaLnBrk="1" hangingPunct="1"/>
              <a:r>
                <a:rPr lang="zh-CN" altLang="en-US"/>
                <a:t>俯视</a:t>
              </a:r>
            </a:p>
          </p:txBody>
        </p:sp>
      </p:grpSp>
      <p:grpSp>
        <p:nvGrpSpPr>
          <p:cNvPr id="154715" name="Group 91">
            <a:extLst>
              <a:ext uri="{FF2B5EF4-FFF2-40B4-BE49-F238E27FC236}">
                <a16:creationId xmlns:a16="http://schemas.microsoft.com/office/drawing/2014/main" id="{81F66ECE-5B82-4FF2-A527-1412686A7C66}"/>
              </a:ext>
            </a:extLst>
          </p:cNvPr>
          <p:cNvGrpSpPr>
            <a:grpSpLocks/>
          </p:cNvGrpSpPr>
          <p:nvPr/>
        </p:nvGrpSpPr>
        <p:grpSpPr bwMode="auto">
          <a:xfrm>
            <a:off x="2227263" y="4638675"/>
            <a:ext cx="1760537" cy="925513"/>
            <a:chOff x="1403" y="2922"/>
            <a:chExt cx="1109" cy="583"/>
          </a:xfrm>
        </p:grpSpPr>
        <p:sp>
          <p:nvSpPr>
            <p:cNvPr id="154666" name="Line 42">
              <a:extLst>
                <a:ext uri="{FF2B5EF4-FFF2-40B4-BE49-F238E27FC236}">
                  <a16:creationId xmlns:a16="http://schemas.microsoft.com/office/drawing/2014/main" id="{37FFFD66-725A-4C65-8D80-D8BC0F96C14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403" y="2943"/>
              <a:ext cx="0" cy="556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54667" name="Line 43">
              <a:extLst>
                <a:ext uri="{FF2B5EF4-FFF2-40B4-BE49-F238E27FC236}">
                  <a16:creationId xmlns:a16="http://schemas.microsoft.com/office/drawing/2014/main" id="{B5602E33-8E15-4FF9-8FD4-C26BE2C30AC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414" y="2942"/>
              <a:ext cx="754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54668" name="Line 44">
              <a:extLst>
                <a:ext uri="{FF2B5EF4-FFF2-40B4-BE49-F238E27FC236}">
                  <a16:creationId xmlns:a16="http://schemas.microsoft.com/office/drawing/2014/main" id="{2685BEA7-B757-4052-A2CA-955BCE6602E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414" y="3492"/>
              <a:ext cx="1098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54669" name="Line 45">
              <a:extLst>
                <a:ext uri="{FF2B5EF4-FFF2-40B4-BE49-F238E27FC236}">
                  <a16:creationId xmlns:a16="http://schemas.microsoft.com/office/drawing/2014/main" id="{3DBD90F0-5747-4602-80D5-8C08295BC7B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512" y="3131"/>
              <a:ext cx="0" cy="374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54670" name="Line 46">
              <a:extLst>
                <a:ext uri="{FF2B5EF4-FFF2-40B4-BE49-F238E27FC236}">
                  <a16:creationId xmlns:a16="http://schemas.microsoft.com/office/drawing/2014/main" id="{9B37347C-8453-4C05-BC66-6AC77B51B66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158" y="2942"/>
              <a:ext cx="354" cy="192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54671" name="Rectangle 47">
              <a:extLst>
                <a:ext uri="{FF2B5EF4-FFF2-40B4-BE49-F238E27FC236}">
                  <a16:creationId xmlns:a16="http://schemas.microsoft.com/office/drawing/2014/main" id="{C71A3393-AA74-4D39-95FA-284B5C2D67DB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406" y="3290"/>
              <a:ext cx="661" cy="202"/>
            </a:xfrm>
            <a:prstGeom prst="rect">
              <a:avLst/>
            </a:prstGeom>
            <a:noFill/>
            <a:ln w="19050">
              <a:solidFill>
                <a:srgbClr val="000000"/>
              </a:solidFill>
              <a:prstDash val="lgDash"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54672" name="Line 48">
              <a:extLst>
                <a:ext uri="{FF2B5EF4-FFF2-40B4-BE49-F238E27FC236}">
                  <a16:creationId xmlns:a16="http://schemas.microsoft.com/office/drawing/2014/main" id="{87E0DB1A-5530-47B5-99D9-779D24CD89B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870" y="3290"/>
              <a:ext cx="0" cy="20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lg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54673" name="Line 49">
              <a:extLst>
                <a:ext uri="{FF2B5EF4-FFF2-40B4-BE49-F238E27FC236}">
                  <a16:creationId xmlns:a16="http://schemas.microsoft.com/office/drawing/2014/main" id="{4A2C5F11-99A8-4172-AAC3-1F181B88183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619" y="3290"/>
              <a:ext cx="0" cy="20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lg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54695" name="Text Box 71">
              <a:extLst>
                <a:ext uri="{FF2B5EF4-FFF2-40B4-BE49-F238E27FC236}">
                  <a16:creationId xmlns:a16="http://schemas.microsoft.com/office/drawing/2014/main" id="{A146E50C-7A22-4022-BD00-321F2F13025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88" y="2922"/>
              <a:ext cx="73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eaLnBrk="1" hangingPunct="1"/>
              <a:r>
                <a:rPr lang="zh-CN" altLang="en-US"/>
                <a:t>仰视</a:t>
              </a:r>
            </a:p>
          </p:txBody>
        </p:sp>
      </p:grpSp>
      <p:grpSp>
        <p:nvGrpSpPr>
          <p:cNvPr id="154697" name="Group 73">
            <a:extLst>
              <a:ext uri="{FF2B5EF4-FFF2-40B4-BE49-F238E27FC236}">
                <a16:creationId xmlns:a16="http://schemas.microsoft.com/office/drawing/2014/main" id="{FE082E37-C72C-4E08-AF14-D874381C8CAD}"/>
              </a:ext>
            </a:extLst>
          </p:cNvPr>
          <p:cNvGrpSpPr>
            <a:grpSpLocks/>
          </p:cNvGrpSpPr>
          <p:nvPr/>
        </p:nvGrpSpPr>
        <p:grpSpPr bwMode="auto">
          <a:xfrm>
            <a:off x="700088" y="1495425"/>
            <a:ext cx="4827587" cy="4044950"/>
            <a:chOff x="441" y="942"/>
            <a:chExt cx="3041" cy="2548"/>
          </a:xfrm>
        </p:grpSpPr>
        <p:sp>
          <p:nvSpPr>
            <p:cNvPr id="154698" name="Line 74">
              <a:extLst>
                <a:ext uri="{FF2B5EF4-FFF2-40B4-BE49-F238E27FC236}">
                  <a16:creationId xmlns:a16="http://schemas.microsoft.com/office/drawing/2014/main" id="{9C255F1B-B5BB-471F-B363-27129C21895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55" y="1898"/>
              <a:ext cx="0" cy="506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54699" name="Line 75">
              <a:extLst>
                <a:ext uri="{FF2B5EF4-FFF2-40B4-BE49-F238E27FC236}">
                  <a16:creationId xmlns:a16="http://schemas.microsoft.com/office/drawing/2014/main" id="{F1DD89DD-BD48-46D4-940D-04EB1603D83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966" y="1911"/>
              <a:ext cx="0" cy="467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54700" name="Line 76">
              <a:extLst>
                <a:ext uri="{FF2B5EF4-FFF2-40B4-BE49-F238E27FC236}">
                  <a16:creationId xmlns:a16="http://schemas.microsoft.com/office/drawing/2014/main" id="{18231626-9600-4DFE-87B0-5B830B17A1B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38" y="2944"/>
              <a:ext cx="363" cy="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54701" name="Arc 77">
              <a:extLst>
                <a:ext uri="{FF2B5EF4-FFF2-40B4-BE49-F238E27FC236}">
                  <a16:creationId xmlns:a16="http://schemas.microsoft.com/office/drawing/2014/main" id="{931B87B9-65DD-4A24-9EB3-2BC3465AF48F}"/>
                </a:ext>
              </a:extLst>
            </p:cNvPr>
            <p:cNvSpPr>
              <a:spLocks/>
            </p:cNvSpPr>
            <p:nvPr/>
          </p:nvSpPr>
          <p:spPr bwMode="auto">
            <a:xfrm flipH="1" flipV="1">
              <a:off x="953" y="2564"/>
              <a:ext cx="459" cy="378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1905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54702" name="Arc 78">
              <a:extLst>
                <a:ext uri="{FF2B5EF4-FFF2-40B4-BE49-F238E27FC236}">
                  <a16:creationId xmlns:a16="http://schemas.microsoft.com/office/drawing/2014/main" id="{84C6C177-A939-4E8B-B0AB-404294D603E7}"/>
                </a:ext>
              </a:extLst>
            </p:cNvPr>
            <p:cNvSpPr>
              <a:spLocks/>
            </p:cNvSpPr>
            <p:nvPr/>
          </p:nvSpPr>
          <p:spPr bwMode="auto">
            <a:xfrm flipH="1" flipV="1">
              <a:off x="441" y="2564"/>
              <a:ext cx="989" cy="924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1905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54703" name="Arc 79">
              <a:extLst>
                <a:ext uri="{FF2B5EF4-FFF2-40B4-BE49-F238E27FC236}">
                  <a16:creationId xmlns:a16="http://schemas.microsoft.com/office/drawing/2014/main" id="{15D9B82C-72F0-40C4-811E-9555F592A0A1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2521" y="2550"/>
              <a:ext cx="961" cy="940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1905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54704" name="Arc 80">
              <a:extLst>
                <a:ext uri="{FF2B5EF4-FFF2-40B4-BE49-F238E27FC236}">
                  <a16:creationId xmlns:a16="http://schemas.microsoft.com/office/drawing/2014/main" id="{D8E15328-1157-4B3C-A74E-F7D9BC351633}"/>
                </a:ext>
              </a:extLst>
            </p:cNvPr>
            <p:cNvSpPr>
              <a:spLocks/>
            </p:cNvSpPr>
            <p:nvPr/>
          </p:nvSpPr>
          <p:spPr bwMode="auto">
            <a:xfrm>
              <a:off x="2512" y="1497"/>
              <a:ext cx="451" cy="419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1905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54705" name="Arc 81">
              <a:extLst>
                <a:ext uri="{FF2B5EF4-FFF2-40B4-BE49-F238E27FC236}">
                  <a16:creationId xmlns:a16="http://schemas.microsoft.com/office/drawing/2014/main" id="{6BEF0D91-F4AD-4164-8D08-B5120B6B5FEC}"/>
                </a:ext>
              </a:extLst>
            </p:cNvPr>
            <p:cNvSpPr>
              <a:spLocks/>
            </p:cNvSpPr>
            <p:nvPr/>
          </p:nvSpPr>
          <p:spPr bwMode="auto">
            <a:xfrm>
              <a:off x="2506" y="942"/>
              <a:ext cx="967" cy="968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1905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54706" name="Arc 82">
              <a:extLst>
                <a:ext uri="{FF2B5EF4-FFF2-40B4-BE49-F238E27FC236}">
                  <a16:creationId xmlns:a16="http://schemas.microsoft.com/office/drawing/2014/main" id="{DAFFC0D1-3C47-43DF-8683-2B7C2ED20032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957" y="1488"/>
              <a:ext cx="458" cy="429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1905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54707" name="Arc 83">
              <a:extLst>
                <a:ext uri="{FF2B5EF4-FFF2-40B4-BE49-F238E27FC236}">
                  <a16:creationId xmlns:a16="http://schemas.microsoft.com/office/drawing/2014/main" id="{618140D5-0713-49D2-8D59-07328D884662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441" y="942"/>
              <a:ext cx="974" cy="968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1905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54708" name="Arc 84">
              <a:extLst>
                <a:ext uri="{FF2B5EF4-FFF2-40B4-BE49-F238E27FC236}">
                  <a16:creationId xmlns:a16="http://schemas.microsoft.com/office/drawing/2014/main" id="{E5035861-2E25-4BF6-9464-BEE1257B2145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2502" y="2550"/>
              <a:ext cx="459" cy="392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1905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54709" name="Line 85">
              <a:extLst>
                <a:ext uri="{FF2B5EF4-FFF2-40B4-BE49-F238E27FC236}">
                  <a16:creationId xmlns:a16="http://schemas.microsoft.com/office/drawing/2014/main" id="{89A6DAFC-421E-46C2-8F5F-279187CC513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82" y="1496"/>
              <a:ext cx="325" cy="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54710" name="Line 86">
              <a:extLst>
                <a:ext uri="{FF2B5EF4-FFF2-40B4-BE49-F238E27FC236}">
                  <a16:creationId xmlns:a16="http://schemas.microsoft.com/office/drawing/2014/main" id="{6AF0B702-D365-43CC-A18E-9DA93808A00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825" y="1236"/>
              <a:ext cx="415" cy="415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 type="triangle" w="sm" len="lg"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54711" name="Text Box 87">
              <a:extLst>
                <a:ext uri="{FF2B5EF4-FFF2-40B4-BE49-F238E27FC236}">
                  <a16:creationId xmlns:a16="http://schemas.microsoft.com/office/drawing/2014/main" id="{B23CE779-5FBC-4787-B944-F6583120903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-2867531">
              <a:off x="2796" y="1225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zh-CN" altLang="en-US">
                  <a:solidFill>
                    <a:srgbClr val="FF0000"/>
                  </a:solidFill>
                </a:rPr>
                <a:t>宽</a:t>
              </a:r>
            </a:p>
          </p:txBody>
        </p:sp>
      </p:grpSp>
      <p:grpSp>
        <p:nvGrpSpPr>
          <p:cNvPr id="154717" name="Group 93">
            <a:extLst>
              <a:ext uri="{FF2B5EF4-FFF2-40B4-BE49-F238E27FC236}">
                <a16:creationId xmlns:a16="http://schemas.microsoft.com/office/drawing/2014/main" id="{5B79C45D-9396-4F8E-9B4D-F6F4F521DAD3}"/>
              </a:ext>
            </a:extLst>
          </p:cNvPr>
          <p:cNvGrpSpPr>
            <a:grpSpLocks/>
          </p:cNvGrpSpPr>
          <p:nvPr/>
        </p:nvGrpSpPr>
        <p:grpSpPr bwMode="auto">
          <a:xfrm>
            <a:off x="6040438" y="3032125"/>
            <a:ext cx="1752600" cy="1042988"/>
            <a:chOff x="3805" y="1910"/>
            <a:chExt cx="1104" cy="657"/>
          </a:xfrm>
        </p:grpSpPr>
        <p:sp>
          <p:nvSpPr>
            <p:cNvPr id="154681" name="Line 57">
              <a:extLst>
                <a:ext uri="{FF2B5EF4-FFF2-40B4-BE49-F238E27FC236}">
                  <a16:creationId xmlns:a16="http://schemas.microsoft.com/office/drawing/2014/main" id="{C60B28C3-284F-45A7-AB39-9CD4A8B4670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442" y="2081"/>
              <a:ext cx="260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54682" name="Rectangle 58">
              <a:extLst>
                <a:ext uri="{FF2B5EF4-FFF2-40B4-BE49-F238E27FC236}">
                  <a16:creationId xmlns:a16="http://schemas.microsoft.com/office/drawing/2014/main" id="{CB5AF5A0-8D2E-4D6E-817E-89D3F2BECAAF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3805" y="2375"/>
              <a:ext cx="1098" cy="182"/>
            </a:xfrm>
            <a:prstGeom prst="rect">
              <a:avLst/>
            </a:prstGeom>
            <a:noFill/>
            <a:ln w="381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54684" name="Line 60">
              <a:extLst>
                <a:ext uri="{FF2B5EF4-FFF2-40B4-BE49-F238E27FC236}">
                  <a16:creationId xmlns:a16="http://schemas.microsoft.com/office/drawing/2014/main" id="{2D36445D-C531-46BC-A70E-84390C2EE1E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698" y="1922"/>
              <a:ext cx="0" cy="17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54685" name="Line 61">
              <a:extLst>
                <a:ext uri="{FF2B5EF4-FFF2-40B4-BE49-F238E27FC236}">
                  <a16:creationId xmlns:a16="http://schemas.microsoft.com/office/drawing/2014/main" id="{8572E3BF-E440-408A-A87B-77BA0707A7C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43" y="1914"/>
              <a:ext cx="0" cy="175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54686" name="Line 62">
              <a:extLst>
                <a:ext uri="{FF2B5EF4-FFF2-40B4-BE49-F238E27FC236}">
                  <a16:creationId xmlns:a16="http://schemas.microsoft.com/office/drawing/2014/main" id="{05310E0F-BEE2-45FE-9CD9-05928EF1DA3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234" y="1919"/>
              <a:ext cx="216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54687" name="Line 63">
              <a:extLst>
                <a:ext uri="{FF2B5EF4-FFF2-40B4-BE49-F238E27FC236}">
                  <a16:creationId xmlns:a16="http://schemas.microsoft.com/office/drawing/2014/main" id="{78B0A1B4-F8A0-4942-ABDD-F8421186F2D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242" y="1910"/>
              <a:ext cx="0" cy="465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54688" name="Line 64">
              <a:extLst>
                <a:ext uri="{FF2B5EF4-FFF2-40B4-BE49-F238E27FC236}">
                  <a16:creationId xmlns:a16="http://schemas.microsoft.com/office/drawing/2014/main" id="{CA651E31-BB6B-48F3-9F1C-C2E4B6ACE2F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159" y="2375"/>
              <a:ext cx="0" cy="19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54689" name="Freeform 65">
              <a:extLst>
                <a:ext uri="{FF2B5EF4-FFF2-40B4-BE49-F238E27FC236}">
                  <a16:creationId xmlns:a16="http://schemas.microsoft.com/office/drawing/2014/main" id="{A914CB9E-8AC4-4D49-B275-3F236205C021}"/>
                </a:ext>
              </a:extLst>
            </p:cNvPr>
            <p:cNvSpPr>
              <a:spLocks/>
            </p:cNvSpPr>
            <p:nvPr/>
          </p:nvSpPr>
          <p:spPr bwMode="auto">
            <a:xfrm>
              <a:off x="4255" y="2373"/>
              <a:ext cx="652" cy="1"/>
            </a:xfrm>
            <a:custGeom>
              <a:avLst/>
              <a:gdLst>
                <a:gd name="T0" fmla="*/ 0 w 652"/>
                <a:gd name="T1" fmla="*/ 0 h 1"/>
                <a:gd name="T2" fmla="*/ 652 w 652"/>
                <a:gd name="T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652" h="1">
                  <a:moveTo>
                    <a:pt x="0" y="0"/>
                  </a:moveTo>
                  <a:lnTo>
                    <a:pt x="652" y="0"/>
                  </a:lnTo>
                </a:path>
              </a:pathLst>
            </a:custGeom>
            <a:noFill/>
            <a:ln w="57150" cap="flat" cmpd="sng">
              <a:solidFill>
                <a:srgbClr val="66FFF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54690" name="Line 66">
              <a:extLst>
                <a:ext uri="{FF2B5EF4-FFF2-40B4-BE49-F238E27FC236}">
                  <a16:creationId xmlns:a16="http://schemas.microsoft.com/office/drawing/2014/main" id="{6693FBC6-4A6D-4DBD-B523-75551E2EA4A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56" y="2376"/>
              <a:ext cx="653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lg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54696" name="Text Box 72">
              <a:extLst>
                <a:ext uri="{FF2B5EF4-FFF2-40B4-BE49-F238E27FC236}">
                  <a16:creationId xmlns:a16="http://schemas.microsoft.com/office/drawing/2014/main" id="{E529E263-28EE-4294-9C85-A9EB37C3F88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19" y="2075"/>
              <a:ext cx="50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zh-CN" altLang="en-US"/>
                <a:t>后视</a:t>
              </a:r>
            </a:p>
          </p:txBody>
        </p:sp>
        <p:sp>
          <p:nvSpPr>
            <p:cNvPr id="154712" name="Line 88">
              <a:extLst>
                <a:ext uri="{FF2B5EF4-FFF2-40B4-BE49-F238E27FC236}">
                  <a16:creationId xmlns:a16="http://schemas.microsoft.com/office/drawing/2014/main" id="{3E2F9850-BADE-4E96-991F-ED80035A024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98" y="1922"/>
              <a:ext cx="205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4683" name="Line 59">
              <a:extLst>
                <a:ext uri="{FF2B5EF4-FFF2-40B4-BE49-F238E27FC236}">
                  <a16:creationId xmlns:a16="http://schemas.microsoft.com/office/drawing/2014/main" id="{7F5A909F-9C8B-4FC8-9262-86694A610CE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903" y="1922"/>
              <a:ext cx="0" cy="478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 spd="med">
    <p:cover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546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46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546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546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1546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4" name="Text Box 2">
            <a:extLst>
              <a:ext uri="{FF2B5EF4-FFF2-40B4-BE49-F238E27FC236}">
                <a16:creationId xmlns:a16="http://schemas.microsoft.com/office/drawing/2014/main" id="{60CA51EA-3AF2-4F23-867D-EAE73AF443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30525" y="134938"/>
            <a:ext cx="3779838" cy="800100"/>
          </a:xfrm>
          <a:prstGeom prst="rect">
            <a:avLst/>
          </a:prstGeom>
          <a:solidFill>
            <a:srgbClr val="FFFF00"/>
          </a:solidFill>
          <a:ln w="38100">
            <a:pattFill prst="trellis">
              <a:fgClr>
                <a:srgbClr val="FF3300"/>
              </a:fgClr>
              <a:bgClr>
                <a:srgbClr val="FFFF00"/>
              </a:bgClr>
            </a:pattFill>
            <a:miter lim="800000"/>
            <a:headEnd/>
            <a:tailEnd/>
          </a:ln>
          <a:effectLst>
            <a:outerShdw dist="35921" dir="2700000" algn="ctr" rotWithShape="0">
              <a:srgbClr val="808080"/>
            </a:outerShdw>
          </a:effectLst>
        </p:spPr>
        <p:txBody>
          <a:bodyPr anchor="ctr">
            <a:spAutoFit/>
          </a:bodyPr>
          <a:lstStyle/>
          <a:p>
            <a:pPr eaLnBrk="1" hangingPunct="1"/>
            <a:r>
              <a:rPr lang="zh-CN" altLang="en-US" sz="4400">
                <a:solidFill>
                  <a:srgbClr val="FF3300"/>
                </a:solidFill>
                <a:latin typeface="宋体" panose="02010600030101010101" pitchFamily="2" charset="-122"/>
                <a:sym typeface="Monotype Sorts" pitchFamily="2" charset="2"/>
              </a:rPr>
              <a:t>本 章 </a:t>
            </a:r>
            <a:r>
              <a:rPr lang="zh-CN" altLang="en-US" sz="4400">
                <a:solidFill>
                  <a:srgbClr val="FF3300"/>
                </a:solidFill>
                <a:latin typeface="宋体" panose="02010600030101010101" pitchFamily="2" charset="-122"/>
              </a:rPr>
              <a:t>小 结 </a:t>
            </a:r>
            <a:r>
              <a:rPr lang="zh-CN" altLang="en-US" sz="4400">
                <a:solidFill>
                  <a:srgbClr val="FF3300"/>
                </a:solidFill>
                <a:latin typeface="宋体" panose="02010600030101010101" pitchFamily="2" charset="-122"/>
                <a:sym typeface="Monotype Sorts" pitchFamily="2" charset="2"/>
              </a:rPr>
              <a:t> </a:t>
            </a:r>
          </a:p>
        </p:txBody>
      </p:sp>
      <p:sp>
        <p:nvSpPr>
          <p:cNvPr id="156675" name="Text Box 3">
            <a:extLst>
              <a:ext uri="{FF2B5EF4-FFF2-40B4-BE49-F238E27FC236}">
                <a16:creationId xmlns:a16="http://schemas.microsoft.com/office/drawing/2014/main" id="{4B330D2F-61D7-4F16-B982-E5FC384BD2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8975" y="1184275"/>
            <a:ext cx="8372475" cy="2289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l" eaLnBrk="1" hangingPunct="1"/>
            <a:r>
              <a:rPr lang="en-US" altLang="zh-CN" sz="3600">
                <a:latin typeface="宋体" panose="02010600030101010101" pitchFamily="2" charset="-122"/>
              </a:rPr>
              <a:t>    </a:t>
            </a:r>
            <a:r>
              <a:rPr lang="zh-CN" altLang="en-US" sz="3600">
                <a:latin typeface="宋体" panose="02010600030101010101" pitchFamily="2" charset="-122"/>
              </a:rPr>
              <a:t>本章所介绍的各种视图、剖视图、</a:t>
            </a:r>
          </a:p>
          <a:p>
            <a:pPr algn="l" eaLnBrk="1" hangingPunct="1"/>
            <a:r>
              <a:rPr lang="zh-CN" altLang="en-US" sz="3600">
                <a:latin typeface="宋体" panose="02010600030101010101" pitchFamily="2" charset="-122"/>
              </a:rPr>
              <a:t>断面图的画法及标注方法，均系国标规定，必须很好掌握，才能画出合格的工作图。</a:t>
            </a:r>
          </a:p>
        </p:txBody>
      </p:sp>
      <p:sp>
        <p:nvSpPr>
          <p:cNvPr id="156676" name="Text Box 4">
            <a:extLst>
              <a:ext uri="{FF2B5EF4-FFF2-40B4-BE49-F238E27FC236}">
                <a16:creationId xmlns:a16="http://schemas.microsoft.com/office/drawing/2014/main" id="{653EC53E-263A-4DFA-A911-B9B6FA377D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2775" y="3519488"/>
            <a:ext cx="8234363" cy="1739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l" eaLnBrk="1" hangingPunct="1"/>
            <a:r>
              <a:rPr lang="en-US" altLang="zh-CN" sz="3600">
                <a:latin typeface="宋体" panose="02010600030101010101" pitchFamily="2" charset="-122"/>
              </a:rPr>
              <a:t>    </a:t>
            </a:r>
            <a:r>
              <a:rPr lang="zh-CN" altLang="en-US" sz="3600">
                <a:latin typeface="宋体" panose="02010600030101010101" pitchFamily="2" charset="-122"/>
              </a:rPr>
              <a:t>简化画法只介绍了常用的几种，这部分内容较多，需要时可查阅有关标准（</a:t>
            </a:r>
            <a:r>
              <a:rPr lang="en-US" altLang="zh-CN" sz="3600">
                <a:latin typeface="宋体" panose="02010600030101010101" pitchFamily="2" charset="-122"/>
              </a:rPr>
              <a:t>GB/T 16675.1</a:t>
            </a:r>
            <a:r>
              <a:rPr lang="en-US" altLang="zh-CN" sz="3600"/>
              <a:t>——</a:t>
            </a:r>
            <a:r>
              <a:rPr lang="en-US" altLang="zh-CN" sz="3600">
                <a:latin typeface="宋体" panose="02010600030101010101" pitchFamily="2" charset="-122"/>
              </a:rPr>
              <a:t>1996</a:t>
            </a:r>
            <a:r>
              <a:rPr lang="zh-CN" altLang="en-US" sz="3600">
                <a:latin typeface="宋体" panose="02010600030101010101" pitchFamily="2" charset="-122"/>
              </a:rPr>
              <a:t>）。</a:t>
            </a:r>
          </a:p>
        </p:txBody>
      </p:sp>
    </p:spTree>
  </p:cSld>
  <p:clrMapOvr>
    <a:masterClrMapping/>
  </p:clrMapOvr>
  <p:transition spd="med">
    <p:cover dir="d"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ZWJmODlmNzRmZmM0YzE5OTAwYmIxZmJjZWFhMTdhMjIifQ=="/>
</p:tagLst>
</file>

<file path=ppt/theme/theme1.xml><?xml version="1.0" encoding="utf-8"?>
<a:theme xmlns:a="http://schemas.openxmlformats.org/drawingml/2006/main" name="Blends">
  <a:themeElements>
    <a:clrScheme name="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006600"/>
      </a:hlink>
      <a:folHlink>
        <a:srgbClr val="3333CC"/>
      </a:folHlink>
    </a:clrScheme>
    <a:fontScheme name="Blends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Office\Templates\Presentation Designs\Blends.pot</Template>
  <TotalTime>534</TotalTime>
  <Words>3016</Words>
  <Application>Microsoft Office PowerPoint</Application>
  <PresentationFormat>全屏显示(4:3)</PresentationFormat>
  <Paragraphs>585</Paragraphs>
  <Slides>63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63</vt:i4>
      </vt:variant>
    </vt:vector>
  </HeadingPairs>
  <TitlesOfParts>
    <vt:vector size="79" baseType="lpstr">
      <vt:lpstr>Monotype Sorts</vt:lpstr>
      <vt:lpstr>等线</vt:lpstr>
      <vt:lpstr>黑体</vt:lpstr>
      <vt:lpstr>华文楷体</vt:lpstr>
      <vt:lpstr>华文隶书</vt:lpstr>
      <vt:lpstr>宋体</vt:lpstr>
      <vt:lpstr>Arial</vt:lpstr>
      <vt:lpstr>CommercialPi BT</vt:lpstr>
      <vt:lpstr>ISOCPEUR</vt:lpstr>
      <vt:lpstr>ISOCTEUR</vt:lpstr>
      <vt:lpstr>Symbol</vt:lpstr>
      <vt:lpstr>Tahoma</vt:lpstr>
      <vt:lpstr>Times New Roman</vt:lpstr>
      <vt:lpstr>Verdana</vt:lpstr>
      <vt:lpstr>Wingdings</vt:lpstr>
      <vt:lpstr>Blends</vt:lpstr>
      <vt:lpstr>机件图样的画法   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第1章  Visual Basic程序开发环境</dc:title>
  <dc:creator>ya6</dc:creator>
  <cp:lastModifiedBy>msn</cp:lastModifiedBy>
  <cp:revision>358</cp:revision>
  <dcterms:created xsi:type="dcterms:W3CDTF">2003-03-08T08:18:00Z</dcterms:created>
  <dcterms:modified xsi:type="dcterms:W3CDTF">2022-11-23T05:59:14Z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2052-11.1.0.12358</vt:lpwstr>
  </property>
  <property fmtid="{D5CDD505-2E9C-101B-9397-08002B2CF9AE}" pid="3" name="ICV">
    <vt:lpwstr>70B6EFDE32584132BD341B76E5D13563</vt:lpwstr>
  </property>
</Properties>
</file>